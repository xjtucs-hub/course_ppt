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"/>
  </p:notesMasterIdLst>
  <p:handoutMasterIdLst>
    <p:handoutMasterId r:id="rId4"/>
  </p:handoutMasterIdLst>
  <p:sldIdLst>
    <p:sldId id="386" r:id="rId2"/>
  </p:sldIdLst>
  <p:sldSz cx="9144000" cy="6858000" type="screen4x3"/>
  <p:notesSz cx="7010400" cy="9296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942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6" d="100"/>
          <a:sy n="106" d="100"/>
        </p:scale>
        <p:origin x="3375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AE9953F-432D-40E8-B4EA-1FF95862BF3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BC760B2-79C8-4F6D-B95D-81FF364F4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08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785A02B-D9D6-4BC7-BD1A-0C439226DE41}" type="datetimeFigureOut">
              <a:rPr lang="zh-CN" altLang="en-US" smtClean="0"/>
              <a:pPr/>
              <a:t>2025/11/20 Thursday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58D460B-FCBF-4F68-A559-8E415D1DDE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02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32869" y="5517232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7EC6-CB47-4768-9811-6E3B54093484}" type="datetime1">
              <a:rPr lang="zh-CN" altLang="en-US" smtClean="0"/>
              <a:pPr/>
              <a:t>2025/11/20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895707"/>
            <a:ext cx="7520940" cy="548640"/>
          </a:xfr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628800"/>
            <a:ext cx="7520940" cy="3579849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defRPr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3pPr>
            <a:lvl4pPr>
              <a:lnSpc>
                <a:spcPct val="120000"/>
              </a:lnSpc>
              <a:defRPr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4pPr>
            <a:lvl5pPr>
              <a:lnSpc>
                <a:spcPct val="120000"/>
              </a:lnSpc>
              <a:defRPr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33802" y="146299"/>
            <a:ext cx="4267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3779912" y="6453336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西安交通大学计算机科学与技术学院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244408" y="6441217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D6FB1EF2-4E04-428D-9A98-735957314976}" type="slidenum">
              <a:rPr lang="zh-CN" altLang="en-US" smtClean="0">
                <a:solidFill>
                  <a:schemeClr val="bg1"/>
                </a:solidFill>
              </a:rPr>
              <a:pPr/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77718" y="6342369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4E9DE14-44DB-4314-93D6-71A38DC67BB0}" type="datetime1">
              <a:rPr lang="zh-CN" altLang="en-US" sz="140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/>
              <a:t>2025/11/20 Thursday</a:t>
            </a:fld>
            <a:endParaRPr lang="zh-CN" altLang="en-US" sz="1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F9C47-783F-4BA3-8F44-C651CC1C7843}" type="datetime1">
              <a:rPr lang="zh-CN" altLang="en-US" smtClean="0"/>
              <a:pPr/>
              <a:t>2025/11/20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4DB96-0AE5-4520-9185-F689CCFB8160}" type="datetime1">
              <a:rPr lang="zh-CN" altLang="en-US" smtClean="0"/>
              <a:pPr/>
              <a:t>2025/11/20 Thursday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D1D45-E3BC-449A-A2CA-DC7EEC7FF1AB}" type="datetime1">
              <a:rPr lang="zh-CN" altLang="en-US" smtClean="0"/>
              <a:pPr/>
              <a:t>2025/11/20 Thursday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6B2F-325E-4DB5-B672-90AD506B448C}" type="datetime1">
              <a:rPr lang="zh-CN" altLang="en-US" smtClean="0"/>
              <a:pPr/>
              <a:t>2025/11/20 Thursday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2991-BBE5-4E69-A281-1A8B0AE9CDD7}" type="datetime1">
              <a:rPr lang="zh-CN" altLang="en-US" smtClean="0"/>
              <a:pPr/>
              <a:t>2025/11/20 Thursday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D44D8-17C8-4EF3-AEA6-26CE6DA18EE0}" type="datetime1">
              <a:rPr lang="zh-CN" altLang="en-US" smtClean="0"/>
              <a:pPr/>
              <a:t>2025/11/20 Thursday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6A5A-BD99-4717-BAC1-7A32521A6EAD}" type="datetime1">
              <a:rPr lang="zh-CN" altLang="en-US" smtClean="0"/>
              <a:pPr/>
              <a:t>2025/11/20 Thursday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CC93F-9B3C-4EE7-9870-3D016680E837}" type="datetime1">
              <a:rPr lang="zh-CN" altLang="en-US" smtClean="0"/>
              <a:pPr/>
              <a:t>2025/11/20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6CA2C-5ACD-411C-BC33-FE293CBE3AB9}" type="datetime1">
              <a:rPr lang="zh-CN" altLang="en-US" smtClean="0"/>
              <a:pPr/>
              <a:t>2025/11/20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6309319"/>
            <a:ext cx="3574257" cy="548681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6309319"/>
            <a:ext cx="9146380" cy="548682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451667"/>
            <a:ext cx="1533226" cy="2639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2F99069-F18D-4F57-97B5-E5E224D09DA9}" type="datetime1">
              <a:rPr lang="zh-CN" altLang="en-US" smtClean="0"/>
              <a:pPr/>
              <a:t>2025/11/20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1570" y="6446499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332199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0EDD271-EDC1-4A77-9538-12C070FA36FE}"/>
              </a:ext>
            </a:extLst>
          </p:cNvPr>
          <p:cNvSpPr txBox="1"/>
          <p:nvPr/>
        </p:nvSpPr>
        <p:spPr>
          <a:xfrm>
            <a:off x="611560" y="908720"/>
            <a:ext cx="80648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设待排序的表有</a:t>
            </a:r>
            <a:r>
              <a:rPr kumimoji="1" lang="en-US" altLang="zh-CN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10</a:t>
            </a: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个记录，其关键字分别为（</a:t>
            </a:r>
            <a:r>
              <a:rPr kumimoji="1" lang="en-US" altLang="zh-CN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26</a:t>
            </a: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18</a:t>
            </a: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37</a:t>
            </a: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19</a:t>
            </a: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20</a:t>
            </a: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15</a:t>
            </a: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34</a:t>
            </a: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52</a:t>
            </a: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1800" u="sng" dirty="0">
                <a:latin typeface="Consolas" pitchFamily="49" charset="0"/>
                <a:ea typeface="楷体" pitchFamily="49" charset="-122"/>
                <a:cs typeface="Consolas" pitchFamily="49" charset="0"/>
              </a:rPr>
              <a:t>26</a:t>
            </a: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45</a:t>
            </a: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），（非递减排序）</a:t>
            </a:r>
            <a:endParaRPr kumimoji="1" lang="en-US" altLang="zh-CN" sz="1800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marL="342900" indent="-342900" algn="just">
              <a:buFont typeface="+mj-ea"/>
              <a:buAutoNum type="circleNumDbPlain"/>
            </a:pPr>
            <a:r>
              <a:rPr kumimoji="1"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请写出简单插入排序各趟排序结果。</a:t>
            </a:r>
            <a:endParaRPr kumimoji="1" lang="en-US" altLang="zh-CN" sz="1800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marL="342900" indent="-342900" algn="just">
              <a:buFont typeface="+mj-ea"/>
              <a:buAutoNum type="circleNumDbPlain"/>
            </a:pPr>
            <a:r>
              <a:rPr kumimoji="1" lang="zh-CN" altLang="en-US" dirty="0">
                <a:latin typeface="Consolas" pitchFamily="49" charset="0"/>
                <a:ea typeface="楷体" pitchFamily="49" charset="-122"/>
              </a:rPr>
              <a:t>请写出冒泡排序各趟排序结果。</a:t>
            </a:r>
            <a:endParaRPr kumimoji="1" lang="en-US" altLang="zh-CN" dirty="0">
              <a:latin typeface="Consolas" pitchFamily="49" charset="0"/>
              <a:ea typeface="楷体" pitchFamily="49" charset="-122"/>
            </a:endParaRPr>
          </a:p>
          <a:p>
            <a:pPr marL="342900" indent="-342900" algn="just">
              <a:buFont typeface="+mj-ea"/>
              <a:buAutoNum type="circleNumDbPlain"/>
            </a:pP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请写出简单选择排序各趟排序结果。</a:t>
            </a:r>
            <a:endParaRPr kumimoji="1" lang="en-US" altLang="zh-CN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just"/>
            <a:endParaRPr kumimoji="1" lang="en-US" altLang="zh-CN" dirty="0">
              <a:latin typeface="Consolas" pitchFamily="49" charset="0"/>
              <a:ea typeface="楷体" pitchFamily="49" charset="-122"/>
            </a:endParaRPr>
          </a:p>
          <a:p>
            <a:pPr algn="just"/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、设待排序的表有</a:t>
            </a:r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10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个记录，其关键字分别为（</a:t>
            </a:r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16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38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47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19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60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11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53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26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76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05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），（递增排序）</a:t>
            </a:r>
            <a:endParaRPr kumimoji="1" lang="en-US" altLang="zh-CN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marL="342900" indent="-342900" algn="just">
              <a:buFont typeface="+mj-ea"/>
              <a:buAutoNum type="circleNumDbPlain"/>
            </a:pP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请写出希尔排序各趟排序结果（初始</a:t>
            </a:r>
            <a:r>
              <a:rPr kumimoji="1" lang="en-US" altLang="zh-CN" cap="none" dirty="0">
                <a:latin typeface="Consolas" pitchFamily="49" charset="0"/>
                <a:ea typeface="楷体" pitchFamily="49" charset="-122"/>
                <a:cs typeface="Consolas" pitchFamily="49" charset="0"/>
              </a:rPr>
              <a:t>gap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为</a:t>
            </a:r>
            <a:r>
              <a:rPr kumimoji="1" lang="en-US" altLang="zh-CN" dirty="0">
                <a:latin typeface="Consolas" pitchFamily="49" charset="0"/>
                <a:ea typeface="楷体" pitchFamily="49" charset="-122"/>
                <a:cs typeface="Consolas" pitchFamily="49" charset="0"/>
              </a:rPr>
              <a:t>5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）。</a:t>
            </a:r>
            <a:endParaRPr kumimoji="1" lang="en-US" altLang="zh-CN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marL="342900" indent="-342900" algn="just">
              <a:buFont typeface="+mj-ea"/>
              <a:buAutoNum type="circleNumDbPlain"/>
            </a:pP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请写出各趟快速排序的结果（选择第一个记录为</a:t>
            </a:r>
            <a:r>
              <a:rPr kumimoji="1" lang="en-US" altLang="zh-CN" cap="none" dirty="0">
                <a:latin typeface="Consolas" pitchFamily="49" charset="0"/>
                <a:ea typeface="楷体" pitchFamily="49" charset="-122"/>
                <a:cs typeface="Consolas" pitchFamily="49" charset="0"/>
              </a:rPr>
              <a:t>pivot</a:t>
            </a:r>
            <a:r>
              <a:rPr kumimoji="1" lang="zh-CN" altLang="en-US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）。</a:t>
            </a:r>
            <a:endParaRPr kumimoji="1" lang="en-US" altLang="zh-CN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marL="342900" indent="-342900" algn="just">
              <a:buFont typeface="+mj-ea"/>
              <a:buAutoNum type="circleNumDbPlain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请给出采用归并排序法对该序列作升序排序时每一趟的结果。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采用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2-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路归并排序的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非递归算法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 marL="342900" indent="-342900" algn="just">
              <a:buFont typeface="+mj-ea"/>
              <a:buAutoNum type="circleNumDbPlain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请给出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锦标赛选择排序各趟排序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结果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buFont typeface="+mj-ea"/>
              <a:buAutoNum type="circleNumDbPlain"/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对该序列进行堆排序，使之按关键字递增次序排列。请写出排序过程中得到的初始堆和各趟的序列状态。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、已知序列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{32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4712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3441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589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86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2941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8652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2672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429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932},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请给出采用基数排序法对该序列作升序排序时每一趟的结果（按趟分别写出分配、收集结果）。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endParaRPr lang="en-US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1119490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角度">
  <a:themeElements>
    <a:clrScheme name="角度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角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3880</TotalTime>
  <Words>267</Words>
  <Application>Microsoft Office PowerPoint</Application>
  <PresentationFormat>全屏显示(4:3)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方正舒体</vt:lpstr>
      <vt:lpstr>黑体</vt:lpstr>
      <vt:lpstr>楷体</vt:lpstr>
      <vt:lpstr>Arial</vt:lpstr>
      <vt:lpstr>Calibri</vt:lpstr>
      <vt:lpstr>Consolas</vt:lpstr>
      <vt:lpstr>Franklin Gothic Book</vt:lpstr>
      <vt:lpstr>Franklin Gothic Medium</vt:lpstr>
      <vt:lpstr>Times New Roman</vt:lpstr>
      <vt:lpstr>Wingdings</vt:lpstr>
      <vt:lpstr>角度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　算法分析</dc:title>
  <dc:creator>Admin</dc:creator>
  <cp:lastModifiedBy>xy yang</cp:lastModifiedBy>
  <cp:revision>396</cp:revision>
  <cp:lastPrinted>2019-11-26T01:04:57Z</cp:lastPrinted>
  <dcterms:created xsi:type="dcterms:W3CDTF">2016-02-05T07:36:15Z</dcterms:created>
  <dcterms:modified xsi:type="dcterms:W3CDTF">2025-11-20T00:21:08Z</dcterms:modified>
</cp:coreProperties>
</file>