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10.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11.xml" ContentType="application/vnd.openxmlformats-officedocument.theme+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6.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tags/tag7.xml" ContentType="application/vnd.openxmlformats-officedocument.presentationml.tags+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672" r:id="rId3"/>
    <p:sldMasterId id="2147483684" r:id="rId4"/>
    <p:sldMasterId id="2147483696" r:id="rId5"/>
    <p:sldMasterId id="2147483708" r:id="rId6"/>
    <p:sldMasterId id="2147483720" r:id="rId7"/>
    <p:sldMasterId id="2147483733" r:id="rId8"/>
    <p:sldMasterId id="2147483745" r:id="rId9"/>
    <p:sldMasterId id="2147483757" r:id="rId10"/>
    <p:sldMasterId id="2147483769" r:id="rId11"/>
    <p:sldMasterId id="2147483781" r:id="rId12"/>
  </p:sldMasterIdLst>
  <p:notesMasterIdLst>
    <p:notesMasterId r:id="rId93"/>
  </p:notesMasterIdLst>
  <p:sldIdLst>
    <p:sldId id="528" r:id="rId13"/>
    <p:sldId id="529" r:id="rId14"/>
    <p:sldId id="530" r:id="rId15"/>
    <p:sldId id="531" r:id="rId16"/>
    <p:sldId id="532" r:id="rId17"/>
    <p:sldId id="533" r:id="rId18"/>
    <p:sldId id="534" r:id="rId19"/>
    <p:sldId id="720" r:id="rId20"/>
    <p:sldId id="721" r:id="rId21"/>
    <p:sldId id="722" r:id="rId22"/>
    <p:sldId id="723" r:id="rId23"/>
    <p:sldId id="724" r:id="rId24"/>
    <p:sldId id="725" r:id="rId25"/>
    <p:sldId id="535" r:id="rId26"/>
    <p:sldId id="536" r:id="rId27"/>
    <p:sldId id="537" r:id="rId28"/>
    <p:sldId id="589" r:id="rId29"/>
    <p:sldId id="538" r:id="rId30"/>
    <p:sldId id="539" r:id="rId31"/>
    <p:sldId id="590" r:id="rId32"/>
    <p:sldId id="829" r:id="rId33"/>
    <p:sldId id="830" r:id="rId34"/>
    <p:sldId id="540" r:id="rId35"/>
    <p:sldId id="541" r:id="rId36"/>
    <p:sldId id="542" r:id="rId37"/>
    <p:sldId id="543" r:id="rId38"/>
    <p:sldId id="591" r:id="rId39"/>
    <p:sldId id="544" r:id="rId40"/>
    <p:sldId id="545" r:id="rId41"/>
    <p:sldId id="546" r:id="rId42"/>
    <p:sldId id="547" r:id="rId43"/>
    <p:sldId id="548" r:id="rId44"/>
    <p:sldId id="549" r:id="rId45"/>
    <p:sldId id="550" r:id="rId46"/>
    <p:sldId id="551" r:id="rId47"/>
    <p:sldId id="552" r:id="rId48"/>
    <p:sldId id="553" r:id="rId49"/>
    <p:sldId id="554" r:id="rId50"/>
    <p:sldId id="555" r:id="rId51"/>
    <p:sldId id="556" r:id="rId52"/>
    <p:sldId id="557" r:id="rId53"/>
    <p:sldId id="558" r:id="rId54"/>
    <p:sldId id="559" r:id="rId55"/>
    <p:sldId id="560" r:id="rId56"/>
    <p:sldId id="561" r:id="rId57"/>
    <p:sldId id="562" r:id="rId58"/>
    <p:sldId id="563" r:id="rId59"/>
    <p:sldId id="564" r:id="rId60"/>
    <p:sldId id="565" r:id="rId61"/>
    <p:sldId id="566" r:id="rId62"/>
    <p:sldId id="567" r:id="rId63"/>
    <p:sldId id="568" r:id="rId64"/>
    <p:sldId id="569" r:id="rId65"/>
    <p:sldId id="570" r:id="rId66"/>
    <p:sldId id="571" r:id="rId67"/>
    <p:sldId id="572" r:id="rId68"/>
    <p:sldId id="573" r:id="rId69"/>
    <p:sldId id="574" r:id="rId70"/>
    <p:sldId id="575" r:id="rId71"/>
    <p:sldId id="576" r:id="rId72"/>
    <p:sldId id="577" r:id="rId73"/>
    <p:sldId id="578" r:id="rId74"/>
    <p:sldId id="579" r:id="rId75"/>
    <p:sldId id="580" r:id="rId76"/>
    <p:sldId id="828" r:id="rId77"/>
    <p:sldId id="581" r:id="rId78"/>
    <p:sldId id="592" r:id="rId79"/>
    <p:sldId id="593" r:id="rId80"/>
    <p:sldId id="594" r:id="rId81"/>
    <p:sldId id="595" r:id="rId82"/>
    <p:sldId id="596" r:id="rId83"/>
    <p:sldId id="597" r:id="rId84"/>
    <p:sldId id="598" r:id="rId85"/>
    <p:sldId id="599" r:id="rId86"/>
    <p:sldId id="600" r:id="rId87"/>
    <p:sldId id="601" r:id="rId88"/>
    <p:sldId id="602" r:id="rId89"/>
    <p:sldId id="603" r:id="rId90"/>
    <p:sldId id="604" r:id="rId91"/>
    <p:sldId id="605" r:id="rId92"/>
  </p:sldIdLst>
  <p:sldSz cx="9144000" cy="5143500" type="screen16x9"/>
  <p:notesSz cx="6858000" cy="9144000"/>
  <p:custDataLst>
    <p:tags r:id="rId94"/>
  </p:custDataLst>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FF00"/>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438">
          <p15:clr>
            <a:srgbClr val="A4A3A4"/>
          </p15:clr>
        </p15:guide>
        <p15:guide id="2" pos="301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cmAuthor id="2" name="wu" initials="w"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FF0000"/>
    <a:srgbClr val="0000CC"/>
    <a:srgbClr val="008000"/>
    <a:srgbClr val="339933"/>
    <a:srgbClr val="00CC00"/>
    <a:srgbClr val="FF99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55" autoAdjust="0"/>
    <p:restoredTop sz="84782"/>
  </p:normalViewPr>
  <p:slideViewPr>
    <p:cSldViewPr showGuides="1">
      <p:cViewPr varScale="1">
        <p:scale>
          <a:sx n="99" d="100"/>
          <a:sy n="99" d="100"/>
        </p:scale>
        <p:origin x="567" y="-6"/>
      </p:cViewPr>
      <p:guideLst>
        <p:guide orient="horz" pos="1438"/>
        <p:guide pos="301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4.xml"/><Relationship Id="rId21" Type="http://schemas.openxmlformats.org/officeDocument/2006/relationships/slide" Target="slides/slide9.xml"/><Relationship Id="rId42" Type="http://schemas.openxmlformats.org/officeDocument/2006/relationships/slide" Target="slides/slide30.xml"/><Relationship Id="rId47" Type="http://schemas.openxmlformats.org/officeDocument/2006/relationships/slide" Target="slides/slide35.xml"/><Relationship Id="rId63" Type="http://schemas.openxmlformats.org/officeDocument/2006/relationships/slide" Target="slides/slide51.xml"/><Relationship Id="rId68" Type="http://schemas.openxmlformats.org/officeDocument/2006/relationships/slide" Target="slides/slide56.xml"/><Relationship Id="rId84" Type="http://schemas.openxmlformats.org/officeDocument/2006/relationships/slide" Target="slides/slide72.xml"/><Relationship Id="rId89" Type="http://schemas.openxmlformats.org/officeDocument/2006/relationships/slide" Target="slides/slide77.xml"/><Relationship Id="rId16" Type="http://schemas.openxmlformats.org/officeDocument/2006/relationships/slide" Target="slides/slide4.xml"/><Relationship Id="rId11" Type="http://schemas.openxmlformats.org/officeDocument/2006/relationships/slideMaster" Target="slideMasters/slideMaster11.xml"/><Relationship Id="rId32" Type="http://schemas.openxmlformats.org/officeDocument/2006/relationships/slide" Target="slides/slide20.xml"/><Relationship Id="rId37" Type="http://schemas.openxmlformats.org/officeDocument/2006/relationships/slide" Target="slides/slide25.xml"/><Relationship Id="rId53" Type="http://schemas.openxmlformats.org/officeDocument/2006/relationships/slide" Target="slides/slide41.xml"/><Relationship Id="rId58" Type="http://schemas.openxmlformats.org/officeDocument/2006/relationships/slide" Target="slides/slide46.xml"/><Relationship Id="rId74" Type="http://schemas.openxmlformats.org/officeDocument/2006/relationships/slide" Target="slides/slide62.xml"/><Relationship Id="rId79" Type="http://schemas.openxmlformats.org/officeDocument/2006/relationships/slide" Target="slides/slide67.xml"/><Relationship Id="rId5" Type="http://schemas.openxmlformats.org/officeDocument/2006/relationships/slideMaster" Target="slideMasters/slideMaster5.xml"/><Relationship Id="rId90" Type="http://schemas.openxmlformats.org/officeDocument/2006/relationships/slide" Target="slides/slide78.xml"/><Relationship Id="rId95" Type="http://schemas.openxmlformats.org/officeDocument/2006/relationships/commentAuthors" Target="commentAuthors.xml"/><Relationship Id="rId22" Type="http://schemas.openxmlformats.org/officeDocument/2006/relationships/slide" Target="slides/slide10.xml"/><Relationship Id="rId27" Type="http://schemas.openxmlformats.org/officeDocument/2006/relationships/slide" Target="slides/slide15.xml"/><Relationship Id="rId43" Type="http://schemas.openxmlformats.org/officeDocument/2006/relationships/slide" Target="slides/slide31.xml"/><Relationship Id="rId48" Type="http://schemas.openxmlformats.org/officeDocument/2006/relationships/slide" Target="slides/slide36.xml"/><Relationship Id="rId64" Type="http://schemas.openxmlformats.org/officeDocument/2006/relationships/slide" Target="slides/slide52.xml"/><Relationship Id="rId69" Type="http://schemas.openxmlformats.org/officeDocument/2006/relationships/slide" Target="slides/slide57.xml"/><Relationship Id="rId80" Type="http://schemas.openxmlformats.org/officeDocument/2006/relationships/slide" Target="slides/slide68.xml"/><Relationship Id="rId85" Type="http://schemas.openxmlformats.org/officeDocument/2006/relationships/slide" Target="slides/slide7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slide" Target="slides/slide34.xml"/><Relationship Id="rId59" Type="http://schemas.openxmlformats.org/officeDocument/2006/relationships/slide" Target="slides/slide47.xml"/><Relationship Id="rId67" Type="http://schemas.openxmlformats.org/officeDocument/2006/relationships/slide" Target="slides/slide55.xml"/><Relationship Id="rId20" Type="http://schemas.openxmlformats.org/officeDocument/2006/relationships/slide" Target="slides/slide8.xml"/><Relationship Id="rId41" Type="http://schemas.openxmlformats.org/officeDocument/2006/relationships/slide" Target="slides/slide29.xml"/><Relationship Id="rId54" Type="http://schemas.openxmlformats.org/officeDocument/2006/relationships/slide" Target="slides/slide42.xml"/><Relationship Id="rId62" Type="http://schemas.openxmlformats.org/officeDocument/2006/relationships/slide" Target="slides/slide50.xml"/><Relationship Id="rId70" Type="http://schemas.openxmlformats.org/officeDocument/2006/relationships/slide" Target="slides/slide58.xml"/><Relationship Id="rId75" Type="http://schemas.openxmlformats.org/officeDocument/2006/relationships/slide" Target="slides/slide63.xml"/><Relationship Id="rId83" Type="http://schemas.openxmlformats.org/officeDocument/2006/relationships/slide" Target="slides/slide71.xml"/><Relationship Id="rId88" Type="http://schemas.openxmlformats.org/officeDocument/2006/relationships/slide" Target="slides/slide76.xml"/><Relationship Id="rId91" Type="http://schemas.openxmlformats.org/officeDocument/2006/relationships/slide" Target="slides/slide79.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slide" Target="slides/slide37.xml"/><Relationship Id="rId57" Type="http://schemas.openxmlformats.org/officeDocument/2006/relationships/slide" Target="slides/slide45.xml"/><Relationship Id="rId10" Type="http://schemas.openxmlformats.org/officeDocument/2006/relationships/slideMaster" Target="slideMasters/slideMaster10.xml"/><Relationship Id="rId31" Type="http://schemas.openxmlformats.org/officeDocument/2006/relationships/slide" Target="slides/slide19.xml"/><Relationship Id="rId44" Type="http://schemas.openxmlformats.org/officeDocument/2006/relationships/slide" Target="slides/slide32.xml"/><Relationship Id="rId52" Type="http://schemas.openxmlformats.org/officeDocument/2006/relationships/slide" Target="slides/slide40.xml"/><Relationship Id="rId60" Type="http://schemas.openxmlformats.org/officeDocument/2006/relationships/slide" Target="slides/slide48.xml"/><Relationship Id="rId65" Type="http://schemas.openxmlformats.org/officeDocument/2006/relationships/slide" Target="slides/slide53.xml"/><Relationship Id="rId73" Type="http://schemas.openxmlformats.org/officeDocument/2006/relationships/slide" Target="slides/slide61.xml"/><Relationship Id="rId78" Type="http://schemas.openxmlformats.org/officeDocument/2006/relationships/slide" Target="slides/slide66.xml"/><Relationship Id="rId81" Type="http://schemas.openxmlformats.org/officeDocument/2006/relationships/slide" Target="slides/slide69.xml"/><Relationship Id="rId86" Type="http://schemas.openxmlformats.org/officeDocument/2006/relationships/slide" Target="slides/slide74.xml"/><Relationship Id="rId94" Type="http://schemas.openxmlformats.org/officeDocument/2006/relationships/tags" Target="tags/tag1.xml"/><Relationship Id="rId9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1.xml"/><Relationship Id="rId18" Type="http://schemas.openxmlformats.org/officeDocument/2006/relationships/slide" Target="slides/slide6.xml"/><Relationship Id="rId39" Type="http://schemas.openxmlformats.org/officeDocument/2006/relationships/slide" Target="slides/slide27.xml"/><Relationship Id="rId34" Type="http://schemas.openxmlformats.org/officeDocument/2006/relationships/slide" Target="slides/slide22.xml"/><Relationship Id="rId50" Type="http://schemas.openxmlformats.org/officeDocument/2006/relationships/slide" Target="slides/slide38.xml"/><Relationship Id="rId55" Type="http://schemas.openxmlformats.org/officeDocument/2006/relationships/slide" Target="slides/slide43.xml"/><Relationship Id="rId76" Type="http://schemas.openxmlformats.org/officeDocument/2006/relationships/slide" Target="slides/slide64.xml"/><Relationship Id="rId97" Type="http://schemas.openxmlformats.org/officeDocument/2006/relationships/viewProps" Target="viewProps.xml"/><Relationship Id="rId7" Type="http://schemas.openxmlformats.org/officeDocument/2006/relationships/slideMaster" Target="slideMasters/slideMaster7.xml"/><Relationship Id="rId71" Type="http://schemas.openxmlformats.org/officeDocument/2006/relationships/slide" Target="slides/slide59.xml"/><Relationship Id="rId92" Type="http://schemas.openxmlformats.org/officeDocument/2006/relationships/slide" Target="slides/slide80.xml"/><Relationship Id="rId2" Type="http://schemas.openxmlformats.org/officeDocument/2006/relationships/slideMaster" Target="slideMasters/slideMaster2.xml"/><Relationship Id="rId29" Type="http://schemas.openxmlformats.org/officeDocument/2006/relationships/slide" Target="slides/slide17.xml"/><Relationship Id="rId24" Type="http://schemas.openxmlformats.org/officeDocument/2006/relationships/slide" Target="slides/slide12.xml"/><Relationship Id="rId40" Type="http://schemas.openxmlformats.org/officeDocument/2006/relationships/slide" Target="slides/slide28.xml"/><Relationship Id="rId45" Type="http://schemas.openxmlformats.org/officeDocument/2006/relationships/slide" Target="slides/slide33.xml"/><Relationship Id="rId66" Type="http://schemas.openxmlformats.org/officeDocument/2006/relationships/slide" Target="slides/slide54.xml"/><Relationship Id="rId87" Type="http://schemas.openxmlformats.org/officeDocument/2006/relationships/slide" Target="slides/slide75.xml"/><Relationship Id="rId61" Type="http://schemas.openxmlformats.org/officeDocument/2006/relationships/slide" Target="slides/slide49.xml"/><Relationship Id="rId82" Type="http://schemas.openxmlformats.org/officeDocument/2006/relationships/slide" Target="slides/slide70.xml"/><Relationship Id="rId19" Type="http://schemas.openxmlformats.org/officeDocument/2006/relationships/slide" Target="slides/slide7.xml"/><Relationship Id="rId14" Type="http://schemas.openxmlformats.org/officeDocument/2006/relationships/slide" Target="slides/slide2.xml"/><Relationship Id="rId30" Type="http://schemas.openxmlformats.org/officeDocument/2006/relationships/slide" Target="slides/slide18.xml"/><Relationship Id="rId35" Type="http://schemas.openxmlformats.org/officeDocument/2006/relationships/slide" Target="slides/slide23.xml"/><Relationship Id="rId56" Type="http://schemas.openxmlformats.org/officeDocument/2006/relationships/slide" Target="slides/slide44.xml"/><Relationship Id="rId77" Type="http://schemas.openxmlformats.org/officeDocument/2006/relationships/slide" Target="slides/slide65.xml"/><Relationship Id="rId8" Type="http://schemas.openxmlformats.org/officeDocument/2006/relationships/slideMaster" Target="slideMasters/slideMaster8.xml"/><Relationship Id="rId51" Type="http://schemas.openxmlformats.org/officeDocument/2006/relationships/slide" Target="slides/slide39.xml"/><Relationship Id="rId72" Type="http://schemas.openxmlformats.org/officeDocument/2006/relationships/slide" Target="slides/slide60.xml"/><Relationship Id="rId93" Type="http://schemas.openxmlformats.org/officeDocument/2006/relationships/notesMaster" Target="notesMasters/notesMaster1.xml"/><Relationship Id="rId98"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页眉占位符 1"/>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5"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8F43F7-FA8E-48FB-B354-79FCE2E6669E}" type="datetimeFigureOut">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2025/9/9</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48484" name="幻灯片图像占位符 3"/>
          <p:cNvSpPr>
            <a:spLocks noGrp="1" noRot="1" noChangeAspect="1"/>
          </p:cNvSpPr>
          <p:nvPr>
            <p:ph type="sldImg" idx="2"/>
          </p:nvPr>
        </p:nvSpPr>
        <p:spPr>
          <a:xfrm>
            <a:off x="381000" y="685800"/>
            <a:ext cx="6096000" cy="3429000"/>
          </a:xfrm>
          <a:prstGeom prst="rect">
            <a:avLst/>
          </a:prstGeom>
          <a:noFill/>
          <a:ln w="9525">
            <a:noFill/>
          </a:ln>
        </p:spPr>
      </p:sp>
      <p:sp>
        <p:nvSpPr>
          <p:cNvPr id="13317" name="备注占位符 4"/>
          <p:cNvSpPr>
            <a:spLocks noGrp="1" noChangeArrowheads="1"/>
          </p:cNvSpPr>
          <p:nvPr>
            <p:ph type="body" sz="quarter" idx="3"/>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p>
        </p:txBody>
      </p:sp>
      <p:sp>
        <p:nvSpPr>
          <p:cNvPr id="13318"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3319"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14A17-7E32-483F-BC19-7149E3021B1A}" type="slidenum">
              <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rPr>
              <a:t>‹#›</a:t>
            </a:fld>
            <a:endParaRPr kumimoji="0" lang="zh-CN" altLang="en-US" sz="12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7767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378" name="幻灯片图像占位符 357377"/>
          <p:cNvSpPr>
            <a:spLocks noGrp="1" noRot="1" noChangeAspect="1" noTextEdit="1"/>
          </p:cNvSpPr>
          <p:nvPr>
            <p:ph type="sldImg"/>
          </p:nvPr>
        </p:nvSpPr>
        <p:spPr/>
      </p:sp>
      <p:sp>
        <p:nvSpPr>
          <p:cNvPr id="357379" name="文本占位符 357378"/>
          <p:cNvSpPr>
            <a:spLocks noGrp="1"/>
          </p:cNvSpPr>
          <p:nvPr>
            <p:ph type="body" idx="1"/>
          </p:nvPr>
        </p:nvSpPr>
        <p:spPr/>
        <p:txBody>
          <a:bodyPr/>
          <a:lstStyle/>
          <a:p>
            <a:pPr lvl="0"/>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521628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571447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02" name="幻灯片图像占位符 358401"/>
          <p:cNvSpPr>
            <a:spLocks noGrp="1" noRot="1" noChangeAspect="1" noTextEdit="1"/>
          </p:cNvSpPr>
          <p:nvPr>
            <p:ph type="sldImg"/>
          </p:nvPr>
        </p:nvSpPr>
        <p:spPr/>
      </p:sp>
      <p:sp>
        <p:nvSpPr>
          <p:cNvPr id="358403" name="文本占位符 358402"/>
          <p:cNvSpPr>
            <a:spLocks noGrp="1"/>
          </p:cNvSpPr>
          <p:nvPr>
            <p:ph type="body" idx="1"/>
          </p:nvPr>
        </p:nvSpPr>
        <p:spPr/>
        <p:txBody>
          <a:bodyPr/>
          <a:lstStyle/>
          <a:p>
            <a:pPr lvl="0"/>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426" name="幻灯片图像占位符 359425"/>
          <p:cNvSpPr>
            <a:spLocks noGrp="1" noRot="1" noChangeAspect="1" noTextEdit="1"/>
          </p:cNvSpPr>
          <p:nvPr>
            <p:ph type="sldImg"/>
          </p:nvPr>
        </p:nvSpPr>
        <p:spPr/>
      </p:sp>
      <p:sp>
        <p:nvSpPr>
          <p:cNvPr id="359427" name="文本占位符 359426"/>
          <p:cNvSpPr>
            <a:spLocks noGrp="1"/>
          </p:cNvSpPr>
          <p:nvPr>
            <p:ph type="body" idx="1"/>
          </p:nvPr>
        </p:nvSpPr>
        <p:spPr/>
        <p:txBody>
          <a:bodyPr/>
          <a:lstStyle/>
          <a:p>
            <a:pPr lvl="0"/>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Tree>
    <p:extLst>
      <p:ext uri="{BB962C8B-B14F-4D97-AF65-F5344CB8AC3E}">
        <p14:creationId xmlns:p14="http://schemas.microsoft.com/office/powerpoint/2010/main" val="4729346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149314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b="1"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5566772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817140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8371171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sym typeface="+mn-ea"/>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8295C79-515B-4248-84CA-FA2539F643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F77C4A2-4229-4B5F-82A6-EA255EEB37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5C44188-7F89-4603-9378-F2AAEC100C6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6370A3E-E7E8-4B71-93D9-13A8F890FA6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254882B-9E7B-454D-BC0A-06F867EC84D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4D0C29A-DFC5-44D4-B37F-065B34E89A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EE0D14D-205C-4FAE-820D-B02AC1A9170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B21D15B-1FEC-4336-9895-815D04586D4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933931E-33D6-44EF-ABB0-15FF7C5348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F388114-B1B8-4B5D-9FC3-93896B89AC3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9"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C310840-15F0-4D76-B9A2-E5F34A9A38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145C047-3D19-414C-B2E3-D4EEA5AB5F3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9"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41D8CFB-97CF-4617-9D17-6BBCAEDCA3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74A93A6-BD1E-469D-A516-027AD0DF498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9D05ABD-002A-4E8F-897C-D2712189FF3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58A38E-523B-4EBD-B3DF-9C70ABBC236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9"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75CB086-7CCA-4552-A640-7C9FCDFD51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ACC222F-9A5D-483F-8F90-7014BDA629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0790BB1-0A47-45E9-8E42-00FA5E2656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EAE726A-C9D2-4289-A307-D7BF4BCE2EE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A162210-D410-4587-97F7-00E031B6D9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1"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2370370-7FB2-493E-95CB-317768DAA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8B06BC0-4074-4DC6-8C7E-A11309B929A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061A1D5-1986-4784-B733-2303EE3870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42BBE6-8338-4309-A45A-635D094B6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BBC433E-1A96-45B4-A14F-34495EFC1F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C56C322-497E-42E7-A392-53436614869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9CED6E5-0027-4646-9480-181C0C6A66D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B0AEAC2-7CEF-45B2-8B49-81EA7D27FF2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D3F405-899D-4454-88EA-19E981E47DA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1E92EAB-1FFD-41F1-92CE-A098E2F1160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64B0831-5B34-4287-9833-5560495C078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D38885-6775-4A49-9D98-1E175DE548F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228B6EB-F382-4C7B-B0F5-DC6150DFFA4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A908977-4B25-4ABE-848D-FB3E02DA1BA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550131D-5722-4C24-9D1D-6B0350D95B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00CDDC2-5E51-472B-B20C-3F2BE812905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3E752707-DC22-458D-A1E9-F06505667A4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BDBBE82-1185-489C-8D22-6CA7C10B149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64835D3-305C-4BA8-B7EE-216D3CFDDB7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5526D2-3B54-4C99-8F86-3C7F95E3848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6A6B9D3-0DF5-426A-9FD0-3A8692AE5E1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2EA89AD-FE0B-4EBB-A66B-E4819579F9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754422-4713-4051-A7A1-1719CA03854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0AE980-2FBF-4870-B2BA-FB5CBD4F544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9BC179-9B54-4E27-8EF0-55BBA9E092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BF8986F-2296-4980-BD13-22294F8BE2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8CB17B-E5E3-4909-8321-BC6A161BA21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253ACE1-82FE-448E-91BB-84584DACB38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473E126-D84B-4FA9-A47E-58885D81DD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FB7C263-4EB1-45FA-96EE-D409DCA63DF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C769956-9271-45DB-B55C-A2A5D1DE1CC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1AB0935-34AE-4002-9D02-3C7B4DC103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99B6EB7-7F7A-4108-9A31-D81F7F6B81F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5F8261A-B7BE-4363-AFE9-A5502C743CB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C4E3C3D-9165-48F3-AC1D-ECF87516109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88E05E-8219-4A57-9FE3-5A338B803B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7A2C1A0-F926-472B-920C-1FA5C07A98B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19FA134-C16D-45BA-832E-6599447E644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925568B-8119-48F6-9C0B-F9ED1580891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C5D16D1-852D-4616-9ECD-C4A77BC8B3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3919C14-5D65-4C13-93E3-A6CCFEB893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F63C722-C42E-4E67-9B53-1AA0440C4C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CACACCF-C7EF-491C-80F8-26E0D8604E0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0F0518-AAA6-409E-8DB1-4E9B6FF914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3837FC1-3EA3-492D-A604-24B1E7AD19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36CC2E-5409-429B-9885-470F22E659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9FE0030-F650-45B3-BF3B-9EBDD69D893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68D3D0E-5D15-45E4-9A82-92E5E0609A7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1F90F10-6761-4715-850F-B1C8F9F4900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24DA360-3840-43BC-9989-EA9076D560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7F31115-0DBF-4B21-8F68-BE28B3F8EA7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CAA05C5-082A-441B-87C9-41AD9B537C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FC3CE34-6529-4E9D-B9A5-80A3921A952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90A1434-16A7-46BC-A4AB-0C70AB5B8E2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3F5BAA8-0171-4198-83E4-8245EADD30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8102A05-4699-403B-9469-E22994945C7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9C1183-C273-4D7B-A830-C516B100257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A364712-61BB-40CC-9704-BC80A04FA02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695242A-FBD5-4A4C-A23B-D7A418119F5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0CBFFD-0E39-4548-A408-0CE73A613FE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128F06-995E-4A1F-BFED-781C97FB362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25274B-8469-4E31-92D2-5818403C13D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C73661-5667-4EEC-8F26-73783BD6C927}"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E018708-D6FE-48B3-AD4D-12B10DCA39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8A669D5-2DB2-4350-9BAB-AAE99AE153F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9338850-A430-4B57-AE6E-FCF5A7E05B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031168D-D662-49E3-B489-B0F91CED1C4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FFE400-BE2B-41D4-BC04-46033E9065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AD35B21-C558-4429-B7A4-82C0E6E5977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CB059F8-9D5B-47BA-92ED-7722E0468EB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AEB1B25-697B-4AFE-AB86-9E8DD31DD30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676FB8A-19B1-4B2B-96CC-05DA9AEEB4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CE0646-B74D-460A-BD7A-0D36CE3AFEF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375232-C69B-4FE1-93A0-1F924B66EFB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83ED051-DA3A-4E8F-A8BB-4717AA634FF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1855B73-081D-4614-A025-ED9B78FF7EC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7A5954-8BF3-4A84-B27C-2F65E14AE59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BA42DAD-FA1D-4CA5-9465-958080C8A9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661E0B-FD7D-4C55-A4D3-2F841E2A09C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B8A5B9-5E93-4FEF-99B1-6CEEAED1A1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F7DE27D-0E1E-4D84-B7E4-5A19CA6FBF0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6D89764-86C9-49EF-8F5E-D00001C1A4C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42DCFE4C-A43D-4156-96B0-D0539D6AFD4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0FE7E8-3693-48C3-A083-7C267B0C847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3F416D3-4CCE-4D74-83E4-0BCB1971BEC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ADE830-2644-424A-B826-C6EA3CA8CEB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3EFEE0A-2D01-466F-955F-9D1FE6DBC51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836E31-F0D3-4533-A3CD-E94B735AF3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E391071-0014-4F5C-BA65-8B028BA8948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DDC321-A03A-487A-B204-7A2088404A1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F824AD0-8BF8-4D91-BDCC-5A84493355E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8DC961C-0562-48AD-9B58-A298A288BE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C603BED-F0CE-4D07-9E9C-A7A0D3F36682}"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7B1D3A-7877-45E8-8E63-5B9546D79D8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2842C32-FC80-4DA1-B53A-F80C58FAFD34}"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12C7D-39BC-4CE9-B9C3-87E6946241E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5B89FB7-450A-4165-B563-2CC5A181312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07B53C7-46CA-4FDE-BD00-A9222F4D21A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E7A3E2F-47C0-474B-B2FE-39657DADE84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39EF2D3-364C-44B8-A496-42F03445547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5269985-ADC2-43B0-A5A3-977EDAA2763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A2493F3-09B0-4E2A-A447-FAB4ECA8E63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2CCD4514-23BD-4AAE-A05C-1DFA3AFDE72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87F7EE-2ED8-42BF-A24A-21A521A5BB3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093E85D-C279-4A08-93CD-D6D55B71319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E18E313-F43F-4306-ACC2-67979AED252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3FA8D33-4648-48CE-AFD9-DB364807D85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A1B2E14-29B3-426A-A6EB-8C5B5076233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16CB406-3EBD-4DCD-ACB0-F73916F0297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2B88FA-9A7E-4B3B-88FD-40947028324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BBDBE07-E675-4C33-8ACD-F5C53093EE86}"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2A43E8A-566F-4FCE-90D0-F3DE477A014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1343D6-FE14-4630-9FC9-8AF5B92DE65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6ECC98B-A877-4FDB-B027-14B46718520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687413-4089-4A4B-B494-25161899B6F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50CCF2-DB86-4A72-9A59-2F03E7CEDEE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3DBE380-28EA-4C18-8E68-54176595CE7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6992DA-F5C7-4C4E-AF65-73A938E2ECA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8C0E633-A743-4723-AA46-ACD1AA48992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7A538FB-39BD-4218-8FFE-E1E50F0F1B0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FBDCDD53-9130-44B2-AA8E-91A4163C0D1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433AAA2-E31C-4E15-B5D3-70F3869C9B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63652F9-4364-4BA0-B659-7CD619D8C2C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7ED50EE-DDA0-4AD1-911C-DE53BCC1827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23A5C35-9163-4262-A038-18E394FF2341}"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BED121-22A1-446E-9DA7-49898C72CDE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5A99076-7FA4-49A8-9505-F73EE6DEAC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633501A-52C3-486B-A18A-15FE7428278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B2ADD75-A750-4DFA-A18F-8C704FB4D3D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B296BE5-F47A-4630-A7C6-1DAA9E73F46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B65AB17-4AF3-4043-8208-62DAE183D4D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F82A4E-2CD9-4C1F-BD74-82FFA7408B1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BD8093B-A2A3-49BF-A972-709363D1AD0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457200" y="1200150"/>
            <a:ext cx="4038600" cy="339447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200150"/>
            <a:ext cx="4038600" cy="339447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A7664EB8-EC5D-4B02-9C69-47B18D719972}" type="slidenum">
              <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a:t>
            </a:fld>
            <a:endParaRPr kumimoji="0" lang="en-US"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0B3B3550-C9D8-4465-94A7-2949BF70373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C8070F3-2EFA-47D6-9FAF-9DFFA7B6E5B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EA8931A1-8DDB-49C7-A3F8-B0AD4C961F2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E411E097-6BD3-43FD-9708-3E8367DAB8D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0B829A0-D70E-4A6A-80D9-38AAE7D82F7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8EA735DB-EE05-417F-82C9-EDCDDABDE4E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0814AB-AA6A-463D-A506-86359C9D444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60626A2-B801-4156-BAB6-5F1595DA8CBD}"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2F94107-3186-4E53-B55B-1548692193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8"/>
          <p:cNvSpPr>
            <a:spLocks noGrp="1"/>
          </p:cNvSpPr>
          <p:nvPr>
            <p:ph type="sldNum" sz="quarter" idx="1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E63F68A-CBAB-4EF0-B3BB-F0E2025D14DC}"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10"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A3D86BC-9F06-4F9A-B828-C5D41A2EC39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4"/>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CA0787F7-4549-414D-B5C0-23544801056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0"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F188EFC-A508-4B18-97AF-5ABD3515F1C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3"/>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14FE9F-7BE3-48E3-8B1A-CE31110B9BEB}"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801CA2D-D24C-4C78-A411-071861F009B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101B6499-792F-459B-8F39-08A9BA2D3F1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1C6040-5B65-4710-9F3A-01D53F3C69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6"/>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ACFAD85-AFB4-4E28-858B-DC4837392D93}"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E9E0A5F-96EE-4C75-B42A-300C5055843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05477448-3B95-48E6-9A9C-30C6E927F49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78BB952-0332-48D0-AC79-AEDBC34E361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2" name="灯片编号占位符 5"/>
          <p:cNvSpPr>
            <a:spLocks noGrp="1"/>
          </p:cNvSpPr>
          <p:nvPr>
            <p:ph type="sldNum" sz="quarter" idx="4"/>
          </p:nvPr>
        </p:nvSpPr>
        <p:spPr bwMode="auto">
          <a:xfrm>
            <a:off x="64579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69C4E-C393-45E9-9607-355B48976B08}"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D053B17-8FD0-4611-8632-BEB2CB94C8B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E31C8-3A7A-4BA3-9A0A-70C145DF947B}"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5615367-D7D8-4D63-8119-9B1A65F355E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551F9DE-3FF8-437F-BC36-826F939F43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9D99E3CC-AB69-42E8-BBD7-BE1E6FA4399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D953629-92A0-4DC5-BC75-C443601738F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6E81E30-0FF5-46A7-B78B-4468B110EC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88A4324-93CC-48B8-990B-456718EC448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E49C371-A0D7-4C44-8029-54F7F0DEF47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3DE543A-0769-4046-9B2A-631BF4B21549}"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4998465E-69FC-4C11-9A41-10A11438297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B0697EF-685C-4207-A85A-067F52EE69A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DCA6466-A2D7-4209-88D1-53F5FCE1580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3433889-7239-4E84-B5BE-3F3C4C4781C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FCAB21A2-4099-48EE-8BC5-B931B8B50EA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B3DFEA-F4F2-49FF-AD98-268D7F84B49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1939342-E691-4105-8CE6-3E95EA02385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A8868CE-2CE3-442D-8E10-F13F4C0D6A5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A13CDD-B56C-42D8-B58C-006FF8718EB2}"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57A5CEF6-B545-44BC-B31D-63434FE7913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3A1A111-BCB5-41C5-A97A-54B73B00BF5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EDE904F-6381-4832-AE13-F884EEFAB4E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1436542-2837-471E-89FD-61FC47A888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B01824CC-E9B4-4C68-A1CE-A952F90B03B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78214CF-B4C3-4138-9A1E-0C65948134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F2E0978-4A7B-43B4-B50F-617162AC395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D1C74CB-CD24-404E-A14B-5BA193ADB0E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C565FA0-6AB3-443F-8975-DEE2F85FB2DA}"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F971CF3-4279-4048-86B1-4BED2651EB5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7214FB04-B793-4A22-AD6B-1B1FD6DDFBB4}"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497471E-4140-4498-A4B1-634576B49A2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DDBE206A-5E16-4ECC-9DC4-D3A0DA87EBDC}"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341AC052-5676-46EE-AC68-A387E5F7030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143000" y="2701925"/>
            <a:ext cx="6858000" cy="1241425"/>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64DE7BC7-5F31-4F13-A600-B59E81619E86}"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idx="1" hasCustomPrompt="1"/>
          </p:nvPr>
        </p:nvSpPr>
        <p:spPr>
          <a:xfrm>
            <a:off x="628650" y="1370013"/>
            <a:ext cx="788670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F2E2CE2-4F23-49D5-9189-2439D0040E4D}"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00"/>
            <a:ext cx="7886700" cy="2139950"/>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23888" y="3441700"/>
            <a:ext cx="7886700" cy="1125538"/>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AA22AE64-B4F5-49F4-9E9B-300A20AEC123}"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内容占位符 2"/>
          <p:cNvSpPr>
            <a:spLocks noGrp="1"/>
          </p:cNvSpPr>
          <p:nvPr>
            <p:ph sz="half" idx="1" hasCustomPrompt="1"/>
          </p:nvPr>
        </p:nvSpPr>
        <p:spPr>
          <a:xfrm>
            <a:off x="62865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4648200" y="1370013"/>
            <a:ext cx="3867150" cy="3262312"/>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830197-FBA5-49F2-9697-34ACBABFB627}"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274638"/>
            <a:ext cx="7886700" cy="993775"/>
          </a:xfrm>
          <a:prstGeom prst="rect">
            <a:avLst/>
          </a:prstGeom>
        </p:spPr>
        <p:txBody>
          <a:bodyPr/>
          <a:lstStyle/>
          <a:p>
            <a:r>
              <a:rPr lang="zh-CN" altLang="en-US"/>
              <a:t>单击此处编辑母版标题样式</a:t>
            </a:r>
          </a:p>
        </p:txBody>
      </p:sp>
      <p:sp>
        <p:nvSpPr>
          <p:cNvPr id="3" name="文本占位符 2"/>
          <p:cNvSpPr>
            <a:spLocks noGrp="1"/>
          </p:cNvSpPr>
          <p:nvPr>
            <p:ph type="body" idx="1" hasCustomPrompt="1"/>
          </p:nvPr>
        </p:nvSpPr>
        <p:spPr>
          <a:xfrm>
            <a:off x="630238" y="1260475"/>
            <a:ext cx="3868737"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30238" y="1879600"/>
            <a:ext cx="3868737"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4629150" y="1260475"/>
            <a:ext cx="3887788" cy="61912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4629150" y="1879600"/>
            <a:ext cx="3887788" cy="2762250"/>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6"/>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86534EC7-7722-4905-8DAE-4154196B8DC0}"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7"/>
          <p:cNvSpPr>
            <a:spLocks noGrp="1"/>
          </p:cNvSpPr>
          <p:nvPr>
            <p:ph type="ftr" sz="quarter" idx="1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8" name="日期占位符 2"/>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D966C07-892C-4E5C-A896-950A99D3C25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3"/>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8" name="日期占位符 1"/>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28064FF8-2881-4536-9D59-2C3F8F18A4AE}"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2"/>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3887788" y="741363"/>
            <a:ext cx="4629150" cy="36544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323C27-62DE-4B59-B8AB-0DA4A6C11005}"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30238" y="342900"/>
            <a:ext cx="2949575" cy="120015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741363"/>
            <a:ext cx="4629150" cy="36544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hasCustomPrompt="1"/>
          </p:nvPr>
        </p:nvSpPr>
        <p:spPr>
          <a:xfrm>
            <a:off x="630238" y="1543050"/>
            <a:ext cx="2949575" cy="28590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8" name="日期占位符 4"/>
          <p:cNvSpPr>
            <a:spLocks noGrp="1"/>
          </p:cNvSpPr>
          <p:nvPr>
            <p:ph type="dt" sz="half" idx="1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C26C4B3D-FC7E-48DE-9B41-BFFD5133ED41}"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5"/>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28650" y="274638"/>
            <a:ext cx="7886700" cy="993775"/>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a:xfrm>
            <a:off x="628650" y="1370013"/>
            <a:ext cx="7886700" cy="3262312"/>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CD09F00-A887-4F21-A757-FD34FD1F3288}"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4638"/>
            <a:ext cx="1971675" cy="4357687"/>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28650" y="274638"/>
            <a:ext cx="5762625" cy="4357687"/>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日期占位符 3"/>
          <p:cNvSpPr>
            <a:spLocks noGrp="1"/>
          </p:cNvSpPr>
          <p:nvPr>
            <p:ph type="dt" sz="half" idx="2"/>
          </p:nvPr>
        </p:nvSpPr>
        <p:spPr bwMode="auto">
          <a:xfrm>
            <a:off x="628650" y="4767263"/>
            <a:ext cx="20574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fld id="{111265CA-EF5E-4172-8BCE-C96728F41FDF}" type="datetimeFigureOut">
              <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rPr>
              <a:t>2025/9/9</a:t>
            </a:fld>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 name="页脚占位符 4"/>
          <p:cNvSpPr>
            <a:spLocks noGrp="1"/>
          </p:cNvSpPr>
          <p:nvPr>
            <p:ph type="ftr" sz="quarter" idx="3"/>
          </p:nvPr>
        </p:nvSpPr>
        <p:spPr bwMode="auto">
          <a:xfrm>
            <a:off x="3028950" y="4767263"/>
            <a:ext cx="3086100" cy="27463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3.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1.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3.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image" Target="../media/image3.png"/><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image" Target="../media/image3.png"/><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1.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5" Type="http://schemas.openxmlformats.org/officeDocument/2006/relationships/image" Target="../media/image3.png"/><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jpe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theme" Target="../theme/theme7.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2" Type="http://schemas.openxmlformats.org/officeDocument/2006/relationships/slideLayout" Target="../slideLayouts/slideLayout68.xml"/><Relationship Id="rId16" Type="http://schemas.openxmlformats.org/officeDocument/2006/relationships/image" Target="../media/image3.png"/><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5" Type="http://schemas.openxmlformats.org/officeDocument/2006/relationships/image" Target="../media/image2.jpeg"/><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13" Type="http://schemas.openxmlformats.org/officeDocument/2006/relationships/image" Target="../media/image1.png"/><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5" Type="http://schemas.openxmlformats.org/officeDocument/2006/relationships/image" Target="../media/image3.png"/><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 Id="rId14" Type="http://schemas.openxmlformats.org/officeDocument/2006/relationships/image" Target="../media/image2.jpe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image" Target="../media/image1.png"/><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image" Target="../media/image2.jpe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8.xml"/><Relationship Id="rId13" Type="http://schemas.openxmlformats.org/officeDocument/2006/relationships/image" Target="../media/image1.png"/><Relationship Id="rId3" Type="http://schemas.openxmlformats.org/officeDocument/2006/relationships/slideLayout" Target="../slideLayouts/slideLayout103.xml"/><Relationship Id="rId7" Type="http://schemas.openxmlformats.org/officeDocument/2006/relationships/slideLayout" Target="../slideLayouts/slideLayout107.xml"/><Relationship Id="rId12" Type="http://schemas.openxmlformats.org/officeDocument/2006/relationships/theme" Target="../theme/theme10.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slideLayout" Target="../slideLayouts/slideLayout106.xml"/><Relationship Id="rId11" Type="http://schemas.openxmlformats.org/officeDocument/2006/relationships/slideLayout" Target="../slideLayouts/slideLayout111.xml"/><Relationship Id="rId5" Type="http://schemas.openxmlformats.org/officeDocument/2006/relationships/slideLayout" Target="../slideLayouts/slideLayout105.xml"/><Relationship Id="rId10" Type="http://schemas.openxmlformats.org/officeDocument/2006/relationships/slideLayout" Target="../slideLayouts/slideLayout110.xml"/><Relationship Id="rId4" Type="http://schemas.openxmlformats.org/officeDocument/2006/relationships/slideLayout" Target="../slideLayouts/slideLayout104.xml"/><Relationship Id="rId9" Type="http://schemas.openxmlformats.org/officeDocument/2006/relationships/slideLayout" Target="../slideLayouts/slideLayout109.xml"/><Relationship Id="rId14" Type="http://schemas.openxmlformats.org/officeDocument/2006/relationships/image" Target="../media/image2.jpe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9.xml"/><Relationship Id="rId13" Type="http://schemas.openxmlformats.org/officeDocument/2006/relationships/image" Target="../media/image1.png"/><Relationship Id="rId3" Type="http://schemas.openxmlformats.org/officeDocument/2006/relationships/slideLayout" Target="../slideLayouts/slideLayout114.xml"/><Relationship Id="rId7" Type="http://schemas.openxmlformats.org/officeDocument/2006/relationships/slideLayout" Target="../slideLayouts/slideLayout118.xml"/><Relationship Id="rId12" Type="http://schemas.openxmlformats.org/officeDocument/2006/relationships/theme" Target="../theme/theme11.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11" Type="http://schemas.openxmlformats.org/officeDocument/2006/relationships/slideLayout" Target="../slideLayouts/slideLayout122.xml"/><Relationship Id="rId5" Type="http://schemas.openxmlformats.org/officeDocument/2006/relationships/slideLayout" Target="../slideLayouts/slideLayout116.xml"/><Relationship Id="rId10" Type="http://schemas.openxmlformats.org/officeDocument/2006/relationships/slideLayout" Target="../slideLayouts/slideLayout121.xml"/><Relationship Id="rId4" Type="http://schemas.openxmlformats.org/officeDocument/2006/relationships/slideLayout" Target="../slideLayouts/slideLayout115.xml"/><Relationship Id="rId9" Type="http://schemas.openxmlformats.org/officeDocument/2006/relationships/slideLayout" Target="../slideLayouts/slideLayout120.xml"/><Relationship Id="rId14" Type="http://schemas.openxmlformats.org/officeDocument/2006/relationships/image" Target="../media/image2.jpe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30.xml"/><Relationship Id="rId13" Type="http://schemas.openxmlformats.org/officeDocument/2006/relationships/image" Target="../media/image1.png"/><Relationship Id="rId3" Type="http://schemas.openxmlformats.org/officeDocument/2006/relationships/slideLayout" Target="../slideLayouts/slideLayout125.xml"/><Relationship Id="rId7" Type="http://schemas.openxmlformats.org/officeDocument/2006/relationships/slideLayout" Target="../slideLayouts/slideLayout129.xml"/><Relationship Id="rId12" Type="http://schemas.openxmlformats.org/officeDocument/2006/relationships/theme" Target="../theme/theme12.xml"/><Relationship Id="rId2" Type="http://schemas.openxmlformats.org/officeDocument/2006/relationships/slideLayout" Target="../slideLayouts/slideLayout124.xml"/><Relationship Id="rId1" Type="http://schemas.openxmlformats.org/officeDocument/2006/relationships/slideLayout" Target="../slideLayouts/slideLayout123.xml"/><Relationship Id="rId6" Type="http://schemas.openxmlformats.org/officeDocument/2006/relationships/slideLayout" Target="../slideLayouts/slideLayout128.xml"/><Relationship Id="rId11" Type="http://schemas.openxmlformats.org/officeDocument/2006/relationships/slideLayout" Target="../slideLayouts/slideLayout133.xml"/><Relationship Id="rId5" Type="http://schemas.openxmlformats.org/officeDocument/2006/relationships/slideLayout" Target="../slideLayouts/slideLayout127.xml"/><Relationship Id="rId10" Type="http://schemas.openxmlformats.org/officeDocument/2006/relationships/slideLayout" Target="../slideLayouts/slideLayout132.xml"/><Relationship Id="rId4" Type="http://schemas.openxmlformats.org/officeDocument/2006/relationships/slideLayout" Target="../slideLayouts/slideLayout126.xml"/><Relationship Id="rId9" Type="http://schemas.openxmlformats.org/officeDocument/2006/relationships/slideLayout" Target="../slideLayouts/slideLayout13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sp>
        <p:nvSpPr>
          <p:cNvPr id="1027"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8"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1029"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94651C4-0138-435A-B31C-4C263672265E}"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grpSp>
        <p:nvGrpSpPr>
          <p:cNvPr id="1030" name="组合 9"/>
          <p:cNvGrpSpPr/>
          <p:nvPr userDrawn="1"/>
        </p:nvGrpSpPr>
        <p:grpSpPr>
          <a:xfrm>
            <a:off x="539750" y="52388"/>
            <a:ext cx="1628775" cy="487362"/>
            <a:chOff x="0" y="0"/>
            <a:chExt cx="5804" cy="1740"/>
          </a:xfrm>
        </p:grpSpPr>
        <p:pic>
          <p:nvPicPr>
            <p:cNvPr id="1031"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32"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2051" name="组合 9"/>
          <p:cNvGrpSpPr/>
          <p:nvPr userDrawn="1"/>
        </p:nvGrpSpPr>
        <p:grpSpPr>
          <a:xfrm>
            <a:off x="539750" y="52388"/>
            <a:ext cx="1628775" cy="487362"/>
            <a:chOff x="0" y="0"/>
            <a:chExt cx="5804" cy="1740"/>
          </a:xfrm>
        </p:grpSpPr>
        <p:pic>
          <p:nvPicPr>
            <p:cNvPr id="205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205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2052"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2055"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2057"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5DFFD4AA-C305-4B1F-A1E6-A2F4C487728F}"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3075" name="组合 9"/>
          <p:cNvGrpSpPr/>
          <p:nvPr userDrawn="1"/>
        </p:nvGrpSpPr>
        <p:grpSpPr>
          <a:xfrm>
            <a:off x="539750" y="52388"/>
            <a:ext cx="1628775" cy="487362"/>
            <a:chOff x="0" y="0"/>
            <a:chExt cx="5804" cy="1740"/>
          </a:xfrm>
        </p:grpSpPr>
        <p:pic>
          <p:nvPicPr>
            <p:cNvPr id="308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307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307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3079"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3081"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AAB893C9-C005-47BD-92CD-65D36D1888B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09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4099" name="组合 9"/>
          <p:cNvGrpSpPr/>
          <p:nvPr userDrawn="1"/>
        </p:nvGrpSpPr>
        <p:grpSpPr>
          <a:xfrm>
            <a:off x="539750" y="52388"/>
            <a:ext cx="1628775" cy="487362"/>
            <a:chOff x="0" y="0"/>
            <a:chExt cx="5804" cy="1740"/>
          </a:xfrm>
        </p:grpSpPr>
        <p:pic>
          <p:nvPicPr>
            <p:cNvPr id="410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410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4100"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4103"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4105" name="灯片编号占位符 5"/>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7C41D79-B248-4918-B85F-5141D549D185}"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5123" name="组合 9"/>
          <p:cNvGrpSpPr/>
          <p:nvPr userDrawn="1"/>
        </p:nvGrpSpPr>
        <p:grpSpPr>
          <a:xfrm>
            <a:off x="539750" y="52388"/>
            <a:ext cx="1628775" cy="487362"/>
            <a:chOff x="0" y="0"/>
            <a:chExt cx="5804" cy="1740"/>
          </a:xfrm>
        </p:grpSpPr>
        <p:pic>
          <p:nvPicPr>
            <p:cNvPr id="5128"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512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5124"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5127" name="日期占位符 4"/>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5"/>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5129" name="灯片编号占位符 6"/>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D74A2B5B-C93A-495B-8FA5-D7BDB1B705AA}"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6147" name="组合 9"/>
          <p:cNvGrpSpPr/>
          <p:nvPr userDrawn="1"/>
        </p:nvGrpSpPr>
        <p:grpSpPr>
          <a:xfrm>
            <a:off x="539750" y="52388"/>
            <a:ext cx="1628775" cy="487362"/>
            <a:chOff x="0" y="0"/>
            <a:chExt cx="5804" cy="1740"/>
          </a:xfrm>
        </p:grpSpPr>
        <p:pic>
          <p:nvPicPr>
            <p:cNvPr id="615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614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6148" name="图片 9"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6151" name="日期占位符 6"/>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7"/>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6153" name="灯片编号占位符 8"/>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F7ABBB-9623-45A2-9145-6AB9152B7EE0}"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图片 10" descr="电路幻灯片11"/>
          <p:cNvPicPr>
            <a:picLocks noChangeAspect="1"/>
          </p:cNvPicPr>
          <p:nvPr userDrawn="1"/>
        </p:nvPicPr>
        <p:blipFill>
          <a:blip r:embed="rId14"/>
          <a:stretch>
            <a:fillRect/>
          </a:stretch>
        </p:blipFill>
        <p:spPr>
          <a:xfrm>
            <a:off x="-36512" y="-20637"/>
            <a:ext cx="9175750" cy="5168900"/>
          </a:xfrm>
          <a:prstGeom prst="rect">
            <a:avLst/>
          </a:prstGeom>
          <a:noFill/>
          <a:ln w="9525">
            <a:noFill/>
          </a:ln>
        </p:spPr>
      </p:pic>
      <p:grpSp>
        <p:nvGrpSpPr>
          <p:cNvPr id="7171" name="组合 9"/>
          <p:cNvGrpSpPr/>
          <p:nvPr userDrawn="1"/>
        </p:nvGrpSpPr>
        <p:grpSpPr>
          <a:xfrm>
            <a:off x="539750" y="52388"/>
            <a:ext cx="1628775" cy="487362"/>
            <a:chOff x="0" y="0"/>
            <a:chExt cx="5804" cy="1740"/>
          </a:xfrm>
        </p:grpSpPr>
        <p:pic>
          <p:nvPicPr>
            <p:cNvPr id="7176" name="图片 7" descr="交大矢量logo"/>
            <p:cNvPicPr>
              <a:picLocks noChangeAspect="1"/>
            </p:cNvPicPr>
            <p:nvPr userDrawn="1"/>
          </p:nvPicPr>
          <p:blipFill>
            <a:blip r:embed="rId15"/>
            <a:srcRect l="-1437" t="-9560" r="41219" b="-10179"/>
            <a:stretch>
              <a:fillRect/>
            </a:stretch>
          </p:blipFill>
          <p:spPr>
            <a:xfrm>
              <a:off x="0" y="0"/>
              <a:ext cx="5616" cy="1741"/>
            </a:xfrm>
            <a:prstGeom prst="rect">
              <a:avLst/>
            </a:prstGeom>
            <a:noFill/>
            <a:ln w="9525">
              <a:noFill/>
            </a:ln>
          </p:spPr>
        </p:pic>
        <p:sp>
          <p:nvSpPr>
            <p:cNvPr id="717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7172" name="图片 8" descr="电路幻灯片2"/>
          <p:cNvPicPr>
            <a:picLocks noChangeAspect="1"/>
          </p:cNvPicPr>
          <p:nvPr userDrawn="1"/>
        </p:nvPicPr>
        <p:blipFill>
          <a:blip r:embed="rId16"/>
          <a:stretch>
            <a:fillRect/>
          </a:stretch>
        </p:blipFill>
        <p:spPr>
          <a:xfrm>
            <a:off x="0" y="-71437"/>
            <a:ext cx="9144000" cy="5143500"/>
          </a:xfrm>
          <a:prstGeom prst="rect">
            <a:avLst/>
          </a:prstGeom>
          <a:noFill/>
          <a:ln w="9525">
            <a:noFill/>
          </a:ln>
        </p:spPr>
      </p:pic>
      <p:sp>
        <p:nvSpPr>
          <p:cNvPr id="7175" name="日期占位符 2"/>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3"/>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7177" name="灯片编号占位符 4"/>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76894C10-1153-4EBD-8B6F-8F1D9363B4F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8195" name="组合 9"/>
          <p:cNvGrpSpPr/>
          <p:nvPr userDrawn="1"/>
        </p:nvGrpSpPr>
        <p:grpSpPr>
          <a:xfrm>
            <a:off x="539750" y="52388"/>
            <a:ext cx="1628775" cy="487362"/>
            <a:chOff x="0" y="0"/>
            <a:chExt cx="5804" cy="1740"/>
          </a:xfrm>
        </p:grpSpPr>
        <p:pic>
          <p:nvPicPr>
            <p:cNvPr id="820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8197"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pic>
        <p:nvPicPr>
          <p:cNvPr id="8196" name="图片 8" descr="电路幻灯片2"/>
          <p:cNvPicPr>
            <a:picLocks noChangeAspect="1"/>
          </p:cNvPicPr>
          <p:nvPr userDrawn="1"/>
        </p:nvPicPr>
        <p:blipFill>
          <a:blip r:embed="rId15"/>
          <a:stretch>
            <a:fillRect/>
          </a:stretch>
        </p:blipFill>
        <p:spPr>
          <a:xfrm>
            <a:off x="0" y="-71437"/>
            <a:ext cx="9144000" cy="5143500"/>
          </a:xfrm>
          <a:prstGeom prst="rect">
            <a:avLst/>
          </a:prstGeom>
          <a:noFill/>
          <a:ln w="9525">
            <a:noFill/>
          </a:ln>
        </p:spPr>
      </p:pic>
      <p:sp>
        <p:nvSpPr>
          <p:cNvPr id="8199" name="日期占位符 1"/>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2" name="页脚占位符 2"/>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
        <p:nvSpPr>
          <p:cNvPr id="8201" name="灯片编号占位符 3"/>
          <p:cNvSpPr>
            <a:spLocks noGrp="1" noChangeArrowheads="1"/>
          </p:cNvSpPr>
          <p:nvPr>
            <p:ph type="sldNum" sz="quarter" idx="4"/>
          </p:nvPr>
        </p:nvSpPr>
        <p:spPr bwMode="auto">
          <a:xfrm>
            <a:off x="64579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r" eaLnBrk="1" hangingPunct="1">
              <a:buFont typeface="Arial" panose="020B0604020202020204" pitchFamily="34" charset="0"/>
              <a:buNone/>
              <a:defRPr sz="900">
                <a:solidFill>
                  <a:srgbClr val="898989"/>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9EEA545D-769E-45E8-BC6C-FE5ECFA3E2A9}" type="slidenum">
              <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rPr>
              <a:t>‹#›</a:t>
            </a:fld>
            <a:endParaRPr kumimoji="0" lang="zh-CN" altLang="en-US" sz="900" b="0" i="0" u="none" strike="noStrike" kern="1200" cap="none" spc="0" normalizeH="0" baseline="0" noProof="0">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3" r:id="rId10"/>
    <p:sldLayoutId id="2147483744"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9219" name="组合 9"/>
          <p:cNvGrpSpPr/>
          <p:nvPr userDrawn="1"/>
        </p:nvGrpSpPr>
        <p:grpSpPr>
          <a:xfrm>
            <a:off x="539750" y="52388"/>
            <a:ext cx="1628775" cy="487362"/>
            <a:chOff x="0" y="0"/>
            <a:chExt cx="5804" cy="1740"/>
          </a:xfrm>
        </p:grpSpPr>
        <p:pic>
          <p:nvPicPr>
            <p:cNvPr id="9222"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9221"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9223"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 id="2147483754" r:id="rId9"/>
    <p:sldLayoutId id="2147483755" r:id="rId10"/>
    <p:sldLayoutId id="2147483756"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0243" name="组合 9"/>
          <p:cNvGrpSpPr/>
          <p:nvPr userDrawn="1"/>
        </p:nvGrpSpPr>
        <p:grpSpPr>
          <a:xfrm>
            <a:off x="539750" y="52388"/>
            <a:ext cx="1628775" cy="487362"/>
            <a:chOff x="0" y="0"/>
            <a:chExt cx="5804" cy="1740"/>
          </a:xfrm>
        </p:grpSpPr>
        <p:pic>
          <p:nvPicPr>
            <p:cNvPr id="10246"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0245"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0247"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1267" name="组合 9"/>
          <p:cNvGrpSpPr/>
          <p:nvPr userDrawn="1"/>
        </p:nvGrpSpPr>
        <p:grpSpPr>
          <a:xfrm>
            <a:off x="539750" y="52388"/>
            <a:ext cx="1628775" cy="487362"/>
            <a:chOff x="0" y="0"/>
            <a:chExt cx="5804" cy="1740"/>
          </a:xfrm>
        </p:grpSpPr>
        <p:pic>
          <p:nvPicPr>
            <p:cNvPr id="11270"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1269"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1271"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2290" name="图片 10" descr="电路幻灯片11"/>
          <p:cNvPicPr>
            <a:picLocks noChangeAspect="1"/>
          </p:cNvPicPr>
          <p:nvPr userDrawn="1"/>
        </p:nvPicPr>
        <p:blipFill>
          <a:blip r:embed="rId13"/>
          <a:stretch>
            <a:fillRect/>
          </a:stretch>
        </p:blipFill>
        <p:spPr>
          <a:xfrm>
            <a:off x="-36512" y="-20637"/>
            <a:ext cx="9175750" cy="5168900"/>
          </a:xfrm>
          <a:prstGeom prst="rect">
            <a:avLst/>
          </a:prstGeom>
          <a:noFill/>
          <a:ln w="9525">
            <a:noFill/>
          </a:ln>
        </p:spPr>
      </p:pic>
      <p:grpSp>
        <p:nvGrpSpPr>
          <p:cNvPr id="12291" name="组合 9"/>
          <p:cNvGrpSpPr/>
          <p:nvPr userDrawn="1"/>
        </p:nvGrpSpPr>
        <p:grpSpPr>
          <a:xfrm>
            <a:off x="539750" y="52388"/>
            <a:ext cx="1628775" cy="487362"/>
            <a:chOff x="0" y="0"/>
            <a:chExt cx="5804" cy="1740"/>
          </a:xfrm>
        </p:grpSpPr>
        <p:pic>
          <p:nvPicPr>
            <p:cNvPr id="12294" name="图片 7" descr="交大矢量logo"/>
            <p:cNvPicPr>
              <a:picLocks noChangeAspect="1"/>
            </p:cNvPicPr>
            <p:nvPr userDrawn="1"/>
          </p:nvPicPr>
          <p:blipFill>
            <a:blip r:embed="rId14"/>
            <a:srcRect l="-1437" t="-9560" r="41219" b="-10179"/>
            <a:stretch>
              <a:fillRect/>
            </a:stretch>
          </p:blipFill>
          <p:spPr>
            <a:xfrm>
              <a:off x="0" y="0"/>
              <a:ext cx="5616" cy="1741"/>
            </a:xfrm>
            <a:prstGeom prst="rect">
              <a:avLst/>
            </a:prstGeom>
            <a:noFill/>
            <a:ln w="9525">
              <a:noFill/>
            </a:ln>
          </p:spPr>
        </p:pic>
        <p:sp>
          <p:nvSpPr>
            <p:cNvPr id="12293" name="矩形 8"/>
            <p:cNvSpPr>
              <a:spLocks noChangeArrowheads="1"/>
            </p:cNvSpPr>
            <p:nvPr/>
          </p:nvSpPr>
          <p:spPr bwMode="auto">
            <a:xfrm>
              <a:off x="5465" y="1162"/>
              <a:ext cx="339" cy="34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000">
                  <a:solidFill>
                    <a:srgbClr val="FFFF00"/>
                  </a:solidFill>
                  <a:latin typeface="Calibri" panose="020F0502020204030204" pitchFamily="34" charset="0"/>
                  <a:ea typeface="宋体" panose="02010600030101010101" pitchFamily="2" charset="-122"/>
                </a:defRPr>
              </a:lvl1pPr>
              <a:lvl2pPr marL="742950" indent="-285750" eaLnBrk="0" hangingPunct="0">
                <a:defRPr sz="2000">
                  <a:solidFill>
                    <a:srgbClr val="FFFF00"/>
                  </a:solidFill>
                  <a:latin typeface="Calibri" panose="020F0502020204030204" pitchFamily="34" charset="0"/>
                  <a:ea typeface="宋体" panose="02010600030101010101" pitchFamily="2" charset="-122"/>
                </a:defRPr>
              </a:lvl2pPr>
              <a:lvl3pPr marL="1143000" indent="-228600" eaLnBrk="0" hangingPunct="0">
                <a:defRPr sz="2000">
                  <a:solidFill>
                    <a:srgbClr val="FFFF00"/>
                  </a:solidFill>
                  <a:latin typeface="Calibri" panose="020F0502020204030204" pitchFamily="34" charset="0"/>
                  <a:ea typeface="宋体" panose="02010600030101010101" pitchFamily="2" charset="-122"/>
                </a:defRPr>
              </a:lvl3pPr>
              <a:lvl4pPr marL="1600200" indent="-228600" eaLnBrk="0" hangingPunct="0">
                <a:defRPr sz="2000">
                  <a:solidFill>
                    <a:srgbClr val="FFFF00"/>
                  </a:solidFill>
                  <a:latin typeface="Calibri" panose="020F0502020204030204" pitchFamily="34" charset="0"/>
                  <a:ea typeface="宋体" panose="02010600030101010101" pitchFamily="2" charset="-122"/>
                </a:defRPr>
              </a:lvl4pPr>
              <a:lvl5pPr marL="2057400" indent="-228600" eaLnBrk="0" hangingPunct="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2000" b="0" i="0" u="none" strike="noStrike" kern="1200" cap="none" spc="0" normalizeH="0" baseline="0" noProof="1">
                <a:ln>
                  <a:noFill/>
                </a:ln>
                <a:solidFill>
                  <a:srgbClr val="FFFFFF"/>
                </a:solidFill>
                <a:effectLst/>
                <a:uLnTx/>
                <a:uFillTx/>
                <a:latin typeface="Calibri" panose="020F0502020204030204" pitchFamily="34" charset="0"/>
                <a:ea typeface="宋体" panose="02010600030101010101" pitchFamily="2" charset="-122"/>
                <a:cs typeface="+mn-cs"/>
              </a:endParaRPr>
            </a:p>
          </p:txBody>
        </p:sp>
      </p:grpSp>
      <p:sp>
        <p:nvSpPr>
          <p:cNvPr id="2" name="日期占位符 3"/>
          <p:cNvSpPr>
            <a:spLocks noGrp="1" noChangeArrowheads="1"/>
          </p:cNvSpPr>
          <p:nvPr>
            <p:ph type="dt" sz="half" idx="2"/>
          </p:nvPr>
        </p:nvSpPr>
        <p:spPr bwMode="auto">
          <a:xfrm>
            <a:off x="628650" y="4767263"/>
            <a:ext cx="2057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eaLnBrk="1" hangingPunct="1">
              <a:buFont typeface="Arial" panose="020B0604020202020204" pitchFamily="34" charset="0"/>
              <a:buNone/>
              <a:defRPr sz="900" noProof="1">
                <a:solidFill>
                  <a:srgbClr val="898989"/>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Times New Roman" panose="02020603050405020304" pitchFamily="18" charset="0"/>
              <a:ea typeface="宋体" panose="02010600030101010101" pitchFamily="2" charset="-122"/>
              <a:cs typeface="+mn-cs"/>
            </a:endParaRPr>
          </a:p>
        </p:txBody>
      </p:sp>
      <p:sp>
        <p:nvSpPr>
          <p:cNvPr id="12295" name="页脚占位符 4"/>
          <p:cNvSpPr>
            <a:spLocks noGrp="1" noChangeArrowheads="1"/>
          </p:cNvSpPr>
          <p:nvPr>
            <p:ph type="ftr" sz="quarter" idx="3"/>
          </p:nvPr>
        </p:nvSpPr>
        <p:spPr bwMode="auto">
          <a:xfrm>
            <a:off x="3028950" y="4767263"/>
            <a:ext cx="3086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ctr" eaLnBrk="1" hangingPunct="1">
              <a:buFont typeface="Arial" panose="020B0604020202020204" pitchFamily="34" charset="0"/>
              <a:buNone/>
              <a:defRPr sz="900" noProof="1">
                <a:solidFill>
                  <a:srgbClr val="898989"/>
                </a:solidFill>
                <a:latin typeface="Calibri" panose="020F050202020403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900" b="0" i="0" u="none" strike="noStrike" kern="1200" cap="none" spc="0" normalizeH="0" baseline="0" noProof="1">
              <a:ln>
                <a:noFill/>
              </a:ln>
              <a:solidFill>
                <a:srgbClr val="898989"/>
              </a:solidFill>
              <a:effectLst/>
              <a:uLnTx/>
              <a:uFillTx/>
              <a:latin typeface="Calibri" panose="020F050202020403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Lst>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sz="2800"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7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73.xml"/><Relationship Id="rId1" Type="http://schemas.openxmlformats.org/officeDocument/2006/relationships/tags" Target="../tags/tag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3.xml"/><Relationship Id="rId1" Type="http://schemas.openxmlformats.org/officeDocument/2006/relationships/slideLayout" Target="../slideLayouts/slideLayout73.xml"/><Relationship Id="rId4" Type="http://schemas.openxmlformats.org/officeDocument/2006/relationships/image" Target="../media/image15.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4.xml"/><Relationship Id="rId1" Type="http://schemas.openxmlformats.org/officeDocument/2006/relationships/slideLayout" Target="../slideLayouts/slideLayout73.xml"/><Relationship Id="rId4" Type="http://schemas.openxmlformats.org/officeDocument/2006/relationships/image" Target="../media/image16.w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notesSlide" Target="../notesSlides/notesSlide25.xml"/><Relationship Id="rId1" Type="http://schemas.openxmlformats.org/officeDocument/2006/relationships/slideLayout" Target="../slideLayouts/slideLayout73.xml"/><Relationship Id="rId4" Type="http://schemas.openxmlformats.org/officeDocument/2006/relationships/image" Target="../media/image17.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3.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9.xml"/><Relationship Id="rId1" Type="http://schemas.openxmlformats.org/officeDocument/2006/relationships/slideLayout" Target="../slideLayouts/slideLayout73.xml"/><Relationship Id="rId4" Type="http://schemas.openxmlformats.org/officeDocument/2006/relationships/image" Target="../media/image18.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3.xml"/></Relationships>
</file>

<file path=ppt/slides/_rels/slide52.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19.png"/><Relationship Id="rId5" Type="http://schemas.openxmlformats.org/officeDocument/2006/relationships/notesSlide" Target="../notesSlides/notesSlide41.xml"/><Relationship Id="rId4" Type="http://schemas.openxmlformats.org/officeDocument/2006/relationships/slideLayout" Target="../slideLayouts/slideLayout7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3.xml"/><Relationship Id="rId1" Type="http://schemas.openxmlformats.org/officeDocument/2006/relationships/tags" Target="../tags/tag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6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1.xml"/><Relationship Id="rId1" Type="http://schemas.openxmlformats.org/officeDocument/2006/relationships/slideLayout" Target="../slideLayouts/slideLayout73.xml"/><Relationship Id="rId4" Type="http://schemas.openxmlformats.org/officeDocument/2006/relationships/image" Target="../media/image22.png"/></Relationships>
</file>

<file path=ppt/slides/_rels/slide6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73.xml"/><Relationship Id="rId1" Type="http://schemas.openxmlformats.org/officeDocument/2006/relationships/tags" Target="../tags/tag7.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73.xml"/><Relationship Id="rId4" Type="http://schemas.openxmlformats.org/officeDocument/2006/relationships/image" Target="../media/image25.png"/></Relationships>
</file>

<file path=ppt/slides/_rels/slide6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3.xml"/><Relationship Id="rId1" Type="http://schemas.openxmlformats.org/officeDocument/2006/relationships/slideLayout" Target="../slideLayouts/slideLayout73.xml"/></Relationships>
</file>

<file path=ppt/slides/_rels/slide7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4.xml"/><Relationship Id="rId1" Type="http://schemas.openxmlformats.org/officeDocument/2006/relationships/slideLayout" Target="../slideLayouts/slideLayout73.xml"/><Relationship Id="rId4" Type="http://schemas.openxmlformats.org/officeDocument/2006/relationships/image" Target="../media/image28.png"/></Relationships>
</file>

<file path=ppt/slides/_rels/slide7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73.xml"/></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73.xml"/></Relationships>
</file>

<file path=ppt/slides/_rels/slide7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3.xml"/></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73.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3.xml"/></Relationships>
</file>

<file path=ppt/slides/_rels/slide7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3.xml"/></Relationships>
</file>

<file path=ppt/slides/_rels/slide7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3.xml"/></Relationships>
</file>

<file path=ppt/slides/_rels/slide7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3.xml"/></Relationships>
</file>

<file path=ppt/slides/_rels/slide7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矩形 3"/>
          <p:cNvSpPr/>
          <p:nvPr/>
        </p:nvSpPr>
        <p:spPr>
          <a:xfrm>
            <a:off x="0" y="1708150"/>
            <a:ext cx="9156700" cy="1643063"/>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07" name="标题 1"/>
          <p:cNvSpPr>
            <a:spLocks noGrp="1"/>
          </p:cNvSpPr>
          <p:nvPr>
            <p:ph type="title"/>
          </p:nvPr>
        </p:nvSpPr>
        <p:spPr>
          <a:xfrm>
            <a:off x="2566988" y="2020888"/>
            <a:ext cx="3852862" cy="971550"/>
          </a:xfrm>
          <a:prstGeom prst="rect">
            <a:avLst/>
          </a:prstGeom>
          <a:noFill/>
          <a:ln w="9525">
            <a:noFill/>
          </a:ln>
        </p:spPr>
        <p:txBody>
          <a:bodyPr/>
          <a:lstStyle/>
          <a:p>
            <a:pPr eaLnBrk="1" hangingPunct="1"/>
            <a:r>
              <a:rPr lang="en-US" altLang="en-US" sz="3600" dirty="0">
                <a:latin typeface="方正综艺简体" charset="-122"/>
                <a:ea typeface="方正综艺简体" charset="-122"/>
              </a:rPr>
              <a:t>数 字 逻 辑 电 路</a:t>
            </a:r>
          </a:p>
        </p:txBody>
      </p:sp>
      <p:sp>
        <p:nvSpPr>
          <p:cNvPr id="149508" name="文本框 2"/>
          <p:cNvSpPr txBox="1"/>
          <p:nvPr/>
        </p:nvSpPr>
        <p:spPr>
          <a:xfrm>
            <a:off x="3703638" y="2646363"/>
            <a:ext cx="1073150" cy="398462"/>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方正综艺简体" charset="-122"/>
              </a:rPr>
              <a:t>朱正东</a:t>
            </a:r>
          </a:p>
        </p:txBody>
      </p:sp>
      <p:sp>
        <p:nvSpPr>
          <p:cNvPr id="149509" name="矩形 8"/>
          <p:cNvSpPr/>
          <p:nvPr/>
        </p:nvSpPr>
        <p:spPr>
          <a:xfrm>
            <a:off x="0" y="-19050"/>
            <a:ext cx="9166225" cy="5164138"/>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0" name="矩形 9"/>
          <p:cNvSpPr/>
          <p:nvPr/>
        </p:nvSpPr>
        <p:spPr>
          <a:xfrm>
            <a:off x="0" y="1563688"/>
            <a:ext cx="9169400" cy="1646237"/>
          </a:xfrm>
          <a:prstGeom prst="rect">
            <a:avLst/>
          </a:prstGeom>
          <a:solidFill>
            <a:srgbClr val="BDD7EE"/>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sp>
        <p:nvSpPr>
          <p:cNvPr id="149511" name="标题 1"/>
          <p:cNvSpPr/>
          <p:nvPr/>
        </p:nvSpPr>
        <p:spPr>
          <a:xfrm>
            <a:off x="2486025" y="1711325"/>
            <a:ext cx="6916738" cy="1190625"/>
          </a:xfrm>
          <a:prstGeom prst="rect">
            <a:avLst/>
          </a:prstGeom>
          <a:noFill/>
          <a:ln w="9525">
            <a:noFill/>
          </a:ln>
        </p:spPr>
        <p:txBody>
          <a:bodyPr anchor="ctr"/>
          <a:lstStyle/>
          <a:p>
            <a:pPr eaLnBrk="1" hangingPunct="1">
              <a:lnSpc>
                <a:spcPct val="90000"/>
              </a:lnSpc>
              <a:buFont typeface="Arial" panose="020B0604020202020204" pitchFamily="34" charset="0"/>
            </a:pPr>
            <a:r>
              <a:rPr lang="zh-CN" altLang="en-US" sz="4400" dirty="0">
                <a:solidFill>
                  <a:schemeClr val="tx1"/>
                </a:solidFill>
                <a:latin typeface="黑体" panose="02010609060101010101" pitchFamily="2" charset="-122"/>
                <a:ea typeface="黑体" panose="02010609060101010101" pitchFamily="2" charset="-122"/>
              </a:rPr>
              <a:t>数 字 逻 辑 电 路</a:t>
            </a:r>
          </a:p>
        </p:txBody>
      </p:sp>
      <p:sp>
        <p:nvSpPr>
          <p:cNvPr id="149512" name="文本框 11"/>
          <p:cNvSpPr txBox="1"/>
          <p:nvPr/>
        </p:nvSpPr>
        <p:spPr>
          <a:xfrm>
            <a:off x="4165600" y="2692400"/>
            <a:ext cx="1428750" cy="398780"/>
          </a:xfrm>
          <a:prstGeom prst="rect">
            <a:avLst/>
          </a:prstGeom>
          <a:noFill/>
          <a:ln w="9525">
            <a:noFill/>
          </a:ln>
        </p:spPr>
        <p:txBody>
          <a:bodyPr>
            <a:spAutoFit/>
          </a:bodyPr>
          <a:lstStyle/>
          <a:p>
            <a:pPr eaLnBrk="1" hangingPunct="1">
              <a:buFont typeface="Arial" panose="020B0604020202020204" pitchFamily="34" charset="0"/>
            </a:pPr>
            <a:r>
              <a:rPr lang="zh-CN" altLang="en-US" dirty="0">
                <a:solidFill>
                  <a:schemeClr val="tx1"/>
                </a:solidFill>
                <a:latin typeface="方正综艺简体" charset="-122"/>
                <a:ea typeface="黑体" panose="02010609060101010101" pitchFamily="2" charset="-122"/>
              </a:rPr>
              <a:t>刘</a:t>
            </a:r>
            <a:r>
              <a:rPr lang="en-US" altLang="zh-CN" dirty="0">
                <a:solidFill>
                  <a:schemeClr val="tx1"/>
                </a:solidFill>
                <a:latin typeface="方正综艺简体" charset="-122"/>
                <a:ea typeface="黑体" panose="02010609060101010101" pitchFamily="2" charset="-122"/>
              </a:rPr>
              <a:t> </a:t>
            </a:r>
            <a:r>
              <a:rPr lang="zh-CN" altLang="en-US" dirty="0">
                <a:solidFill>
                  <a:schemeClr val="tx1"/>
                </a:solidFill>
                <a:latin typeface="方正综艺简体" charset="-122"/>
                <a:ea typeface="黑体" panose="02010609060101010101" pitchFamily="2" charset="-122"/>
              </a:rPr>
              <a:t>松</a:t>
            </a:r>
          </a:p>
        </p:txBody>
      </p:sp>
      <p:grpSp>
        <p:nvGrpSpPr>
          <p:cNvPr id="149513" name="组合 12"/>
          <p:cNvGrpSpPr/>
          <p:nvPr/>
        </p:nvGrpSpPr>
        <p:grpSpPr>
          <a:xfrm>
            <a:off x="466725" y="268288"/>
            <a:ext cx="2322513" cy="696912"/>
            <a:chOff x="0" y="0"/>
            <a:chExt cx="5804" cy="1740"/>
          </a:xfrm>
        </p:grpSpPr>
        <p:pic>
          <p:nvPicPr>
            <p:cNvPr id="149514" name="图片 13" descr="交大矢量logo"/>
            <p:cNvPicPr>
              <a:picLocks noChangeAspect="1"/>
            </p:cNvPicPr>
            <p:nvPr/>
          </p:nvPicPr>
          <p:blipFill>
            <a:blip r:embed="rId2"/>
            <a:srcRect l="-1437" t="-9560" r="41219" b="-10179"/>
            <a:stretch>
              <a:fillRect/>
            </a:stretch>
          </p:blipFill>
          <p:spPr>
            <a:xfrm>
              <a:off x="0" y="0"/>
              <a:ext cx="5616" cy="1741"/>
            </a:xfrm>
            <a:prstGeom prst="rect">
              <a:avLst/>
            </a:prstGeom>
            <a:noFill/>
            <a:ln w="9525">
              <a:noFill/>
            </a:ln>
          </p:spPr>
        </p:pic>
        <p:sp>
          <p:nvSpPr>
            <p:cNvPr id="149515" name="矩形 14"/>
            <p:cNvSpPr/>
            <p:nvPr/>
          </p:nvSpPr>
          <p:spPr>
            <a:xfrm>
              <a:off x="5463" y="1161"/>
              <a:ext cx="341" cy="337"/>
            </a:xfrm>
            <a:prstGeom prst="rect">
              <a:avLst/>
            </a:prstGeom>
            <a:solidFill>
              <a:schemeClr val="bg1"/>
            </a:solidFill>
            <a:ln w="9525">
              <a:noFill/>
            </a:ln>
          </p:spPr>
          <p:txBody>
            <a:bodyPr anchor="ctr"/>
            <a:lstStyle/>
            <a:p>
              <a:pPr algn="ctr" eaLnBrk="1" hangingPunct="1">
                <a:buFont typeface="Arial" panose="020B0604020202020204" pitchFamily="34" charset="0"/>
              </a:pPr>
              <a:endParaRPr lang="en-US" altLang="en-US" dirty="0">
                <a:solidFill>
                  <a:srgbClr val="FFFFFF"/>
                </a:solidFill>
                <a:latin typeface="Calibri" panose="020F0502020204030204" pitchFamily="34"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p:cNvSpPr>
          <p:nvPr>
            <p:ph type="title"/>
          </p:nvPr>
        </p:nvSpPr>
        <p:spPr>
          <a:xfrm>
            <a:off x="571500" y="571500"/>
            <a:ext cx="6743700" cy="342900"/>
          </a:xfrm>
          <a:prstGeom prst="rect">
            <a:avLst/>
          </a:prstGeom>
          <a:noFill/>
          <a:ln w="9525">
            <a:noFill/>
          </a:ln>
        </p:spPr>
        <p:txBody>
          <a:bodyPr/>
          <a:lstStyle/>
          <a:p>
            <a:pPr eaLnBrk="1" hangingPunct="1"/>
            <a:r>
              <a:rPr lang="en-US" altLang="zh-CN" sz="2800" b="1">
                <a:solidFill>
                  <a:srgbClr val="FF0000"/>
                </a:solidFill>
                <a:latin typeface="华文新魏" panose="02010800040101010101" pitchFamily="2" charset="-122"/>
                <a:ea typeface="华文新魏" panose="02010800040101010101" pitchFamily="2" charset="-122"/>
              </a:rPr>
              <a:t>3.4</a:t>
            </a:r>
            <a:r>
              <a:rPr lang="zh-CN" altLang="en-US" sz="2800" b="1" dirty="0">
                <a:solidFill>
                  <a:srgbClr val="FF0000"/>
                </a:solidFill>
                <a:latin typeface="华文新魏" panose="02010800040101010101" pitchFamily="2" charset="-122"/>
                <a:ea typeface="华文新魏" panose="02010800040101010101" pitchFamily="2" charset="-122"/>
              </a:rPr>
              <a:t>、常用</a:t>
            </a:r>
            <a:r>
              <a:rPr lang="en-US" altLang="zh-CN" sz="2800" b="1">
                <a:solidFill>
                  <a:srgbClr val="FF0000"/>
                </a:solidFill>
                <a:latin typeface="华文新魏" panose="02010800040101010101" pitchFamily="2" charset="-122"/>
                <a:ea typeface="华文新魏" panose="02010800040101010101" pitchFamily="2" charset="-122"/>
              </a:rPr>
              <a:t>MSI</a:t>
            </a:r>
            <a:r>
              <a:rPr lang="zh-CN" altLang="en-US" sz="2800" b="1" dirty="0">
                <a:solidFill>
                  <a:srgbClr val="FF0000"/>
                </a:solidFill>
                <a:latin typeface="华文新魏" panose="02010800040101010101" pitchFamily="2" charset="-122"/>
                <a:ea typeface="华文新魏" panose="02010800040101010101" pitchFamily="2" charset="-122"/>
              </a:rPr>
              <a:t>时序逻辑器件及其应用</a:t>
            </a:r>
          </a:p>
        </p:txBody>
      </p:sp>
      <p:sp>
        <p:nvSpPr>
          <p:cNvPr id="150531" name="Rectangle 3"/>
          <p:cNvSpPr>
            <a:spLocks noGrp="1"/>
          </p:cNvSpPr>
          <p:nvPr>
            <p:ph type="body" sz="half"/>
          </p:nvPr>
        </p:nvSpPr>
        <p:spPr>
          <a:xfrm>
            <a:off x="1143000" y="1144588"/>
            <a:ext cx="3789363" cy="3876675"/>
          </a:xfrm>
          <a:prstGeom prst="rect">
            <a:avLst/>
          </a:prstGeom>
          <a:noFill/>
          <a:ln w="9525">
            <a:noFill/>
          </a:ln>
        </p:spPr>
        <p:txBody>
          <a:bodyPr/>
          <a:lstStyle>
            <a:lvl1pPr lvl="0">
              <a:buClrTx/>
              <a:buSzTx/>
              <a:buFont typeface="Arial" panose="020B0604020202020204" pitchFamily="34" charset="0"/>
              <a:defRPr sz="1900"/>
            </a:lvl1pPr>
            <a:lvl2pPr lvl="1">
              <a:buClrTx/>
              <a:buSzTx/>
              <a:buFont typeface="Arial" panose="020B0604020202020204" pitchFamily="34" charset="0"/>
              <a:defRPr sz="2400"/>
            </a:lvl2pPr>
            <a:lvl3pPr lvl="2">
              <a:buClrTx/>
              <a:buSzTx/>
              <a:buFont typeface="Arial" panose="020B0604020202020204" pitchFamily="34" charset="0"/>
              <a:defRPr sz="1300"/>
            </a:lvl3pPr>
            <a:lvl4pPr lvl="3">
              <a:buClrTx/>
              <a:buSzTx/>
              <a:buFont typeface="Arial" panose="020B0604020202020204" pitchFamily="34" charset="0"/>
              <a:defRPr sz="1100"/>
            </a:lvl4pPr>
            <a:lvl5pPr lvl="4">
              <a:buClrTx/>
              <a:buSzTx/>
              <a:buFont typeface="Arial" panose="020B0604020202020204" pitchFamily="34" charset="0"/>
              <a:defRPr sz="1100"/>
            </a:lvl5pPr>
          </a:lstStyle>
          <a:p>
            <a:pPr lvl="0" eaLnBrk="1" hangingPunct="1">
              <a:lnSpc>
                <a:spcPct val="80000"/>
              </a:lnSpc>
              <a:buNone/>
            </a:pPr>
            <a:r>
              <a:rPr lang="en-US" altLang="zh-CN" sz="2400" b="1" dirty="0">
                <a:solidFill>
                  <a:srgbClr val="FF0000"/>
                </a:solidFill>
                <a:latin typeface="华文新魏" panose="02010800040101010101" pitchFamily="2" charset="-122"/>
                <a:ea typeface="华文新魏" panose="02010800040101010101" pitchFamily="2" charset="-122"/>
              </a:rPr>
              <a:t>1. </a:t>
            </a:r>
            <a:r>
              <a:rPr lang="zh-CN" altLang="en-US" sz="2400" b="1" dirty="0">
                <a:solidFill>
                  <a:srgbClr val="FF0000"/>
                </a:solidFill>
                <a:latin typeface="华文新魏" panose="02010800040101010101" pitchFamily="2" charset="-122"/>
                <a:ea typeface="华文新魏" panose="02010800040101010101" pitchFamily="2" charset="-122"/>
              </a:rPr>
              <a:t>计数器及其应用</a:t>
            </a:r>
            <a:endParaRPr lang="en-US" altLang="zh-CN" sz="2400" b="1" dirty="0">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计数器的分类及原理</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计数器及其应用</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dirty="0">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寄存器及其应用</a:t>
            </a:r>
            <a:endParaRPr lang="en-US" altLang="zh-CN" sz="2400" b="1" dirty="0">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寄存器的分类</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en-US" altLang="zh-CN" sz="2000" b="1" dirty="0">
                <a:latin typeface="华文新魏" panose="02010800040101010101" pitchFamily="2" charset="-122"/>
                <a:ea typeface="华文新魏" panose="02010800040101010101" pitchFamily="2" charset="-122"/>
              </a:rPr>
              <a:t> MSI</a:t>
            </a:r>
            <a:r>
              <a:rPr lang="zh-CN" altLang="en-US" sz="2000" b="1" dirty="0">
                <a:latin typeface="华文新魏" panose="02010800040101010101" pitchFamily="2" charset="-122"/>
                <a:ea typeface="华文新魏" panose="02010800040101010101" pitchFamily="2" charset="-122"/>
              </a:rPr>
              <a:t>寄存器及其应用</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400" b="1" dirty="0">
                <a:solidFill>
                  <a:srgbClr val="FF0000"/>
                </a:solidFill>
                <a:latin typeface="华文新魏" panose="02010800040101010101" pitchFamily="2" charset="-122"/>
                <a:ea typeface="华文新魏" panose="02010800040101010101" pitchFamily="2" charset="-122"/>
              </a:rPr>
              <a:t>3. </a:t>
            </a:r>
            <a:r>
              <a:rPr lang="zh-CN" altLang="en-US" sz="2400" b="1" dirty="0">
                <a:solidFill>
                  <a:srgbClr val="FF0000"/>
                </a:solidFill>
                <a:latin typeface="华文新魏" panose="02010800040101010101" pitchFamily="2" charset="-122"/>
                <a:ea typeface="华文新魏" panose="02010800040101010101" pitchFamily="2" charset="-122"/>
              </a:rPr>
              <a:t>定时脉冲产生器</a:t>
            </a:r>
            <a:endParaRPr lang="en-US" altLang="zh-CN" sz="2400" b="1" dirty="0">
              <a:solidFill>
                <a:srgbClr val="FF0000"/>
              </a:solidFill>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定时脉冲源电路</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 节拍脉冲产生器</a:t>
            </a: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None/>
            </a:pPr>
            <a:endParaRPr lang="en-US" altLang="zh-CN" sz="2000" b="1" dirty="0">
              <a:latin typeface="华文新魏" panose="02010800040101010101" pitchFamily="2" charset="-122"/>
              <a:ea typeface="华文新魏" panose="02010800040101010101" pitchFamily="2" charset="-122"/>
            </a:endParaRPr>
          </a:p>
          <a:p>
            <a:pPr lvl="0" eaLnBrk="1" hangingPunct="1">
              <a:lnSpc>
                <a:spcPct val="80000"/>
              </a:lnSpc>
              <a:buNone/>
            </a:pPr>
            <a:r>
              <a:rPr lang="en-US" altLang="zh-CN" sz="2000" b="1" dirty="0">
                <a:latin typeface="华文新魏" panose="02010800040101010101" pitchFamily="2" charset="-122"/>
                <a:ea typeface="华文新魏" panose="02010800040101010101" pitchFamily="2" charset="-122"/>
              </a:rPr>
              <a:t>    </a:t>
            </a:r>
            <a:endParaRPr lang="zh-CN" altLang="en-US" sz="2000" b="1" dirty="0">
              <a:latin typeface="华文新魏" panose="02010800040101010101" pitchFamily="2" charset="-122"/>
              <a:ea typeface="华文新魏" panose="0201080004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p:cNvSpPr>
          <p:nvPr>
            <p:ph type="title"/>
          </p:nvPr>
        </p:nvSpPr>
        <p:spPr>
          <a:xfrm>
            <a:off x="609600" y="601663"/>
            <a:ext cx="5029200" cy="400050"/>
          </a:xfrm>
          <a:prstGeom prst="rect">
            <a:avLst/>
          </a:prstGeom>
          <a:noFill/>
          <a:ln w="952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3.4.1.</a:t>
            </a:r>
            <a:r>
              <a:rPr lang="zh-CN" altLang="en-US" sz="2000" b="1" dirty="0">
                <a:solidFill>
                  <a:srgbClr val="FF0000"/>
                </a:solidFill>
                <a:latin typeface="华文新魏" panose="02010800040101010101" pitchFamily="2" charset="-122"/>
                <a:ea typeface="华文新魏" panose="02010800040101010101" pitchFamily="2" charset="-122"/>
              </a:rPr>
              <a:t>计数器 </a:t>
            </a:r>
            <a:r>
              <a:rPr lang="en-US" altLang="zh-CN" sz="2000" b="1" i="1">
                <a:solidFill>
                  <a:srgbClr val="FF0000"/>
                </a:solidFill>
                <a:latin typeface="华文新魏" panose="02010800040101010101" pitchFamily="2" charset="-122"/>
                <a:ea typeface="华文新魏" panose="02010800040101010101" pitchFamily="2" charset="-122"/>
              </a:rPr>
              <a:t>Counters</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51555" name="Text Box 4"/>
          <p:cNvSpPr txBox="1"/>
          <p:nvPr/>
        </p:nvSpPr>
        <p:spPr>
          <a:xfrm>
            <a:off x="885825" y="1166813"/>
            <a:ext cx="7070725" cy="768350"/>
          </a:xfrm>
          <a:prstGeom prst="rect">
            <a:avLst/>
          </a:prstGeom>
          <a:noFill/>
          <a:ln w="9525">
            <a:noFill/>
          </a:ln>
        </p:spPr>
        <p:txBody>
          <a:bodyPr>
            <a:spAutoFit/>
          </a:bodyPr>
          <a:lstStyle/>
          <a:p>
            <a:pPr eaLnBrk="1" hangingPunct="1">
              <a:lnSpc>
                <a:spcPct val="11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计数器的状态个数称为计数器的模。如图所示的为</a:t>
            </a:r>
            <a:r>
              <a:rPr lang="zh-CN" altLang="en-US" b="1" dirty="0">
                <a:solidFill>
                  <a:srgbClr val="FF0000"/>
                </a:solidFill>
                <a:latin typeface="华文新魏" panose="02010800040101010101" pitchFamily="2" charset="-122"/>
                <a:ea typeface="华文新魏" panose="02010800040101010101" pitchFamily="2" charset="-122"/>
              </a:rPr>
              <a:t>模</a:t>
            </a:r>
            <a:r>
              <a:rPr lang="en-US" altLang="zh-CN" b="1">
                <a:solidFill>
                  <a:srgbClr val="FF0000"/>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的计数器</a:t>
            </a:r>
            <a:r>
              <a:rPr lang="zh-CN" altLang="en-US" dirty="0">
                <a:solidFill>
                  <a:schemeClr val="tx1"/>
                </a:solidFill>
                <a:latin typeface="华文新魏" panose="02010800040101010101" pitchFamily="2" charset="-122"/>
                <a:ea typeface="华文新魏" panose="02010800040101010101" pitchFamily="2" charset="-122"/>
              </a:rPr>
              <a:t>。</a:t>
            </a:r>
          </a:p>
        </p:txBody>
      </p:sp>
      <p:grpSp>
        <p:nvGrpSpPr>
          <p:cNvPr id="151556" name="Group 20"/>
          <p:cNvGrpSpPr/>
          <p:nvPr/>
        </p:nvGrpSpPr>
        <p:grpSpPr>
          <a:xfrm>
            <a:off x="2822575" y="1849438"/>
            <a:ext cx="3230993" cy="2724589"/>
            <a:chOff x="0" y="0"/>
            <a:chExt cx="2640" cy="2287"/>
          </a:xfrm>
        </p:grpSpPr>
        <p:sp>
          <p:nvSpPr>
            <p:cNvPr id="151557" name="Rectangle 6"/>
            <p:cNvSpPr/>
            <p:nvPr/>
          </p:nvSpPr>
          <p:spPr>
            <a:xfrm>
              <a:off x="0" y="0"/>
              <a:ext cx="2640" cy="1872"/>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51558" name="Oval 7"/>
            <p:cNvSpPr/>
            <p:nvPr/>
          </p:nvSpPr>
          <p:spPr>
            <a:xfrm>
              <a:off x="1868" y="124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4</a:t>
              </a:r>
            </a:p>
          </p:txBody>
        </p:sp>
        <p:sp>
          <p:nvSpPr>
            <p:cNvPr id="151559" name="Oval 8"/>
            <p:cNvSpPr/>
            <p:nvPr/>
          </p:nvSpPr>
          <p:spPr>
            <a:xfrm>
              <a:off x="1004" y="1388"/>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5</a:t>
              </a:r>
            </a:p>
          </p:txBody>
        </p:sp>
        <p:sp>
          <p:nvSpPr>
            <p:cNvPr id="151560" name="Oval 9"/>
            <p:cNvSpPr/>
            <p:nvPr/>
          </p:nvSpPr>
          <p:spPr>
            <a:xfrm>
              <a:off x="332" y="956"/>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err="1">
                  <a:solidFill>
                    <a:schemeClr val="tx1"/>
                  </a:solidFill>
                  <a:latin typeface="Calibri" panose="020F0502020204030204" pitchFamily="34" charset="0"/>
                </a:rPr>
                <a:t>S</a:t>
              </a:r>
              <a:r>
                <a:rPr lang="en-US" altLang="zh-CN" baseline="-25000" err="1">
                  <a:solidFill>
                    <a:schemeClr val="tx1"/>
                  </a:solidFill>
                  <a:latin typeface="Calibri" panose="020F0502020204030204" pitchFamily="34" charset="0"/>
                </a:rPr>
                <a:t>m</a:t>
              </a:r>
              <a:endParaRPr lang="en-US" altLang="zh-CN" baseline="-25000">
                <a:solidFill>
                  <a:schemeClr val="tx1"/>
                </a:solidFill>
                <a:latin typeface="Calibri" panose="020F0502020204030204" pitchFamily="34" charset="0"/>
              </a:endParaRPr>
            </a:p>
          </p:txBody>
        </p:sp>
        <p:sp>
          <p:nvSpPr>
            <p:cNvPr id="151561" name="Oval 10"/>
            <p:cNvSpPr/>
            <p:nvPr/>
          </p:nvSpPr>
          <p:spPr>
            <a:xfrm>
              <a:off x="2012" y="5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3</a:t>
              </a:r>
            </a:p>
          </p:txBody>
        </p:sp>
        <p:sp>
          <p:nvSpPr>
            <p:cNvPr id="151562" name="Oval 11"/>
            <p:cNvSpPr/>
            <p:nvPr/>
          </p:nvSpPr>
          <p:spPr>
            <a:xfrm>
              <a:off x="1056" y="9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2</a:t>
              </a:r>
            </a:p>
          </p:txBody>
        </p:sp>
        <p:sp>
          <p:nvSpPr>
            <p:cNvPr id="151563" name="Oval 12"/>
            <p:cNvSpPr/>
            <p:nvPr/>
          </p:nvSpPr>
          <p:spPr>
            <a:xfrm>
              <a:off x="188" y="332"/>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S</a:t>
              </a:r>
              <a:r>
                <a:rPr lang="en-US" altLang="zh-CN" baseline="-25000">
                  <a:solidFill>
                    <a:schemeClr val="tx1"/>
                  </a:solidFill>
                  <a:latin typeface="Calibri" panose="020F0502020204030204" pitchFamily="34" charset="0"/>
                </a:rPr>
                <a:t>1</a:t>
              </a:r>
            </a:p>
          </p:txBody>
        </p:sp>
        <p:sp>
          <p:nvSpPr>
            <p:cNvPr id="151564" name="Line 13"/>
            <p:cNvSpPr/>
            <p:nvPr/>
          </p:nvSpPr>
          <p:spPr>
            <a:xfrm flipH="1" flipV="1">
              <a:off x="336" y="672"/>
              <a:ext cx="48" cy="288"/>
            </a:xfrm>
            <a:prstGeom prst="line">
              <a:avLst/>
            </a:prstGeom>
            <a:ln w="19050" cap="flat" cmpd="sng">
              <a:solidFill>
                <a:schemeClr val="tx1"/>
              </a:solidFill>
              <a:prstDash val="solid"/>
              <a:headEnd type="none" w="med" len="med"/>
              <a:tailEnd type="triangle" w="med" len="med"/>
            </a:ln>
          </p:spPr>
        </p:sp>
        <p:sp>
          <p:nvSpPr>
            <p:cNvPr id="151565" name="Line 14"/>
            <p:cNvSpPr/>
            <p:nvPr/>
          </p:nvSpPr>
          <p:spPr>
            <a:xfrm flipV="1">
              <a:off x="476" y="240"/>
              <a:ext cx="580" cy="140"/>
            </a:xfrm>
            <a:prstGeom prst="line">
              <a:avLst/>
            </a:prstGeom>
            <a:ln w="19050" cap="flat" cmpd="sng">
              <a:solidFill>
                <a:schemeClr val="tx1"/>
              </a:solidFill>
              <a:prstDash val="solid"/>
              <a:headEnd type="none" w="med" len="med"/>
              <a:tailEnd type="triangle" w="med" len="med"/>
            </a:ln>
          </p:spPr>
        </p:sp>
        <p:sp>
          <p:nvSpPr>
            <p:cNvPr id="151566" name="Line 15"/>
            <p:cNvSpPr/>
            <p:nvPr/>
          </p:nvSpPr>
          <p:spPr>
            <a:xfrm>
              <a:off x="1392" y="288"/>
              <a:ext cx="720" cy="240"/>
            </a:xfrm>
            <a:prstGeom prst="line">
              <a:avLst/>
            </a:prstGeom>
            <a:ln w="19050" cap="flat" cmpd="sng">
              <a:solidFill>
                <a:schemeClr val="tx1"/>
              </a:solidFill>
              <a:prstDash val="solid"/>
              <a:headEnd type="none" w="med" len="med"/>
              <a:tailEnd type="triangle" w="med" len="med"/>
            </a:ln>
          </p:spPr>
        </p:sp>
        <p:sp>
          <p:nvSpPr>
            <p:cNvPr id="151567" name="Line 16"/>
            <p:cNvSpPr/>
            <p:nvPr/>
          </p:nvSpPr>
          <p:spPr>
            <a:xfrm flipH="1">
              <a:off x="2112" y="860"/>
              <a:ext cx="92" cy="388"/>
            </a:xfrm>
            <a:prstGeom prst="line">
              <a:avLst/>
            </a:prstGeom>
            <a:ln w="19050" cap="flat" cmpd="sng">
              <a:solidFill>
                <a:schemeClr val="tx1"/>
              </a:solidFill>
              <a:prstDash val="solid"/>
              <a:headEnd type="none" w="med" len="med"/>
              <a:tailEnd type="triangle" w="med" len="med"/>
            </a:ln>
          </p:spPr>
        </p:sp>
        <p:sp>
          <p:nvSpPr>
            <p:cNvPr id="151568" name="Line 17"/>
            <p:cNvSpPr/>
            <p:nvPr/>
          </p:nvSpPr>
          <p:spPr>
            <a:xfrm flipH="1">
              <a:off x="1344" y="1488"/>
              <a:ext cx="528" cy="144"/>
            </a:xfrm>
            <a:prstGeom prst="line">
              <a:avLst/>
            </a:prstGeom>
            <a:ln w="19050" cap="flat" cmpd="sng">
              <a:solidFill>
                <a:schemeClr val="tx1"/>
              </a:solidFill>
              <a:prstDash val="solid"/>
              <a:headEnd type="none" w="med" len="med"/>
              <a:tailEnd type="triangle" w="med" len="med"/>
            </a:ln>
          </p:spPr>
        </p:sp>
        <p:sp>
          <p:nvSpPr>
            <p:cNvPr id="151569" name="Line 18"/>
            <p:cNvSpPr/>
            <p:nvPr/>
          </p:nvSpPr>
          <p:spPr>
            <a:xfrm flipH="1" flipV="1">
              <a:off x="576" y="1296"/>
              <a:ext cx="432" cy="288"/>
            </a:xfrm>
            <a:prstGeom prst="line">
              <a:avLst/>
            </a:prstGeom>
            <a:ln w="19050" cap="flat" cmpd="sng">
              <a:solidFill>
                <a:schemeClr val="tx1"/>
              </a:solidFill>
              <a:prstDash val="sysDot"/>
              <a:headEnd type="none" w="med" len="med"/>
              <a:tailEnd type="triangle" w="med" len="med"/>
            </a:ln>
          </p:spPr>
        </p:sp>
        <p:sp>
          <p:nvSpPr>
            <p:cNvPr id="151570" name="Text Box 19"/>
            <p:cNvSpPr txBox="1"/>
            <p:nvPr/>
          </p:nvSpPr>
          <p:spPr>
            <a:xfrm>
              <a:off x="91" y="1952"/>
              <a:ext cx="2444" cy="335"/>
            </a:xfrm>
            <a:prstGeom prst="rect">
              <a:avLst/>
            </a:prstGeom>
            <a:noFill/>
            <a:ln w="9525">
              <a:noFill/>
            </a:ln>
          </p:spPr>
          <p:txBody>
            <a:bodyPr wrap="none">
              <a:spAutoFit/>
            </a:bodyPr>
            <a:lstStyle/>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计数器状态图的一般结构</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3"/>
          <p:cNvSpPr>
            <a:spLocks noGrp="1"/>
          </p:cNvSpPr>
          <p:nvPr>
            <p:ph type="title"/>
          </p:nvPr>
        </p:nvSpPr>
        <p:spPr>
          <a:xfrm>
            <a:off x="874713" y="528638"/>
            <a:ext cx="4165600" cy="400050"/>
          </a:xfrm>
          <a:prstGeom prst="rect">
            <a:avLst/>
          </a:prstGeom>
          <a:noFill/>
          <a:ln w="952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计数器的分类</a:t>
            </a:r>
          </a:p>
        </p:txBody>
      </p:sp>
      <p:sp>
        <p:nvSpPr>
          <p:cNvPr id="152579" name="Text Box 20"/>
          <p:cNvSpPr txBox="1"/>
          <p:nvPr/>
        </p:nvSpPr>
        <p:spPr>
          <a:xfrm>
            <a:off x="1116013" y="960438"/>
            <a:ext cx="6942137" cy="3416320"/>
          </a:xfrm>
          <a:prstGeom prst="rect">
            <a:avLst/>
          </a:prstGeom>
          <a:noFill/>
          <a:ln w="9525">
            <a:noFill/>
          </a:ln>
        </p:spPr>
        <p:txBody>
          <a:bodyPr wrap="square">
            <a:spAutoFit/>
          </a:bodyPr>
          <a:lstStyle/>
          <a:p>
            <a:pPr eaLnBrk="1" hangingPunct="1">
              <a:lnSpc>
                <a:spcPct val="9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①  </a:t>
            </a:r>
            <a:r>
              <a:rPr lang="zh-CN" altLang="en-US" b="1" dirty="0">
                <a:solidFill>
                  <a:schemeClr val="tx1"/>
                </a:solidFill>
                <a:latin typeface="华文新魏" panose="02010800040101010101" pitchFamily="2" charset="-122"/>
                <a:ea typeface="华文新魏" panose="02010800040101010101" pitchFamily="2" charset="-122"/>
              </a:rPr>
              <a:t>按功能：</a:t>
            </a:r>
            <a:r>
              <a:rPr lang="zh-CN" altLang="en-US" b="1" dirty="0">
                <a:solidFill>
                  <a:srgbClr val="FF0000"/>
                </a:solidFill>
                <a:latin typeface="华文新魏" panose="02010800040101010101" pitchFamily="2" charset="-122"/>
                <a:ea typeface="华文新魏" panose="02010800040101010101" pitchFamily="2" charset="-122"/>
              </a:rPr>
              <a:t>加法计数器，减法计数器，可逆计数器</a:t>
            </a: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②  按进位方式：</a:t>
            </a:r>
          </a:p>
          <a:p>
            <a:pPr eaLnBrk="1" hangingPunct="1">
              <a:lnSpc>
                <a:spcPct val="9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串行计数器（异步计数器）</a:t>
            </a:r>
            <a:r>
              <a:rPr lang="en-US" altLang="zh-CN" b="1" i="1" dirty="0">
                <a:solidFill>
                  <a:srgbClr val="FF0000"/>
                </a:solidFill>
                <a:latin typeface="华文新魏" panose="02010800040101010101" pitchFamily="2" charset="-122"/>
                <a:ea typeface="华文新魏" panose="02010800040101010101" pitchFamily="2" charset="-122"/>
              </a:rPr>
              <a:t>Ripple counters</a:t>
            </a:r>
          </a:p>
          <a:p>
            <a:pPr eaLnBrk="1" hangingPunct="1">
              <a:lnSpc>
                <a:spcPct val="90000"/>
              </a:lnSpc>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并行计数器（同步计数器）</a:t>
            </a:r>
            <a:r>
              <a:rPr lang="en-US" altLang="zh-CN" b="1" i="1" dirty="0">
                <a:solidFill>
                  <a:srgbClr val="FF0000"/>
                </a:solidFill>
                <a:latin typeface="华文新魏" panose="02010800040101010101" pitchFamily="2" charset="-122"/>
                <a:ea typeface="华文新魏" panose="02010800040101010101" pitchFamily="2" charset="-122"/>
              </a:rPr>
              <a:t>Synchronous counters</a:t>
            </a:r>
            <a:endParaRPr lang="en-US" altLang="zh-CN"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按进位基数：</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i="1" dirty="0">
                <a:solidFill>
                  <a:srgbClr val="FF0000"/>
                </a:solidFill>
                <a:latin typeface="华文新魏" panose="02010800040101010101" pitchFamily="2" charset="-122"/>
                <a:ea typeface="华文新魏" panose="02010800040101010101" pitchFamily="2" charset="-122"/>
              </a:rPr>
              <a:t>  </a:t>
            </a:r>
            <a:r>
              <a:rPr lang="en-US" altLang="zh-CN" b="1" i="1" dirty="0">
                <a:solidFill>
                  <a:srgbClr val="FF0000"/>
                </a:solidFill>
                <a:latin typeface="华文新魏" panose="02010800040101010101" pitchFamily="2" charset="-122"/>
                <a:ea typeface="华文新魏" panose="02010800040101010101" pitchFamily="2" charset="-122"/>
              </a:rPr>
              <a:t>Binary-counters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十进制计数器  </a:t>
            </a:r>
            <a:r>
              <a:rPr lang="en-US" altLang="zh-CN" b="1" i="1" dirty="0">
                <a:solidFill>
                  <a:srgbClr val="FF0000"/>
                </a:solidFill>
                <a:latin typeface="华文新魏" panose="02010800040101010101" pitchFamily="2" charset="-122"/>
                <a:ea typeface="华文新魏" panose="02010800040101010101" pitchFamily="2" charset="-122"/>
              </a:rPr>
              <a:t>decimal-counters</a:t>
            </a:r>
            <a:r>
              <a:rPr lang="zh-CN" altLang="en-US" b="1" i="1"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90000"/>
              </a:lnSpc>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任意进制计数器 。</a:t>
            </a:r>
          </a:p>
          <a:p>
            <a:pPr eaLnBrk="1" hangingPunct="1">
              <a:spcBef>
                <a:spcPts val="12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en-US" altLang="zh-CN" b="1" u="sng" dirty="0">
                <a:solidFill>
                  <a:schemeClr val="tx1"/>
                </a:solidFill>
                <a:latin typeface="华文新魏" panose="02010800040101010101" pitchFamily="2" charset="-122"/>
                <a:ea typeface="华文新魏" panose="02010800040101010101" pitchFamily="2" charset="-122"/>
              </a:rPr>
              <a:t>n </a:t>
            </a:r>
            <a:r>
              <a:rPr lang="zh-CN" altLang="en-US" b="1" u="sng" dirty="0">
                <a:solidFill>
                  <a:schemeClr val="tx1"/>
                </a:solidFill>
                <a:latin typeface="华文新魏" panose="02010800040101010101" pitchFamily="2" charset="-122"/>
                <a:ea typeface="华文新魏" panose="02010800040101010101" pitchFamily="2" charset="-122"/>
              </a:rPr>
              <a:t>个触发器可以构成模 </a:t>
            </a:r>
            <a:r>
              <a:rPr lang="en-US" altLang="zh-CN" b="1" u="sng" dirty="0">
                <a:solidFill>
                  <a:schemeClr val="tx1"/>
                </a:solidFill>
                <a:latin typeface="华文新魏" panose="02010800040101010101" pitchFamily="2" charset="-122"/>
                <a:ea typeface="华文新魏" panose="02010800040101010101" pitchFamily="2" charset="-122"/>
              </a:rPr>
              <a:t>m </a:t>
            </a:r>
            <a:r>
              <a:rPr lang="zh-CN" altLang="en-US" b="1" u="sng" dirty="0">
                <a:solidFill>
                  <a:schemeClr val="tx1"/>
                </a:solidFill>
                <a:latin typeface="华文新魏" panose="02010800040101010101" pitchFamily="2" charset="-122"/>
                <a:ea typeface="华文新魏" panose="02010800040101010101" pitchFamily="2" charset="-122"/>
              </a:rPr>
              <a:t>的计数器</a:t>
            </a:r>
            <a:r>
              <a:rPr lang="zh-CN" altLang="en-US" b="1" dirty="0">
                <a:solidFill>
                  <a:schemeClr val="tx1"/>
                </a:solidFill>
                <a:latin typeface="华文新魏" panose="02010800040101010101" pitchFamily="2" charset="-122"/>
                <a:ea typeface="华文新魏" panose="02010800040101010101" pitchFamily="2" charset="-122"/>
              </a:rPr>
              <a:t>，其中：</a:t>
            </a:r>
            <a:r>
              <a:rPr lang="en-US" altLang="zh-CN" b="1" dirty="0">
                <a:solidFill>
                  <a:srgbClr val="FF0000"/>
                </a:solidFill>
                <a:latin typeface="华文新魏" panose="02010800040101010101" pitchFamily="2" charset="-122"/>
                <a:ea typeface="华文新魏" panose="02010800040101010101" pitchFamily="2" charset="-122"/>
              </a:rPr>
              <a:t> 2</a:t>
            </a:r>
            <a:r>
              <a:rPr lang="en-US" altLang="zh-CN" b="1" baseline="30000" dirty="0">
                <a:solidFill>
                  <a:srgbClr val="FF0000"/>
                </a:solidFill>
                <a:latin typeface="华文新魏" panose="02010800040101010101" pitchFamily="2" charset="-122"/>
                <a:ea typeface="华文新魏" panose="02010800040101010101" pitchFamily="2" charset="-122"/>
              </a:rPr>
              <a:t>n </a:t>
            </a:r>
            <a:r>
              <a:rPr lang="en-US" altLang="zh-CN" b="1" dirty="0">
                <a:solidFill>
                  <a:srgbClr val="FF0000"/>
                </a:solidFill>
                <a:latin typeface="华文新魏" panose="02010800040101010101" pitchFamily="2" charset="-122"/>
                <a:ea typeface="华文新魏" panose="02010800040101010101" pitchFamily="2" charset="-122"/>
              </a:rPr>
              <a:t>-1&lt;m ≤ 2</a:t>
            </a:r>
            <a:r>
              <a:rPr lang="en-US" altLang="zh-CN" b="1" baseline="30000" dirty="0">
                <a:solidFill>
                  <a:srgbClr val="FF0000"/>
                </a:solidFill>
                <a:latin typeface="华文新魏" panose="02010800040101010101" pitchFamily="2" charset="-122"/>
                <a:ea typeface="华文新魏" panose="02010800040101010101" pitchFamily="2" charset="-122"/>
              </a:rPr>
              <a:t>n</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 name="矩形标注 1"/>
          <p:cNvSpPr/>
          <p:nvPr/>
        </p:nvSpPr>
        <p:spPr>
          <a:xfrm>
            <a:off x="6588125" y="1419860"/>
            <a:ext cx="1648460" cy="349885"/>
          </a:xfrm>
          <a:prstGeom prst="wedgeRectCallout">
            <a:avLst>
              <a:gd name="adj1" fmla="val -65408"/>
              <a:gd name="adj2" fmla="val 9900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速度慢，成本低</a:t>
            </a:r>
          </a:p>
        </p:txBody>
      </p:sp>
      <p:sp>
        <p:nvSpPr>
          <p:cNvPr id="3" name="矩形标注 2"/>
          <p:cNvSpPr/>
          <p:nvPr/>
        </p:nvSpPr>
        <p:spPr>
          <a:xfrm>
            <a:off x="7236460" y="1896745"/>
            <a:ext cx="1648460" cy="349885"/>
          </a:xfrm>
          <a:prstGeom prst="wedgeRectCallout">
            <a:avLst>
              <a:gd name="adj1" fmla="val -65408"/>
              <a:gd name="adj2" fmla="val 9900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速度快，成本高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72"/>
          <p:cNvSpPr txBox="1"/>
          <p:nvPr/>
        </p:nvSpPr>
        <p:spPr>
          <a:xfrm>
            <a:off x="876300" y="997585"/>
            <a:ext cx="7584440" cy="706755"/>
          </a:xfrm>
          <a:prstGeom prst="rect">
            <a:avLst/>
          </a:prstGeom>
          <a:noFill/>
          <a:ln w="9525">
            <a:noFill/>
          </a:ln>
        </p:spPr>
        <p:txBody>
          <a:bodyPr wrap="square">
            <a:spAutoFit/>
          </a:bodyPr>
          <a:lstStyle/>
          <a:p>
            <a:pPr eaLnBrk="1" hangingPunct="1">
              <a:spcBef>
                <a:spcPct val="50000"/>
              </a:spcBef>
              <a:buFont typeface="Wingdings" panose="05000000000000000000" pitchFamily="2" charset="2"/>
              <a:buChar char="Ø"/>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一个</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位二进制</a:t>
            </a:r>
            <a:r>
              <a:rPr lang="zh-CN" altLang="en-US" b="1" dirty="0">
                <a:solidFill>
                  <a:schemeClr val="tx1"/>
                </a:solidFill>
                <a:latin typeface="华文新魏" panose="02010800040101010101" pitchFamily="2" charset="-122"/>
                <a:ea typeface="华文新魏" panose="02010800040101010101" pitchFamily="2" charset="-122"/>
              </a:rPr>
              <a:t>串行计数器可直接由</a:t>
            </a:r>
            <a:r>
              <a:rPr lang="zh-CN" altLang="en-US" b="1" dirty="0">
                <a:solidFill>
                  <a:srgbClr val="FF0000"/>
                </a:solidFill>
                <a:latin typeface="华文新魏" panose="02010800040101010101" pitchFamily="2" charset="-122"/>
                <a:ea typeface="华文新魏" panose="02010800040101010101" pitchFamily="2" charset="-122"/>
              </a:rPr>
              <a:t>边沿触发的触发器</a:t>
            </a:r>
            <a:r>
              <a:rPr lang="zh-CN" altLang="en-US" b="1" dirty="0">
                <a:solidFill>
                  <a:schemeClr val="tx1"/>
                </a:solidFill>
                <a:latin typeface="华文新魏" panose="02010800040101010101" pitchFamily="2" charset="-122"/>
                <a:ea typeface="华文新魏" panose="02010800040101010101" pitchFamily="2" charset="-122"/>
              </a:rPr>
              <a:t>为基本 单元的 </a:t>
            </a:r>
            <a:r>
              <a:rPr lang="en-US" altLang="zh-CN" b="1">
                <a:solidFill>
                  <a:srgbClr val="FF0000"/>
                </a:solidFill>
                <a:latin typeface="华文新魏" panose="02010800040101010101" pitchFamily="2" charset="-122"/>
                <a:ea typeface="华文新魏" panose="02010800040101010101" pitchFamily="2" charset="-122"/>
              </a:rPr>
              <a:t>n </a:t>
            </a:r>
            <a:r>
              <a:rPr lang="zh-CN" altLang="en-US" b="1" dirty="0">
                <a:solidFill>
                  <a:srgbClr val="FF0000"/>
                </a:solidFill>
                <a:latin typeface="华文新魏" panose="02010800040101010101" pitchFamily="2" charset="-122"/>
                <a:ea typeface="华文新魏" panose="02010800040101010101" pitchFamily="2" charset="-122"/>
              </a:rPr>
              <a:t>个触发器</a:t>
            </a:r>
            <a:r>
              <a:rPr lang="zh-CN" altLang="en-US" b="1" dirty="0">
                <a:solidFill>
                  <a:schemeClr val="tx1"/>
                </a:solidFill>
                <a:latin typeface="华文新魏" panose="02010800040101010101" pitchFamily="2" charset="-122"/>
                <a:ea typeface="华文新魏" panose="02010800040101010101" pitchFamily="2" charset="-122"/>
              </a:rPr>
              <a:t>构成。各个基本单元的次态方程为</a:t>
            </a:r>
            <a:r>
              <a:rPr lang="zh-CN" altLang="en-US" dirty="0">
                <a:solidFill>
                  <a:srgbClr val="FF0000"/>
                </a:solidFill>
                <a:latin typeface="华文新魏" panose="02010800040101010101" pitchFamily="2" charset="-122"/>
                <a:ea typeface="华文新魏" panose="02010800040101010101" pitchFamily="2" charset="-122"/>
              </a:rPr>
              <a:t>：      </a:t>
            </a:r>
            <a:r>
              <a:rPr lang="zh-CN" altLang="en-US" dirty="0">
                <a:solidFill>
                  <a:schemeClr val="tx1"/>
                </a:solidFill>
                <a:latin typeface="华文新魏" panose="02010800040101010101" pitchFamily="2" charset="-122"/>
                <a:ea typeface="华文新魏" panose="02010800040101010101" pitchFamily="2" charset="-122"/>
              </a:rPr>
              <a:t> </a:t>
            </a:r>
            <a:r>
              <a:rPr lang="en-US" altLang="zh-CN">
                <a:solidFill>
                  <a:schemeClr val="tx1"/>
                </a:solidFill>
                <a:latin typeface="华文新魏" panose="02010800040101010101" pitchFamily="2" charset="-122"/>
                <a:ea typeface="华文新魏" panose="02010800040101010101" pitchFamily="2" charset="-122"/>
              </a:rPr>
              <a:t>	</a:t>
            </a:r>
          </a:p>
        </p:txBody>
      </p:sp>
      <p:sp>
        <p:nvSpPr>
          <p:cNvPr id="153603" name="Rectangle 2"/>
          <p:cNvSpPr>
            <a:spLocks noGrp="1"/>
          </p:cNvSpPr>
          <p:nvPr>
            <p:ph type="title"/>
          </p:nvPr>
        </p:nvSpPr>
        <p:spPr>
          <a:xfrm>
            <a:off x="533400" y="536575"/>
            <a:ext cx="7924800" cy="379413"/>
          </a:xfrm>
          <a:prstGeom prst="rect">
            <a:avLst/>
          </a:prstGeom>
          <a:noFill/>
          <a:ln w="952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二进制串行（异步）计数器 </a:t>
            </a:r>
            <a:r>
              <a:rPr lang="en-US" altLang="zh-CN" sz="2000" b="1" i="1">
                <a:solidFill>
                  <a:srgbClr val="FF0000"/>
                </a:solidFill>
                <a:latin typeface="华文新魏" panose="02010800040101010101" pitchFamily="2" charset="-122"/>
                <a:ea typeface="华文新魏" panose="02010800040101010101" pitchFamily="2" charset="-122"/>
              </a:rPr>
              <a:t>Ripple Counters</a:t>
            </a:r>
          </a:p>
        </p:txBody>
      </p:sp>
      <p:sp>
        <p:nvSpPr>
          <p:cNvPr id="153604" name="Text Box 70"/>
          <p:cNvSpPr txBox="1"/>
          <p:nvPr/>
        </p:nvSpPr>
        <p:spPr>
          <a:xfrm>
            <a:off x="993775" y="2174875"/>
            <a:ext cx="7466013" cy="706755"/>
          </a:xfrm>
          <a:prstGeom prst="rect">
            <a:avLst/>
          </a:prstGeom>
          <a:noFill/>
          <a:ln w="9525">
            <a:noFill/>
          </a:ln>
        </p:spPr>
        <p:txBody>
          <a:bodyPr>
            <a:spAutoFit/>
          </a:bodyPr>
          <a:lstStyle/>
          <a:p>
            <a:pPr eaLnBrk="1" hangingPunct="1">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由各种类型的触发器所构成的串行计数器的基本单元</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计数状态</a:t>
            </a:r>
            <a:r>
              <a:rPr lang="en-US" altLang="zh-CN" b="1">
                <a:solidFill>
                  <a:schemeClr val="tx1"/>
                </a:solidFill>
                <a:latin typeface="Calibri" panose="020F0502020204030204" pitchFamily="34" charset="0"/>
              </a:rPr>
              <a:t>)</a:t>
            </a:r>
          </a:p>
          <a:p>
            <a:pPr eaLnBrk="1" hangingPunct="1">
              <a:buFont typeface="Arial" panose="020B0604020202020204" pitchFamily="34" charset="0"/>
            </a:pP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153605" name="Line 73"/>
          <p:cNvSpPr/>
          <p:nvPr/>
        </p:nvSpPr>
        <p:spPr>
          <a:xfrm>
            <a:off x="5003800" y="1779588"/>
            <a:ext cx="228600" cy="0"/>
          </a:xfrm>
          <a:prstGeom prst="line">
            <a:avLst/>
          </a:prstGeom>
          <a:ln w="19050" cap="flat" cmpd="sng">
            <a:solidFill>
              <a:srgbClr val="FF0000"/>
            </a:solidFill>
            <a:prstDash val="solid"/>
            <a:headEnd type="none" w="med" len="med"/>
            <a:tailEnd type="none" w="med" len="med"/>
          </a:ln>
        </p:spPr>
      </p:sp>
      <p:pic>
        <p:nvPicPr>
          <p:cNvPr id="153606" name="Picture 2"/>
          <p:cNvPicPr>
            <a:picLocks noChangeAspect="1"/>
          </p:cNvPicPr>
          <p:nvPr/>
        </p:nvPicPr>
        <p:blipFill>
          <a:blip r:embed="rId3"/>
          <a:stretch>
            <a:fillRect/>
          </a:stretch>
        </p:blipFill>
        <p:spPr>
          <a:xfrm>
            <a:off x="1115378" y="2859405"/>
            <a:ext cx="7000875" cy="1981200"/>
          </a:xfrm>
          <a:prstGeom prst="rect">
            <a:avLst/>
          </a:prstGeom>
          <a:noFill/>
          <a:ln w="9525">
            <a:noFill/>
          </a:ln>
        </p:spPr>
      </p:pic>
      <p:sp>
        <p:nvSpPr>
          <p:cNvPr id="153607" name="Text Box 95"/>
          <p:cNvSpPr txBox="1"/>
          <p:nvPr/>
        </p:nvSpPr>
        <p:spPr>
          <a:xfrm>
            <a:off x="4284663" y="1743075"/>
            <a:ext cx="1752600" cy="3968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Calibri" panose="020F0502020204030204" pitchFamily="34" charset="0"/>
              </a:rPr>
              <a:t>Q</a:t>
            </a:r>
            <a:r>
              <a:rPr lang="en-US" altLang="zh-CN" b="1" baseline="30000">
                <a:solidFill>
                  <a:srgbClr val="FF0000"/>
                </a:solidFill>
                <a:latin typeface="Calibri" panose="020F0502020204030204" pitchFamily="34" charset="0"/>
              </a:rPr>
              <a:t>n+1 </a:t>
            </a:r>
            <a:r>
              <a:rPr lang="en-US" altLang="zh-CN" b="1">
                <a:solidFill>
                  <a:srgbClr val="FF0000"/>
                </a:solidFill>
                <a:latin typeface="Calibri" panose="020F0502020204030204" pitchFamily="34" charset="0"/>
              </a:rPr>
              <a:t>= Q</a:t>
            </a:r>
            <a:endParaRPr lang="en-US" altLang="zh-CN">
              <a:solidFill>
                <a:srgbClr val="FF0000"/>
              </a:solidFill>
              <a:latin typeface="Calibri" panose="020F0502020204030204" pitchFamily="34" charset="0"/>
            </a:endParaRPr>
          </a:p>
        </p:txBody>
      </p:sp>
      <p:sp>
        <p:nvSpPr>
          <p:cNvPr id="2" name="文本框 1">
            <a:extLst>
              <a:ext uri="{FF2B5EF4-FFF2-40B4-BE49-F238E27FC236}">
                <a16:creationId xmlns:a16="http://schemas.microsoft.com/office/drawing/2014/main" id="{5F2823F7-2167-463D-BAE9-2B2254E64ACF}"/>
              </a:ext>
            </a:extLst>
          </p:cNvPr>
          <p:cNvSpPr txBox="1"/>
          <p:nvPr/>
        </p:nvSpPr>
        <p:spPr>
          <a:xfrm>
            <a:off x="7524328" y="1579533"/>
            <a:ext cx="1080120" cy="400110"/>
          </a:xfrm>
          <a:prstGeom prst="rect">
            <a:avLst/>
          </a:prstGeom>
          <a:noFill/>
        </p:spPr>
        <p:txBody>
          <a:bodyPr wrap="square" rtlCol="0">
            <a:spAutoFit/>
          </a:bodyPr>
          <a:lstStyle/>
          <a:p>
            <a:r>
              <a:rPr lang="zh-CN" altLang="en-US" b="1" dirty="0">
                <a:solidFill>
                  <a:srgbClr val="0000FF"/>
                </a:solidFill>
              </a:rPr>
              <a:t>考虑</a:t>
            </a:r>
            <a:r>
              <a:rPr lang="en-US" altLang="zh-CN" b="1" dirty="0">
                <a:solidFill>
                  <a:srgbClr val="0000FF"/>
                </a:solidFill>
              </a:rPr>
              <a:t>CLK</a:t>
            </a:r>
            <a:endParaRPr lang="zh-CN" altLang="en-US" b="1" dirty="0">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linds(horizontal)">
                                      <p:cBhvr>
                                        <p:cTn id="7" dur="500"/>
                                        <p:tgtEl>
                                          <p:spTgt spid="15360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3"/>
          <p:cNvSpPr>
            <a:spLocks noGrp="1"/>
          </p:cNvSpPr>
          <p:nvPr>
            <p:ph type="title"/>
          </p:nvPr>
        </p:nvSpPr>
        <p:spPr>
          <a:xfrm>
            <a:off x="3779838" y="701675"/>
            <a:ext cx="2952750" cy="4000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串行计数器的连接结构</a:t>
            </a:r>
          </a:p>
        </p:txBody>
      </p:sp>
      <p:sp>
        <p:nvSpPr>
          <p:cNvPr id="154627" name="Text Box 305"/>
          <p:cNvSpPr txBox="1"/>
          <p:nvPr/>
        </p:nvSpPr>
        <p:spPr>
          <a:xfrm>
            <a:off x="3119438" y="1059582"/>
            <a:ext cx="5484812" cy="1938020"/>
          </a:xfrm>
          <a:prstGeom prst="rect">
            <a:avLst/>
          </a:prstGeom>
          <a:noFill/>
          <a:ln w="9525">
            <a:noFill/>
          </a:ln>
        </p:spPr>
        <p:txBody>
          <a:bodyPr>
            <a:spAutoFit/>
          </a:bodyPr>
          <a:lstStyle/>
          <a:p>
            <a:pPr eaLnBrk="1" hangingPunct="1">
              <a:lnSpc>
                <a:spcPct val="110000"/>
              </a:lnSpc>
              <a:spcBef>
                <a:spcPct val="50000"/>
              </a:spcBef>
              <a:buFont typeface="Wingdings" panose="05000000000000000000" pitchFamily="2" charset="2"/>
              <a:buChar char="Ø"/>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计数器中每一位均可能产生</a:t>
            </a:r>
            <a:r>
              <a:rPr lang="zh-CN" altLang="en-US" b="1" dirty="0">
                <a:solidFill>
                  <a:srgbClr val="FF0000"/>
                </a:solidFill>
                <a:latin typeface="华文新魏" panose="02010800040101010101" pitchFamily="2" charset="-122"/>
                <a:ea typeface="华文新魏" panose="02010800040101010101" pitchFamily="2" charset="-122"/>
              </a:rPr>
              <a:t>进位或借位</a:t>
            </a:r>
            <a:r>
              <a:rPr lang="zh-CN" altLang="en-US" b="1" dirty="0">
                <a:solidFill>
                  <a:schemeClr val="tx1"/>
                </a:solidFill>
                <a:latin typeface="华文新魏" panose="02010800040101010101" pitchFamily="2" charset="-122"/>
                <a:ea typeface="华文新魏" panose="02010800040101010101" pitchFamily="2" charset="-122"/>
              </a:rPr>
              <a:t>，因此每一位触发器的状态变化只同它的低一位的触发状态变化有关，即第</a:t>
            </a:r>
            <a:r>
              <a:rPr lang="en-US" altLang="zh-CN" b="1" dirty="0" err="1">
                <a:solidFill>
                  <a:schemeClr val="tx1"/>
                </a:solidFill>
                <a:latin typeface="华文新魏" panose="02010800040101010101" pitchFamily="2" charset="-122"/>
                <a:ea typeface="华文新魏" panose="02010800040101010101" pitchFamily="2" charset="-122"/>
              </a:rPr>
              <a:t>i</a:t>
            </a:r>
            <a:r>
              <a:rPr lang="zh-CN" altLang="en-US" b="1" dirty="0">
                <a:solidFill>
                  <a:schemeClr val="tx1"/>
                </a:solidFill>
                <a:latin typeface="华文新魏" panose="02010800040101010101" pitchFamily="2" charset="-122"/>
                <a:ea typeface="华文新魏" panose="02010800040101010101" pitchFamily="2" charset="-122"/>
              </a:rPr>
              <a:t>位的状态是否变化仅由第</a:t>
            </a:r>
            <a:r>
              <a:rPr lang="en-US" altLang="zh-CN" b="1" dirty="0">
                <a:solidFill>
                  <a:schemeClr val="tx1"/>
                </a:solidFill>
                <a:latin typeface="华文新魏" panose="02010800040101010101" pitchFamily="2" charset="-122"/>
                <a:ea typeface="华文新魏" panose="02010800040101010101" pitchFamily="2" charset="-122"/>
              </a:rPr>
              <a:t>i-1</a:t>
            </a:r>
            <a:r>
              <a:rPr lang="zh-CN" altLang="en-US" b="1" dirty="0">
                <a:solidFill>
                  <a:schemeClr val="tx1"/>
                </a:solidFill>
                <a:latin typeface="华文新魏" panose="02010800040101010101" pitchFamily="2" charset="-122"/>
                <a:ea typeface="华文新魏" panose="02010800040101010101" pitchFamily="2" charset="-122"/>
              </a:rPr>
              <a:t>位触发器的状态变化决定。</a:t>
            </a:r>
            <a:endParaRPr lang="en-US" altLang="zh-CN" b="1" dirty="0">
              <a:solidFill>
                <a:schemeClr val="tx1"/>
              </a:solidFill>
              <a:latin typeface="华文新魏" panose="02010800040101010101" pitchFamily="2" charset="-122"/>
              <a:ea typeface="华文新魏" panose="02010800040101010101" pitchFamily="2" charset="-122"/>
            </a:endParaRPr>
          </a:p>
          <a:p>
            <a:pPr eaLnBrk="1" hangingPunct="1">
              <a:lnSpc>
                <a:spcPct val="110000"/>
              </a:lnSpc>
              <a:spcBef>
                <a:spcPct val="50000"/>
              </a:spcBef>
              <a:buFont typeface="Wingdings" panose="05000000000000000000" pitchFamily="2" charset="2"/>
              <a:buChar char="Ø"/>
            </a:pPr>
            <a:r>
              <a:rPr lang="zh-CN" altLang="en-US" b="1" dirty="0">
                <a:solidFill>
                  <a:schemeClr val="tx1"/>
                </a:solidFill>
                <a:highlight>
                  <a:srgbClr val="FF0000"/>
                </a:highlight>
                <a:latin typeface="Calibri" panose="020F0502020204030204" pitchFamily="34" charset="0"/>
                <a:ea typeface="华文新魏" panose="02010800040101010101" pitchFamily="2" charset="-122"/>
              </a:rPr>
              <a:t>例：</a:t>
            </a:r>
            <a:r>
              <a:rPr lang="zh-CN" altLang="en-US" b="1" dirty="0">
                <a:solidFill>
                  <a:schemeClr val="tx1"/>
                </a:solidFill>
                <a:latin typeface="Calibri" panose="020F0502020204030204" pitchFamily="34" charset="0"/>
                <a:ea typeface="华文新魏" panose="02010800040101010101" pitchFamily="2" charset="-122"/>
              </a:rPr>
              <a:t>分析左图所示电路</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缺统一清零信号</a:t>
            </a:r>
            <a:r>
              <a:rPr lang="en-US" altLang="zh-CN" b="1" dirty="0">
                <a:solidFill>
                  <a:schemeClr val="tx1"/>
                </a:solidFill>
                <a:latin typeface="Calibri" panose="020F0502020204030204" pitchFamily="34" charset="0"/>
                <a:ea typeface="华文新魏" panose="02010800040101010101" pitchFamily="2" charset="-122"/>
              </a:rPr>
              <a:t>)</a:t>
            </a:r>
            <a:r>
              <a:rPr lang="zh-CN" altLang="en-US" b="1" dirty="0">
                <a:solidFill>
                  <a:schemeClr val="tx1"/>
                </a:solidFill>
                <a:latin typeface="Calibri" panose="020F0502020204030204" pitchFamily="34" charset="0"/>
                <a:ea typeface="华文新魏" panose="02010800040101010101" pitchFamily="2" charset="-122"/>
              </a:rPr>
              <a:t>。</a:t>
            </a:r>
            <a:endParaRPr lang="zh-CN" altLang="en-US" b="1" baseline="-25000" dirty="0">
              <a:solidFill>
                <a:schemeClr val="tx1"/>
              </a:solidFill>
              <a:latin typeface="Calibri" panose="020F0502020204030204" pitchFamily="34" charset="0"/>
              <a:ea typeface="华文新魏" panose="02010800040101010101" pitchFamily="2" charset="-122"/>
            </a:endParaRPr>
          </a:p>
        </p:txBody>
      </p:sp>
      <p:grpSp>
        <p:nvGrpSpPr>
          <p:cNvPr id="154628" name="Group 152"/>
          <p:cNvGrpSpPr/>
          <p:nvPr/>
        </p:nvGrpSpPr>
        <p:grpSpPr>
          <a:xfrm>
            <a:off x="393700" y="555625"/>
            <a:ext cx="2520950" cy="4176713"/>
            <a:chOff x="0" y="0"/>
            <a:chExt cx="1824" cy="3552"/>
          </a:xfrm>
        </p:grpSpPr>
        <p:sp>
          <p:nvSpPr>
            <p:cNvPr id="154630" name="Text Box 124"/>
            <p:cNvSpPr txBox="1">
              <a:spLocks noChangeArrowheads="1"/>
            </p:cNvSpPr>
            <p:nvPr/>
          </p:nvSpPr>
          <p:spPr bwMode="auto">
            <a:xfrm>
              <a:off x="0" y="3254"/>
              <a:ext cx="672"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p>
          </p:txBody>
        </p:sp>
        <p:sp>
          <p:nvSpPr>
            <p:cNvPr id="154631" name="Text Box 126"/>
            <p:cNvSpPr txBox="1">
              <a:spLocks noChangeArrowheads="1"/>
            </p:cNvSpPr>
            <p:nvPr/>
          </p:nvSpPr>
          <p:spPr bwMode="auto">
            <a:xfrm>
              <a:off x="192" y="2880"/>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p>
          </p:txBody>
        </p:sp>
        <p:sp>
          <p:nvSpPr>
            <p:cNvPr id="154632" name="Text Box 128"/>
            <p:cNvSpPr txBox="1">
              <a:spLocks noChangeArrowheads="1"/>
            </p:cNvSpPr>
            <p:nvPr/>
          </p:nvSpPr>
          <p:spPr bwMode="auto">
            <a:xfrm>
              <a:off x="192" y="1944"/>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p>
          </p:txBody>
        </p:sp>
        <p:grpSp>
          <p:nvGrpSpPr>
            <p:cNvPr id="154633" name="Group 132"/>
            <p:cNvGrpSpPr/>
            <p:nvPr/>
          </p:nvGrpSpPr>
          <p:grpSpPr>
            <a:xfrm>
              <a:off x="432" y="0"/>
              <a:ext cx="1005" cy="3552"/>
              <a:chOff x="0" y="0"/>
              <a:chExt cx="1005" cy="3552"/>
            </a:xfrm>
          </p:grpSpPr>
          <p:grpSp>
            <p:nvGrpSpPr>
              <p:cNvPr id="154640" name="Group 72"/>
              <p:cNvGrpSpPr/>
              <p:nvPr/>
            </p:nvGrpSpPr>
            <p:grpSpPr>
              <a:xfrm>
                <a:off x="0" y="0"/>
                <a:ext cx="1005" cy="800"/>
                <a:chOff x="0" y="0"/>
                <a:chExt cx="1005" cy="800"/>
              </a:xfrm>
            </p:grpSpPr>
            <p:sp>
              <p:nvSpPr>
                <p:cNvPr id="154695" name="Line 30"/>
                <p:cNvSpPr>
                  <a:spLocks noChangeShapeType="1"/>
                </p:cNvSpPr>
                <p:nvPr/>
              </p:nvSpPr>
              <p:spPr bwMode="auto">
                <a:xfrm flipH="1">
                  <a:off x="0" y="667"/>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6" name="Line 31"/>
                <p:cNvSpPr>
                  <a:spLocks noChangeShapeType="1"/>
                </p:cNvSpPr>
                <p:nvPr/>
              </p:nvSpPr>
              <p:spPr bwMode="auto">
                <a:xfrm flipH="1">
                  <a:off x="799" y="640"/>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7" name="Line 32"/>
                <p:cNvSpPr>
                  <a:spLocks noChangeShapeType="1"/>
                </p:cNvSpPr>
                <p:nvPr/>
              </p:nvSpPr>
              <p:spPr bwMode="auto">
                <a:xfrm flipH="1">
                  <a:off x="9" y="23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8" name="Line 33"/>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9" name="Line 34"/>
                <p:cNvSpPr>
                  <a:spLocks noChangeShapeType="1"/>
                </p:cNvSpPr>
                <p:nvPr/>
              </p:nvSpPr>
              <p:spPr bwMode="auto">
                <a:xfrm flipV="1">
                  <a:off x="153" y="3"/>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0" name="Line 35"/>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1" name="Line 36"/>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2" name="Oval 38"/>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3" name="Oval 22"/>
                <p:cNvSpPr>
                  <a:spLocks noChangeArrowheads="1"/>
                </p:cNvSpPr>
                <p:nvPr/>
              </p:nvSpPr>
              <p:spPr bwMode="auto">
                <a:xfrm flipH="1">
                  <a:off x="729" y="609"/>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704" name="AutoShape 2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705" name="Line 2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6" name="Line 25"/>
                <p:cNvSpPr>
                  <a:spLocks noChangeShapeType="1"/>
                </p:cNvSpPr>
                <p:nvPr/>
              </p:nvSpPr>
              <p:spPr bwMode="auto">
                <a:xfrm flipH="1">
                  <a:off x="297" y="659"/>
                  <a:ext cx="47" cy="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707" name="Text Box 2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54708" name="Text Box 27"/>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709" name="Text Box 2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710" name="Text Box 2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grpSp>
          <p:grpSp>
            <p:nvGrpSpPr>
              <p:cNvPr id="154641" name="Group 73"/>
              <p:cNvGrpSpPr/>
              <p:nvPr/>
            </p:nvGrpSpPr>
            <p:grpSpPr>
              <a:xfrm>
                <a:off x="0" y="932"/>
                <a:ext cx="1005" cy="800"/>
                <a:chOff x="0" y="0"/>
                <a:chExt cx="1005" cy="800"/>
              </a:xfrm>
            </p:grpSpPr>
            <p:sp>
              <p:nvSpPr>
                <p:cNvPr id="154679" name="Line 74"/>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0" name="Line 75"/>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1" name="Line 76"/>
                <p:cNvSpPr>
                  <a:spLocks noChangeShapeType="1"/>
                </p:cNvSpPr>
                <p:nvPr/>
              </p:nvSpPr>
              <p:spPr bwMode="auto">
                <a:xfrm flipH="1">
                  <a:off x="9" y="241"/>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2" name="Line 77"/>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3" name="Line 78"/>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4" name="Line 79"/>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5" name="Line 80"/>
                <p:cNvSpPr>
                  <a:spLocks noChangeShapeType="1"/>
                </p:cNvSpPr>
                <p:nvPr/>
              </p:nvSpPr>
              <p:spPr bwMode="auto">
                <a:xfrm>
                  <a:off x="921" y="0"/>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86" name="Oval 81"/>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7" name="Oval 82"/>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88" name="AutoShape 83"/>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89" name="Line 84"/>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0" name="Line 85"/>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91" name="Text Box 86"/>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54692" name="Text Box 87"/>
                <p:cNvSpPr txBox="1">
                  <a:spLocks noChangeArrowheads="1"/>
                </p:cNvSpPr>
                <p:nvPr/>
              </p:nvSpPr>
              <p:spPr bwMode="auto">
                <a:xfrm>
                  <a:off x="548" y="156"/>
                  <a:ext cx="210" cy="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93" name="Text Box 88"/>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94" name="Text Box 89"/>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grpSp>
          <p:grpSp>
            <p:nvGrpSpPr>
              <p:cNvPr id="154642" name="Group 90"/>
              <p:cNvGrpSpPr/>
              <p:nvPr/>
            </p:nvGrpSpPr>
            <p:grpSpPr>
              <a:xfrm>
                <a:off x="0" y="1840"/>
                <a:ext cx="1005" cy="798"/>
                <a:chOff x="0" y="0"/>
                <a:chExt cx="1005" cy="798"/>
              </a:xfrm>
            </p:grpSpPr>
            <p:sp>
              <p:nvSpPr>
                <p:cNvPr id="154663" name="Line 91"/>
                <p:cNvSpPr>
                  <a:spLocks noChangeShapeType="1"/>
                </p:cNvSpPr>
                <p:nvPr/>
              </p:nvSpPr>
              <p:spPr bwMode="auto">
                <a:xfrm flipH="1">
                  <a:off x="0" y="66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4" name="Line 92"/>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5" name="Line 93"/>
                <p:cNvSpPr>
                  <a:spLocks noChangeShapeType="1"/>
                </p:cNvSpPr>
                <p:nvPr/>
              </p:nvSpPr>
              <p:spPr bwMode="auto">
                <a:xfrm flipH="1">
                  <a:off x="9" y="232"/>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6" name="Line 94"/>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7" name="Line 95"/>
                <p:cNvSpPr>
                  <a:spLocks noChangeShapeType="1"/>
                </p:cNvSpPr>
                <p:nvPr/>
              </p:nvSpPr>
              <p:spPr bwMode="auto">
                <a:xfrm flipV="1">
                  <a:off x="153" y="3"/>
                  <a:ext cx="0" cy="2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8" name="Line 96"/>
                <p:cNvSpPr>
                  <a:spLocks noChangeShapeType="1"/>
                </p:cNvSpPr>
                <p:nvPr/>
              </p:nvSpPr>
              <p:spPr bwMode="auto">
                <a:xfrm>
                  <a:off x="153" y="3"/>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69" name="Line 97"/>
                <p:cNvSpPr>
                  <a:spLocks noChangeShapeType="1"/>
                </p:cNvSpPr>
                <p:nvPr/>
              </p:nvSpPr>
              <p:spPr bwMode="auto">
                <a:xfrm>
                  <a:off x="921" y="0"/>
                  <a:ext cx="0" cy="65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0" name="Oval 98"/>
                <p:cNvSpPr>
                  <a:spLocks noChangeArrowheads="1"/>
                </p:cNvSpPr>
                <p:nvPr/>
              </p:nvSpPr>
              <p:spPr bwMode="auto">
                <a:xfrm>
                  <a:off x="126" y="217"/>
                  <a:ext cx="47" cy="46"/>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1" name="Oval 99"/>
                <p:cNvSpPr>
                  <a:spLocks noChangeArrowheads="1"/>
                </p:cNvSpPr>
                <p:nvPr/>
              </p:nvSpPr>
              <p:spPr bwMode="auto">
                <a:xfrm flipH="1">
                  <a:off x="729" y="605"/>
                  <a:ext cx="68"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72" name="AutoShape 100"/>
                <p:cNvSpPr>
                  <a:spLocks noChangeArrowheads="1"/>
                </p:cNvSpPr>
                <p:nvPr/>
              </p:nvSpPr>
              <p:spPr bwMode="auto">
                <a:xfrm>
                  <a:off x="297" y="128"/>
                  <a:ext cx="432" cy="670"/>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73" name="Line 101"/>
                <p:cNvSpPr>
                  <a:spLocks noChangeShapeType="1"/>
                </p:cNvSpPr>
                <p:nvPr/>
              </p:nvSpPr>
              <p:spPr bwMode="auto">
                <a:xfrm>
                  <a:off x="297" y="601"/>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4" name="Line 102"/>
                <p:cNvSpPr>
                  <a:spLocks noChangeShapeType="1"/>
                </p:cNvSpPr>
                <p:nvPr/>
              </p:nvSpPr>
              <p:spPr bwMode="auto">
                <a:xfrm flipH="1">
                  <a:off x="297" y="659"/>
                  <a:ext cx="47" cy="4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75" name="Text Box 103"/>
                <p:cNvSpPr txBox="1">
                  <a:spLocks noChangeArrowheads="1"/>
                </p:cNvSpPr>
                <p:nvPr/>
              </p:nvSpPr>
              <p:spPr bwMode="auto">
                <a:xfrm>
                  <a:off x="286" y="143"/>
                  <a:ext cx="500"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54676" name="Text Box 104"/>
                <p:cNvSpPr txBox="1">
                  <a:spLocks noChangeArrowheads="1"/>
                </p:cNvSpPr>
                <p:nvPr/>
              </p:nvSpPr>
              <p:spPr bwMode="auto">
                <a:xfrm>
                  <a:off x="548" y="158"/>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77" name="Text Box 105"/>
                <p:cNvSpPr txBox="1">
                  <a:spLocks noChangeArrowheads="1"/>
                </p:cNvSpPr>
                <p:nvPr/>
              </p:nvSpPr>
              <p:spPr bwMode="auto">
                <a:xfrm>
                  <a:off x="548" y="532"/>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78" name="Text Box 106"/>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grpSp>
          <p:grpSp>
            <p:nvGrpSpPr>
              <p:cNvPr id="154643" name="Group 107"/>
              <p:cNvGrpSpPr/>
              <p:nvPr/>
            </p:nvGrpSpPr>
            <p:grpSpPr>
              <a:xfrm>
                <a:off x="0" y="2750"/>
                <a:ext cx="1005" cy="802"/>
                <a:chOff x="0" y="-2"/>
                <a:chExt cx="1005" cy="802"/>
              </a:xfrm>
            </p:grpSpPr>
            <p:sp>
              <p:nvSpPr>
                <p:cNvPr id="154647" name="Line 108"/>
                <p:cNvSpPr>
                  <a:spLocks noChangeShapeType="1"/>
                </p:cNvSpPr>
                <p:nvPr/>
              </p:nvSpPr>
              <p:spPr bwMode="auto">
                <a:xfrm flipH="1">
                  <a:off x="0" y="665"/>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8" name="Line 109"/>
                <p:cNvSpPr>
                  <a:spLocks noChangeShapeType="1"/>
                </p:cNvSpPr>
                <p:nvPr/>
              </p:nvSpPr>
              <p:spPr bwMode="auto">
                <a:xfrm flipH="1">
                  <a:off x="799" y="639"/>
                  <a:ext cx="11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9" name="Line 110"/>
                <p:cNvSpPr>
                  <a:spLocks noChangeShapeType="1"/>
                </p:cNvSpPr>
                <p:nvPr/>
              </p:nvSpPr>
              <p:spPr bwMode="auto">
                <a:xfrm flipH="1">
                  <a:off x="9" y="233"/>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0" name="Line 111"/>
                <p:cNvSpPr>
                  <a:spLocks noChangeShapeType="1"/>
                </p:cNvSpPr>
                <p:nvPr/>
              </p:nvSpPr>
              <p:spPr bwMode="auto">
                <a:xfrm flipH="1">
                  <a:off x="717" y="224"/>
                  <a:ext cx="28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1" name="Line 112"/>
                <p:cNvSpPr>
                  <a:spLocks noChangeShapeType="1"/>
                </p:cNvSpPr>
                <p:nvPr/>
              </p:nvSpPr>
              <p:spPr bwMode="auto">
                <a:xfrm flipV="1">
                  <a:off x="153" y="1"/>
                  <a:ext cx="0" cy="24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2" name="Line 113"/>
                <p:cNvSpPr>
                  <a:spLocks noChangeShapeType="1"/>
                </p:cNvSpPr>
                <p:nvPr/>
              </p:nvSpPr>
              <p:spPr bwMode="auto">
                <a:xfrm>
                  <a:off x="153" y="1"/>
                  <a:ext cx="76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3" name="Line 114"/>
                <p:cNvSpPr>
                  <a:spLocks noChangeShapeType="1"/>
                </p:cNvSpPr>
                <p:nvPr/>
              </p:nvSpPr>
              <p:spPr bwMode="auto">
                <a:xfrm>
                  <a:off x="921" y="-2"/>
                  <a:ext cx="0" cy="6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4" name="Oval 115"/>
                <p:cNvSpPr>
                  <a:spLocks noChangeArrowheads="1"/>
                </p:cNvSpPr>
                <p:nvPr/>
              </p:nvSpPr>
              <p:spPr bwMode="auto">
                <a:xfrm>
                  <a:off x="126" y="217"/>
                  <a:ext cx="47" cy="47"/>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5" name="Oval 116"/>
                <p:cNvSpPr>
                  <a:spLocks noChangeArrowheads="1"/>
                </p:cNvSpPr>
                <p:nvPr/>
              </p:nvSpPr>
              <p:spPr bwMode="auto">
                <a:xfrm flipH="1">
                  <a:off x="729" y="607"/>
                  <a:ext cx="68" cy="68"/>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54656" name="AutoShape 117"/>
                <p:cNvSpPr>
                  <a:spLocks noChangeArrowheads="1"/>
                </p:cNvSpPr>
                <p:nvPr/>
              </p:nvSpPr>
              <p:spPr bwMode="auto">
                <a:xfrm>
                  <a:off x="297" y="128"/>
                  <a:ext cx="432" cy="672"/>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54657" name="Line 118"/>
                <p:cNvSpPr>
                  <a:spLocks noChangeShapeType="1"/>
                </p:cNvSpPr>
                <p:nvPr/>
              </p:nvSpPr>
              <p:spPr bwMode="auto">
                <a:xfrm>
                  <a:off x="297" y="602"/>
                  <a:ext cx="47" cy="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8" name="Line 119"/>
                <p:cNvSpPr>
                  <a:spLocks noChangeShapeType="1"/>
                </p:cNvSpPr>
                <p:nvPr/>
              </p:nvSpPr>
              <p:spPr bwMode="auto">
                <a:xfrm flipH="1">
                  <a:off x="297" y="658"/>
                  <a:ext cx="47" cy="4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59" name="Text Box 120"/>
                <p:cNvSpPr txBox="1">
                  <a:spLocks noChangeArrowheads="1"/>
                </p:cNvSpPr>
                <p:nvPr/>
              </p:nvSpPr>
              <p:spPr bwMode="auto">
                <a:xfrm>
                  <a:off x="286" y="142"/>
                  <a:ext cx="500"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1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54660" name="Text Box 121"/>
                <p:cNvSpPr txBox="1">
                  <a:spLocks noChangeArrowheads="1"/>
                </p:cNvSpPr>
                <p:nvPr/>
              </p:nvSpPr>
              <p:spPr bwMode="auto">
                <a:xfrm>
                  <a:off x="548" y="156"/>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61" name="Text Box 122"/>
                <p:cNvSpPr txBox="1">
                  <a:spLocks noChangeArrowheads="1"/>
                </p:cNvSpPr>
                <p:nvPr/>
              </p:nvSpPr>
              <p:spPr bwMode="auto">
                <a:xfrm>
                  <a:off x="548" y="533"/>
                  <a:ext cx="210" cy="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54662" name="Text Box 123"/>
                <p:cNvSpPr txBox="1">
                  <a:spLocks noChangeArrowheads="1"/>
                </p:cNvSpPr>
                <p:nvPr/>
              </p:nvSpPr>
              <p:spPr bwMode="auto">
                <a:xfrm>
                  <a:off x="312" y="573"/>
                  <a:ext cx="315" cy="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0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grpSp>
          <p:sp>
            <p:nvSpPr>
              <p:cNvPr id="154644" name="Line 125"/>
              <p:cNvSpPr>
                <a:spLocks noChangeShapeType="1"/>
              </p:cNvSpPr>
              <p:nvPr/>
            </p:nvSpPr>
            <p:spPr bwMode="auto">
              <a:xfrm>
                <a:off x="11" y="2504"/>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5" name="Line 127"/>
              <p:cNvSpPr>
                <a:spLocks noChangeShapeType="1"/>
              </p:cNvSpPr>
              <p:nvPr/>
            </p:nvSpPr>
            <p:spPr bwMode="auto">
              <a:xfrm>
                <a:off x="11" y="1604"/>
                <a:ext cx="0" cy="4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4646" name="Line 129"/>
              <p:cNvSpPr>
                <a:spLocks noChangeShapeType="1"/>
              </p:cNvSpPr>
              <p:nvPr/>
            </p:nvSpPr>
            <p:spPr bwMode="auto">
              <a:xfrm>
                <a:off x="11" y="680"/>
                <a:ext cx="0" cy="48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4634" name="Text Box 130"/>
            <p:cNvSpPr txBox="1">
              <a:spLocks noChangeArrowheads="1"/>
            </p:cNvSpPr>
            <p:nvPr/>
          </p:nvSpPr>
          <p:spPr bwMode="auto">
            <a:xfrm>
              <a:off x="192" y="1068"/>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p>
          </p:txBody>
        </p:sp>
        <p:sp>
          <p:nvSpPr>
            <p:cNvPr id="154635" name="Text Box 131"/>
            <p:cNvSpPr txBox="1">
              <a:spLocks noChangeArrowheads="1"/>
            </p:cNvSpPr>
            <p:nvPr/>
          </p:nvSpPr>
          <p:spPr bwMode="auto">
            <a:xfrm>
              <a:off x="192" y="96"/>
              <a:ext cx="383"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D</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p>
          </p:txBody>
        </p:sp>
        <p:sp>
          <p:nvSpPr>
            <p:cNvPr id="154636" name="Text Box 133"/>
            <p:cNvSpPr txBox="1">
              <a:spLocks noChangeArrowheads="1"/>
            </p:cNvSpPr>
            <p:nvPr/>
          </p:nvSpPr>
          <p:spPr bwMode="auto">
            <a:xfrm>
              <a:off x="1440" y="2832"/>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0</a:t>
              </a:r>
            </a:p>
          </p:txBody>
        </p:sp>
        <p:sp>
          <p:nvSpPr>
            <p:cNvPr id="154637" name="Text Box 134"/>
            <p:cNvSpPr txBox="1">
              <a:spLocks noChangeArrowheads="1"/>
            </p:cNvSpPr>
            <p:nvPr/>
          </p:nvSpPr>
          <p:spPr bwMode="auto">
            <a:xfrm>
              <a:off x="1440" y="1895"/>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p>
          </p:txBody>
        </p:sp>
        <p:sp>
          <p:nvSpPr>
            <p:cNvPr id="154638" name="Text Box 135"/>
            <p:cNvSpPr txBox="1">
              <a:spLocks noChangeArrowheads="1"/>
            </p:cNvSpPr>
            <p:nvPr/>
          </p:nvSpPr>
          <p:spPr bwMode="auto">
            <a:xfrm>
              <a:off x="1440" y="1021"/>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2</a:t>
              </a:r>
            </a:p>
          </p:txBody>
        </p:sp>
        <p:sp>
          <p:nvSpPr>
            <p:cNvPr id="154639" name="Text Box 136"/>
            <p:cNvSpPr txBox="1">
              <a:spLocks noChangeArrowheads="1"/>
            </p:cNvSpPr>
            <p:nvPr/>
          </p:nvSpPr>
          <p:spPr bwMode="auto">
            <a:xfrm>
              <a:off x="1440" y="49"/>
              <a:ext cx="384"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4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4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p>
          </p:txBody>
        </p:sp>
      </p:grpSp>
      <p:graphicFrame>
        <p:nvGraphicFramePr>
          <p:cNvPr id="154629" name="Object 89"/>
          <p:cNvGraphicFramePr/>
          <p:nvPr/>
        </p:nvGraphicFramePr>
        <p:xfrm>
          <a:off x="3259138" y="3075806"/>
          <a:ext cx="3698875" cy="1000125"/>
        </p:xfrm>
        <a:graphic>
          <a:graphicData uri="http://schemas.openxmlformats.org/presentationml/2006/ole">
            <mc:AlternateContent xmlns:mc="http://schemas.openxmlformats.org/markup-compatibility/2006">
              <mc:Choice xmlns:v="urn:schemas-microsoft-com:vml" Requires="v">
                <p:oleObj r:id="rId3" imgW="3695700" imgH="1000125" progId="PBrush">
                  <p:embed/>
                </p:oleObj>
              </mc:Choice>
              <mc:Fallback>
                <p:oleObj r:id="rId3" imgW="3695700" imgH="1000125" progId="PBrush">
                  <p:embed/>
                  <p:pic>
                    <p:nvPicPr>
                      <p:cNvPr id="0" name="图片 3075"/>
                      <p:cNvPicPr/>
                      <p:nvPr/>
                    </p:nvPicPr>
                    <p:blipFill>
                      <a:blip r:embed="rId4"/>
                      <a:stretch>
                        <a:fillRect/>
                      </a:stretch>
                    </p:blipFill>
                    <p:spPr>
                      <a:xfrm>
                        <a:off x="3259138" y="3075806"/>
                        <a:ext cx="3698875" cy="1000125"/>
                      </a:xfrm>
                      <a:prstGeom prst="rect">
                        <a:avLst/>
                      </a:prstGeom>
                      <a:noFill/>
                      <a:ln w="38100">
                        <a:noFill/>
                        <a:miter/>
                      </a:ln>
                    </p:spPr>
                  </p:pic>
                </p:oleObj>
              </mc:Fallback>
            </mc:AlternateContent>
          </a:graphicData>
        </a:graphic>
      </p:graphicFrame>
      <p:sp>
        <p:nvSpPr>
          <p:cNvPr id="2" name="文本框 1"/>
          <p:cNvSpPr txBox="1"/>
          <p:nvPr/>
        </p:nvSpPr>
        <p:spPr>
          <a:xfrm>
            <a:off x="7141845" y="3219822"/>
            <a:ext cx="1706880" cy="706755"/>
          </a:xfrm>
          <a:prstGeom prst="rect">
            <a:avLst/>
          </a:prstGeom>
          <a:noFill/>
        </p:spPr>
        <p:txBody>
          <a:bodyPr wrap="none" rtlCol="0">
            <a:spAutoFit/>
          </a:bodyPr>
          <a:lstStyle/>
          <a:p>
            <a:r>
              <a:rPr lang="zh-CN" altLang="en-US" dirty="0">
                <a:solidFill>
                  <a:srgbClr val="FF0000"/>
                </a:solidFill>
                <a:effectLst>
                  <a:outerShdw blurRad="38100" dist="19050" dir="2700000" algn="tl" rotWithShape="0">
                    <a:schemeClr val="dk1">
                      <a:alpha val="40000"/>
                    </a:schemeClr>
                  </a:outerShdw>
                </a:effectLst>
              </a:rPr>
              <a:t>注意这是个</a:t>
            </a:r>
          </a:p>
          <a:p>
            <a:r>
              <a:rPr lang="zh-CN" altLang="en-US" dirty="0">
                <a:solidFill>
                  <a:srgbClr val="FF0000"/>
                </a:solidFill>
                <a:effectLst>
                  <a:outerShdw blurRad="38100" dist="19050" dir="2700000" algn="tl" rotWithShape="0">
                    <a:schemeClr val="dk1">
                      <a:alpha val="40000"/>
                    </a:schemeClr>
                  </a:outerShdw>
                </a:effectLst>
              </a:rPr>
              <a:t>异步时序电路</a:t>
            </a:r>
          </a:p>
        </p:txBody>
      </p:sp>
      <p:sp>
        <p:nvSpPr>
          <p:cNvPr id="3" name="文本框 2"/>
          <p:cNvSpPr txBox="1"/>
          <p:nvPr/>
        </p:nvSpPr>
        <p:spPr>
          <a:xfrm>
            <a:off x="2267585" y="3755390"/>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4" name="文本框 3"/>
          <p:cNvSpPr txBox="1"/>
          <p:nvPr/>
        </p:nvSpPr>
        <p:spPr>
          <a:xfrm>
            <a:off x="2267585" y="2682875"/>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5" name="文本框 4"/>
          <p:cNvSpPr txBox="1"/>
          <p:nvPr/>
        </p:nvSpPr>
        <p:spPr>
          <a:xfrm>
            <a:off x="2267585" y="1615440"/>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6" name="文本框 5"/>
          <p:cNvSpPr txBox="1"/>
          <p:nvPr/>
        </p:nvSpPr>
        <p:spPr>
          <a:xfrm>
            <a:off x="2267585" y="539115"/>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7" name="矩形 6"/>
          <p:cNvSpPr/>
          <p:nvPr/>
        </p:nvSpPr>
        <p:spPr>
          <a:xfrm>
            <a:off x="2339975" y="3796030"/>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8" name="图片 7"/>
          <p:cNvPicPr>
            <a:picLocks noChangeAspect="1"/>
          </p:cNvPicPr>
          <p:nvPr/>
        </p:nvPicPr>
        <p:blipFill>
          <a:blip r:embed="rId5"/>
          <a:stretch>
            <a:fillRect/>
          </a:stretch>
        </p:blipFill>
        <p:spPr>
          <a:xfrm>
            <a:off x="539750" y="3392805"/>
            <a:ext cx="402590" cy="280035"/>
          </a:xfrm>
          <a:prstGeom prst="rect">
            <a:avLst/>
          </a:prstGeom>
        </p:spPr>
      </p:pic>
      <p:pic>
        <p:nvPicPr>
          <p:cNvPr id="9" name="图片 8"/>
          <p:cNvPicPr>
            <a:picLocks noChangeAspect="1"/>
          </p:cNvPicPr>
          <p:nvPr/>
        </p:nvPicPr>
        <p:blipFill>
          <a:blip r:embed="rId6"/>
          <a:stretch>
            <a:fillRect/>
          </a:stretch>
        </p:blipFill>
        <p:spPr>
          <a:xfrm>
            <a:off x="107315" y="4418330"/>
            <a:ext cx="382270" cy="258445"/>
          </a:xfrm>
          <a:prstGeom prst="rect">
            <a:avLst/>
          </a:prstGeom>
        </p:spPr>
      </p:pic>
      <p:pic>
        <p:nvPicPr>
          <p:cNvPr id="10" name="图片 9"/>
          <p:cNvPicPr>
            <a:picLocks noChangeAspect="1"/>
          </p:cNvPicPr>
          <p:nvPr/>
        </p:nvPicPr>
        <p:blipFill>
          <a:blip r:embed="rId6"/>
          <a:stretch>
            <a:fillRect/>
          </a:stretch>
        </p:blipFill>
        <p:spPr>
          <a:xfrm>
            <a:off x="539750" y="3399155"/>
            <a:ext cx="382270" cy="258445"/>
          </a:xfrm>
          <a:prstGeom prst="rect">
            <a:avLst/>
          </a:prstGeom>
        </p:spPr>
      </p:pic>
      <p:sp>
        <p:nvSpPr>
          <p:cNvPr id="13" name="矩形 12"/>
          <p:cNvSpPr/>
          <p:nvPr/>
        </p:nvSpPr>
        <p:spPr>
          <a:xfrm>
            <a:off x="2339975" y="2715895"/>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14" name="图片 13"/>
          <p:cNvPicPr>
            <a:picLocks noChangeAspect="1"/>
          </p:cNvPicPr>
          <p:nvPr/>
        </p:nvPicPr>
        <p:blipFill>
          <a:blip r:embed="rId5"/>
          <a:stretch>
            <a:fillRect/>
          </a:stretch>
        </p:blipFill>
        <p:spPr>
          <a:xfrm>
            <a:off x="539750" y="2359660"/>
            <a:ext cx="402590" cy="280035"/>
          </a:xfrm>
          <a:prstGeom prst="rect">
            <a:avLst/>
          </a:prstGeom>
        </p:spPr>
      </p:pic>
      <p:sp>
        <p:nvSpPr>
          <p:cNvPr id="11" name="文本框 10"/>
          <p:cNvSpPr txBox="1"/>
          <p:nvPr/>
        </p:nvSpPr>
        <p:spPr>
          <a:xfrm>
            <a:off x="3037800" y="4193787"/>
            <a:ext cx="5810925" cy="1015663"/>
          </a:xfrm>
          <a:prstGeom prst="rect">
            <a:avLst/>
          </a:prstGeom>
          <a:noFill/>
        </p:spPr>
        <p:txBody>
          <a:bodyPr wrap="square" rtlCol="0">
            <a:spAutoFit/>
          </a:bodyPr>
          <a:lstStyle/>
          <a:p>
            <a:r>
              <a:rPr lang="zh-CN" altLang="en-US" b="1" dirty="0">
                <a:solidFill>
                  <a:srgbClr val="FF0000"/>
                </a:solidFill>
                <a:latin typeface="华文新魏" panose="02010800040101010101" pitchFamily="2" charset="-122"/>
                <a:ea typeface="华文新魏" panose="02010800040101010101" pitchFamily="2" charset="-122"/>
              </a:rPr>
              <a:t>二进制加</a:t>
            </a:r>
            <a:r>
              <a:rPr lang="en-US" altLang="zh-CN" b="1" dirty="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i-1</a:t>
            </a:r>
            <a:r>
              <a:rPr lang="zh-CN" altLang="en-US" b="1" dirty="0">
                <a:solidFill>
                  <a:srgbClr val="FF0000"/>
                </a:solidFill>
                <a:latin typeface="华文新魏" panose="02010800040101010101" pitchFamily="2" charset="-122"/>
                <a:ea typeface="华文新魏" panose="02010800040101010101" pitchFamily="2" charset="-122"/>
                <a:sym typeface="+mn-ea"/>
              </a:rPr>
              <a:t>由</a:t>
            </a:r>
            <a:r>
              <a:rPr lang="en-US" altLang="zh-CN" b="1" dirty="0">
                <a:solidFill>
                  <a:srgbClr val="FF0000"/>
                </a:solidFill>
                <a:latin typeface="华文新魏" panose="02010800040101010101" pitchFamily="2" charset="-122"/>
                <a:ea typeface="华文新魏" panose="02010800040101010101" pitchFamily="2" charset="-122"/>
                <a:sym typeface="+mn-ea"/>
              </a:rPr>
              <a:t>1</a:t>
            </a:r>
            <a:r>
              <a:rPr lang="en-US" altLang="zh-CN" dirty="0">
                <a:solidFill>
                  <a:srgbClr val="FF0000"/>
                </a:solidFill>
                <a:latin typeface="Times New Roman" panose="02020603050405020304" pitchFamily="18" charset="0"/>
                <a:sym typeface="+mn-ea"/>
              </a:rPr>
              <a:t>→</a:t>
            </a:r>
            <a:r>
              <a:rPr lang="en-US" altLang="zh-CN" b="1" dirty="0">
                <a:solidFill>
                  <a:srgbClr val="FF0000"/>
                </a:solidFill>
                <a:latin typeface="华文新魏" panose="02010800040101010101" pitchFamily="2" charset="-122"/>
                <a:ea typeface="华文新魏" panose="02010800040101010101" pitchFamily="2" charset="-122"/>
                <a:sym typeface="+mn-ea"/>
              </a:rPr>
              <a:t>0</a:t>
            </a:r>
            <a:r>
              <a:rPr lang="zh-CN" altLang="en-US" b="1" dirty="0">
                <a:solidFill>
                  <a:srgbClr val="FF0000"/>
                </a:solidFill>
                <a:latin typeface="华文新魏" panose="02010800040101010101" pitchFamily="2" charset="-122"/>
                <a:ea typeface="华文新魏" panose="02010800040101010101" pitchFamily="2" charset="-122"/>
                <a:sym typeface="+mn-ea"/>
              </a:rPr>
              <a:t>产生进位，</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a:t>
            </a:r>
            <a:r>
              <a:rPr lang="zh-CN" altLang="en-US" b="1" dirty="0">
                <a:solidFill>
                  <a:srgbClr val="FF0000"/>
                </a:solidFill>
                <a:latin typeface="华文新魏" panose="02010800040101010101" pitchFamily="2" charset="-122"/>
                <a:ea typeface="华文新魏" panose="02010800040101010101" pitchFamily="2" charset="-122"/>
                <a:sym typeface="+mn-ea"/>
              </a:rPr>
              <a:t>变化，前沿触发器：</a:t>
            </a:r>
            <a:r>
              <a:rPr lang="en-US" altLang="zh-CN" b="1" dirty="0">
                <a:solidFill>
                  <a:srgbClr val="FF0000"/>
                </a:solidFill>
                <a:latin typeface="华文新魏" panose="02010800040101010101" pitchFamily="2" charset="-122"/>
                <a:ea typeface="华文新魏" panose="02010800040101010101" pitchFamily="2" charset="-122"/>
              </a:rPr>
              <a:t> CLK </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 </a:t>
            </a:r>
            <a:r>
              <a:rPr lang="zh-CN" altLang="en-US" b="1" baseline="-25000" dirty="0">
                <a:solidFill>
                  <a:srgbClr val="FF0000"/>
                </a:solidFill>
                <a:latin typeface="华文新魏" panose="02010800040101010101" pitchFamily="2" charset="-122"/>
                <a:ea typeface="华文新魏" panose="02010800040101010101" pitchFamily="2" charset="-122"/>
              </a:rPr>
              <a:t>。</a:t>
            </a:r>
            <a:endParaRPr lang="zh-CN" altLang="en-US" b="1" dirty="0">
              <a:solidFill>
                <a:srgbClr val="FF0000"/>
              </a:solidFill>
              <a:latin typeface="华文新魏" panose="02010800040101010101" pitchFamily="2" charset="-122"/>
              <a:ea typeface="华文新魏" panose="02010800040101010101" pitchFamily="2" charset="-122"/>
            </a:endParaRPr>
          </a:p>
          <a:p>
            <a:endParaRPr lang="zh-CN" altLang="en-US" dirty="0"/>
          </a:p>
        </p:txBody>
      </p:sp>
      <p:sp>
        <p:nvSpPr>
          <p:cNvPr id="99" name="Line 132"/>
          <p:cNvSpPr/>
          <p:nvPr/>
        </p:nvSpPr>
        <p:spPr>
          <a:xfrm>
            <a:off x="5646301" y="4543022"/>
            <a:ext cx="228600" cy="0"/>
          </a:xfrm>
          <a:prstGeom prst="line">
            <a:avLst/>
          </a:prstGeom>
          <a:ln w="19050" cap="flat" cmpd="sng">
            <a:solidFill>
              <a:srgbClr val="FF0000"/>
            </a:solidFill>
            <a:prstDash val="solid"/>
            <a:headEnd type="none" w="med" len="med"/>
            <a:tailEnd type="none" w="med" len="med"/>
          </a:ln>
        </p:spPr>
      </p:sp>
      <p:sp>
        <p:nvSpPr>
          <p:cNvPr id="12" name="文本框 11"/>
          <p:cNvSpPr txBox="1"/>
          <p:nvPr/>
        </p:nvSpPr>
        <p:spPr>
          <a:xfrm>
            <a:off x="6228184" y="4501563"/>
            <a:ext cx="3240549" cy="400110"/>
          </a:xfrm>
          <a:prstGeom prst="rect">
            <a:avLst/>
          </a:prstGeom>
          <a:noFill/>
        </p:spPr>
        <p:txBody>
          <a:bodyPr wrap="square" rtlCol="0">
            <a:spAutoFit/>
          </a:bodyPr>
          <a:lstStyle/>
          <a:p>
            <a:r>
              <a:rPr lang="zh-CN" altLang="en-US" dirty="0">
                <a:solidFill>
                  <a:srgbClr val="0000FF"/>
                </a:solidFill>
              </a:rPr>
              <a:t>如果是后沿触发器呢？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4628"/>
                                        </p:tgtEl>
                                        <p:attrNameLst>
                                          <p:attrName>style.visibility</p:attrName>
                                        </p:attrNameLst>
                                      </p:cBhvr>
                                      <p:to>
                                        <p:strVal val="visible"/>
                                      </p:to>
                                    </p:set>
                                    <p:anim calcmode="lin" valueType="num">
                                      <p:cBhvr additive="base">
                                        <p:cTn id="7" dur="500" fill="hold"/>
                                        <p:tgtEl>
                                          <p:spTgt spid="154628"/>
                                        </p:tgtEl>
                                        <p:attrNameLst>
                                          <p:attrName>ppt_x</p:attrName>
                                        </p:attrNameLst>
                                      </p:cBhvr>
                                      <p:tavLst>
                                        <p:tav tm="0">
                                          <p:val>
                                            <p:strVal val="#ppt_x"/>
                                          </p:val>
                                        </p:tav>
                                        <p:tav tm="100000">
                                          <p:val>
                                            <p:strVal val="#ppt_x"/>
                                          </p:val>
                                        </p:tav>
                                      </p:tavLst>
                                    </p:anim>
                                    <p:anim calcmode="lin" valueType="num">
                                      <p:cBhvr additive="base">
                                        <p:cTn id="8" dur="500" fill="hold"/>
                                        <p:tgtEl>
                                          <p:spTgt spid="1546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2" nodeType="clickEffect">
                                  <p:stCondLst>
                                    <p:cond delay="0"/>
                                  </p:stCondLst>
                                  <p:childTnLst>
                                    <p:animEffect transition="out" filter="blinds(horizontal)">
                                      <p:cBhvr>
                                        <p:cTn id="38" dur="500"/>
                                        <p:tgtEl>
                                          <p:spTgt spid="7"/>
                                        </p:tgtEl>
                                      </p:cBhvr>
                                    </p:animEffect>
                                    <p:set>
                                      <p:cBhvr>
                                        <p:cTn id="39" dur="1" fill="hold">
                                          <p:stCondLst>
                                            <p:cond delay="499"/>
                                          </p:stCondLst>
                                        </p:cTn>
                                        <p:tgtEl>
                                          <p:spTgt spid="7"/>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 calcmode="lin" valueType="num">
                                      <p:cBhvr additive="base">
                                        <p:cTn id="44" dur="500" fill="hold"/>
                                        <p:tgtEl>
                                          <p:spTgt spid="10"/>
                                        </p:tgtEl>
                                        <p:attrNameLst>
                                          <p:attrName>ppt_x</p:attrName>
                                        </p:attrNameLst>
                                      </p:cBhvr>
                                      <p:tavLst>
                                        <p:tav tm="0">
                                          <p:val>
                                            <p:strVal val="#ppt_x"/>
                                          </p:val>
                                        </p:tav>
                                        <p:tav tm="100000">
                                          <p:val>
                                            <p:strVal val="#ppt_x"/>
                                          </p:val>
                                        </p:tav>
                                      </p:tavLst>
                                    </p:anim>
                                    <p:anim calcmode="lin" valueType="num">
                                      <p:cBhvr additive="base">
                                        <p:cTn id="4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blinds(horizontal)">
                                      <p:cBhvr>
                                        <p:cTn id="54" dur="500"/>
                                        <p:tgtEl>
                                          <p:spTgt spid="14"/>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54629"/>
                                        </p:tgtEl>
                                        <p:attrNameLst>
                                          <p:attrName>style.visibility</p:attrName>
                                        </p:attrNameLst>
                                      </p:cBhvr>
                                      <p:to>
                                        <p:strVal val="visible"/>
                                      </p:to>
                                    </p:set>
                                    <p:anim calcmode="lin" valueType="num">
                                      <p:cBhvr additive="base">
                                        <p:cTn id="59" dur="500" fill="hold"/>
                                        <p:tgtEl>
                                          <p:spTgt spid="154629"/>
                                        </p:tgtEl>
                                        <p:attrNameLst>
                                          <p:attrName>ppt_x</p:attrName>
                                        </p:attrNameLst>
                                      </p:cBhvr>
                                      <p:tavLst>
                                        <p:tav tm="0">
                                          <p:val>
                                            <p:strVal val="#ppt_x"/>
                                          </p:val>
                                        </p:tav>
                                        <p:tav tm="100000">
                                          <p:val>
                                            <p:strVal val="#ppt_x"/>
                                          </p:val>
                                        </p:tav>
                                      </p:tavLst>
                                    </p:anim>
                                    <p:anim calcmode="lin" valueType="num">
                                      <p:cBhvr additive="base">
                                        <p:cTn id="60" dur="500" fill="hold"/>
                                        <p:tgtEl>
                                          <p:spTgt spid="15462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ppt_x"/>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9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3" grpId="1"/>
      <p:bldP spid="4" grpId="0"/>
      <p:bldP spid="4" grpId="1"/>
      <p:bldP spid="5" grpId="0"/>
      <p:bldP spid="5" grpId="1"/>
      <p:bldP spid="6" grpId="0"/>
      <p:bldP spid="6" grpId="1"/>
      <p:bldP spid="7" grpId="0" animBg="1"/>
      <p:bldP spid="7" grpId="1" animBg="1"/>
      <p:bldP spid="7" grpId="2" animBg="1"/>
      <p:bldP spid="13" grpId="0" animBg="1"/>
      <p:bldP spid="13" grpId="1" animBg="1"/>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420"/>
          <p:cNvSpPr>
            <a:spLocks noGrp="1"/>
          </p:cNvSpPr>
          <p:nvPr>
            <p:ph type="title"/>
          </p:nvPr>
        </p:nvSpPr>
        <p:spPr>
          <a:xfrm>
            <a:off x="3781425" y="771525"/>
            <a:ext cx="3455988" cy="503238"/>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串行计数器的连接结构</a:t>
            </a:r>
          </a:p>
        </p:txBody>
      </p:sp>
      <p:sp>
        <p:nvSpPr>
          <p:cNvPr id="155652" name="Text Box 507"/>
          <p:cNvSpPr txBox="1"/>
          <p:nvPr/>
        </p:nvSpPr>
        <p:spPr>
          <a:xfrm>
            <a:off x="288925" y="4516438"/>
            <a:ext cx="3827463" cy="368300"/>
          </a:xfrm>
          <a:prstGeom prst="rect">
            <a:avLst/>
          </a:prstGeom>
          <a:noFill/>
          <a:ln w="9525">
            <a:noFill/>
          </a:ln>
        </p:spPr>
        <p:txBody>
          <a:bodyPr>
            <a:spAutoFit/>
          </a:bodyPr>
          <a:lstStyle/>
          <a:p>
            <a:pPr algn="ctr" eaLnBrk="1" hangingPunct="1">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JK</a:t>
            </a:r>
            <a:r>
              <a:rPr lang="en-US" altLang="zh-CN" sz="180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触发器组成的</a:t>
            </a:r>
            <a:r>
              <a:rPr lang="en-US" altLang="zh-CN" sz="1800" b="1">
                <a:solidFill>
                  <a:srgbClr val="FF0000"/>
                </a:solidFill>
                <a:latin typeface="华文新魏" panose="02010800040101010101" pitchFamily="2" charset="-122"/>
                <a:ea typeface="华文新魏" panose="02010800040101010101" pitchFamily="2" charset="-122"/>
              </a:rPr>
              <a:t>4</a:t>
            </a:r>
            <a:r>
              <a:rPr lang="zh-CN" altLang="en-US" sz="1800" b="1" dirty="0">
                <a:solidFill>
                  <a:srgbClr val="FF0000"/>
                </a:solidFill>
                <a:latin typeface="华文新魏" panose="02010800040101010101" pitchFamily="2" charset="-122"/>
                <a:ea typeface="华文新魏" panose="02010800040101010101" pitchFamily="2" charset="-122"/>
              </a:rPr>
              <a:t>位减 </a:t>
            </a:r>
            <a:r>
              <a:rPr lang="en-US" altLang="zh-CN" sz="1800" b="1">
                <a:solidFill>
                  <a:srgbClr val="FF0000"/>
                </a:solidFill>
                <a:latin typeface="华文新魏" panose="02010800040101010101" pitchFamily="2" charset="-122"/>
                <a:ea typeface="华文新魏" panose="02010800040101010101" pitchFamily="2" charset="-122"/>
              </a:rPr>
              <a:t>1 </a:t>
            </a:r>
            <a:r>
              <a:rPr lang="zh-CN" altLang="en-US" sz="1800" b="1" dirty="0">
                <a:solidFill>
                  <a:srgbClr val="FF0000"/>
                </a:solidFill>
                <a:latin typeface="华文新魏" panose="02010800040101010101" pitchFamily="2" charset="-122"/>
                <a:ea typeface="华文新魏" panose="02010800040101010101" pitchFamily="2" charset="-122"/>
              </a:rPr>
              <a:t>计数器</a:t>
            </a:r>
          </a:p>
        </p:txBody>
      </p:sp>
      <p:grpSp>
        <p:nvGrpSpPr>
          <p:cNvPr id="2" name="组合 1"/>
          <p:cNvGrpSpPr/>
          <p:nvPr/>
        </p:nvGrpSpPr>
        <p:grpSpPr>
          <a:xfrm>
            <a:off x="3313430" y="1774825"/>
            <a:ext cx="5727065" cy="1783715"/>
            <a:chOff x="5218" y="2795"/>
            <a:chExt cx="9019" cy="2809"/>
          </a:xfrm>
        </p:grpSpPr>
        <p:sp>
          <p:nvSpPr>
            <p:cNvPr id="155651" name="Text Box 422"/>
            <p:cNvSpPr txBox="1"/>
            <p:nvPr/>
          </p:nvSpPr>
          <p:spPr>
            <a:xfrm>
              <a:off x="5218" y="2795"/>
              <a:ext cx="9019" cy="2809"/>
            </a:xfrm>
            <a:prstGeom prst="rect">
              <a:avLst/>
            </a:prstGeom>
            <a:noFill/>
            <a:ln w="9525">
              <a:noFill/>
            </a:ln>
          </p:spPr>
          <p:txBody>
            <a:bodyPr wrap="square">
              <a:spAutoFit/>
            </a:bodyPr>
            <a:lstStyle/>
            <a:p>
              <a:pPr eaLnBrk="1" hangingPunct="1">
                <a:lnSpc>
                  <a:spcPct val="80000"/>
                </a:lnSpc>
                <a:spcBef>
                  <a:spcPct val="50000"/>
                </a:spcBef>
                <a:buFont typeface="Arial" panose="020B0604020202020204" pitchFamily="34" charset="0"/>
                <a:buChar char="•"/>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dirty="0">
                  <a:solidFill>
                    <a:srgbClr val="FF0000"/>
                  </a:solidFill>
                  <a:latin typeface="华文新魏" panose="02010800040101010101" pitchFamily="2" charset="-122"/>
                  <a:ea typeface="华文新魏" panose="02010800040101010101" pitchFamily="2" charset="-122"/>
                </a:rPr>
                <a:t>Q</a:t>
              </a:r>
              <a:r>
                <a:rPr lang="en-US" altLang="zh-CN" b="1" baseline="-25000" dirty="0">
                  <a:solidFill>
                    <a:srgbClr val="FF0000"/>
                  </a:solidFill>
                  <a:latin typeface="华文新魏" panose="02010800040101010101" pitchFamily="2" charset="-122"/>
                  <a:ea typeface="华文新魏" panose="02010800040101010101" pitchFamily="2" charset="-122"/>
                </a:rPr>
                <a:t>i-1 </a:t>
              </a:r>
              <a:r>
                <a:rPr lang="zh-CN" altLang="en-US" b="1" dirty="0">
                  <a:solidFill>
                    <a:srgbClr val="FF0000"/>
                  </a:solidFill>
                  <a:latin typeface="华文新魏" panose="02010800040101010101" pitchFamily="2" charset="-122"/>
                  <a:ea typeface="华文新魏" panose="02010800040101010101" pitchFamily="2" charset="-122"/>
                </a:rPr>
                <a:t>由</a:t>
              </a:r>
              <a:r>
                <a:rPr lang="en-US" altLang="zh-CN" b="1" dirty="0">
                  <a:solidFill>
                    <a:srgbClr val="FF0000"/>
                  </a:solidFill>
                  <a:latin typeface="华文新魏" panose="02010800040101010101" pitchFamily="2" charset="-122"/>
                  <a:ea typeface="华文新魏" panose="02010800040101010101" pitchFamily="2" charset="-122"/>
                </a:rPr>
                <a:t>0→1 </a:t>
              </a:r>
              <a:r>
                <a:rPr lang="zh-CN" altLang="en-US" b="1" dirty="0">
                  <a:solidFill>
                    <a:schemeClr val="tx1"/>
                  </a:solidFill>
                  <a:latin typeface="华文新魏" panose="02010800040101010101" pitchFamily="2" charset="-122"/>
                  <a:ea typeface="华文新魏" panose="02010800040101010101" pitchFamily="2" charset="-122"/>
                </a:rPr>
                <a:t>时，</a:t>
              </a:r>
              <a:r>
                <a:rPr lang="en-US" altLang="zh-CN" b="1" dirty="0">
                  <a:solidFill>
                    <a:srgbClr val="FF0000"/>
                  </a:solidFill>
                  <a:latin typeface="华文新魏" panose="02010800040101010101" pitchFamily="2" charset="-122"/>
                  <a:ea typeface="华文新魏" panose="02010800040101010101" pitchFamily="2" charset="-122"/>
                </a:rPr>
                <a:t>Q</a:t>
              </a:r>
              <a:r>
                <a:rPr lang="en-US" altLang="zh-CN" b="1" baseline="-25000" dirty="0">
                  <a:solidFill>
                    <a:srgbClr val="FF0000"/>
                  </a:solidFill>
                  <a:latin typeface="华文新魏" panose="02010800040101010101" pitchFamily="2" charset="-122"/>
                  <a:ea typeface="华文新魏" panose="02010800040101010101" pitchFamily="2" charset="-122"/>
                </a:rPr>
                <a:t>i  </a:t>
              </a:r>
              <a:r>
                <a:rPr lang="zh-CN" altLang="en-US" b="1" dirty="0">
                  <a:solidFill>
                    <a:srgbClr val="FF0000"/>
                  </a:solidFill>
                  <a:latin typeface="华文新魏" panose="02010800040101010101" pitchFamily="2" charset="-122"/>
                  <a:ea typeface="华文新魏" panose="02010800040101010101" pitchFamily="2" charset="-122"/>
                </a:rPr>
                <a:t>跳变</a:t>
              </a:r>
              <a:r>
                <a:rPr lang="zh-CN" altLang="en-US" b="1" dirty="0">
                  <a:solidFill>
                    <a:schemeClr val="tx1"/>
                  </a:solidFill>
                  <a:latin typeface="华文新魏" panose="02010800040101010101" pitchFamily="2" charset="-122"/>
                  <a:ea typeface="华文新魏" panose="02010800040101010101" pitchFamily="2" charset="-122"/>
                </a:rPr>
                <a:t>，此时，表明</a:t>
              </a:r>
              <a:r>
                <a:rPr lang="en-US" altLang="zh-CN" b="1" dirty="0">
                  <a:solidFill>
                    <a:schemeClr val="tx1"/>
                  </a:solidFill>
                  <a:latin typeface="华文新魏" panose="02010800040101010101" pitchFamily="2" charset="-122"/>
                  <a:ea typeface="华文新魏" panose="02010800040101010101" pitchFamily="2" charset="-122"/>
                </a:rPr>
                <a:t>Q</a:t>
              </a:r>
              <a:r>
                <a:rPr lang="en-US" altLang="zh-CN" b="1" baseline="-25000" dirty="0">
                  <a:solidFill>
                    <a:schemeClr val="tx1"/>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产生了</a:t>
              </a:r>
              <a:r>
                <a:rPr lang="zh-CN" altLang="en-US" b="1" dirty="0">
                  <a:solidFill>
                    <a:srgbClr val="FF0000"/>
                  </a:solidFill>
                  <a:latin typeface="华文新魏" panose="02010800040101010101" pitchFamily="2" charset="-122"/>
                  <a:ea typeface="华文新魏" panose="02010800040101010101" pitchFamily="2" charset="-122"/>
                </a:rPr>
                <a:t>借位</a:t>
              </a:r>
              <a:r>
                <a:rPr lang="zh-CN" altLang="en-US" b="1" dirty="0">
                  <a:solidFill>
                    <a:schemeClr val="tx1"/>
                  </a:solidFill>
                  <a:latin typeface="华文新魏" panose="02010800040101010101" pitchFamily="2" charset="-122"/>
                  <a:ea typeface="华文新魏" panose="02010800040101010101" pitchFamily="2" charset="-122"/>
                </a:rPr>
                <a:t>，使本位 </a:t>
              </a:r>
              <a:r>
                <a:rPr lang="en-US" altLang="zh-CN" b="1" dirty="0">
                  <a:solidFill>
                    <a:schemeClr val="tx1"/>
                  </a:solidFill>
                  <a:latin typeface="华文新魏" panose="02010800040101010101" pitchFamily="2" charset="-122"/>
                  <a:ea typeface="华文新魏" panose="02010800040101010101" pitchFamily="2" charset="-122"/>
                </a:rPr>
                <a:t>Q</a:t>
              </a:r>
              <a:r>
                <a:rPr lang="en-US" altLang="zh-CN" b="1" baseline="-25000" dirty="0">
                  <a:solidFill>
                    <a:schemeClr val="tx1"/>
                  </a:solidFill>
                  <a:latin typeface="华文新魏" panose="02010800040101010101" pitchFamily="2" charset="-122"/>
                  <a:ea typeface="华文新魏" panose="02010800040101010101" pitchFamily="2" charset="-122"/>
                </a:rPr>
                <a:t>i </a:t>
              </a:r>
              <a:r>
                <a:rPr lang="zh-CN" altLang="en-US" b="1" dirty="0">
                  <a:solidFill>
                    <a:schemeClr val="tx1"/>
                  </a:solidFill>
                  <a:latin typeface="华文新魏" panose="02010800040101010101" pitchFamily="2" charset="-122"/>
                  <a:ea typeface="华文新魏" panose="02010800040101010101" pitchFamily="2" charset="-122"/>
                </a:rPr>
                <a:t>变化，</a:t>
              </a:r>
              <a:r>
                <a:rPr lang="en-US" altLang="zh-CN" b="1" dirty="0">
                  <a:solidFill>
                    <a:schemeClr val="tx1"/>
                  </a:solidFill>
                  <a:latin typeface="华文新魏" panose="02010800040101010101" pitchFamily="2" charset="-122"/>
                  <a:ea typeface="华文新魏" panose="02010800040101010101" pitchFamily="2" charset="-122"/>
                  <a:sym typeface="+mn-ea"/>
                </a:rPr>
                <a:t>CLK </a:t>
              </a:r>
              <a:r>
                <a:rPr lang="en-US" altLang="zh-CN" b="1" baseline="-25000" dirty="0" err="1">
                  <a:solidFill>
                    <a:schemeClr val="tx1"/>
                  </a:solidFill>
                  <a:latin typeface="华文新魏" panose="02010800040101010101" pitchFamily="2" charset="-122"/>
                  <a:ea typeface="华文新魏" panose="02010800040101010101" pitchFamily="2" charset="-122"/>
                  <a:sym typeface="+mn-ea"/>
                </a:rPr>
                <a:t>i</a:t>
              </a:r>
              <a:r>
                <a:rPr lang="en-US" altLang="zh-CN" b="1" baseline="-25000" dirty="0">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chemeClr val="tx1"/>
                  </a:solidFill>
                  <a:latin typeface="华文新魏" panose="02010800040101010101" pitchFamily="2" charset="-122"/>
                  <a:ea typeface="华文新魏" panose="02010800040101010101" pitchFamily="2" charset="-122"/>
                  <a:sym typeface="+mn-ea"/>
                </a:rPr>
                <a:t>由</a:t>
              </a:r>
              <a:r>
                <a:rPr lang="en-US" altLang="zh-CN" b="1" dirty="0">
                  <a:solidFill>
                    <a:schemeClr val="tx1"/>
                  </a:solidFill>
                  <a:latin typeface="华文新魏" panose="02010800040101010101" pitchFamily="2" charset="-122"/>
                  <a:ea typeface="华文新魏" panose="02010800040101010101" pitchFamily="2" charset="-122"/>
                  <a:sym typeface="+mn-ea"/>
                </a:rPr>
                <a:t>1→0 </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 </a:t>
              </a:r>
            </a:p>
            <a:p>
              <a:pPr eaLnBrk="1" hangingPunct="1">
                <a:lnSpc>
                  <a:spcPct val="80000"/>
                </a:lnSpc>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     CLK </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 </a:t>
              </a:r>
              <a:r>
                <a:rPr lang="zh-CN" altLang="en-US" b="1" dirty="0">
                  <a:solidFill>
                    <a:schemeClr val="tx1"/>
                  </a:solidFill>
                  <a:latin typeface="华文新魏" panose="02010800040101010101" pitchFamily="2" charset="-122"/>
                  <a:ea typeface="华文新魏" panose="02010800040101010101" pitchFamily="2" charset="-122"/>
                </a:rPr>
                <a:t>。</a:t>
              </a: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所有</a:t>
              </a:r>
              <a:r>
                <a:rPr lang="zh-CN" altLang="en-US" b="1" dirty="0">
                  <a:solidFill>
                    <a:srgbClr val="FF0000"/>
                  </a:solidFill>
                  <a:latin typeface="华文新魏" panose="02010800040101010101" pitchFamily="2" charset="-122"/>
                  <a:ea typeface="华文新魏" panose="02010800040101010101" pitchFamily="2" charset="-122"/>
                </a:rPr>
                <a:t>下降沿</a:t>
              </a:r>
              <a:r>
                <a:rPr lang="zh-CN" altLang="en-US" b="1" dirty="0">
                  <a:solidFill>
                    <a:schemeClr val="tx1"/>
                  </a:solidFill>
                  <a:latin typeface="华文新魏" panose="02010800040101010101" pitchFamily="2" charset="-122"/>
                  <a:ea typeface="华文新魏" panose="02010800040101010101" pitchFamily="2" charset="-122"/>
                </a:rPr>
                <a:t>触发的触发器计数功能一样。</a:t>
              </a:r>
            </a:p>
            <a:p>
              <a:pPr eaLnBrk="1" hangingPunct="1">
                <a:lnSpc>
                  <a:spcPct val="80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n = 4</a:t>
              </a:r>
              <a:r>
                <a:rPr lang="zh-CN" altLang="en-US" b="1" dirty="0">
                  <a:solidFill>
                    <a:schemeClr val="tx1"/>
                  </a:solidFill>
                  <a:latin typeface="华文新魏" panose="02010800040101010101" pitchFamily="2" charset="-122"/>
                  <a:ea typeface="华文新魏" panose="02010800040101010101" pitchFamily="2" charset="-122"/>
                </a:rPr>
                <a:t>，电路为</a:t>
              </a:r>
              <a:r>
                <a:rPr lang="zh-CN" altLang="en-US" b="1" dirty="0">
                  <a:solidFill>
                    <a:srgbClr val="FF0000"/>
                  </a:solidFill>
                  <a:latin typeface="华文新魏" panose="02010800040101010101" pitchFamily="2" charset="-122"/>
                  <a:ea typeface="华文新魏" panose="02010800040101010101" pitchFamily="2" charset="-122"/>
                </a:rPr>
                <a:t>模 </a:t>
              </a:r>
              <a:r>
                <a:rPr lang="en-US" altLang="zh-CN" b="1" dirty="0">
                  <a:solidFill>
                    <a:srgbClr val="FF0000"/>
                  </a:solidFill>
                  <a:latin typeface="华文新魏" panose="02010800040101010101" pitchFamily="2" charset="-122"/>
                  <a:ea typeface="华文新魏" panose="02010800040101010101" pitchFamily="2" charset="-122"/>
                </a:rPr>
                <a:t>16 </a:t>
              </a:r>
              <a:r>
                <a:rPr lang="zh-CN" altLang="en-US" b="1" dirty="0">
                  <a:solidFill>
                    <a:srgbClr val="FF0000"/>
                  </a:solidFill>
                  <a:latin typeface="华文新魏" panose="02010800040101010101" pitchFamily="2" charset="-122"/>
                  <a:ea typeface="华文新魏" panose="02010800040101010101" pitchFamily="2" charset="-122"/>
                </a:rPr>
                <a:t>减 </a:t>
              </a:r>
              <a:r>
                <a:rPr lang="en-US" altLang="zh-CN" b="1" dirty="0">
                  <a:solidFill>
                    <a:srgbClr val="FF0000"/>
                  </a:solidFill>
                  <a:latin typeface="华文新魏" panose="02010800040101010101" pitchFamily="2" charset="-122"/>
                  <a:ea typeface="华文新魏" panose="02010800040101010101" pitchFamily="2" charset="-122"/>
                </a:rPr>
                <a:t>1 </a:t>
              </a:r>
              <a:r>
                <a:rPr lang="zh-CN" altLang="en-US" b="1" dirty="0">
                  <a:solidFill>
                    <a:srgbClr val="FF0000"/>
                  </a:solidFill>
                  <a:latin typeface="华文新魏" panose="02010800040101010101" pitchFamily="2" charset="-122"/>
                  <a:ea typeface="华文新魏" panose="02010800040101010101" pitchFamily="2" charset="-122"/>
                </a:rPr>
                <a:t>计数器。</a:t>
              </a:r>
            </a:p>
          </p:txBody>
        </p:sp>
        <p:sp>
          <p:nvSpPr>
            <p:cNvPr id="155654" name="Line 132"/>
            <p:cNvSpPr/>
            <p:nvPr/>
          </p:nvSpPr>
          <p:spPr>
            <a:xfrm>
              <a:off x="7314" y="3765"/>
              <a:ext cx="360" cy="0"/>
            </a:xfrm>
            <a:prstGeom prst="line">
              <a:avLst/>
            </a:prstGeom>
            <a:ln w="19050" cap="flat" cmpd="sng">
              <a:solidFill>
                <a:srgbClr val="FF0000"/>
              </a:solidFill>
              <a:prstDash val="solid"/>
              <a:headEnd type="none" w="med" len="med"/>
              <a:tailEnd type="none" w="med" len="med"/>
            </a:ln>
          </p:spPr>
        </p:sp>
      </p:grpSp>
      <p:grpSp>
        <p:nvGrpSpPr>
          <p:cNvPr id="3" name="组合 2"/>
          <p:cNvGrpSpPr/>
          <p:nvPr/>
        </p:nvGrpSpPr>
        <p:grpSpPr>
          <a:xfrm>
            <a:off x="320675" y="395605"/>
            <a:ext cx="2965450" cy="4179570"/>
            <a:chOff x="505" y="605"/>
            <a:chExt cx="4670" cy="6582"/>
          </a:xfrm>
        </p:grpSpPr>
        <p:grpSp>
          <p:nvGrpSpPr>
            <p:cNvPr id="155653" name="组合 1"/>
            <p:cNvGrpSpPr/>
            <p:nvPr/>
          </p:nvGrpSpPr>
          <p:grpSpPr>
            <a:xfrm>
              <a:off x="505" y="605"/>
              <a:ext cx="4670" cy="6583"/>
              <a:chOff x="31324" y="383579"/>
              <a:chExt cx="2966640" cy="4180436"/>
            </a:xfrm>
          </p:grpSpPr>
          <p:sp>
            <p:nvSpPr>
              <p:cNvPr id="155659" name="Line 508"/>
              <p:cNvSpPr/>
              <p:nvPr/>
            </p:nvSpPr>
            <p:spPr>
              <a:xfrm flipH="1">
                <a:off x="429418" y="1146175"/>
                <a:ext cx="827088" cy="0"/>
              </a:xfrm>
              <a:prstGeom prst="line">
                <a:avLst/>
              </a:prstGeom>
              <a:ln w="28575" cap="flat" cmpd="sng">
                <a:solidFill>
                  <a:schemeClr val="tx1"/>
                </a:solidFill>
                <a:prstDash val="solid"/>
                <a:headEnd type="none" w="med" len="med"/>
                <a:tailEnd type="none" w="med" len="med"/>
              </a:ln>
            </p:spPr>
          </p:sp>
          <p:sp>
            <p:nvSpPr>
              <p:cNvPr id="155660" name="Line 509"/>
              <p:cNvSpPr/>
              <p:nvPr/>
            </p:nvSpPr>
            <p:spPr>
              <a:xfrm flipH="1">
                <a:off x="1022350" y="889000"/>
                <a:ext cx="361950" cy="0"/>
              </a:xfrm>
              <a:prstGeom prst="line">
                <a:avLst/>
              </a:prstGeom>
              <a:ln w="28575" cap="flat" cmpd="sng">
                <a:solidFill>
                  <a:schemeClr val="tx1"/>
                </a:solidFill>
                <a:prstDash val="solid"/>
                <a:headEnd type="none" w="med" len="med"/>
                <a:tailEnd type="none" w="med" len="med"/>
              </a:ln>
            </p:spPr>
          </p:sp>
          <p:sp>
            <p:nvSpPr>
              <p:cNvPr id="155661" name="Line 510"/>
              <p:cNvSpPr/>
              <p:nvPr/>
            </p:nvSpPr>
            <p:spPr>
              <a:xfrm flipH="1">
                <a:off x="1022350" y="1387475"/>
                <a:ext cx="361950" cy="0"/>
              </a:xfrm>
              <a:prstGeom prst="line">
                <a:avLst/>
              </a:prstGeom>
              <a:ln w="28575" cap="flat" cmpd="sng">
                <a:solidFill>
                  <a:schemeClr val="tx1"/>
                </a:solidFill>
                <a:prstDash val="solid"/>
                <a:headEnd type="none" w="med" len="med"/>
                <a:tailEnd type="none" w="med" len="med"/>
              </a:ln>
            </p:spPr>
          </p:sp>
          <p:sp>
            <p:nvSpPr>
              <p:cNvPr id="155662" name="Line 511"/>
              <p:cNvSpPr/>
              <p:nvPr/>
            </p:nvSpPr>
            <p:spPr>
              <a:xfrm flipH="1">
                <a:off x="1919287" y="889000"/>
                <a:ext cx="363538" cy="0"/>
              </a:xfrm>
              <a:prstGeom prst="line">
                <a:avLst/>
              </a:prstGeom>
              <a:ln w="28575" cap="flat" cmpd="sng">
                <a:solidFill>
                  <a:schemeClr val="tx1"/>
                </a:solidFill>
                <a:prstDash val="solid"/>
                <a:headEnd type="none" w="med" len="med"/>
                <a:tailEnd type="none" w="med" len="med"/>
              </a:ln>
            </p:spPr>
          </p:sp>
          <p:sp>
            <p:nvSpPr>
              <p:cNvPr id="155663" name="Line 513"/>
              <p:cNvSpPr/>
              <p:nvPr/>
            </p:nvSpPr>
            <p:spPr>
              <a:xfrm flipH="1">
                <a:off x="1022350" y="1841500"/>
                <a:ext cx="361950" cy="0"/>
              </a:xfrm>
              <a:prstGeom prst="line">
                <a:avLst/>
              </a:prstGeom>
              <a:ln w="28575" cap="flat" cmpd="sng">
                <a:solidFill>
                  <a:schemeClr val="tx1"/>
                </a:solidFill>
                <a:prstDash val="solid"/>
                <a:headEnd type="none" w="med" len="med"/>
                <a:tailEnd type="none" w="med" len="med"/>
              </a:ln>
            </p:spPr>
          </p:sp>
          <p:sp>
            <p:nvSpPr>
              <p:cNvPr id="155664" name="Line 514"/>
              <p:cNvSpPr/>
              <p:nvPr/>
            </p:nvSpPr>
            <p:spPr>
              <a:xfrm flipH="1">
                <a:off x="1022350" y="2339975"/>
                <a:ext cx="361950" cy="0"/>
              </a:xfrm>
              <a:prstGeom prst="line">
                <a:avLst/>
              </a:prstGeom>
              <a:ln w="28575" cap="flat" cmpd="sng">
                <a:solidFill>
                  <a:schemeClr val="tx1"/>
                </a:solidFill>
                <a:prstDash val="solid"/>
                <a:headEnd type="none" w="med" len="med"/>
                <a:tailEnd type="none" w="med" len="med"/>
              </a:ln>
            </p:spPr>
          </p:sp>
          <p:sp>
            <p:nvSpPr>
              <p:cNvPr id="155665" name="Line 515"/>
              <p:cNvSpPr/>
              <p:nvPr/>
            </p:nvSpPr>
            <p:spPr>
              <a:xfrm flipH="1">
                <a:off x="1929606" y="1867693"/>
                <a:ext cx="363538" cy="0"/>
              </a:xfrm>
              <a:prstGeom prst="line">
                <a:avLst/>
              </a:prstGeom>
              <a:ln w="28575" cap="flat" cmpd="sng">
                <a:solidFill>
                  <a:schemeClr val="tx1"/>
                </a:solidFill>
                <a:prstDash val="solid"/>
                <a:headEnd type="none" w="med" len="med"/>
                <a:tailEnd type="none" w="med" len="med"/>
              </a:ln>
            </p:spPr>
          </p:sp>
          <p:sp>
            <p:nvSpPr>
              <p:cNvPr id="155666" name="Line 517"/>
              <p:cNvSpPr/>
              <p:nvPr/>
            </p:nvSpPr>
            <p:spPr>
              <a:xfrm flipH="1" flipV="1">
                <a:off x="1022350" y="2933700"/>
                <a:ext cx="400050" cy="1"/>
              </a:xfrm>
              <a:prstGeom prst="line">
                <a:avLst/>
              </a:prstGeom>
              <a:ln w="28575" cap="flat" cmpd="sng">
                <a:solidFill>
                  <a:schemeClr val="tx1"/>
                </a:solidFill>
                <a:prstDash val="solid"/>
                <a:headEnd type="none" w="med" len="med"/>
                <a:tailEnd type="none" w="med" len="med"/>
              </a:ln>
            </p:spPr>
          </p:sp>
          <p:sp>
            <p:nvSpPr>
              <p:cNvPr id="155667" name="Line 518"/>
              <p:cNvSpPr/>
              <p:nvPr/>
            </p:nvSpPr>
            <p:spPr>
              <a:xfrm flipH="1" flipV="1">
                <a:off x="1022347" y="3433764"/>
                <a:ext cx="408049" cy="6074"/>
              </a:xfrm>
              <a:prstGeom prst="line">
                <a:avLst/>
              </a:prstGeom>
              <a:ln w="28575" cap="flat" cmpd="sng">
                <a:solidFill>
                  <a:schemeClr val="tx1"/>
                </a:solidFill>
                <a:prstDash val="solid"/>
                <a:headEnd type="none" w="med" len="med"/>
                <a:tailEnd type="none" w="med" len="med"/>
              </a:ln>
            </p:spPr>
          </p:sp>
          <p:sp>
            <p:nvSpPr>
              <p:cNvPr id="155668" name="Line 519"/>
              <p:cNvSpPr/>
              <p:nvPr/>
            </p:nvSpPr>
            <p:spPr>
              <a:xfrm flipH="1">
                <a:off x="1973262" y="2979738"/>
                <a:ext cx="361950" cy="0"/>
              </a:xfrm>
              <a:prstGeom prst="line">
                <a:avLst/>
              </a:prstGeom>
              <a:ln w="28575" cap="flat" cmpd="sng">
                <a:solidFill>
                  <a:schemeClr val="tx1"/>
                </a:solidFill>
                <a:prstDash val="solid"/>
                <a:headEnd type="none" w="med" len="med"/>
                <a:tailEnd type="none" w="med" len="med"/>
              </a:ln>
            </p:spPr>
          </p:sp>
          <p:sp>
            <p:nvSpPr>
              <p:cNvPr id="155669" name="Line 520"/>
              <p:cNvSpPr/>
              <p:nvPr/>
            </p:nvSpPr>
            <p:spPr>
              <a:xfrm flipH="1">
                <a:off x="2074488" y="3422650"/>
                <a:ext cx="208337" cy="1587"/>
              </a:xfrm>
              <a:prstGeom prst="line">
                <a:avLst/>
              </a:prstGeom>
              <a:ln w="28575" cap="flat" cmpd="sng">
                <a:solidFill>
                  <a:srgbClr val="FF0000"/>
                </a:solidFill>
                <a:prstDash val="solid"/>
                <a:headEnd type="none" w="med" len="med"/>
                <a:tailEnd type="none" w="med" len="med"/>
              </a:ln>
            </p:spPr>
          </p:sp>
          <p:sp>
            <p:nvSpPr>
              <p:cNvPr id="155670" name="Line 521"/>
              <p:cNvSpPr/>
              <p:nvPr/>
            </p:nvSpPr>
            <p:spPr>
              <a:xfrm flipH="1">
                <a:off x="1031244" y="3911600"/>
                <a:ext cx="361950" cy="0"/>
              </a:xfrm>
              <a:prstGeom prst="line">
                <a:avLst/>
              </a:prstGeom>
              <a:ln w="28575" cap="flat" cmpd="sng">
                <a:solidFill>
                  <a:schemeClr val="tx1"/>
                </a:solidFill>
                <a:prstDash val="solid"/>
                <a:headEnd type="none" w="med" len="med"/>
                <a:tailEnd type="none" w="med" len="med"/>
              </a:ln>
            </p:spPr>
          </p:sp>
          <p:sp>
            <p:nvSpPr>
              <p:cNvPr id="155671" name="Line 522"/>
              <p:cNvSpPr/>
              <p:nvPr/>
            </p:nvSpPr>
            <p:spPr>
              <a:xfrm flipH="1">
                <a:off x="1031244" y="4410075"/>
                <a:ext cx="361950" cy="0"/>
              </a:xfrm>
              <a:prstGeom prst="line">
                <a:avLst/>
              </a:prstGeom>
              <a:ln w="28575" cap="flat" cmpd="sng">
                <a:solidFill>
                  <a:schemeClr val="tx1"/>
                </a:solidFill>
                <a:prstDash val="solid"/>
                <a:headEnd type="none" w="med" len="med"/>
                <a:tailEnd type="none" w="med" len="med"/>
              </a:ln>
            </p:spPr>
          </p:sp>
          <p:sp>
            <p:nvSpPr>
              <p:cNvPr id="155672" name="Line 523"/>
              <p:cNvSpPr/>
              <p:nvPr/>
            </p:nvSpPr>
            <p:spPr>
              <a:xfrm flipH="1">
                <a:off x="1961510" y="3946984"/>
                <a:ext cx="361950" cy="0"/>
              </a:xfrm>
              <a:prstGeom prst="line">
                <a:avLst/>
              </a:prstGeom>
              <a:ln w="28575" cap="flat" cmpd="sng">
                <a:solidFill>
                  <a:schemeClr val="tx1"/>
                </a:solidFill>
                <a:prstDash val="solid"/>
                <a:headEnd type="none" w="med" len="med"/>
                <a:tailEnd type="none" w="med" len="med"/>
              </a:ln>
            </p:spPr>
          </p:sp>
          <p:sp>
            <p:nvSpPr>
              <p:cNvPr id="155673" name="Line 524"/>
              <p:cNvSpPr/>
              <p:nvPr/>
            </p:nvSpPr>
            <p:spPr>
              <a:xfrm flipH="1">
                <a:off x="2052070" y="4403656"/>
                <a:ext cx="250290" cy="6351"/>
              </a:xfrm>
              <a:prstGeom prst="line">
                <a:avLst/>
              </a:prstGeom>
              <a:ln w="28575" cap="flat" cmpd="sng">
                <a:solidFill>
                  <a:schemeClr val="tx1"/>
                </a:solidFill>
                <a:prstDash val="solid"/>
                <a:headEnd type="none" w="med" len="med"/>
                <a:tailEnd type="none" w="med" len="med"/>
              </a:ln>
            </p:spPr>
          </p:sp>
          <p:sp>
            <p:nvSpPr>
              <p:cNvPr id="155674" name="Line 525"/>
              <p:cNvSpPr/>
              <p:nvPr/>
            </p:nvSpPr>
            <p:spPr>
              <a:xfrm>
                <a:off x="1022350" y="639763"/>
                <a:ext cx="0" cy="3778250"/>
              </a:xfrm>
              <a:prstGeom prst="line">
                <a:avLst/>
              </a:prstGeom>
              <a:ln w="28575" cap="flat" cmpd="sng">
                <a:solidFill>
                  <a:schemeClr val="tx1"/>
                </a:solidFill>
                <a:prstDash val="solid"/>
                <a:headEnd type="none" w="med" len="med"/>
                <a:tailEnd type="none" w="med" len="med"/>
              </a:ln>
            </p:spPr>
          </p:sp>
          <p:sp>
            <p:nvSpPr>
              <p:cNvPr id="155675" name="Line 526"/>
              <p:cNvSpPr/>
              <p:nvPr/>
            </p:nvSpPr>
            <p:spPr>
              <a:xfrm>
                <a:off x="2302052" y="1374910"/>
                <a:ext cx="0" cy="200025"/>
              </a:xfrm>
              <a:prstGeom prst="line">
                <a:avLst/>
              </a:prstGeom>
              <a:ln w="28575" cap="flat" cmpd="sng">
                <a:solidFill>
                  <a:srgbClr val="FF0000"/>
                </a:solidFill>
                <a:prstDash val="solid"/>
                <a:headEnd type="none" w="med" len="med"/>
                <a:tailEnd type="none" w="med" len="med"/>
              </a:ln>
            </p:spPr>
          </p:sp>
          <p:sp>
            <p:nvSpPr>
              <p:cNvPr id="155676" name="Line 527"/>
              <p:cNvSpPr/>
              <p:nvPr/>
            </p:nvSpPr>
            <p:spPr>
              <a:xfrm flipH="1">
                <a:off x="487351" y="1576388"/>
                <a:ext cx="1814513" cy="1587"/>
              </a:xfrm>
              <a:prstGeom prst="line">
                <a:avLst/>
              </a:prstGeom>
              <a:ln w="28575" cap="flat" cmpd="sng">
                <a:solidFill>
                  <a:srgbClr val="FF0000"/>
                </a:solidFill>
                <a:prstDash val="solid"/>
                <a:headEnd type="none" w="med" len="med"/>
                <a:tailEnd type="none" w="med" len="med"/>
              </a:ln>
            </p:spPr>
          </p:sp>
          <p:sp>
            <p:nvSpPr>
              <p:cNvPr id="155677" name="Line 528"/>
              <p:cNvSpPr/>
              <p:nvPr/>
            </p:nvSpPr>
            <p:spPr>
              <a:xfrm>
                <a:off x="488939" y="1576388"/>
                <a:ext cx="0" cy="534987"/>
              </a:xfrm>
              <a:prstGeom prst="line">
                <a:avLst/>
              </a:prstGeom>
              <a:ln w="28575" cap="flat" cmpd="sng">
                <a:solidFill>
                  <a:srgbClr val="FF0000"/>
                </a:solidFill>
                <a:prstDash val="solid"/>
                <a:headEnd type="none" w="med" len="med"/>
                <a:tailEnd type="none" w="med" len="med"/>
              </a:ln>
            </p:spPr>
          </p:sp>
          <p:sp>
            <p:nvSpPr>
              <p:cNvPr id="155678" name="Line 529"/>
              <p:cNvSpPr/>
              <p:nvPr/>
            </p:nvSpPr>
            <p:spPr>
              <a:xfrm>
                <a:off x="503226" y="2111375"/>
                <a:ext cx="827088" cy="0"/>
              </a:xfrm>
              <a:prstGeom prst="line">
                <a:avLst/>
              </a:prstGeom>
              <a:ln w="28575" cap="flat" cmpd="sng">
                <a:solidFill>
                  <a:srgbClr val="FF0000"/>
                </a:solidFill>
                <a:prstDash val="solid"/>
                <a:headEnd type="none" w="med" len="med"/>
                <a:tailEnd type="none" w="med" len="med"/>
              </a:ln>
            </p:spPr>
          </p:sp>
          <p:sp>
            <p:nvSpPr>
              <p:cNvPr id="155679" name="Line 530"/>
              <p:cNvSpPr/>
              <p:nvPr/>
            </p:nvSpPr>
            <p:spPr>
              <a:xfrm>
                <a:off x="2301864" y="2327276"/>
                <a:ext cx="0" cy="201613"/>
              </a:xfrm>
              <a:prstGeom prst="line">
                <a:avLst/>
              </a:prstGeom>
              <a:ln w="28575" cap="flat" cmpd="sng">
                <a:solidFill>
                  <a:srgbClr val="FF0000"/>
                </a:solidFill>
                <a:prstDash val="solid"/>
                <a:headEnd type="none" w="med" len="med"/>
                <a:tailEnd type="none" w="med" len="med"/>
              </a:ln>
            </p:spPr>
          </p:sp>
          <p:sp>
            <p:nvSpPr>
              <p:cNvPr id="155680" name="Line 531"/>
              <p:cNvSpPr/>
              <p:nvPr/>
            </p:nvSpPr>
            <p:spPr>
              <a:xfrm flipH="1">
                <a:off x="480527" y="2541588"/>
                <a:ext cx="1814513" cy="0"/>
              </a:xfrm>
              <a:prstGeom prst="line">
                <a:avLst/>
              </a:prstGeom>
              <a:ln w="28575" cap="flat" cmpd="sng">
                <a:solidFill>
                  <a:srgbClr val="FF0000"/>
                </a:solidFill>
                <a:prstDash val="solid"/>
                <a:headEnd type="none" w="med" len="med"/>
                <a:tailEnd type="none" w="med" len="med"/>
              </a:ln>
            </p:spPr>
          </p:sp>
          <p:sp>
            <p:nvSpPr>
              <p:cNvPr id="155681" name="Line 532"/>
              <p:cNvSpPr/>
              <p:nvPr/>
            </p:nvSpPr>
            <p:spPr>
              <a:xfrm>
                <a:off x="482115" y="2541588"/>
                <a:ext cx="0" cy="650875"/>
              </a:xfrm>
              <a:prstGeom prst="line">
                <a:avLst/>
              </a:prstGeom>
              <a:ln w="28575" cap="flat" cmpd="sng">
                <a:solidFill>
                  <a:srgbClr val="FF0000"/>
                </a:solidFill>
                <a:prstDash val="solid"/>
                <a:headEnd type="none" w="med" len="med"/>
                <a:tailEnd type="none" w="med" len="med"/>
              </a:ln>
            </p:spPr>
          </p:sp>
          <p:sp>
            <p:nvSpPr>
              <p:cNvPr id="155682" name="Line 533"/>
              <p:cNvSpPr/>
              <p:nvPr/>
            </p:nvSpPr>
            <p:spPr>
              <a:xfrm>
                <a:off x="486877" y="3184525"/>
                <a:ext cx="827088" cy="0"/>
              </a:xfrm>
              <a:prstGeom prst="line">
                <a:avLst/>
              </a:prstGeom>
              <a:ln w="28575" cap="flat" cmpd="sng">
                <a:solidFill>
                  <a:srgbClr val="FF0000"/>
                </a:solidFill>
                <a:prstDash val="solid"/>
                <a:headEnd type="none" w="med" len="med"/>
                <a:tailEnd type="none" w="med" len="med"/>
              </a:ln>
            </p:spPr>
          </p:sp>
          <p:sp>
            <p:nvSpPr>
              <p:cNvPr id="155683" name="Line 534"/>
              <p:cNvSpPr/>
              <p:nvPr/>
            </p:nvSpPr>
            <p:spPr>
              <a:xfrm>
                <a:off x="2280740" y="3417888"/>
                <a:ext cx="0" cy="200025"/>
              </a:xfrm>
              <a:prstGeom prst="line">
                <a:avLst/>
              </a:prstGeom>
              <a:ln w="28575" cap="flat" cmpd="sng">
                <a:solidFill>
                  <a:srgbClr val="FF0000"/>
                </a:solidFill>
                <a:prstDash val="solid"/>
                <a:headEnd type="none" w="med" len="med"/>
                <a:tailEnd type="none" w="med" len="med"/>
              </a:ln>
            </p:spPr>
          </p:sp>
          <p:sp>
            <p:nvSpPr>
              <p:cNvPr id="155684" name="Line 535"/>
              <p:cNvSpPr/>
              <p:nvPr/>
            </p:nvSpPr>
            <p:spPr>
              <a:xfrm flipH="1">
                <a:off x="475291" y="3635375"/>
                <a:ext cx="1812925" cy="1588"/>
              </a:xfrm>
              <a:prstGeom prst="line">
                <a:avLst/>
              </a:prstGeom>
              <a:ln w="28575" cap="flat" cmpd="sng">
                <a:solidFill>
                  <a:srgbClr val="FF0000"/>
                </a:solidFill>
                <a:prstDash val="solid"/>
                <a:headEnd type="none" w="med" len="med"/>
                <a:tailEnd type="none" w="med" len="med"/>
              </a:ln>
            </p:spPr>
          </p:sp>
          <p:sp>
            <p:nvSpPr>
              <p:cNvPr id="155685" name="Line 536"/>
              <p:cNvSpPr/>
              <p:nvPr/>
            </p:nvSpPr>
            <p:spPr>
              <a:xfrm>
                <a:off x="475291" y="3636963"/>
                <a:ext cx="0" cy="533400"/>
              </a:xfrm>
              <a:prstGeom prst="line">
                <a:avLst/>
              </a:prstGeom>
              <a:ln w="28575" cap="flat" cmpd="sng">
                <a:solidFill>
                  <a:srgbClr val="FF0000"/>
                </a:solidFill>
                <a:prstDash val="solid"/>
                <a:headEnd type="none" w="med" len="med"/>
                <a:tailEnd type="none" w="med" len="med"/>
              </a:ln>
            </p:spPr>
          </p:sp>
          <p:sp>
            <p:nvSpPr>
              <p:cNvPr id="155686" name="Line 537"/>
              <p:cNvSpPr/>
              <p:nvPr/>
            </p:nvSpPr>
            <p:spPr>
              <a:xfrm>
                <a:off x="468941" y="4175125"/>
                <a:ext cx="828675" cy="1588"/>
              </a:xfrm>
              <a:prstGeom prst="line">
                <a:avLst/>
              </a:prstGeom>
              <a:ln w="28575" cap="flat" cmpd="sng">
                <a:solidFill>
                  <a:srgbClr val="FF0000"/>
                </a:solidFill>
                <a:prstDash val="solid"/>
                <a:headEnd type="none" w="med" len="med"/>
                <a:tailEnd type="none" w="med" len="med"/>
              </a:ln>
            </p:spPr>
          </p:sp>
          <p:sp>
            <p:nvSpPr>
              <p:cNvPr id="155687" name="Text Box 538"/>
              <p:cNvSpPr txBox="1"/>
              <p:nvPr/>
            </p:nvSpPr>
            <p:spPr>
              <a:xfrm>
                <a:off x="2415198" y="691356"/>
                <a:ext cx="494079" cy="338554"/>
              </a:xfrm>
              <a:prstGeom prst="rect">
                <a:avLst/>
              </a:prstGeom>
              <a:noFill/>
              <a:ln w="9525">
                <a:noFill/>
              </a:ln>
            </p:spPr>
            <p:txBody>
              <a:bodyPr>
                <a:spAutoFit/>
              </a:bodyPr>
              <a:lstStyle/>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0</a:t>
                </a:r>
              </a:p>
            </p:txBody>
          </p:sp>
          <p:sp>
            <p:nvSpPr>
              <p:cNvPr id="155688" name="Text Box 539"/>
              <p:cNvSpPr txBox="1"/>
              <p:nvPr/>
            </p:nvSpPr>
            <p:spPr>
              <a:xfrm>
                <a:off x="2424647" y="1706140"/>
                <a:ext cx="417680" cy="336594"/>
              </a:xfrm>
              <a:prstGeom prst="rect">
                <a:avLst/>
              </a:prstGeom>
              <a:noFill/>
              <a:ln w="9525">
                <a:noFill/>
              </a:ln>
            </p:spPr>
            <p:txBody>
              <a:bodyPr>
                <a:spAutoFit/>
              </a:bodyPr>
              <a:lstStyle/>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1</a:t>
                </a:r>
              </a:p>
            </p:txBody>
          </p:sp>
          <p:sp>
            <p:nvSpPr>
              <p:cNvPr id="155689" name="Text Box 540"/>
              <p:cNvSpPr txBox="1"/>
              <p:nvPr/>
            </p:nvSpPr>
            <p:spPr>
              <a:xfrm>
                <a:off x="2420174" y="2788623"/>
                <a:ext cx="577790" cy="338554"/>
              </a:xfrm>
              <a:prstGeom prst="rect">
                <a:avLst/>
              </a:prstGeom>
              <a:noFill/>
              <a:ln w="9525">
                <a:noFill/>
              </a:ln>
            </p:spPr>
            <p:txBody>
              <a:bodyPr>
                <a:spAutoFit/>
              </a:bodyPr>
              <a:lstStyle/>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2</a:t>
                </a:r>
              </a:p>
            </p:txBody>
          </p:sp>
          <p:sp>
            <p:nvSpPr>
              <p:cNvPr id="155690" name="Text Box 541"/>
              <p:cNvSpPr txBox="1"/>
              <p:nvPr/>
            </p:nvSpPr>
            <p:spPr>
              <a:xfrm>
                <a:off x="2415198" y="3761487"/>
                <a:ext cx="451614" cy="338554"/>
              </a:xfrm>
              <a:prstGeom prst="rect">
                <a:avLst/>
              </a:prstGeom>
              <a:noFill/>
              <a:ln w="9525">
                <a:noFill/>
              </a:ln>
            </p:spPr>
            <p:txBody>
              <a:bodyPr>
                <a:spAutoFit/>
              </a:bodyPr>
              <a:lstStyle/>
              <a:p>
                <a:pPr eaLnBrk="1" hangingPunct="1">
                  <a:buFont typeface="Arial" panose="020B0604020202020204" pitchFamily="34" charset="0"/>
                </a:pPr>
                <a:r>
                  <a:rPr lang="en-US" altLang="zh-CN" sz="1600" b="1">
                    <a:solidFill>
                      <a:schemeClr val="tx1"/>
                    </a:solidFill>
                    <a:latin typeface="Calibri" panose="020F0502020204030204" pitchFamily="34" charset="0"/>
                  </a:rPr>
                  <a:t>Q</a:t>
                </a:r>
                <a:r>
                  <a:rPr lang="en-US" altLang="zh-CN" sz="1600" b="1" baseline="-25000">
                    <a:solidFill>
                      <a:schemeClr val="tx1"/>
                    </a:solidFill>
                    <a:latin typeface="Calibri" panose="020F0502020204030204" pitchFamily="34" charset="0"/>
                  </a:rPr>
                  <a:t>3</a:t>
                </a:r>
              </a:p>
            </p:txBody>
          </p:sp>
          <p:sp>
            <p:nvSpPr>
              <p:cNvPr id="155691" name="Oval 542"/>
              <p:cNvSpPr/>
              <p:nvPr/>
            </p:nvSpPr>
            <p:spPr>
              <a:xfrm>
                <a:off x="990600" y="8509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2" name="Oval 543"/>
              <p:cNvSpPr/>
              <p:nvPr/>
            </p:nvSpPr>
            <p:spPr>
              <a:xfrm>
                <a:off x="977900" y="13620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3" name="Oval 544"/>
              <p:cNvSpPr/>
              <p:nvPr/>
            </p:nvSpPr>
            <p:spPr>
              <a:xfrm>
                <a:off x="978526" y="1819275"/>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4" name="Oval 545"/>
              <p:cNvSpPr/>
              <p:nvPr/>
            </p:nvSpPr>
            <p:spPr>
              <a:xfrm>
                <a:off x="984250" y="231140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5" name="Oval 546"/>
              <p:cNvSpPr/>
              <p:nvPr/>
            </p:nvSpPr>
            <p:spPr>
              <a:xfrm>
                <a:off x="981075" y="290353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6" name="Oval 547"/>
              <p:cNvSpPr/>
              <p:nvPr/>
            </p:nvSpPr>
            <p:spPr>
              <a:xfrm>
                <a:off x="983609" y="3397250"/>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7" name="Oval 548"/>
              <p:cNvSpPr/>
              <p:nvPr/>
            </p:nvSpPr>
            <p:spPr>
              <a:xfrm>
                <a:off x="981075" y="3875088"/>
                <a:ext cx="76200" cy="7620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98" name="Text Box 549"/>
              <p:cNvSpPr txBox="1"/>
              <p:nvPr/>
            </p:nvSpPr>
            <p:spPr>
              <a:xfrm>
                <a:off x="901623" y="383579"/>
                <a:ext cx="301746" cy="30484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a:t>
                </a:r>
              </a:p>
            </p:txBody>
          </p:sp>
          <p:sp>
            <p:nvSpPr>
              <p:cNvPr id="155699" name="AutoShape 550"/>
              <p:cNvSpPr/>
              <p:nvPr/>
            </p:nvSpPr>
            <p:spPr>
              <a:xfrm>
                <a:off x="1365250" y="7969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0" name="Text Box 551"/>
              <p:cNvSpPr txBox="1"/>
              <p:nvPr/>
            </p:nvSpPr>
            <p:spPr>
              <a:xfrm>
                <a:off x="1332008" y="775743"/>
                <a:ext cx="322392"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J</a:t>
                </a:r>
              </a:p>
            </p:txBody>
          </p:sp>
          <p:sp>
            <p:nvSpPr>
              <p:cNvPr id="155701" name="Line 552"/>
              <p:cNvSpPr/>
              <p:nvPr/>
            </p:nvSpPr>
            <p:spPr>
              <a:xfrm>
                <a:off x="1365250" y="1085850"/>
                <a:ext cx="60325" cy="49213"/>
              </a:xfrm>
              <a:prstGeom prst="line">
                <a:avLst/>
              </a:prstGeom>
              <a:ln w="28575" cap="flat" cmpd="sng">
                <a:solidFill>
                  <a:schemeClr val="tx1"/>
                </a:solidFill>
                <a:prstDash val="solid"/>
                <a:headEnd type="none" w="med" len="med"/>
                <a:tailEnd type="none" w="med" len="med"/>
              </a:ln>
            </p:spPr>
          </p:sp>
          <p:sp>
            <p:nvSpPr>
              <p:cNvPr id="155702" name="Line 553"/>
              <p:cNvSpPr/>
              <p:nvPr/>
            </p:nvSpPr>
            <p:spPr>
              <a:xfrm flipH="1">
                <a:off x="1365250" y="1146175"/>
                <a:ext cx="60325" cy="50800"/>
              </a:xfrm>
              <a:prstGeom prst="line">
                <a:avLst/>
              </a:prstGeom>
              <a:ln w="28575" cap="flat" cmpd="sng">
                <a:solidFill>
                  <a:schemeClr val="tx1"/>
                </a:solidFill>
                <a:prstDash val="solid"/>
                <a:headEnd type="none" w="med" len="med"/>
                <a:tailEnd type="none" w="med" len="med"/>
              </a:ln>
            </p:spPr>
          </p:sp>
          <p:sp>
            <p:nvSpPr>
              <p:cNvPr id="155703" name="Text Box 554"/>
              <p:cNvSpPr txBox="1"/>
              <p:nvPr/>
            </p:nvSpPr>
            <p:spPr>
              <a:xfrm>
                <a:off x="1346301" y="982145"/>
                <a:ext cx="62890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CLK</a:t>
                </a:r>
              </a:p>
            </p:txBody>
          </p:sp>
          <p:sp>
            <p:nvSpPr>
              <p:cNvPr id="155704" name="Text Box 555"/>
              <p:cNvSpPr txBox="1"/>
              <p:nvPr/>
            </p:nvSpPr>
            <p:spPr>
              <a:xfrm>
                <a:off x="1651224" y="767804"/>
                <a:ext cx="26998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05" name="Text Box 556"/>
              <p:cNvSpPr txBox="1"/>
              <p:nvPr/>
            </p:nvSpPr>
            <p:spPr>
              <a:xfrm>
                <a:off x="1651224" y="1229828"/>
                <a:ext cx="26998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06" name="Text Box 557"/>
              <p:cNvSpPr txBox="1"/>
              <p:nvPr/>
            </p:nvSpPr>
            <p:spPr>
              <a:xfrm>
                <a:off x="1317715" y="1237766"/>
                <a:ext cx="241397"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K</a:t>
                </a:r>
              </a:p>
            </p:txBody>
          </p:sp>
          <p:sp>
            <p:nvSpPr>
              <p:cNvPr id="155707" name="Oval 558"/>
              <p:cNvSpPr/>
              <p:nvPr/>
            </p:nvSpPr>
            <p:spPr>
              <a:xfrm flipH="1">
                <a:off x="1903413" y="1344613"/>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08" name="AutoShape 559"/>
              <p:cNvSpPr/>
              <p:nvPr/>
            </p:nvSpPr>
            <p:spPr>
              <a:xfrm>
                <a:off x="1393825" y="1749425"/>
                <a:ext cx="544513"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09" name="Text Box 560"/>
              <p:cNvSpPr txBox="1"/>
              <p:nvPr/>
            </p:nvSpPr>
            <p:spPr>
              <a:xfrm>
                <a:off x="1366947" y="1728368"/>
                <a:ext cx="322392"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J</a:t>
                </a:r>
              </a:p>
            </p:txBody>
          </p:sp>
          <p:sp>
            <p:nvSpPr>
              <p:cNvPr id="155710" name="Line 561"/>
              <p:cNvSpPr/>
              <p:nvPr/>
            </p:nvSpPr>
            <p:spPr>
              <a:xfrm>
                <a:off x="1393825" y="2038350"/>
                <a:ext cx="60325" cy="50800"/>
              </a:xfrm>
              <a:prstGeom prst="line">
                <a:avLst/>
              </a:prstGeom>
              <a:ln w="28575" cap="flat" cmpd="sng">
                <a:solidFill>
                  <a:schemeClr val="tx1"/>
                </a:solidFill>
                <a:prstDash val="solid"/>
                <a:headEnd type="none" w="med" len="med"/>
                <a:tailEnd type="none" w="med" len="med"/>
              </a:ln>
            </p:spPr>
          </p:sp>
          <p:sp>
            <p:nvSpPr>
              <p:cNvPr id="155711" name="Line 562"/>
              <p:cNvSpPr/>
              <p:nvPr/>
            </p:nvSpPr>
            <p:spPr>
              <a:xfrm flipH="1">
                <a:off x="1393825" y="2098675"/>
                <a:ext cx="60325" cy="50800"/>
              </a:xfrm>
              <a:prstGeom prst="line">
                <a:avLst/>
              </a:prstGeom>
              <a:ln w="28575" cap="flat" cmpd="sng">
                <a:solidFill>
                  <a:schemeClr val="tx1"/>
                </a:solidFill>
                <a:prstDash val="solid"/>
                <a:headEnd type="none" w="med" len="med"/>
                <a:tailEnd type="none" w="med" len="med"/>
              </a:ln>
            </p:spPr>
          </p:sp>
          <p:sp>
            <p:nvSpPr>
              <p:cNvPr id="155712" name="Text Box 563"/>
              <p:cNvSpPr txBox="1"/>
              <p:nvPr/>
            </p:nvSpPr>
            <p:spPr>
              <a:xfrm>
                <a:off x="1401886" y="1939533"/>
                <a:ext cx="62890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CLK</a:t>
                </a:r>
              </a:p>
            </p:txBody>
          </p:sp>
          <p:sp>
            <p:nvSpPr>
              <p:cNvPr id="155713" name="Text Box 564"/>
              <p:cNvSpPr txBox="1"/>
              <p:nvPr/>
            </p:nvSpPr>
            <p:spPr>
              <a:xfrm>
                <a:off x="1676634" y="1714079"/>
                <a:ext cx="26998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14" name="Text Box 565"/>
              <p:cNvSpPr txBox="1"/>
              <p:nvPr/>
            </p:nvSpPr>
            <p:spPr>
              <a:xfrm>
                <a:off x="1676634" y="2171339"/>
                <a:ext cx="26998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15" name="Text Box 566"/>
              <p:cNvSpPr txBox="1"/>
              <p:nvPr/>
            </p:nvSpPr>
            <p:spPr>
              <a:xfrm>
                <a:off x="1346301" y="2177689"/>
                <a:ext cx="241397"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K</a:t>
                </a:r>
              </a:p>
            </p:txBody>
          </p:sp>
          <p:sp>
            <p:nvSpPr>
              <p:cNvPr id="155716" name="Oval 567"/>
              <p:cNvSpPr/>
              <p:nvPr/>
            </p:nvSpPr>
            <p:spPr>
              <a:xfrm flipH="1">
                <a:off x="1945481" y="2297764"/>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17" name="AutoShape 568"/>
              <p:cNvSpPr/>
              <p:nvPr/>
            </p:nvSpPr>
            <p:spPr>
              <a:xfrm>
                <a:off x="1417638" y="2840038"/>
                <a:ext cx="544512" cy="7032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18" name="Text Box 569"/>
              <p:cNvSpPr txBox="1"/>
              <p:nvPr/>
            </p:nvSpPr>
            <p:spPr>
              <a:xfrm>
                <a:off x="1390769" y="2819124"/>
                <a:ext cx="320804"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J</a:t>
                </a:r>
              </a:p>
            </p:txBody>
          </p:sp>
          <p:sp>
            <p:nvSpPr>
              <p:cNvPr id="155719" name="Line 570"/>
              <p:cNvSpPr/>
              <p:nvPr/>
            </p:nvSpPr>
            <p:spPr>
              <a:xfrm>
                <a:off x="1416050" y="3130550"/>
                <a:ext cx="61913" cy="49213"/>
              </a:xfrm>
              <a:prstGeom prst="line">
                <a:avLst/>
              </a:prstGeom>
              <a:ln w="28575" cap="flat" cmpd="sng">
                <a:solidFill>
                  <a:schemeClr val="tx1"/>
                </a:solidFill>
                <a:prstDash val="solid"/>
                <a:headEnd type="none" w="med" len="med"/>
                <a:tailEnd type="none" w="med" len="med"/>
              </a:ln>
            </p:spPr>
          </p:sp>
          <p:sp>
            <p:nvSpPr>
              <p:cNvPr id="155720" name="Line 571"/>
              <p:cNvSpPr/>
              <p:nvPr/>
            </p:nvSpPr>
            <p:spPr>
              <a:xfrm flipH="1">
                <a:off x="1416050" y="3189288"/>
                <a:ext cx="61913" cy="50800"/>
              </a:xfrm>
              <a:prstGeom prst="line">
                <a:avLst/>
              </a:prstGeom>
              <a:ln w="28575" cap="flat" cmpd="sng">
                <a:solidFill>
                  <a:schemeClr val="tx1"/>
                </a:solidFill>
                <a:prstDash val="solid"/>
                <a:headEnd type="none" w="med" len="med"/>
                <a:tailEnd type="none" w="med" len="med"/>
              </a:ln>
            </p:spPr>
          </p:sp>
          <p:sp>
            <p:nvSpPr>
              <p:cNvPr id="155721" name="Text Box 572"/>
              <p:cNvSpPr txBox="1"/>
              <p:nvPr/>
            </p:nvSpPr>
            <p:spPr>
              <a:xfrm>
                <a:off x="1430473" y="3031876"/>
                <a:ext cx="630490"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CLK</a:t>
                </a:r>
              </a:p>
            </p:txBody>
          </p:sp>
          <p:sp>
            <p:nvSpPr>
              <p:cNvPr id="155722" name="Text Box 573"/>
              <p:cNvSpPr txBox="1"/>
              <p:nvPr/>
            </p:nvSpPr>
            <p:spPr>
              <a:xfrm>
                <a:off x="1724278" y="2803246"/>
                <a:ext cx="269983"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23" name="Text Box 574"/>
              <p:cNvSpPr txBox="1"/>
              <p:nvPr/>
            </p:nvSpPr>
            <p:spPr>
              <a:xfrm>
                <a:off x="1714749" y="3266857"/>
                <a:ext cx="269984"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24" name="Text Box 575"/>
              <p:cNvSpPr txBox="1"/>
              <p:nvPr/>
            </p:nvSpPr>
            <p:spPr>
              <a:xfrm>
                <a:off x="1378064" y="3268445"/>
                <a:ext cx="241397"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K</a:t>
                </a:r>
              </a:p>
            </p:txBody>
          </p:sp>
          <p:sp>
            <p:nvSpPr>
              <p:cNvPr id="155725" name="Oval 576"/>
              <p:cNvSpPr/>
              <p:nvPr/>
            </p:nvSpPr>
            <p:spPr>
              <a:xfrm flipH="1">
                <a:off x="1972888" y="3390900"/>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26" name="AutoShape 577"/>
              <p:cNvSpPr/>
              <p:nvPr/>
            </p:nvSpPr>
            <p:spPr>
              <a:xfrm>
                <a:off x="1408113" y="3819525"/>
                <a:ext cx="544512" cy="70326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400" dirty="0">
                  <a:solidFill>
                    <a:schemeClr val="tx1"/>
                  </a:solidFill>
                  <a:latin typeface="Arial" panose="020B0604020202020204" pitchFamily="34" charset="0"/>
                </a:endParaRPr>
              </a:p>
            </p:txBody>
          </p:sp>
          <p:sp>
            <p:nvSpPr>
              <p:cNvPr id="155727" name="Text Box 578"/>
              <p:cNvSpPr txBox="1"/>
              <p:nvPr/>
            </p:nvSpPr>
            <p:spPr>
              <a:xfrm>
                <a:off x="1368535" y="3776512"/>
                <a:ext cx="320804"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J</a:t>
                </a:r>
              </a:p>
            </p:txBody>
          </p:sp>
          <p:sp>
            <p:nvSpPr>
              <p:cNvPr id="155728" name="Line 579"/>
              <p:cNvSpPr/>
              <p:nvPr/>
            </p:nvSpPr>
            <p:spPr>
              <a:xfrm>
                <a:off x="1406525" y="4108450"/>
                <a:ext cx="61913" cy="50800"/>
              </a:xfrm>
              <a:prstGeom prst="line">
                <a:avLst/>
              </a:prstGeom>
              <a:ln w="28575" cap="flat" cmpd="sng">
                <a:solidFill>
                  <a:schemeClr val="tx1"/>
                </a:solidFill>
                <a:prstDash val="solid"/>
                <a:headEnd type="none" w="med" len="med"/>
                <a:tailEnd type="none" w="med" len="med"/>
              </a:ln>
            </p:spPr>
          </p:sp>
          <p:sp>
            <p:nvSpPr>
              <p:cNvPr id="155729" name="Line 580"/>
              <p:cNvSpPr/>
              <p:nvPr/>
            </p:nvSpPr>
            <p:spPr>
              <a:xfrm flipH="1">
                <a:off x="1406525" y="4168775"/>
                <a:ext cx="61913" cy="49213"/>
              </a:xfrm>
              <a:prstGeom prst="line">
                <a:avLst/>
              </a:prstGeom>
              <a:ln w="28575" cap="flat" cmpd="sng">
                <a:solidFill>
                  <a:schemeClr val="tx1"/>
                </a:solidFill>
                <a:prstDash val="solid"/>
                <a:headEnd type="none" w="med" len="med"/>
                <a:tailEnd type="none" w="med" len="med"/>
              </a:ln>
            </p:spPr>
          </p:sp>
          <p:sp>
            <p:nvSpPr>
              <p:cNvPr id="155730" name="Text Box 581"/>
              <p:cNvSpPr txBox="1"/>
              <p:nvPr/>
            </p:nvSpPr>
            <p:spPr>
              <a:xfrm>
                <a:off x="1424120" y="4009905"/>
                <a:ext cx="630491"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CLK</a:t>
                </a:r>
              </a:p>
            </p:txBody>
          </p:sp>
          <p:sp>
            <p:nvSpPr>
              <p:cNvPr id="155731" name="Text Box 582"/>
              <p:cNvSpPr txBox="1"/>
              <p:nvPr/>
            </p:nvSpPr>
            <p:spPr>
              <a:xfrm>
                <a:off x="1692515" y="3792389"/>
                <a:ext cx="269984" cy="304840"/>
              </a:xfrm>
              <a:prstGeom prst="rect">
                <a:avLst/>
              </a:prstGeom>
              <a:noFill/>
              <a:ln w="9525">
                <a:noFill/>
              </a:ln>
            </p:spPr>
            <p:txBody>
              <a:bodyPr>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32" name="Text Box 583"/>
              <p:cNvSpPr txBox="1"/>
              <p:nvPr/>
            </p:nvSpPr>
            <p:spPr>
              <a:xfrm>
                <a:off x="1691364" y="4248860"/>
                <a:ext cx="304892" cy="307777"/>
              </a:xfrm>
              <a:prstGeom prst="rect">
                <a:avLst/>
              </a:prstGeom>
              <a:noFill/>
              <a:ln w="9525">
                <a:noFill/>
              </a:ln>
            </p:spPr>
            <p:txBody>
              <a:bodyPr wrap="none">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Q</a:t>
                </a:r>
              </a:p>
            </p:txBody>
          </p:sp>
          <p:sp>
            <p:nvSpPr>
              <p:cNvPr id="155733" name="Text Box 584"/>
              <p:cNvSpPr txBox="1"/>
              <p:nvPr/>
            </p:nvSpPr>
            <p:spPr>
              <a:xfrm>
                <a:off x="1354242" y="4259175"/>
                <a:ext cx="276336" cy="304840"/>
              </a:xfrm>
              <a:prstGeom prst="rect">
                <a:avLst/>
              </a:prstGeom>
              <a:noFill/>
              <a:ln w="9525">
                <a:noFill/>
              </a:ln>
            </p:spPr>
            <p:txBody>
              <a:bodyPr wrap="none">
                <a:spAutoFit/>
              </a:bodyPr>
              <a:lstStyle/>
              <a:p>
                <a:pPr eaLnBrk="1" hangingPunct="1">
                  <a:buFont typeface="Arial" panose="020B0604020202020204" pitchFamily="34" charset="0"/>
                </a:pPr>
                <a:r>
                  <a:rPr lang="en-US" altLang="zh-CN" sz="1400">
                    <a:solidFill>
                      <a:schemeClr val="tx1"/>
                    </a:solidFill>
                    <a:latin typeface="Calibri" panose="020F0502020204030204" pitchFamily="34" charset="0"/>
                  </a:rPr>
                  <a:t>K</a:t>
                </a:r>
              </a:p>
            </p:txBody>
          </p:sp>
          <p:sp>
            <p:nvSpPr>
              <p:cNvPr id="155734" name="Oval 585"/>
              <p:cNvSpPr/>
              <p:nvPr/>
            </p:nvSpPr>
            <p:spPr>
              <a:xfrm flipH="1">
                <a:off x="1966064" y="4368800"/>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735" name="Text Box 586"/>
              <p:cNvSpPr txBox="1"/>
              <p:nvPr/>
            </p:nvSpPr>
            <p:spPr>
              <a:xfrm>
                <a:off x="31324" y="858421"/>
                <a:ext cx="725488" cy="338554"/>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CLK</a:t>
                </a:r>
              </a:p>
            </p:txBody>
          </p:sp>
          <p:sp>
            <p:nvSpPr>
              <p:cNvPr id="155736" name="Line 512"/>
              <p:cNvSpPr>
                <a:spLocks noChangeShapeType="1"/>
              </p:cNvSpPr>
              <p:nvPr/>
            </p:nvSpPr>
            <p:spPr bwMode="auto">
              <a:xfrm flipH="1">
                <a:off x="1989497" y="1375897"/>
                <a:ext cx="312862" cy="0"/>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55737" name="Line 516"/>
              <p:cNvSpPr>
                <a:spLocks noChangeShapeType="1"/>
              </p:cNvSpPr>
              <p:nvPr/>
            </p:nvSpPr>
            <p:spPr bwMode="auto">
              <a:xfrm flipH="1">
                <a:off x="2030789" y="2326934"/>
                <a:ext cx="271571" cy="3175"/>
              </a:xfrm>
              <a:prstGeom prst="line">
                <a:avLst/>
              </a:prstGeom>
              <a:noFill/>
              <a:ln w="28575">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55655" name="Oval 558"/>
            <p:cNvSpPr/>
            <p:nvPr/>
          </p:nvSpPr>
          <p:spPr>
            <a:xfrm flipH="1">
              <a:off x="2455" y="1740"/>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6" name="Oval 558"/>
            <p:cNvSpPr/>
            <p:nvPr/>
          </p:nvSpPr>
          <p:spPr>
            <a:xfrm flipH="1">
              <a:off x="2520" y="3265"/>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7" name="Oval 558"/>
            <p:cNvSpPr/>
            <p:nvPr/>
          </p:nvSpPr>
          <p:spPr>
            <a:xfrm flipH="1">
              <a:off x="2548" y="4960"/>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5658" name="Oval 558"/>
            <p:cNvSpPr/>
            <p:nvPr/>
          </p:nvSpPr>
          <p:spPr>
            <a:xfrm flipH="1">
              <a:off x="2520" y="6503"/>
              <a:ext cx="135" cy="12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grpSp>
      <p:sp>
        <p:nvSpPr>
          <p:cNvPr id="6" name="文本框 5"/>
          <p:cNvSpPr txBox="1"/>
          <p:nvPr/>
        </p:nvSpPr>
        <p:spPr>
          <a:xfrm>
            <a:off x="2576830" y="571500"/>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4" name="文本框 3"/>
          <p:cNvSpPr txBox="1"/>
          <p:nvPr/>
        </p:nvSpPr>
        <p:spPr>
          <a:xfrm>
            <a:off x="2590165" y="1586865"/>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5" name="文本框 4"/>
          <p:cNvSpPr txBox="1"/>
          <p:nvPr/>
        </p:nvSpPr>
        <p:spPr>
          <a:xfrm>
            <a:off x="2581275" y="2644140"/>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7" name="文本框 6"/>
          <p:cNvSpPr txBox="1"/>
          <p:nvPr/>
        </p:nvSpPr>
        <p:spPr>
          <a:xfrm>
            <a:off x="2555875" y="3647440"/>
            <a:ext cx="262255" cy="291465"/>
          </a:xfrm>
          <a:prstGeom prst="rect">
            <a:avLst/>
          </a:prstGeom>
          <a:noFill/>
        </p:spPr>
        <p:txBody>
          <a:bodyPr wrap="square" rtlCol="0">
            <a:no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pic>
        <p:nvPicPr>
          <p:cNvPr id="14" name="图片 13"/>
          <p:cNvPicPr>
            <a:picLocks noChangeAspect="1"/>
          </p:cNvPicPr>
          <p:nvPr/>
        </p:nvPicPr>
        <p:blipFill>
          <a:blip r:embed="rId3"/>
          <a:stretch>
            <a:fillRect/>
          </a:stretch>
        </p:blipFill>
        <p:spPr>
          <a:xfrm>
            <a:off x="827405" y="843915"/>
            <a:ext cx="402590" cy="280035"/>
          </a:xfrm>
          <a:prstGeom prst="rect">
            <a:avLst/>
          </a:prstGeom>
        </p:spPr>
      </p:pic>
      <p:sp>
        <p:nvSpPr>
          <p:cNvPr id="13" name="矩形 12"/>
          <p:cNvSpPr/>
          <p:nvPr/>
        </p:nvSpPr>
        <p:spPr>
          <a:xfrm>
            <a:off x="2649220" y="593090"/>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8" name="图片 7"/>
          <p:cNvPicPr>
            <a:picLocks noChangeAspect="1"/>
          </p:cNvPicPr>
          <p:nvPr/>
        </p:nvPicPr>
        <p:blipFill>
          <a:blip r:embed="rId3"/>
          <a:stretch>
            <a:fillRect/>
          </a:stretch>
        </p:blipFill>
        <p:spPr>
          <a:xfrm>
            <a:off x="827405" y="1804670"/>
            <a:ext cx="402590" cy="280035"/>
          </a:xfrm>
          <a:prstGeom prst="rect">
            <a:avLst/>
          </a:prstGeom>
        </p:spPr>
      </p:pic>
      <p:sp>
        <p:nvSpPr>
          <p:cNvPr id="9" name="矩形 8"/>
          <p:cNvSpPr/>
          <p:nvPr/>
        </p:nvSpPr>
        <p:spPr>
          <a:xfrm>
            <a:off x="2674620" y="1615440"/>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10" name="图片 9"/>
          <p:cNvPicPr>
            <a:picLocks noChangeAspect="1"/>
          </p:cNvPicPr>
          <p:nvPr/>
        </p:nvPicPr>
        <p:blipFill>
          <a:blip r:embed="rId3"/>
          <a:stretch>
            <a:fillRect/>
          </a:stretch>
        </p:blipFill>
        <p:spPr>
          <a:xfrm>
            <a:off x="827405" y="2880995"/>
            <a:ext cx="402590" cy="280035"/>
          </a:xfrm>
          <a:prstGeom prst="rect">
            <a:avLst/>
          </a:prstGeom>
        </p:spPr>
      </p:pic>
      <p:sp>
        <p:nvSpPr>
          <p:cNvPr id="11" name="矩形 10"/>
          <p:cNvSpPr/>
          <p:nvPr/>
        </p:nvSpPr>
        <p:spPr>
          <a:xfrm>
            <a:off x="2658110" y="2699385"/>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12" name="图片 11"/>
          <p:cNvPicPr>
            <a:picLocks noChangeAspect="1"/>
          </p:cNvPicPr>
          <p:nvPr/>
        </p:nvPicPr>
        <p:blipFill>
          <a:blip r:embed="rId3"/>
          <a:stretch>
            <a:fillRect/>
          </a:stretch>
        </p:blipFill>
        <p:spPr>
          <a:xfrm>
            <a:off x="792480" y="3860800"/>
            <a:ext cx="402590" cy="280035"/>
          </a:xfrm>
          <a:prstGeom prst="rect">
            <a:avLst/>
          </a:prstGeom>
        </p:spPr>
      </p:pic>
      <p:sp>
        <p:nvSpPr>
          <p:cNvPr id="15" name="矩形 14"/>
          <p:cNvSpPr/>
          <p:nvPr/>
        </p:nvSpPr>
        <p:spPr>
          <a:xfrm>
            <a:off x="2627630" y="3707765"/>
            <a:ext cx="143510" cy="21590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pic>
        <p:nvPicPr>
          <p:cNvPr id="16" name="图片 15"/>
          <p:cNvPicPr>
            <a:picLocks noChangeAspect="1"/>
          </p:cNvPicPr>
          <p:nvPr/>
        </p:nvPicPr>
        <p:blipFill>
          <a:blip r:embed="rId4"/>
          <a:stretch>
            <a:fillRect/>
          </a:stretch>
        </p:blipFill>
        <p:spPr>
          <a:xfrm>
            <a:off x="827405" y="1804670"/>
            <a:ext cx="382270" cy="258445"/>
          </a:xfrm>
          <a:prstGeom prst="rect">
            <a:avLst/>
          </a:prstGeom>
        </p:spPr>
      </p:pic>
      <p:pic>
        <p:nvPicPr>
          <p:cNvPr id="18" name="图片 17"/>
          <p:cNvPicPr>
            <a:picLocks noChangeAspect="1"/>
          </p:cNvPicPr>
          <p:nvPr/>
        </p:nvPicPr>
        <p:blipFill>
          <a:blip r:embed="rId4"/>
          <a:stretch>
            <a:fillRect/>
          </a:stretch>
        </p:blipFill>
        <p:spPr>
          <a:xfrm>
            <a:off x="808355" y="2902585"/>
            <a:ext cx="382270" cy="258445"/>
          </a:xfrm>
          <a:prstGeom prst="rect">
            <a:avLst/>
          </a:prstGeom>
        </p:spPr>
      </p:pic>
      <p:sp>
        <p:nvSpPr>
          <p:cNvPr id="17" name="文本框 16"/>
          <p:cNvSpPr txBox="1"/>
          <p:nvPr/>
        </p:nvSpPr>
        <p:spPr>
          <a:xfrm>
            <a:off x="3923928" y="4029961"/>
            <a:ext cx="5040312" cy="400110"/>
          </a:xfrm>
          <a:prstGeom prst="rect">
            <a:avLst/>
          </a:prstGeom>
          <a:noFill/>
        </p:spPr>
        <p:txBody>
          <a:bodyPr wrap="square" rtlCol="0">
            <a:spAutoFit/>
          </a:bodyPr>
          <a:lstStyle/>
          <a:p>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如果是前沿触发的</a:t>
            </a:r>
            <a:r>
              <a:rPr lang="en-US" alt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JK</a:t>
            </a:r>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触发器实现什么功能？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linds(horizontal)">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linds(horizontal)">
                                      <p:cBhvr>
                                        <p:cTn id="41" dur="500"/>
                                        <p:tgtEl>
                                          <p:spTgt spid="10"/>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blinds(horizontal)">
                                      <p:cBhvr>
                                        <p:cTn id="50" dur="500"/>
                                        <p:tgtEl>
                                          <p:spTgt spid="1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3" presetClass="exit" presetSubtype="10" fill="hold" grpId="2" nodeType="clickEffect">
                                  <p:stCondLst>
                                    <p:cond delay="0"/>
                                  </p:stCondLst>
                                  <p:childTnLst>
                                    <p:animEffect transition="out" filter="blinds(horizontal)">
                                      <p:cBhvr>
                                        <p:cTn id="58" dur="500"/>
                                        <p:tgtEl>
                                          <p:spTgt spid="13"/>
                                        </p:tgtEl>
                                      </p:cBhvr>
                                    </p:animEffect>
                                    <p:set>
                                      <p:cBhvr>
                                        <p:cTn id="59" dur="1" fill="hold">
                                          <p:stCondLst>
                                            <p:cond delay="499"/>
                                          </p:stCondLst>
                                        </p:cTn>
                                        <p:tgtEl>
                                          <p:spTgt spid="13"/>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 calcmode="lin" valueType="num">
                                      <p:cBhvr additive="base">
                                        <p:cTn id="64" dur="500" fill="hold"/>
                                        <p:tgtEl>
                                          <p:spTgt spid="16"/>
                                        </p:tgtEl>
                                        <p:attrNameLst>
                                          <p:attrName>ppt_x</p:attrName>
                                        </p:attrNameLst>
                                      </p:cBhvr>
                                      <p:tavLst>
                                        <p:tav tm="0">
                                          <p:val>
                                            <p:strVal val="#ppt_x"/>
                                          </p:val>
                                        </p:tav>
                                        <p:tav tm="100000">
                                          <p:val>
                                            <p:strVal val="#ppt_x"/>
                                          </p:val>
                                        </p:tav>
                                      </p:tavLst>
                                    </p:anim>
                                    <p:anim calcmode="lin" valueType="num">
                                      <p:cBhvr additive="base">
                                        <p:cTn id="65"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xit" presetSubtype="4" fill="hold" nodeType="clickEffect">
                                  <p:stCondLst>
                                    <p:cond delay="0"/>
                                  </p:stCondLst>
                                  <p:childTnLst>
                                    <p:anim calcmode="lin" valueType="num">
                                      <p:cBhvr additive="base">
                                        <p:cTn id="69" dur="500"/>
                                        <p:tgtEl>
                                          <p:spTgt spid="10"/>
                                        </p:tgtEl>
                                        <p:attrNameLst>
                                          <p:attrName>ppt_x</p:attrName>
                                        </p:attrNameLst>
                                      </p:cBhvr>
                                      <p:tavLst>
                                        <p:tav tm="0">
                                          <p:val>
                                            <p:strVal val="ppt_x"/>
                                          </p:val>
                                        </p:tav>
                                        <p:tav tm="100000">
                                          <p:val>
                                            <p:strVal val="ppt_x"/>
                                          </p:val>
                                        </p:tav>
                                      </p:tavLst>
                                    </p:anim>
                                    <p:anim calcmode="lin" valueType="num">
                                      <p:cBhvr additive="base">
                                        <p:cTn id="70" dur="500"/>
                                        <p:tgtEl>
                                          <p:spTgt spid="10"/>
                                        </p:tgtEl>
                                        <p:attrNameLst>
                                          <p:attrName>ppt_y</p:attrName>
                                        </p:attrNameLst>
                                      </p:cBhvr>
                                      <p:tavLst>
                                        <p:tav tm="0">
                                          <p:val>
                                            <p:strVal val="ppt_y"/>
                                          </p:val>
                                        </p:tav>
                                        <p:tav tm="100000">
                                          <p:val>
                                            <p:strVal val="1+ppt_h/2"/>
                                          </p:val>
                                        </p:tav>
                                      </p:tavLst>
                                    </p:anim>
                                    <p:set>
                                      <p:cBhvr>
                                        <p:cTn id="71" dur="1" fill="hold">
                                          <p:stCondLst>
                                            <p:cond delay="499"/>
                                          </p:stCondLst>
                                        </p:cTn>
                                        <p:tgtEl>
                                          <p:spTgt spid="10"/>
                                        </p:tgtEl>
                                        <p:attrNameLst>
                                          <p:attrName>style.visibility</p:attrName>
                                        </p:attrNameLst>
                                      </p:cBhvr>
                                      <p:to>
                                        <p:strVal val="hidden"/>
                                      </p:to>
                                    </p:set>
                                  </p:childTnLst>
                                </p:cTn>
                              </p:par>
                            </p:childTnLst>
                          </p:cTn>
                        </p:par>
                      </p:childTnLst>
                    </p:cTn>
                  </p:par>
                  <p:par>
                    <p:cTn id="72" fill="hold">
                      <p:stCondLst>
                        <p:cond delay="indefinite"/>
                      </p:stCondLst>
                      <p:childTnLst>
                        <p:par>
                          <p:cTn id="73" fill="hold">
                            <p:stCondLst>
                              <p:cond delay="0"/>
                            </p:stCondLst>
                            <p:childTnLst>
                              <p:par>
                                <p:cTn id="74" presetID="2" presetClass="exit" presetSubtype="4" fill="hold" nodeType="clickEffect">
                                  <p:stCondLst>
                                    <p:cond delay="0"/>
                                  </p:stCondLst>
                                  <p:childTnLst>
                                    <p:anim calcmode="lin" valueType="num">
                                      <p:cBhvr additive="base">
                                        <p:cTn id="75" dur="500"/>
                                        <p:tgtEl>
                                          <p:spTgt spid="12"/>
                                        </p:tgtEl>
                                        <p:attrNameLst>
                                          <p:attrName>ppt_x</p:attrName>
                                        </p:attrNameLst>
                                      </p:cBhvr>
                                      <p:tavLst>
                                        <p:tav tm="0">
                                          <p:val>
                                            <p:strVal val="ppt_x"/>
                                          </p:val>
                                        </p:tav>
                                        <p:tav tm="100000">
                                          <p:val>
                                            <p:strVal val="ppt_x"/>
                                          </p:val>
                                        </p:tav>
                                      </p:tavLst>
                                    </p:anim>
                                    <p:anim calcmode="lin" valueType="num">
                                      <p:cBhvr additive="base">
                                        <p:cTn id="76" dur="500"/>
                                        <p:tgtEl>
                                          <p:spTgt spid="12"/>
                                        </p:tgtEl>
                                        <p:attrNameLst>
                                          <p:attrName>ppt_y</p:attrName>
                                        </p:attrNameLst>
                                      </p:cBhvr>
                                      <p:tavLst>
                                        <p:tav tm="0">
                                          <p:val>
                                            <p:strVal val="ppt_y"/>
                                          </p:val>
                                        </p:tav>
                                        <p:tav tm="100000">
                                          <p:val>
                                            <p:strVal val="1+ppt_h/2"/>
                                          </p:val>
                                        </p:tav>
                                      </p:tavLst>
                                    </p:anim>
                                    <p:set>
                                      <p:cBhvr>
                                        <p:cTn id="77" dur="1" fill="hold">
                                          <p:stCondLst>
                                            <p:cond delay="499"/>
                                          </p:stCondLst>
                                        </p:cTn>
                                        <p:tgtEl>
                                          <p:spTgt spid="12"/>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3" nodeType="clickEffect">
                                  <p:stCondLst>
                                    <p:cond delay="0"/>
                                  </p:stCondLst>
                                  <p:childTnLst>
                                    <p:set>
                                      <p:cBhvr>
                                        <p:cTn id="81" dur="1" fill="hold">
                                          <p:stCondLst>
                                            <p:cond delay="0"/>
                                          </p:stCondLst>
                                        </p:cTn>
                                        <p:tgtEl>
                                          <p:spTgt spid="13"/>
                                        </p:tgtEl>
                                        <p:attrNameLst>
                                          <p:attrName>style.visibility</p:attrName>
                                        </p:attrNameLst>
                                      </p:cBhvr>
                                      <p:to>
                                        <p:strVal val="visible"/>
                                      </p:to>
                                    </p:set>
                                    <p:anim calcmode="lin" valueType="num">
                                      <p:cBhvr additive="base">
                                        <p:cTn id="82" dur="500" fill="hold"/>
                                        <p:tgtEl>
                                          <p:spTgt spid="13"/>
                                        </p:tgtEl>
                                        <p:attrNameLst>
                                          <p:attrName>ppt_x</p:attrName>
                                        </p:attrNameLst>
                                      </p:cBhvr>
                                      <p:tavLst>
                                        <p:tav tm="0">
                                          <p:val>
                                            <p:strVal val="#ppt_x"/>
                                          </p:val>
                                        </p:tav>
                                        <p:tav tm="100000">
                                          <p:val>
                                            <p:strVal val="#ppt_x"/>
                                          </p:val>
                                        </p:tav>
                                      </p:tavLst>
                                    </p:anim>
                                    <p:anim calcmode="lin" valueType="num">
                                      <p:cBhvr additive="base">
                                        <p:cTn id="8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xit" presetSubtype="4" fill="hold" nodeType="clickEffect">
                                  <p:stCondLst>
                                    <p:cond delay="0"/>
                                  </p:stCondLst>
                                  <p:childTnLst>
                                    <p:anim calcmode="lin" valueType="num">
                                      <p:cBhvr additive="base">
                                        <p:cTn id="87" dur="500"/>
                                        <p:tgtEl>
                                          <p:spTgt spid="16"/>
                                        </p:tgtEl>
                                        <p:attrNameLst>
                                          <p:attrName>ppt_x</p:attrName>
                                        </p:attrNameLst>
                                      </p:cBhvr>
                                      <p:tavLst>
                                        <p:tav tm="0">
                                          <p:val>
                                            <p:strVal val="ppt_x"/>
                                          </p:val>
                                        </p:tav>
                                        <p:tav tm="100000">
                                          <p:val>
                                            <p:strVal val="ppt_x"/>
                                          </p:val>
                                        </p:tav>
                                      </p:tavLst>
                                    </p:anim>
                                    <p:anim calcmode="lin" valueType="num">
                                      <p:cBhvr additive="base">
                                        <p:cTn id="88" dur="500"/>
                                        <p:tgtEl>
                                          <p:spTgt spid="16"/>
                                        </p:tgtEl>
                                        <p:attrNameLst>
                                          <p:attrName>ppt_y</p:attrName>
                                        </p:attrNameLst>
                                      </p:cBhvr>
                                      <p:tavLst>
                                        <p:tav tm="0">
                                          <p:val>
                                            <p:strVal val="ppt_y"/>
                                          </p:val>
                                        </p:tav>
                                        <p:tav tm="100000">
                                          <p:val>
                                            <p:strVal val="1+ppt_h/2"/>
                                          </p:val>
                                        </p:tav>
                                      </p:tavLst>
                                    </p:anim>
                                    <p:set>
                                      <p:cBhvr>
                                        <p:cTn id="89" dur="1" fill="hold">
                                          <p:stCondLst>
                                            <p:cond delay="499"/>
                                          </p:stCondLst>
                                        </p:cTn>
                                        <p:tgtEl>
                                          <p:spTgt spid="16"/>
                                        </p:tgtEl>
                                        <p:attrNameLst>
                                          <p:attrName>style.visibility</p:attrName>
                                        </p:attrNameLst>
                                      </p:cBhvr>
                                      <p:to>
                                        <p:strVal val="hidden"/>
                                      </p:to>
                                    </p:set>
                                  </p:childTnLst>
                                </p:cTn>
                              </p:par>
                            </p:childTnLst>
                          </p:cTn>
                        </p:par>
                      </p:childTnLst>
                    </p:cTn>
                  </p:par>
                  <p:par>
                    <p:cTn id="90" fill="hold">
                      <p:stCondLst>
                        <p:cond delay="indefinite"/>
                      </p:stCondLst>
                      <p:childTnLst>
                        <p:par>
                          <p:cTn id="91" fill="hold">
                            <p:stCondLst>
                              <p:cond delay="0"/>
                            </p:stCondLst>
                            <p:childTnLst>
                              <p:par>
                                <p:cTn id="92" presetID="2" presetClass="exit" presetSubtype="4" fill="hold" grpId="2" nodeType="clickEffect">
                                  <p:stCondLst>
                                    <p:cond delay="0"/>
                                  </p:stCondLst>
                                  <p:childTnLst>
                                    <p:anim calcmode="lin" valueType="num">
                                      <p:cBhvr additive="base">
                                        <p:cTn id="93" dur="500"/>
                                        <p:tgtEl>
                                          <p:spTgt spid="9"/>
                                        </p:tgtEl>
                                        <p:attrNameLst>
                                          <p:attrName>ppt_x</p:attrName>
                                        </p:attrNameLst>
                                      </p:cBhvr>
                                      <p:tavLst>
                                        <p:tav tm="0">
                                          <p:val>
                                            <p:strVal val="ppt_x"/>
                                          </p:val>
                                        </p:tav>
                                        <p:tav tm="100000">
                                          <p:val>
                                            <p:strVal val="ppt_x"/>
                                          </p:val>
                                        </p:tav>
                                      </p:tavLst>
                                    </p:anim>
                                    <p:anim calcmode="lin" valueType="num">
                                      <p:cBhvr additive="base">
                                        <p:cTn id="94" dur="500"/>
                                        <p:tgtEl>
                                          <p:spTgt spid="9"/>
                                        </p:tgtEl>
                                        <p:attrNameLst>
                                          <p:attrName>ppt_y</p:attrName>
                                        </p:attrNameLst>
                                      </p:cBhvr>
                                      <p:tavLst>
                                        <p:tav tm="0">
                                          <p:val>
                                            <p:strVal val="ppt_y"/>
                                          </p:val>
                                        </p:tav>
                                        <p:tav tm="100000">
                                          <p:val>
                                            <p:strVal val="1+ppt_h/2"/>
                                          </p:val>
                                        </p:tav>
                                      </p:tavLst>
                                    </p:anim>
                                    <p:set>
                                      <p:cBhvr>
                                        <p:cTn id="95" dur="1" fill="hold">
                                          <p:stCondLst>
                                            <p:cond delay="499"/>
                                          </p:stCondLst>
                                        </p:cTn>
                                        <p:tgtEl>
                                          <p:spTgt spid="9"/>
                                        </p:tgtEl>
                                        <p:attrNameLst>
                                          <p:attrName>style.visibility</p:attrName>
                                        </p:attrNameLst>
                                      </p:cBhvr>
                                      <p:to>
                                        <p:strVal val="hidden"/>
                                      </p:to>
                                    </p:se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18"/>
                                        </p:tgtEl>
                                        <p:attrNameLst>
                                          <p:attrName>style.visibility</p:attrName>
                                        </p:attrNameLst>
                                      </p:cBhvr>
                                      <p:to>
                                        <p:strVal val="visible"/>
                                      </p:to>
                                    </p:set>
                                    <p:anim calcmode="lin" valueType="num">
                                      <p:cBhvr additive="base">
                                        <p:cTn id="100" dur="500" fill="hold"/>
                                        <p:tgtEl>
                                          <p:spTgt spid="18"/>
                                        </p:tgtEl>
                                        <p:attrNameLst>
                                          <p:attrName>ppt_x</p:attrName>
                                        </p:attrNameLst>
                                      </p:cBhvr>
                                      <p:tavLst>
                                        <p:tav tm="0">
                                          <p:val>
                                            <p:strVal val="#ppt_x"/>
                                          </p:val>
                                        </p:tav>
                                        <p:tav tm="100000">
                                          <p:val>
                                            <p:strVal val="#ppt_x"/>
                                          </p:val>
                                        </p:tav>
                                      </p:tavLst>
                                    </p:anim>
                                    <p:anim calcmode="lin" valueType="num">
                                      <p:cBhvr additive="base">
                                        <p:cTn id="101"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grpId="0" nodeType="clickEffect">
                                  <p:stCondLst>
                                    <p:cond delay="0"/>
                                  </p:stCondLst>
                                  <p:childTnLst>
                                    <p:set>
                                      <p:cBhvr>
                                        <p:cTn id="105" dur="1" fill="hold">
                                          <p:stCondLst>
                                            <p:cond delay="0"/>
                                          </p:stCondLst>
                                        </p:cTn>
                                        <p:tgtEl>
                                          <p:spTgt spid="155652"/>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2"/>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p:bldP spid="155652" grpId="1"/>
      <p:bldP spid="6" grpId="0"/>
      <p:bldP spid="6" grpId="1"/>
      <p:bldP spid="4" grpId="0"/>
      <p:bldP spid="4" grpId="1"/>
      <p:bldP spid="5" grpId="0"/>
      <p:bldP spid="5" grpId="1"/>
      <p:bldP spid="7" grpId="0"/>
      <p:bldP spid="7" grpId="1"/>
      <p:bldP spid="13" grpId="0" bldLvl="0" animBg="1"/>
      <p:bldP spid="13" grpId="1" animBg="1"/>
      <p:bldP spid="13" grpId="2" animBg="1"/>
      <p:bldP spid="13" grpId="3" animBg="1"/>
      <p:bldP spid="9" grpId="0" bldLvl="0" animBg="1"/>
      <p:bldP spid="9" grpId="1" animBg="1"/>
      <p:bldP spid="9" grpId="2" animBg="1"/>
      <p:bldP spid="11" grpId="0" bldLvl="0" animBg="1"/>
      <p:bldP spid="11" grpId="1" animBg="1"/>
      <p:bldP spid="15" grpId="0" bldLvl="0" animBg="1"/>
      <p:bldP spid="15" grpId="1" animBg="1"/>
      <p:bldP spid="17" grpId="0"/>
      <p:bldP spid="17"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7260D787-0BE4-479E-9F4A-0C88B0D712F5}"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10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8</a:t>
            </a:fld>
            <a:endParaRPr lang="en-US" altLang="zh-CN" sz="1050" b="0" dirty="0">
              <a:solidFill>
                <a:schemeClr val="tx1"/>
              </a:solidFill>
              <a:ea typeface="宋体" panose="02010600030101010101" pitchFamily="2" charset="-122"/>
            </a:endParaRPr>
          </a:p>
        </p:txBody>
      </p:sp>
      <p:sp>
        <p:nvSpPr>
          <p:cNvPr id="123908" name="Rectangle 3"/>
          <p:cNvSpPr>
            <a:spLocks noGrp="1"/>
          </p:cNvSpPr>
          <p:nvPr>
            <p:ph type="title"/>
          </p:nvPr>
        </p:nvSpPr>
        <p:spPr>
          <a:xfrm>
            <a:off x="3695700" y="42545"/>
            <a:ext cx="4457700" cy="514350"/>
          </a:xfrm>
        </p:spPr>
        <p:txBody>
          <a:bodyPr vert="horz" wrap="square" lIns="68580" tIns="34290" rIns="68580" bIns="34290" anchor="ctr"/>
          <a:lstStyle/>
          <a:p>
            <a:pPr algn="l" eaLnBrk="1" hangingPunct="1"/>
            <a:r>
              <a:rPr lang="zh-CN" altLang="en-US" sz="2250" b="1" dirty="0">
                <a:solidFill>
                  <a:srgbClr val="FF0000"/>
                </a:solidFill>
                <a:ea typeface="华文新魏" panose="02010800040101010101" pitchFamily="2" charset="-122"/>
              </a:rPr>
              <a:t>串行计数器的连接结构</a:t>
            </a:r>
          </a:p>
        </p:txBody>
      </p:sp>
      <p:sp>
        <p:nvSpPr>
          <p:cNvPr id="123909" name="Text Box 20"/>
          <p:cNvSpPr txBox="1"/>
          <p:nvPr/>
        </p:nvSpPr>
        <p:spPr>
          <a:xfrm>
            <a:off x="3657600" y="707390"/>
            <a:ext cx="4606290" cy="1383665"/>
          </a:xfrm>
          <a:prstGeom prst="rect">
            <a:avLst/>
          </a:prstGeom>
          <a:noFill/>
          <a:ln w="9525">
            <a:noFill/>
          </a:ln>
        </p:spPr>
        <p:txBody>
          <a:bodyPr wrap="square">
            <a:spAutoFit/>
          </a:bodyPr>
          <a:lstStyle/>
          <a:p>
            <a:pPr algn="l">
              <a:spcBef>
                <a:spcPct val="50000"/>
              </a:spcBef>
            </a:pPr>
            <a:r>
              <a:rPr lang="en-US" altLang="zh-CN" sz="2100" dirty="0">
                <a:latin typeface="Times New Roman" panose="02020603050405020304" pitchFamily="18" charset="0"/>
              </a:rPr>
              <a:t>⑵  </a:t>
            </a:r>
            <a:r>
              <a:rPr lang="zh-CN" altLang="en-US" sz="2100" dirty="0">
                <a:latin typeface="Times New Roman" panose="02020603050405020304" pitchFamily="18" charset="0"/>
              </a:rPr>
              <a:t>计数器中的每一位均可能产生进位或借位，因此每一位触发器的状态变化只同它低一位的触发器状态变化有关，即：        </a:t>
            </a:r>
          </a:p>
        </p:txBody>
      </p:sp>
      <p:grpSp>
        <p:nvGrpSpPr>
          <p:cNvPr id="123910" name="Group 152"/>
          <p:cNvGrpSpPr/>
          <p:nvPr/>
        </p:nvGrpSpPr>
        <p:grpSpPr>
          <a:xfrm>
            <a:off x="883920" y="671195"/>
            <a:ext cx="2171700" cy="4229100"/>
            <a:chOff x="144" y="624"/>
            <a:chExt cx="1824" cy="3552"/>
          </a:xfrm>
        </p:grpSpPr>
        <p:sp>
          <p:nvSpPr>
            <p:cNvPr id="123925" name="Text Box 124"/>
            <p:cNvSpPr txBox="1"/>
            <p:nvPr/>
          </p:nvSpPr>
          <p:spPr>
            <a:xfrm>
              <a:off x="144" y="3878"/>
              <a:ext cx="672"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CLK</a:t>
              </a:r>
            </a:p>
          </p:txBody>
        </p:sp>
        <p:sp>
          <p:nvSpPr>
            <p:cNvPr id="123926" name="Text Box 126"/>
            <p:cNvSpPr txBox="1"/>
            <p:nvPr/>
          </p:nvSpPr>
          <p:spPr>
            <a:xfrm>
              <a:off x="336" y="3504"/>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p>
          </p:txBody>
        </p:sp>
        <p:sp>
          <p:nvSpPr>
            <p:cNvPr id="123927" name="Text Box 128"/>
            <p:cNvSpPr txBox="1"/>
            <p:nvPr/>
          </p:nvSpPr>
          <p:spPr>
            <a:xfrm>
              <a:off x="336" y="2568"/>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p>
          </p:txBody>
        </p:sp>
        <p:grpSp>
          <p:nvGrpSpPr>
            <p:cNvPr id="123928" name="Group 132"/>
            <p:cNvGrpSpPr/>
            <p:nvPr/>
          </p:nvGrpSpPr>
          <p:grpSpPr>
            <a:xfrm>
              <a:off x="576" y="624"/>
              <a:ext cx="1005" cy="3552"/>
              <a:chOff x="576" y="688"/>
              <a:chExt cx="1005" cy="3552"/>
            </a:xfrm>
          </p:grpSpPr>
          <p:grpSp>
            <p:nvGrpSpPr>
              <p:cNvPr id="123935" name="Group 72"/>
              <p:cNvGrpSpPr/>
              <p:nvPr/>
            </p:nvGrpSpPr>
            <p:grpSpPr>
              <a:xfrm>
                <a:off x="576" y="688"/>
                <a:ext cx="1005" cy="800"/>
                <a:chOff x="576" y="621"/>
                <a:chExt cx="1005" cy="800"/>
              </a:xfrm>
            </p:grpSpPr>
            <p:sp>
              <p:nvSpPr>
                <p:cNvPr id="123990" name="Line 3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91" name="Line 3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92" name="Line 3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93" name="Line 3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94" name="Line 3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95" name="Line 3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96" name="Line 3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97" name="Oval 3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98" name="Oval 2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99" name="AutoShape 2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4000" name="Line 2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4001" name="Line 2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4002" name="Text Box 26"/>
                <p:cNvSpPr txBox="1"/>
                <p:nvPr/>
              </p:nvSpPr>
              <p:spPr>
                <a:xfrm>
                  <a:off x="862" y="764"/>
                  <a:ext cx="500" cy="23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4003" name="Text Box 27"/>
                <p:cNvSpPr txBox="1"/>
                <p:nvPr/>
              </p:nvSpPr>
              <p:spPr>
                <a:xfrm>
                  <a:off x="1124" y="779"/>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4004" name="Text Box 28"/>
                <p:cNvSpPr txBox="1"/>
                <p:nvPr/>
              </p:nvSpPr>
              <p:spPr>
                <a:xfrm>
                  <a:off x="1124" y="1154"/>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4005" name="Text Box 29"/>
                <p:cNvSpPr txBox="1"/>
                <p:nvPr/>
              </p:nvSpPr>
              <p:spPr>
                <a:xfrm>
                  <a:off x="888" y="1194"/>
                  <a:ext cx="346" cy="193"/>
                </a:xfrm>
                <a:prstGeom prst="rect">
                  <a:avLst/>
                </a:prstGeom>
                <a:noFill/>
                <a:ln w="28575">
                  <a:noFill/>
                </a:ln>
              </p:spPr>
              <p:txBody>
                <a:bodyPr wrap="none">
                  <a:spAutoFit/>
                </a:bodyPr>
                <a:lstStyle/>
                <a:p>
                  <a:pPr algn="l"/>
                  <a:r>
                    <a:rPr lang="en-US" altLang="zh-CN" sz="900" b="0" dirty="0">
                      <a:solidFill>
                        <a:schemeClr val="tx1"/>
                      </a:solidFill>
                      <a:latin typeface="Times New Roman" panose="02020603050405020304" pitchFamily="18" charset="0"/>
                    </a:rPr>
                    <a:t>CLK</a:t>
                  </a:r>
                </a:p>
              </p:txBody>
            </p:sp>
          </p:grpSp>
          <p:grpSp>
            <p:nvGrpSpPr>
              <p:cNvPr id="123936" name="Group 73"/>
              <p:cNvGrpSpPr/>
              <p:nvPr/>
            </p:nvGrpSpPr>
            <p:grpSpPr>
              <a:xfrm>
                <a:off x="576" y="1620"/>
                <a:ext cx="1005" cy="800"/>
                <a:chOff x="576" y="621"/>
                <a:chExt cx="1005" cy="800"/>
              </a:xfrm>
            </p:grpSpPr>
            <p:sp>
              <p:nvSpPr>
                <p:cNvPr id="123974" name="Line 7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75" name="Line 7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76" name="Line 7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77" name="Line 7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78" name="Line 7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79" name="Line 7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80" name="Line 8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81" name="Oval 8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82" name="Oval 8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83" name="AutoShape 8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3984" name="Line 8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85" name="Line 8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86" name="Text Box 86"/>
                <p:cNvSpPr txBox="1"/>
                <p:nvPr/>
              </p:nvSpPr>
              <p:spPr>
                <a:xfrm>
                  <a:off x="862" y="764"/>
                  <a:ext cx="500" cy="23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3987" name="Text Box 87"/>
                <p:cNvSpPr txBox="1"/>
                <p:nvPr/>
              </p:nvSpPr>
              <p:spPr>
                <a:xfrm>
                  <a:off x="1124" y="779"/>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88" name="Text Box 88"/>
                <p:cNvSpPr txBox="1"/>
                <p:nvPr/>
              </p:nvSpPr>
              <p:spPr>
                <a:xfrm>
                  <a:off x="1124" y="1154"/>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89" name="Text Box 89"/>
                <p:cNvSpPr txBox="1"/>
                <p:nvPr/>
              </p:nvSpPr>
              <p:spPr>
                <a:xfrm>
                  <a:off x="888" y="1194"/>
                  <a:ext cx="346" cy="193"/>
                </a:xfrm>
                <a:prstGeom prst="rect">
                  <a:avLst/>
                </a:prstGeom>
                <a:noFill/>
                <a:ln w="28575">
                  <a:noFill/>
                </a:ln>
              </p:spPr>
              <p:txBody>
                <a:bodyPr wrap="none">
                  <a:spAutoFit/>
                </a:bodyPr>
                <a:lstStyle/>
                <a:p>
                  <a:pPr algn="l"/>
                  <a:r>
                    <a:rPr lang="en-US" altLang="zh-CN" sz="900" b="0" dirty="0">
                      <a:solidFill>
                        <a:schemeClr val="tx1"/>
                      </a:solidFill>
                      <a:latin typeface="Times New Roman" panose="02020603050405020304" pitchFamily="18" charset="0"/>
                    </a:rPr>
                    <a:t>CLK</a:t>
                  </a:r>
                </a:p>
              </p:txBody>
            </p:sp>
          </p:grpSp>
          <p:grpSp>
            <p:nvGrpSpPr>
              <p:cNvPr id="123937" name="Group 90"/>
              <p:cNvGrpSpPr/>
              <p:nvPr/>
            </p:nvGrpSpPr>
            <p:grpSpPr>
              <a:xfrm>
                <a:off x="576" y="2528"/>
                <a:ext cx="1005" cy="800"/>
                <a:chOff x="576" y="621"/>
                <a:chExt cx="1005" cy="800"/>
              </a:xfrm>
            </p:grpSpPr>
            <p:sp>
              <p:nvSpPr>
                <p:cNvPr id="123958" name="Line 9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59" name="Line 9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60" name="Line 9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61" name="Line 9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62" name="Line 9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63" name="Line 9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64" name="Line 9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65" name="Oval 9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66" name="Oval 9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67" name="AutoShape 10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3968" name="Line 10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69" name="Line 10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70" name="Text Box 103"/>
                <p:cNvSpPr txBox="1"/>
                <p:nvPr/>
              </p:nvSpPr>
              <p:spPr>
                <a:xfrm>
                  <a:off x="862" y="764"/>
                  <a:ext cx="500" cy="23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3971" name="Text Box 104"/>
                <p:cNvSpPr txBox="1"/>
                <p:nvPr/>
              </p:nvSpPr>
              <p:spPr>
                <a:xfrm>
                  <a:off x="1124" y="779"/>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72" name="Text Box 105"/>
                <p:cNvSpPr txBox="1"/>
                <p:nvPr/>
              </p:nvSpPr>
              <p:spPr>
                <a:xfrm>
                  <a:off x="1124" y="1154"/>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73" name="Text Box 106"/>
                <p:cNvSpPr txBox="1"/>
                <p:nvPr/>
              </p:nvSpPr>
              <p:spPr>
                <a:xfrm>
                  <a:off x="888" y="1194"/>
                  <a:ext cx="346" cy="193"/>
                </a:xfrm>
                <a:prstGeom prst="rect">
                  <a:avLst/>
                </a:prstGeom>
                <a:noFill/>
                <a:ln w="28575">
                  <a:noFill/>
                </a:ln>
              </p:spPr>
              <p:txBody>
                <a:bodyPr wrap="none">
                  <a:spAutoFit/>
                </a:bodyPr>
                <a:lstStyle/>
                <a:p>
                  <a:pPr algn="l"/>
                  <a:r>
                    <a:rPr lang="en-US" altLang="zh-CN" sz="900" b="0" dirty="0">
                      <a:solidFill>
                        <a:schemeClr val="tx1"/>
                      </a:solidFill>
                      <a:latin typeface="Times New Roman" panose="02020603050405020304" pitchFamily="18" charset="0"/>
                    </a:rPr>
                    <a:t>CLK</a:t>
                  </a:r>
                </a:p>
              </p:txBody>
            </p:sp>
          </p:grpSp>
          <p:grpSp>
            <p:nvGrpSpPr>
              <p:cNvPr id="123938" name="Group 107"/>
              <p:cNvGrpSpPr/>
              <p:nvPr/>
            </p:nvGrpSpPr>
            <p:grpSpPr>
              <a:xfrm>
                <a:off x="576" y="3440"/>
                <a:ext cx="1005" cy="800"/>
                <a:chOff x="576" y="621"/>
                <a:chExt cx="1005" cy="800"/>
              </a:xfrm>
            </p:grpSpPr>
            <p:sp>
              <p:nvSpPr>
                <p:cNvPr id="123942" name="Line 108"/>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3943" name="Line 109"/>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3944" name="Line 110"/>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3945" name="Line 111"/>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3946" name="Line 112"/>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3947" name="Line 113"/>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3948" name="Line 114"/>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3949" name="Oval 115"/>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50" name="Oval 116"/>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3951" name="AutoShape 117"/>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3952" name="Line 118"/>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3953" name="Line 119"/>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3954" name="Text Box 120"/>
                <p:cNvSpPr txBox="1"/>
                <p:nvPr/>
              </p:nvSpPr>
              <p:spPr>
                <a:xfrm>
                  <a:off x="862" y="764"/>
                  <a:ext cx="500" cy="23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3955" name="Text Box 121"/>
                <p:cNvSpPr txBox="1"/>
                <p:nvPr/>
              </p:nvSpPr>
              <p:spPr>
                <a:xfrm>
                  <a:off x="1124" y="779"/>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56" name="Text Box 122"/>
                <p:cNvSpPr txBox="1"/>
                <p:nvPr/>
              </p:nvSpPr>
              <p:spPr>
                <a:xfrm>
                  <a:off x="1124" y="1154"/>
                  <a:ext cx="258" cy="251"/>
                </a:xfrm>
                <a:prstGeom prst="rect">
                  <a:avLst/>
                </a:prstGeom>
                <a:noFill/>
                <a:ln w="28575">
                  <a:noFill/>
                </a:ln>
              </p:spPr>
              <p:txBody>
                <a:bodyPr wrap="none">
                  <a:spAutoFit/>
                </a:bodyPr>
                <a:lstStyle/>
                <a:p>
                  <a:pPr algn="l"/>
                  <a:r>
                    <a:rPr lang="en-US" altLang="zh-CN" sz="1350" b="0" dirty="0">
                      <a:solidFill>
                        <a:schemeClr val="tx1"/>
                      </a:solidFill>
                      <a:latin typeface="Times New Roman" panose="02020603050405020304" pitchFamily="18" charset="0"/>
                    </a:rPr>
                    <a:t>Q</a:t>
                  </a:r>
                </a:p>
              </p:txBody>
            </p:sp>
            <p:sp>
              <p:nvSpPr>
                <p:cNvPr id="123957" name="Text Box 123"/>
                <p:cNvSpPr txBox="1"/>
                <p:nvPr/>
              </p:nvSpPr>
              <p:spPr>
                <a:xfrm>
                  <a:off x="888" y="1194"/>
                  <a:ext cx="346" cy="193"/>
                </a:xfrm>
                <a:prstGeom prst="rect">
                  <a:avLst/>
                </a:prstGeom>
                <a:noFill/>
                <a:ln w="28575">
                  <a:noFill/>
                </a:ln>
              </p:spPr>
              <p:txBody>
                <a:bodyPr wrap="none">
                  <a:spAutoFit/>
                </a:bodyPr>
                <a:lstStyle/>
                <a:p>
                  <a:pPr algn="l"/>
                  <a:r>
                    <a:rPr lang="en-US" altLang="zh-CN" sz="900" b="0" dirty="0">
                      <a:solidFill>
                        <a:schemeClr val="tx1"/>
                      </a:solidFill>
                      <a:latin typeface="Times New Roman" panose="02020603050405020304" pitchFamily="18" charset="0"/>
                    </a:rPr>
                    <a:t>CLK</a:t>
                  </a:r>
                </a:p>
              </p:txBody>
            </p:sp>
          </p:grpSp>
          <p:sp>
            <p:nvSpPr>
              <p:cNvPr id="123939" name="Line 125"/>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3940" name="Line 127"/>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3941" name="Line 12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3929" name="Text Box 130"/>
            <p:cNvSpPr txBox="1"/>
            <p:nvPr/>
          </p:nvSpPr>
          <p:spPr>
            <a:xfrm>
              <a:off x="336" y="1692"/>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p>
          </p:txBody>
        </p:sp>
        <p:sp>
          <p:nvSpPr>
            <p:cNvPr id="123930" name="Text Box 131"/>
            <p:cNvSpPr txBox="1"/>
            <p:nvPr/>
          </p:nvSpPr>
          <p:spPr>
            <a:xfrm>
              <a:off x="336" y="720"/>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p>
          </p:txBody>
        </p:sp>
        <p:sp>
          <p:nvSpPr>
            <p:cNvPr id="123931" name="Text Box 133"/>
            <p:cNvSpPr txBox="1"/>
            <p:nvPr/>
          </p:nvSpPr>
          <p:spPr>
            <a:xfrm>
              <a:off x="1584" y="3456"/>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p>
          </p:txBody>
        </p:sp>
        <p:sp>
          <p:nvSpPr>
            <p:cNvPr id="123932" name="Text Box 134"/>
            <p:cNvSpPr txBox="1"/>
            <p:nvPr/>
          </p:nvSpPr>
          <p:spPr>
            <a:xfrm>
              <a:off x="1584" y="2520"/>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p>
          </p:txBody>
        </p:sp>
        <p:sp>
          <p:nvSpPr>
            <p:cNvPr id="123933" name="Text Box 135"/>
            <p:cNvSpPr txBox="1"/>
            <p:nvPr/>
          </p:nvSpPr>
          <p:spPr>
            <a:xfrm>
              <a:off x="1584" y="1644"/>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p>
          </p:txBody>
        </p:sp>
        <p:sp>
          <p:nvSpPr>
            <p:cNvPr id="123934" name="Text Box 136"/>
            <p:cNvSpPr txBox="1"/>
            <p:nvPr/>
          </p:nvSpPr>
          <p:spPr>
            <a:xfrm>
              <a:off x="1584" y="672"/>
              <a:ext cx="384" cy="270"/>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p>
          </p:txBody>
        </p:sp>
      </p:grpSp>
      <p:sp>
        <p:nvSpPr>
          <p:cNvPr id="123911" name="Text Box 137"/>
          <p:cNvSpPr txBox="1"/>
          <p:nvPr/>
        </p:nvSpPr>
        <p:spPr>
          <a:xfrm>
            <a:off x="3829050" y="2171700"/>
            <a:ext cx="4349750" cy="737235"/>
          </a:xfrm>
          <a:prstGeom prst="rect">
            <a:avLst/>
          </a:prstGeom>
          <a:noFill/>
          <a:ln w="9525">
            <a:noFill/>
          </a:ln>
        </p:spPr>
        <p:txBody>
          <a:bodyPr wrap="square">
            <a:spAutoFit/>
          </a:bodyPr>
          <a:lstStyle/>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 </a:t>
            </a:r>
            <a:r>
              <a:rPr lang="zh-CN" altLang="en-US" sz="2100" dirty="0">
                <a:latin typeface="Times New Roman" panose="02020603050405020304" pitchFamily="18" charset="0"/>
              </a:rPr>
              <a:t>的变化</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CLK </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的变化有可能</a:t>
            </a:r>
            <a:r>
              <a:rPr lang="zh-CN" altLang="en-US" sz="2100" dirty="0">
                <a:solidFill>
                  <a:srgbClr val="FFFF00"/>
                </a:solidFill>
                <a:latin typeface="Times New Roman" panose="02020603050405020304" pitchFamily="18" charset="0"/>
              </a:rPr>
              <a:t> →  </a:t>
            </a: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i+1 </a:t>
            </a:r>
            <a:r>
              <a:rPr lang="zh-CN" altLang="en-US" sz="2100" dirty="0">
                <a:latin typeface="Times New Roman" panose="02020603050405020304" pitchFamily="18" charset="0"/>
              </a:rPr>
              <a:t>的变化</a:t>
            </a:r>
          </a:p>
        </p:txBody>
      </p:sp>
      <p:sp>
        <p:nvSpPr>
          <p:cNvPr id="123912" name="Text Box 138"/>
          <p:cNvSpPr txBox="1"/>
          <p:nvPr/>
        </p:nvSpPr>
        <p:spPr>
          <a:xfrm>
            <a:off x="3771900" y="3086100"/>
            <a:ext cx="3943350" cy="414020"/>
          </a:xfrm>
          <a:prstGeom prst="rect">
            <a:avLst/>
          </a:prstGeom>
          <a:noFill/>
          <a:ln w="9525">
            <a:noFill/>
          </a:ln>
        </p:spPr>
        <p:txBody>
          <a:bodyPr>
            <a:spAutoFit/>
          </a:bodyPr>
          <a:lstStyle/>
          <a:p>
            <a:pPr algn="l">
              <a:spcBef>
                <a:spcPct val="50000"/>
              </a:spcBef>
            </a:pPr>
            <a:r>
              <a:rPr lang="zh-CN" altLang="en-US" sz="2100" dirty="0">
                <a:solidFill>
                  <a:srgbClr val="FFFF00"/>
                </a:solidFill>
                <a:latin typeface="Times New Roman" panose="02020603050405020304" pitchFamily="18" charset="0"/>
              </a:rPr>
              <a:t>例  </a:t>
            </a:r>
            <a:r>
              <a:rPr lang="zh-CN" altLang="en-US" sz="2100" dirty="0">
                <a:latin typeface="Times New Roman" panose="02020603050405020304" pitchFamily="18" charset="0"/>
              </a:rPr>
              <a:t>分析左图所示电路。      </a:t>
            </a:r>
            <a:endParaRPr lang="zh-CN" altLang="en-US" sz="2100" baseline="-25000" dirty="0">
              <a:latin typeface="Times New Roman" panose="02020603050405020304" pitchFamily="18" charset="0"/>
            </a:endParaRPr>
          </a:p>
        </p:txBody>
      </p:sp>
      <p:grpSp>
        <p:nvGrpSpPr>
          <p:cNvPr id="123913" name="Group 142"/>
          <p:cNvGrpSpPr/>
          <p:nvPr/>
        </p:nvGrpSpPr>
        <p:grpSpPr>
          <a:xfrm>
            <a:off x="4000500" y="3657600"/>
            <a:ext cx="1485900" cy="414338"/>
            <a:chOff x="2160" y="3216"/>
            <a:chExt cx="1248" cy="348"/>
          </a:xfrm>
        </p:grpSpPr>
        <p:sp>
          <p:nvSpPr>
            <p:cNvPr id="123923" name="Text Box 139"/>
            <p:cNvSpPr txBox="1"/>
            <p:nvPr/>
          </p:nvSpPr>
          <p:spPr>
            <a:xfrm>
              <a:off x="2160" y="3216"/>
              <a:ext cx="1248" cy="348"/>
            </a:xfrm>
            <a:prstGeom prst="rect">
              <a:avLst/>
            </a:prstGeom>
            <a:noFill/>
            <a:ln w="28575">
              <a:noFill/>
            </a:ln>
          </p:spPr>
          <p:txBody>
            <a:bodyPr>
              <a:spAutoFit/>
            </a:bodyPr>
            <a:lstStyle/>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3</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3</a:t>
              </a:r>
            </a:p>
          </p:txBody>
        </p:sp>
        <p:sp>
          <p:nvSpPr>
            <p:cNvPr id="123924" name="Line 14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4" name="Group 143"/>
          <p:cNvGrpSpPr/>
          <p:nvPr/>
        </p:nvGrpSpPr>
        <p:grpSpPr>
          <a:xfrm>
            <a:off x="4000500" y="4068366"/>
            <a:ext cx="1485900" cy="414337"/>
            <a:chOff x="2160" y="3216"/>
            <a:chExt cx="1248" cy="348"/>
          </a:xfrm>
        </p:grpSpPr>
        <p:sp>
          <p:nvSpPr>
            <p:cNvPr id="123921" name="Text Box 144"/>
            <p:cNvSpPr txBox="1"/>
            <p:nvPr/>
          </p:nvSpPr>
          <p:spPr>
            <a:xfrm>
              <a:off x="2160" y="3216"/>
              <a:ext cx="1248" cy="348"/>
            </a:xfrm>
            <a:prstGeom prst="rect">
              <a:avLst/>
            </a:prstGeom>
            <a:noFill/>
            <a:ln w="28575">
              <a:noFill/>
            </a:ln>
          </p:spPr>
          <p:txBody>
            <a:bodyPr>
              <a:spAutoFit/>
            </a:bodyPr>
            <a:lstStyle/>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2</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2</a:t>
              </a:r>
            </a:p>
          </p:txBody>
        </p:sp>
        <p:sp>
          <p:nvSpPr>
            <p:cNvPr id="123922" name="Line 145"/>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5" name="Group 146"/>
          <p:cNvGrpSpPr/>
          <p:nvPr/>
        </p:nvGrpSpPr>
        <p:grpSpPr>
          <a:xfrm>
            <a:off x="5772150" y="3668316"/>
            <a:ext cx="1485900" cy="414337"/>
            <a:chOff x="2160" y="3216"/>
            <a:chExt cx="1248" cy="348"/>
          </a:xfrm>
        </p:grpSpPr>
        <p:sp>
          <p:nvSpPr>
            <p:cNvPr id="123919" name="Text Box 147"/>
            <p:cNvSpPr txBox="1"/>
            <p:nvPr/>
          </p:nvSpPr>
          <p:spPr>
            <a:xfrm>
              <a:off x="2160" y="3216"/>
              <a:ext cx="1248" cy="348"/>
            </a:xfrm>
            <a:prstGeom prst="rect">
              <a:avLst/>
            </a:prstGeom>
            <a:noFill/>
            <a:ln w="28575">
              <a:noFill/>
            </a:ln>
          </p:spPr>
          <p:txBody>
            <a:bodyPr>
              <a:spAutoFit/>
            </a:bodyPr>
            <a:lstStyle/>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1</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1</a:t>
              </a:r>
            </a:p>
          </p:txBody>
        </p:sp>
        <p:sp>
          <p:nvSpPr>
            <p:cNvPr id="123920" name="Line 148"/>
            <p:cNvSpPr/>
            <p:nvPr/>
          </p:nvSpPr>
          <p:spPr>
            <a:xfrm>
              <a:off x="2952" y="3264"/>
              <a:ext cx="192" cy="0"/>
            </a:xfrm>
            <a:prstGeom prst="line">
              <a:avLst/>
            </a:prstGeom>
            <a:ln w="28575" cap="flat" cmpd="sng">
              <a:solidFill>
                <a:srgbClr val="FFFF00"/>
              </a:solidFill>
              <a:prstDash val="solid"/>
              <a:headEnd type="none" w="med" len="med"/>
              <a:tailEnd type="none" w="med" len="med"/>
            </a:ln>
          </p:spPr>
        </p:sp>
      </p:grpSp>
      <p:grpSp>
        <p:nvGrpSpPr>
          <p:cNvPr id="123916" name="Group 149"/>
          <p:cNvGrpSpPr/>
          <p:nvPr/>
        </p:nvGrpSpPr>
        <p:grpSpPr>
          <a:xfrm>
            <a:off x="5772150" y="4068366"/>
            <a:ext cx="1485900" cy="414337"/>
            <a:chOff x="2160" y="3216"/>
            <a:chExt cx="1248" cy="348"/>
          </a:xfrm>
        </p:grpSpPr>
        <p:sp>
          <p:nvSpPr>
            <p:cNvPr id="123917" name="Text Box 150"/>
            <p:cNvSpPr txBox="1"/>
            <p:nvPr/>
          </p:nvSpPr>
          <p:spPr>
            <a:xfrm>
              <a:off x="2160" y="3216"/>
              <a:ext cx="1248" cy="348"/>
            </a:xfrm>
            <a:prstGeom prst="rect">
              <a:avLst/>
            </a:prstGeom>
            <a:noFill/>
            <a:ln w="28575">
              <a:noFill/>
            </a:ln>
          </p:spPr>
          <p:txBody>
            <a:bodyPr>
              <a:spAutoFit/>
            </a:bodyPr>
            <a:lstStyle/>
            <a:p>
              <a:pPr algn="l">
                <a:spcBef>
                  <a:spcPct val="50000"/>
                </a:spcBef>
              </a:pPr>
              <a:r>
                <a:rPr lang="en-US" altLang="zh-CN" sz="2100" dirty="0">
                  <a:solidFill>
                    <a:srgbClr val="FFFF00"/>
                  </a:solidFill>
                  <a:latin typeface="Times New Roman" panose="02020603050405020304" pitchFamily="18" charset="0"/>
                </a:rPr>
                <a:t>Q</a:t>
              </a:r>
              <a:r>
                <a:rPr lang="en-US" altLang="zh-CN" sz="2100" baseline="-25000" dirty="0">
                  <a:solidFill>
                    <a:srgbClr val="FFFF00"/>
                  </a:solidFill>
                  <a:latin typeface="Times New Roman" panose="02020603050405020304" pitchFamily="18" charset="0"/>
                </a:rPr>
                <a:t>0</a:t>
              </a:r>
              <a:r>
                <a:rPr lang="en-US" altLang="zh-CN" sz="2100" baseline="30000" dirty="0">
                  <a:solidFill>
                    <a:srgbClr val="FFFF00"/>
                  </a:solidFill>
                  <a:latin typeface="Times New Roman" panose="02020603050405020304" pitchFamily="18" charset="0"/>
                </a:rPr>
                <a:t>n+1</a:t>
              </a:r>
              <a:r>
                <a:rPr lang="en-US" altLang="zh-CN" sz="2100" dirty="0">
                  <a:solidFill>
                    <a:srgbClr val="FFFF00"/>
                  </a:solidFill>
                  <a:latin typeface="Times New Roman" panose="02020603050405020304" pitchFamily="18" charset="0"/>
                </a:rPr>
                <a:t> = Q</a:t>
              </a:r>
              <a:r>
                <a:rPr lang="en-US" altLang="zh-CN" sz="2100" baseline="-25000" dirty="0">
                  <a:solidFill>
                    <a:srgbClr val="FFFF00"/>
                  </a:solidFill>
                  <a:latin typeface="Times New Roman" panose="02020603050405020304" pitchFamily="18" charset="0"/>
                </a:rPr>
                <a:t>0</a:t>
              </a:r>
            </a:p>
          </p:txBody>
        </p:sp>
        <p:sp>
          <p:nvSpPr>
            <p:cNvPr id="123918" name="Line 151"/>
            <p:cNvSpPr/>
            <p:nvPr/>
          </p:nvSpPr>
          <p:spPr>
            <a:xfrm>
              <a:off x="2952" y="3264"/>
              <a:ext cx="192" cy="0"/>
            </a:xfrm>
            <a:prstGeom prst="line">
              <a:avLst/>
            </a:prstGeom>
            <a:ln w="28575" cap="flat" cmpd="sng">
              <a:solidFill>
                <a:srgbClr val="FFFF00"/>
              </a:solidFill>
              <a:prstDash val="solid"/>
              <a:headEnd type="none" w="med" len="med"/>
              <a:tailEnd type="none" w="med" len="med"/>
            </a:ln>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91"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D58301B4-141B-4F27-9C14-D90C3EB5A27B}"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93"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9</a:t>
            </a:fld>
            <a:endParaRPr lang="en-US" altLang="zh-CN" sz="1050" b="0" dirty="0">
              <a:solidFill>
                <a:schemeClr val="tx1"/>
              </a:solidFill>
              <a:ea typeface="宋体" panose="02010600030101010101" pitchFamily="2" charset="-122"/>
            </a:endParaRPr>
          </a:p>
        </p:txBody>
      </p:sp>
      <p:sp>
        <p:nvSpPr>
          <p:cNvPr id="124932" name="Rectangle 3"/>
          <p:cNvSpPr>
            <a:spLocks noGrp="1"/>
          </p:cNvSpPr>
          <p:nvPr>
            <p:ph type="title"/>
          </p:nvPr>
        </p:nvSpPr>
        <p:spPr>
          <a:xfrm>
            <a:off x="2992755" y="99695"/>
            <a:ext cx="5829300" cy="400050"/>
          </a:xfrm>
        </p:spPr>
        <p:txBody>
          <a:bodyPr vert="horz" wrap="square" lIns="68580" tIns="34290" rIns="68580" bIns="34290" anchor="ctr"/>
          <a:lstStyle/>
          <a:p>
            <a:pPr algn="l" eaLnBrk="1" hangingPunct="1"/>
            <a:r>
              <a:rPr lang="zh-CN" altLang="en-US" sz="2100" b="1" dirty="0">
                <a:solidFill>
                  <a:schemeClr val="bg1"/>
                </a:solidFill>
                <a:ea typeface="华文新魏" panose="02010800040101010101" pitchFamily="2" charset="-122"/>
              </a:rPr>
              <a:t>设：初态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3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2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1 </a:t>
            </a:r>
            <a:r>
              <a:rPr lang="en-US" altLang="zh-CN" sz="2100" b="1" dirty="0">
                <a:solidFill>
                  <a:srgbClr val="FFFF00"/>
                </a:solidFill>
                <a:ea typeface="华文新魏" panose="02010800040101010101" pitchFamily="2" charset="-122"/>
              </a:rPr>
              <a:t>Q</a:t>
            </a:r>
            <a:r>
              <a:rPr lang="en-US" altLang="zh-CN" sz="2100" b="1" baseline="-25000" dirty="0">
                <a:solidFill>
                  <a:srgbClr val="FFFF00"/>
                </a:solidFill>
                <a:ea typeface="华文新魏" panose="02010800040101010101" pitchFamily="2" charset="-122"/>
              </a:rPr>
              <a:t>0</a:t>
            </a:r>
            <a:r>
              <a:rPr lang="en-US" altLang="zh-CN" sz="2100" b="1" dirty="0">
                <a:solidFill>
                  <a:srgbClr val="FFFF00"/>
                </a:solidFill>
                <a:ea typeface="华文新魏" panose="02010800040101010101" pitchFamily="2" charset="-122"/>
              </a:rPr>
              <a:t> = 0000</a:t>
            </a:r>
          </a:p>
        </p:txBody>
      </p:sp>
      <p:grpSp>
        <p:nvGrpSpPr>
          <p:cNvPr id="124933" name="Group 4"/>
          <p:cNvGrpSpPr/>
          <p:nvPr/>
        </p:nvGrpSpPr>
        <p:grpSpPr>
          <a:xfrm>
            <a:off x="703580" y="713740"/>
            <a:ext cx="2171700" cy="3971138"/>
            <a:chOff x="144" y="624"/>
            <a:chExt cx="1824" cy="3553"/>
          </a:xfrm>
        </p:grpSpPr>
        <p:sp>
          <p:nvSpPr>
            <p:cNvPr id="125240" name="Text Box 5"/>
            <p:cNvSpPr txBox="1"/>
            <p:nvPr/>
          </p:nvSpPr>
          <p:spPr>
            <a:xfrm>
              <a:off x="144" y="3878"/>
              <a:ext cx="672"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CLK</a:t>
              </a:r>
            </a:p>
          </p:txBody>
        </p:sp>
        <p:sp>
          <p:nvSpPr>
            <p:cNvPr id="125241" name="Text Box 6"/>
            <p:cNvSpPr txBox="1"/>
            <p:nvPr/>
          </p:nvSpPr>
          <p:spPr>
            <a:xfrm>
              <a:off x="336" y="3504"/>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p>
          </p:txBody>
        </p:sp>
        <p:sp>
          <p:nvSpPr>
            <p:cNvPr id="125242" name="Text Box 7"/>
            <p:cNvSpPr txBox="1"/>
            <p:nvPr/>
          </p:nvSpPr>
          <p:spPr>
            <a:xfrm>
              <a:off x="336" y="2568"/>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p>
          </p:txBody>
        </p:sp>
        <p:grpSp>
          <p:nvGrpSpPr>
            <p:cNvPr id="125243" name="Group 8"/>
            <p:cNvGrpSpPr/>
            <p:nvPr/>
          </p:nvGrpSpPr>
          <p:grpSpPr>
            <a:xfrm>
              <a:off x="576" y="624"/>
              <a:ext cx="1005" cy="3553"/>
              <a:chOff x="576" y="688"/>
              <a:chExt cx="1005" cy="3553"/>
            </a:xfrm>
          </p:grpSpPr>
          <p:grpSp>
            <p:nvGrpSpPr>
              <p:cNvPr id="125250" name="Group 9"/>
              <p:cNvGrpSpPr/>
              <p:nvPr/>
            </p:nvGrpSpPr>
            <p:grpSpPr>
              <a:xfrm>
                <a:off x="576" y="688"/>
                <a:ext cx="1005" cy="801"/>
                <a:chOff x="576" y="621"/>
                <a:chExt cx="1005" cy="801"/>
              </a:xfrm>
            </p:grpSpPr>
            <p:sp>
              <p:nvSpPr>
                <p:cNvPr id="125305"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306"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307"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308"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309"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310"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311"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312"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313"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314"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5315"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16"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17" name="Text Box 22"/>
                <p:cNvSpPr txBox="1"/>
                <p:nvPr/>
              </p:nvSpPr>
              <p:spPr>
                <a:xfrm>
                  <a:off x="862" y="764"/>
                  <a:ext cx="500" cy="247"/>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5318" name="Text Box 23"/>
                <p:cNvSpPr txBox="1"/>
                <p:nvPr/>
              </p:nvSpPr>
              <p:spPr>
                <a:xfrm>
                  <a:off x="1124" y="779"/>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319" name="Text Box 24"/>
                <p:cNvSpPr txBox="1"/>
                <p:nvPr/>
              </p:nvSpPr>
              <p:spPr>
                <a:xfrm>
                  <a:off x="1124" y="1154"/>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320" name="Text Box 25"/>
                <p:cNvSpPr txBox="1"/>
                <p:nvPr/>
              </p:nvSpPr>
              <p:spPr>
                <a:xfrm>
                  <a:off x="888" y="1195"/>
                  <a:ext cx="346" cy="206"/>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5251" name="Group 26"/>
              <p:cNvGrpSpPr/>
              <p:nvPr/>
            </p:nvGrpSpPr>
            <p:grpSpPr>
              <a:xfrm>
                <a:off x="576" y="1620"/>
                <a:ext cx="1005" cy="801"/>
                <a:chOff x="576" y="621"/>
                <a:chExt cx="1005" cy="801"/>
              </a:xfrm>
            </p:grpSpPr>
            <p:sp>
              <p:nvSpPr>
                <p:cNvPr id="125289"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90"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91"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92"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93"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94"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95"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96"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97"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98"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5299"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300"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301" name="Text Box 39"/>
                <p:cNvSpPr txBox="1"/>
                <p:nvPr/>
              </p:nvSpPr>
              <p:spPr>
                <a:xfrm>
                  <a:off x="862" y="764"/>
                  <a:ext cx="500" cy="247"/>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5302" name="Text Box 40"/>
                <p:cNvSpPr txBox="1"/>
                <p:nvPr/>
              </p:nvSpPr>
              <p:spPr>
                <a:xfrm>
                  <a:off x="1124" y="779"/>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303" name="Text Box 41"/>
                <p:cNvSpPr txBox="1"/>
                <p:nvPr/>
              </p:nvSpPr>
              <p:spPr>
                <a:xfrm>
                  <a:off x="1124" y="1154"/>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304" name="Text Box 42"/>
                <p:cNvSpPr txBox="1"/>
                <p:nvPr/>
              </p:nvSpPr>
              <p:spPr>
                <a:xfrm>
                  <a:off x="888" y="1195"/>
                  <a:ext cx="346" cy="206"/>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5252" name="Group 43"/>
              <p:cNvGrpSpPr/>
              <p:nvPr/>
            </p:nvGrpSpPr>
            <p:grpSpPr>
              <a:xfrm>
                <a:off x="576" y="2528"/>
                <a:ext cx="1005" cy="801"/>
                <a:chOff x="576" y="621"/>
                <a:chExt cx="1005" cy="801"/>
              </a:xfrm>
            </p:grpSpPr>
            <p:sp>
              <p:nvSpPr>
                <p:cNvPr id="125273"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74"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75"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76"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77"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78"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79"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80"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81"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82"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5283"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84"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85" name="Text Box 56"/>
                <p:cNvSpPr txBox="1"/>
                <p:nvPr/>
              </p:nvSpPr>
              <p:spPr>
                <a:xfrm>
                  <a:off x="862" y="764"/>
                  <a:ext cx="500" cy="247"/>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5286" name="Text Box 57"/>
                <p:cNvSpPr txBox="1"/>
                <p:nvPr/>
              </p:nvSpPr>
              <p:spPr>
                <a:xfrm>
                  <a:off x="1124" y="779"/>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287" name="Text Box 58"/>
                <p:cNvSpPr txBox="1"/>
                <p:nvPr/>
              </p:nvSpPr>
              <p:spPr>
                <a:xfrm>
                  <a:off x="1124" y="1154"/>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288" name="Text Box 59"/>
                <p:cNvSpPr txBox="1"/>
                <p:nvPr/>
              </p:nvSpPr>
              <p:spPr>
                <a:xfrm>
                  <a:off x="888" y="1195"/>
                  <a:ext cx="346" cy="206"/>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5253" name="Group 60"/>
              <p:cNvGrpSpPr/>
              <p:nvPr/>
            </p:nvGrpSpPr>
            <p:grpSpPr>
              <a:xfrm>
                <a:off x="576" y="3440"/>
                <a:ext cx="1005" cy="801"/>
                <a:chOff x="576" y="621"/>
                <a:chExt cx="1005" cy="801"/>
              </a:xfrm>
            </p:grpSpPr>
            <p:sp>
              <p:nvSpPr>
                <p:cNvPr id="125257"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5258"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5259"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5260"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5261"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5262"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5263"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5264"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65"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5266"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5267"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5268"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5269" name="Text Box 73"/>
                <p:cNvSpPr txBox="1"/>
                <p:nvPr/>
              </p:nvSpPr>
              <p:spPr>
                <a:xfrm>
                  <a:off x="862" y="764"/>
                  <a:ext cx="500" cy="247"/>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5270" name="Text Box 74"/>
                <p:cNvSpPr txBox="1"/>
                <p:nvPr/>
              </p:nvSpPr>
              <p:spPr>
                <a:xfrm>
                  <a:off x="1124" y="779"/>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271" name="Text Box 75"/>
                <p:cNvSpPr txBox="1"/>
                <p:nvPr/>
              </p:nvSpPr>
              <p:spPr>
                <a:xfrm>
                  <a:off x="1124" y="1154"/>
                  <a:ext cx="258" cy="268"/>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5272" name="Text Box 76"/>
                <p:cNvSpPr txBox="1"/>
                <p:nvPr/>
              </p:nvSpPr>
              <p:spPr>
                <a:xfrm>
                  <a:off x="888" y="1194"/>
                  <a:ext cx="346" cy="206"/>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sp>
            <p:nvSpPr>
              <p:cNvPr id="125254"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5255"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5256"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5244" name="Text Box 80"/>
            <p:cNvSpPr txBox="1"/>
            <p:nvPr/>
          </p:nvSpPr>
          <p:spPr>
            <a:xfrm>
              <a:off x="336" y="1692"/>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p>
          </p:txBody>
        </p:sp>
        <p:sp>
          <p:nvSpPr>
            <p:cNvPr id="125245" name="Text Box 81"/>
            <p:cNvSpPr txBox="1"/>
            <p:nvPr/>
          </p:nvSpPr>
          <p:spPr>
            <a:xfrm>
              <a:off x="336" y="720"/>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p>
          </p:txBody>
        </p:sp>
        <p:sp>
          <p:nvSpPr>
            <p:cNvPr id="125246" name="Text Box 82"/>
            <p:cNvSpPr txBox="1"/>
            <p:nvPr/>
          </p:nvSpPr>
          <p:spPr>
            <a:xfrm>
              <a:off x="1584" y="3456"/>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p>
          </p:txBody>
        </p:sp>
        <p:sp>
          <p:nvSpPr>
            <p:cNvPr id="125247" name="Text Box 83"/>
            <p:cNvSpPr txBox="1"/>
            <p:nvPr/>
          </p:nvSpPr>
          <p:spPr>
            <a:xfrm>
              <a:off x="1584" y="2520"/>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p>
          </p:txBody>
        </p:sp>
        <p:sp>
          <p:nvSpPr>
            <p:cNvPr id="125248" name="Text Box 84"/>
            <p:cNvSpPr txBox="1"/>
            <p:nvPr/>
          </p:nvSpPr>
          <p:spPr>
            <a:xfrm>
              <a:off x="1584" y="1644"/>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p>
          </p:txBody>
        </p:sp>
        <p:sp>
          <p:nvSpPr>
            <p:cNvPr id="125249" name="Text Box 85"/>
            <p:cNvSpPr txBox="1"/>
            <p:nvPr/>
          </p:nvSpPr>
          <p:spPr>
            <a:xfrm>
              <a:off x="1584" y="672"/>
              <a:ext cx="384" cy="288"/>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p>
          </p:txBody>
        </p:sp>
      </p:grpSp>
      <p:grpSp>
        <p:nvGrpSpPr>
          <p:cNvPr id="124934" name="Group 86"/>
          <p:cNvGrpSpPr/>
          <p:nvPr/>
        </p:nvGrpSpPr>
        <p:grpSpPr>
          <a:xfrm>
            <a:off x="3143250" y="571500"/>
            <a:ext cx="4757738" cy="595313"/>
            <a:chOff x="1680" y="480"/>
            <a:chExt cx="3996" cy="500"/>
          </a:xfrm>
        </p:grpSpPr>
        <p:sp>
          <p:nvSpPr>
            <p:cNvPr id="125136"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5137" name="Group 88"/>
            <p:cNvGrpSpPr/>
            <p:nvPr/>
          </p:nvGrpSpPr>
          <p:grpSpPr>
            <a:xfrm>
              <a:off x="2076" y="480"/>
              <a:ext cx="336" cy="467"/>
              <a:chOff x="1968" y="480"/>
              <a:chExt cx="336" cy="467"/>
            </a:xfrm>
          </p:grpSpPr>
          <p:sp>
            <p:nvSpPr>
              <p:cNvPr id="125235"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6"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7"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8"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9" name="Text Box 9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a:t>
                </a:r>
              </a:p>
            </p:txBody>
          </p:sp>
        </p:grpSp>
        <p:grpSp>
          <p:nvGrpSpPr>
            <p:cNvPr id="125138" name="Group 94"/>
            <p:cNvGrpSpPr/>
            <p:nvPr/>
          </p:nvGrpSpPr>
          <p:grpSpPr>
            <a:xfrm>
              <a:off x="2280" y="480"/>
              <a:ext cx="336" cy="467"/>
              <a:chOff x="1968" y="480"/>
              <a:chExt cx="336" cy="467"/>
            </a:xfrm>
          </p:grpSpPr>
          <p:sp>
            <p:nvSpPr>
              <p:cNvPr id="125230"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31"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32"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33"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34" name="Text Box 9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2</a:t>
                </a:r>
              </a:p>
            </p:txBody>
          </p:sp>
        </p:grpSp>
        <p:grpSp>
          <p:nvGrpSpPr>
            <p:cNvPr id="125139" name="Group 100"/>
            <p:cNvGrpSpPr/>
            <p:nvPr/>
          </p:nvGrpSpPr>
          <p:grpSpPr>
            <a:xfrm>
              <a:off x="2484" y="480"/>
              <a:ext cx="336" cy="467"/>
              <a:chOff x="1968" y="480"/>
              <a:chExt cx="336" cy="467"/>
            </a:xfrm>
          </p:grpSpPr>
          <p:sp>
            <p:nvSpPr>
              <p:cNvPr id="125225"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6"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7"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8"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9" name="Text Box 10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3</a:t>
                </a:r>
              </a:p>
            </p:txBody>
          </p:sp>
        </p:grpSp>
        <p:grpSp>
          <p:nvGrpSpPr>
            <p:cNvPr id="125140" name="Group 106"/>
            <p:cNvGrpSpPr/>
            <p:nvPr/>
          </p:nvGrpSpPr>
          <p:grpSpPr>
            <a:xfrm>
              <a:off x="2688" y="480"/>
              <a:ext cx="336" cy="467"/>
              <a:chOff x="1968" y="480"/>
              <a:chExt cx="336" cy="467"/>
            </a:xfrm>
          </p:grpSpPr>
          <p:sp>
            <p:nvSpPr>
              <p:cNvPr id="125220"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21"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22"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23"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24" name="Text Box 11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4</a:t>
                </a:r>
              </a:p>
            </p:txBody>
          </p:sp>
        </p:grpSp>
        <p:grpSp>
          <p:nvGrpSpPr>
            <p:cNvPr id="125141" name="Group 112"/>
            <p:cNvGrpSpPr/>
            <p:nvPr/>
          </p:nvGrpSpPr>
          <p:grpSpPr>
            <a:xfrm>
              <a:off x="2892" y="480"/>
              <a:ext cx="336" cy="467"/>
              <a:chOff x="1968" y="480"/>
              <a:chExt cx="336" cy="467"/>
            </a:xfrm>
          </p:grpSpPr>
          <p:sp>
            <p:nvSpPr>
              <p:cNvPr id="125215"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6"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7"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8"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9" name="Text Box 11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5</a:t>
                </a:r>
              </a:p>
            </p:txBody>
          </p:sp>
        </p:grpSp>
        <p:grpSp>
          <p:nvGrpSpPr>
            <p:cNvPr id="125142" name="Group 118"/>
            <p:cNvGrpSpPr/>
            <p:nvPr/>
          </p:nvGrpSpPr>
          <p:grpSpPr>
            <a:xfrm>
              <a:off x="3096" y="480"/>
              <a:ext cx="336" cy="467"/>
              <a:chOff x="1968" y="480"/>
              <a:chExt cx="336" cy="467"/>
            </a:xfrm>
          </p:grpSpPr>
          <p:sp>
            <p:nvSpPr>
              <p:cNvPr id="125210"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11"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12"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13"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14" name="Text Box 12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6</a:t>
                </a:r>
              </a:p>
            </p:txBody>
          </p:sp>
        </p:grpSp>
        <p:grpSp>
          <p:nvGrpSpPr>
            <p:cNvPr id="125143" name="Group 124"/>
            <p:cNvGrpSpPr/>
            <p:nvPr/>
          </p:nvGrpSpPr>
          <p:grpSpPr>
            <a:xfrm>
              <a:off x="3300" y="480"/>
              <a:ext cx="336" cy="467"/>
              <a:chOff x="1968" y="480"/>
              <a:chExt cx="336" cy="467"/>
            </a:xfrm>
          </p:grpSpPr>
          <p:sp>
            <p:nvSpPr>
              <p:cNvPr id="125205"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6"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7"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8"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9" name="Text Box 12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7</a:t>
                </a:r>
              </a:p>
            </p:txBody>
          </p:sp>
        </p:grpSp>
        <p:grpSp>
          <p:nvGrpSpPr>
            <p:cNvPr id="125144" name="Group 130"/>
            <p:cNvGrpSpPr/>
            <p:nvPr/>
          </p:nvGrpSpPr>
          <p:grpSpPr>
            <a:xfrm>
              <a:off x="3504" y="480"/>
              <a:ext cx="336" cy="467"/>
              <a:chOff x="1968" y="480"/>
              <a:chExt cx="336" cy="467"/>
            </a:xfrm>
          </p:grpSpPr>
          <p:sp>
            <p:nvSpPr>
              <p:cNvPr id="125200"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201"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202"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203"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204" name="Text Box 13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8</a:t>
                </a:r>
              </a:p>
            </p:txBody>
          </p:sp>
        </p:grpSp>
        <p:grpSp>
          <p:nvGrpSpPr>
            <p:cNvPr id="125145" name="Group 136"/>
            <p:cNvGrpSpPr/>
            <p:nvPr/>
          </p:nvGrpSpPr>
          <p:grpSpPr>
            <a:xfrm>
              <a:off x="3708" y="480"/>
              <a:ext cx="336" cy="467"/>
              <a:chOff x="1968" y="480"/>
              <a:chExt cx="336" cy="467"/>
            </a:xfrm>
          </p:grpSpPr>
          <p:sp>
            <p:nvSpPr>
              <p:cNvPr id="125195"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6"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7"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8"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9" name="Text Box 14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9</a:t>
                </a:r>
              </a:p>
            </p:txBody>
          </p:sp>
        </p:grpSp>
        <p:grpSp>
          <p:nvGrpSpPr>
            <p:cNvPr id="125146" name="Group 142"/>
            <p:cNvGrpSpPr/>
            <p:nvPr/>
          </p:nvGrpSpPr>
          <p:grpSpPr>
            <a:xfrm>
              <a:off x="3912" y="480"/>
              <a:ext cx="336" cy="467"/>
              <a:chOff x="1968" y="480"/>
              <a:chExt cx="336" cy="467"/>
            </a:xfrm>
          </p:grpSpPr>
          <p:sp>
            <p:nvSpPr>
              <p:cNvPr id="125190"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91"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92"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93"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94" name="Text Box 14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10</a:t>
                </a:r>
              </a:p>
            </p:txBody>
          </p:sp>
        </p:grpSp>
        <p:grpSp>
          <p:nvGrpSpPr>
            <p:cNvPr id="125147" name="Group 148"/>
            <p:cNvGrpSpPr/>
            <p:nvPr/>
          </p:nvGrpSpPr>
          <p:grpSpPr>
            <a:xfrm>
              <a:off x="4116" y="480"/>
              <a:ext cx="336" cy="467"/>
              <a:chOff x="1968" y="480"/>
              <a:chExt cx="336" cy="467"/>
            </a:xfrm>
          </p:grpSpPr>
          <p:sp>
            <p:nvSpPr>
              <p:cNvPr id="125185"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6"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7"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8"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9" name="Text Box 15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11</a:t>
                </a:r>
              </a:p>
            </p:txBody>
          </p:sp>
        </p:grpSp>
        <p:grpSp>
          <p:nvGrpSpPr>
            <p:cNvPr id="125148" name="Group 154"/>
            <p:cNvGrpSpPr/>
            <p:nvPr/>
          </p:nvGrpSpPr>
          <p:grpSpPr>
            <a:xfrm>
              <a:off x="4320" y="480"/>
              <a:ext cx="336" cy="467"/>
              <a:chOff x="1968" y="480"/>
              <a:chExt cx="336" cy="467"/>
            </a:xfrm>
          </p:grpSpPr>
          <p:sp>
            <p:nvSpPr>
              <p:cNvPr id="125180"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81"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82"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83"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84" name="Text Box 15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12</a:t>
                </a:r>
              </a:p>
            </p:txBody>
          </p:sp>
        </p:grpSp>
        <p:grpSp>
          <p:nvGrpSpPr>
            <p:cNvPr id="125149" name="Group 160"/>
            <p:cNvGrpSpPr/>
            <p:nvPr/>
          </p:nvGrpSpPr>
          <p:grpSpPr>
            <a:xfrm>
              <a:off x="4524" y="480"/>
              <a:ext cx="336" cy="467"/>
              <a:chOff x="1968" y="480"/>
              <a:chExt cx="336" cy="467"/>
            </a:xfrm>
          </p:grpSpPr>
          <p:sp>
            <p:nvSpPr>
              <p:cNvPr id="125175"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6"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7"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8"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9" name="Text Box 16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13</a:t>
                </a:r>
              </a:p>
            </p:txBody>
          </p:sp>
        </p:grpSp>
        <p:grpSp>
          <p:nvGrpSpPr>
            <p:cNvPr id="125150" name="Group 166"/>
            <p:cNvGrpSpPr/>
            <p:nvPr/>
          </p:nvGrpSpPr>
          <p:grpSpPr>
            <a:xfrm>
              <a:off x="4728" y="480"/>
              <a:ext cx="336" cy="467"/>
              <a:chOff x="1968" y="480"/>
              <a:chExt cx="336" cy="467"/>
            </a:xfrm>
          </p:grpSpPr>
          <p:sp>
            <p:nvSpPr>
              <p:cNvPr id="125170"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71"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72"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73"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74" name="Text Box 17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14</a:t>
                </a:r>
              </a:p>
            </p:txBody>
          </p:sp>
        </p:grpSp>
        <p:grpSp>
          <p:nvGrpSpPr>
            <p:cNvPr id="125151" name="Group 172"/>
            <p:cNvGrpSpPr/>
            <p:nvPr/>
          </p:nvGrpSpPr>
          <p:grpSpPr>
            <a:xfrm>
              <a:off x="4932" y="480"/>
              <a:ext cx="336" cy="467"/>
              <a:chOff x="1968" y="480"/>
              <a:chExt cx="336" cy="467"/>
            </a:xfrm>
          </p:grpSpPr>
          <p:sp>
            <p:nvSpPr>
              <p:cNvPr id="125165"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6"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7"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8"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9" name="Text Box 17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15</a:t>
                </a:r>
              </a:p>
            </p:txBody>
          </p:sp>
        </p:grpSp>
        <p:grpSp>
          <p:nvGrpSpPr>
            <p:cNvPr id="125152" name="Group 178"/>
            <p:cNvGrpSpPr/>
            <p:nvPr/>
          </p:nvGrpSpPr>
          <p:grpSpPr>
            <a:xfrm>
              <a:off x="5136" y="480"/>
              <a:ext cx="336" cy="467"/>
              <a:chOff x="1968" y="480"/>
              <a:chExt cx="336" cy="467"/>
            </a:xfrm>
          </p:grpSpPr>
          <p:sp>
            <p:nvSpPr>
              <p:cNvPr id="125160"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61"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62"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63"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64" name="Text Box 18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16</a:t>
                </a:r>
              </a:p>
            </p:txBody>
          </p:sp>
        </p:grpSp>
        <p:grpSp>
          <p:nvGrpSpPr>
            <p:cNvPr id="125153" name="Group 184"/>
            <p:cNvGrpSpPr/>
            <p:nvPr/>
          </p:nvGrpSpPr>
          <p:grpSpPr>
            <a:xfrm>
              <a:off x="5340" y="480"/>
              <a:ext cx="336" cy="467"/>
              <a:chOff x="1968" y="480"/>
              <a:chExt cx="336" cy="467"/>
            </a:xfrm>
          </p:grpSpPr>
          <p:sp>
            <p:nvSpPr>
              <p:cNvPr id="125155"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5156"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5157"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5158"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5159" name="Text Box 18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17</a:t>
                </a:r>
              </a:p>
            </p:txBody>
          </p:sp>
        </p:grpSp>
        <p:sp>
          <p:nvSpPr>
            <p:cNvPr id="125154" name="Text Box 190"/>
            <p:cNvSpPr txBox="1"/>
            <p:nvPr/>
          </p:nvSpPr>
          <p:spPr>
            <a:xfrm>
              <a:off x="1680" y="729"/>
              <a:ext cx="528" cy="251"/>
            </a:xfrm>
            <a:prstGeom prst="rect">
              <a:avLst/>
            </a:prstGeom>
            <a:noFill/>
            <a:ln w="28575">
              <a:noFill/>
            </a:ln>
          </p:spPr>
          <p:txBody>
            <a:bodyPr>
              <a:spAutoFit/>
            </a:bodyPr>
            <a:lstStyle/>
            <a:p>
              <a:pPr algn="l">
                <a:spcBef>
                  <a:spcPct val="50000"/>
                </a:spcBef>
              </a:pPr>
              <a:r>
                <a:rPr lang="en-US" altLang="zh-CN" sz="1350" dirty="0">
                  <a:latin typeface="Times New Roman" panose="02020603050405020304" pitchFamily="18" charset="0"/>
                </a:rPr>
                <a:t>CLK</a:t>
              </a:r>
            </a:p>
          </p:txBody>
        </p:sp>
      </p:grpSp>
      <p:grpSp>
        <p:nvGrpSpPr>
          <p:cNvPr id="124935" name="Group 191"/>
          <p:cNvGrpSpPr/>
          <p:nvPr/>
        </p:nvGrpSpPr>
        <p:grpSpPr>
          <a:xfrm>
            <a:off x="3672205" y="1143000"/>
            <a:ext cx="3891915" cy="2969260"/>
            <a:chOff x="2124" y="960"/>
            <a:chExt cx="3264" cy="2016"/>
          </a:xfrm>
        </p:grpSpPr>
        <p:sp>
          <p:nvSpPr>
            <p:cNvPr id="125119"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5120"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5121"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5122"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5123"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5124"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5125"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5126"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5127"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5128"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5129"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5130"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5131"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5132"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5133"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5134"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5135"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4936" name="Group 211"/>
          <p:cNvGrpSpPr/>
          <p:nvPr/>
        </p:nvGrpSpPr>
        <p:grpSpPr>
          <a:xfrm>
            <a:off x="3257550" y="1314450"/>
            <a:ext cx="4657725" cy="370285"/>
            <a:chOff x="1776" y="1104"/>
            <a:chExt cx="3912" cy="311"/>
          </a:xfrm>
        </p:grpSpPr>
        <p:sp>
          <p:nvSpPr>
            <p:cNvPr id="125059" name="Text Box 212"/>
            <p:cNvSpPr txBox="1"/>
            <p:nvPr/>
          </p:nvSpPr>
          <p:spPr>
            <a:xfrm>
              <a:off x="1776" y="1104"/>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p>
          </p:txBody>
        </p:sp>
        <p:sp>
          <p:nvSpPr>
            <p:cNvPr id="125060" name="Line 213"/>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5061" name="Text Box 214"/>
            <p:cNvSpPr txBox="1"/>
            <p:nvPr/>
          </p:nvSpPr>
          <p:spPr>
            <a:xfrm>
              <a:off x="207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62" name="Text Box 215"/>
            <p:cNvSpPr txBox="1"/>
            <p:nvPr/>
          </p:nvSpPr>
          <p:spPr>
            <a:xfrm>
              <a:off x="228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63" name="Line 216"/>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5064" name="Line 217"/>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5065" name="Line 218"/>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5066" name="Line 219"/>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5067" name="Line 220"/>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5068" name="Text Box 221"/>
            <p:cNvSpPr txBox="1"/>
            <p:nvPr/>
          </p:nvSpPr>
          <p:spPr>
            <a:xfrm>
              <a:off x="248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69" name="Text Box 222"/>
            <p:cNvSpPr txBox="1"/>
            <p:nvPr/>
          </p:nvSpPr>
          <p:spPr>
            <a:xfrm>
              <a:off x="268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70" name="Line 223"/>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5071" name="Line 224"/>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5072" name="Line 225"/>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5073" name="Line 226"/>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5074" name="Line 227"/>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5075" name="Text Box 228"/>
            <p:cNvSpPr txBox="1"/>
            <p:nvPr/>
          </p:nvSpPr>
          <p:spPr>
            <a:xfrm>
              <a:off x="2892"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76" name="Text Box 229"/>
            <p:cNvSpPr txBox="1"/>
            <p:nvPr/>
          </p:nvSpPr>
          <p:spPr>
            <a:xfrm>
              <a:off x="3096"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77" name="Line 230"/>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5078" name="Line 231"/>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5079" name="Line 232"/>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5080" name="Line 233"/>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5081" name="Line 234"/>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5082" name="Text Box 235"/>
            <p:cNvSpPr txBox="1"/>
            <p:nvPr/>
          </p:nvSpPr>
          <p:spPr>
            <a:xfrm>
              <a:off x="330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83" name="Text Box 236"/>
            <p:cNvSpPr txBox="1"/>
            <p:nvPr/>
          </p:nvSpPr>
          <p:spPr>
            <a:xfrm>
              <a:off x="350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84" name="Line 237"/>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5085" name="Line 238"/>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5086" name="Line 239"/>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5087" name="Line 240"/>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5088" name="Line 241"/>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5089" name="Text Box 242"/>
            <p:cNvSpPr txBox="1"/>
            <p:nvPr/>
          </p:nvSpPr>
          <p:spPr>
            <a:xfrm>
              <a:off x="372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90" name="Text Box 243"/>
            <p:cNvSpPr txBox="1"/>
            <p:nvPr/>
          </p:nvSpPr>
          <p:spPr>
            <a:xfrm>
              <a:off x="392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91" name="Line 244"/>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5092" name="Line 245"/>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5093" name="Line 246"/>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5094" name="Line 247"/>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5095" name="Line 248"/>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5096" name="Text Box 249"/>
            <p:cNvSpPr txBox="1"/>
            <p:nvPr/>
          </p:nvSpPr>
          <p:spPr>
            <a:xfrm>
              <a:off x="412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97" name="Text Box 250"/>
            <p:cNvSpPr txBox="1"/>
            <p:nvPr/>
          </p:nvSpPr>
          <p:spPr>
            <a:xfrm>
              <a:off x="433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98" name="Line 251"/>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5099" name="Line 252"/>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5100" name="Line 253"/>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5101" name="Line 254"/>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5102" name="Line 255"/>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5103" name="Text Box 256"/>
            <p:cNvSpPr txBox="1"/>
            <p:nvPr/>
          </p:nvSpPr>
          <p:spPr>
            <a:xfrm>
              <a:off x="453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104" name="Text Box 257"/>
            <p:cNvSpPr txBox="1"/>
            <p:nvPr/>
          </p:nvSpPr>
          <p:spPr>
            <a:xfrm>
              <a:off x="474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105" name="Line 258"/>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5106" name="Line 259"/>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5107" name="Line 260"/>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5108" name="Line 261"/>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5109" name="Line 262"/>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5110" name="Text Box 263"/>
            <p:cNvSpPr txBox="1"/>
            <p:nvPr/>
          </p:nvSpPr>
          <p:spPr>
            <a:xfrm>
              <a:off x="494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111" name="Text Box 264"/>
            <p:cNvSpPr txBox="1"/>
            <p:nvPr/>
          </p:nvSpPr>
          <p:spPr>
            <a:xfrm>
              <a:off x="514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112" name="Line 265"/>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5113" name="Line 266"/>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5114" name="Line 267"/>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5115" name="Line 268"/>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5116" name="Text Box 269"/>
            <p:cNvSpPr txBox="1"/>
            <p:nvPr/>
          </p:nvSpPr>
          <p:spPr>
            <a:xfrm>
              <a:off x="535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117" name="Line 270"/>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5118" name="Line 271"/>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4937" name="Group 272"/>
          <p:cNvGrpSpPr/>
          <p:nvPr/>
        </p:nvGrpSpPr>
        <p:grpSpPr>
          <a:xfrm>
            <a:off x="3086100" y="1874044"/>
            <a:ext cx="4714875" cy="321469"/>
            <a:chOff x="1632" y="1574"/>
            <a:chExt cx="3960" cy="270"/>
          </a:xfrm>
        </p:grpSpPr>
        <p:sp>
          <p:nvSpPr>
            <p:cNvPr id="125016" name="Text Box 273"/>
            <p:cNvSpPr txBox="1"/>
            <p:nvPr/>
          </p:nvSpPr>
          <p:spPr>
            <a:xfrm>
              <a:off x="1632" y="1574"/>
              <a:ext cx="624" cy="270"/>
            </a:xfrm>
            <a:prstGeom prst="rect">
              <a:avLst/>
            </a:prstGeom>
            <a:noFill/>
            <a:ln w="9525">
              <a:noFill/>
            </a:ln>
          </p:spPr>
          <p:txBody>
            <a:bodyPr>
              <a:spAutoFit/>
            </a:bodyPr>
            <a:lstStyle/>
            <a:p>
              <a:pPr algn="l">
                <a:spcBef>
                  <a:spcPct val="50000"/>
                </a:spcBef>
              </a:pPr>
              <a:r>
                <a:rPr lang="en-US" altLang="zh-CN" sz="1500" dirty="0">
                  <a:solidFill>
                    <a:srgbClr val="FF0000"/>
                  </a:solidFill>
                  <a:latin typeface="Times New Roman" panose="02020603050405020304" pitchFamily="18" charset="0"/>
                </a:rPr>
                <a:t>CLK</a:t>
              </a:r>
              <a:r>
                <a:rPr lang="en-US" altLang="zh-CN" sz="1500" baseline="-25000" dirty="0">
                  <a:solidFill>
                    <a:srgbClr val="FF0000"/>
                  </a:solidFill>
                  <a:latin typeface="Times New Roman" panose="02020603050405020304" pitchFamily="18" charset="0"/>
                </a:rPr>
                <a:t>1</a:t>
              </a:r>
            </a:p>
          </p:txBody>
        </p:sp>
        <p:sp>
          <p:nvSpPr>
            <p:cNvPr id="125017" name="Line 274"/>
            <p:cNvSpPr/>
            <p:nvPr/>
          </p:nvSpPr>
          <p:spPr>
            <a:xfrm>
              <a:off x="2011" y="1586"/>
              <a:ext cx="113" cy="0"/>
            </a:xfrm>
            <a:prstGeom prst="line">
              <a:avLst/>
            </a:prstGeom>
            <a:ln w="28575" cap="flat" cmpd="sng">
              <a:solidFill>
                <a:schemeClr val="bg1"/>
              </a:solidFill>
              <a:prstDash val="solid"/>
              <a:headEnd type="none" w="med" len="med"/>
              <a:tailEnd type="none" w="med" len="med"/>
            </a:ln>
          </p:spPr>
        </p:sp>
        <p:sp>
          <p:nvSpPr>
            <p:cNvPr id="125018" name="Line 275"/>
            <p:cNvSpPr/>
            <p:nvPr/>
          </p:nvSpPr>
          <p:spPr>
            <a:xfrm>
              <a:off x="2124" y="1814"/>
              <a:ext cx="204" cy="0"/>
            </a:xfrm>
            <a:prstGeom prst="line">
              <a:avLst/>
            </a:prstGeom>
            <a:ln w="28575" cap="flat" cmpd="sng">
              <a:solidFill>
                <a:schemeClr val="bg1"/>
              </a:solidFill>
              <a:prstDash val="solid"/>
              <a:headEnd type="none" w="med" len="med"/>
              <a:tailEnd type="none" w="med" len="med"/>
            </a:ln>
          </p:spPr>
        </p:sp>
        <p:sp>
          <p:nvSpPr>
            <p:cNvPr id="125019" name="Line 276"/>
            <p:cNvSpPr/>
            <p:nvPr/>
          </p:nvSpPr>
          <p:spPr>
            <a:xfrm>
              <a:off x="2124" y="1587"/>
              <a:ext cx="0" cy="227"/>
            </a:xfrm>
            <a:prstGeom prst="line">
              <a:avLst/>
            </a:prstGeom>
            <a:ln w="28575" cap="flat" cmpd="sng">
              <a:solidFill>
                <a:schemeClr val="bg1"/>
              </a:solidFill>
              <a:prstDash val="solid"/>
              <a:headEnd type="none" w="med" len="med"/>
              <a:tailEnd type="none" w="med" len="med"/>
            </a:ln>
          </p:spPr>
        </p:sp>
        <p:sp>
          <p:nvSpPr>
            <p:cNvPr id="125020" name="Line 277"/>
            <p:cNvSpPr/>
            <p:nvPr/>
          </p:nvSpPr>
          <p:spPr>
            <a:xfrm>
              <a:off x="2328" y="1587"/>
              <a:ext cx="0" cy="227"/>
            </a:xfrm>
            <a:prstGeom prst="line">
              <a:avLst/>
            </a:prstGeom>
            <a:ln w="28575" cap="flat" cmpd="sng">
              <a:solidFill>
                <a:schemeClr val="bg1"/>
              </a:solidFill>
              <a:prstDash val="solid"/>
              <a:headEnd type="none" w="med" len="med"/>
              <a:tailEnd type="none" w="med" len="med"/>
            </a:ln>
          </p:spPr>
        </p:sp>
        <p:sp>
          <p:nvSpPr>
            <p:cNvPr id="125021" name="Line 278"/>
            <p:cNvSpPr/>
            <p:nvPr/>
          </p:nvSpPr>
          <p:spPr>
            <a:xfrm>
              <a:off x="2329" y="1586"/>
              <a:ext cx="204" cy="0"/>
            </a:xfrm>
            <a:prstGeom prst="line">
              <a:avLst/>
            </a:prstGeom>
            <a:ln w="28575" cap="flat" cmpd="sng">
              <a:solidFill>
                <a:schemeClr val="bg1"/>
              </a:solidFill>
              <a:prstDash val="solid"/>
              <a:headEnd type="none" w="med" len="med"/>
              <a:tailEnd type="none" w="med" len="med"/>
            </a:ln>
          </p:spPr>
        </p:sp>
        <p:sp>
          <p:nvSpPr>
            <p:cNvPr id="125022" name="Line 279"/>
            <p:cNvSpPr/>
            <p:nvPr/>
          </p:nvSpPr>
          <p:spPr>
            <a:xfrm>
              <a:off x="2532" y="1587"/>
              <a:ext cx="0" cy="227"/>
            </a:xfrm>
            <a:prstGeom prst="line">
              <a:avLst/>
            </a:prstGeom>
            <a:ln w="9525" cap="flat" cmpd="sng">
              <a:solidFill>
                <a:schemeClr val="bg1"/>
              </a:solidFill>
              <a:prstDash val="solid"/>
              <a:headEnd type="none" w="med" len="med"/>
              <a:tailEnd type="none" w="med" len="med"/>
            </a:ln>
          </p:spPr>
        </p:sp>
        <p:sp>
          <p:nvSpPr>
            <p:cNvPr id="125023" name="Line 280"/>
            <p:cNvSpPr/>
            <p:nvPr/>
          </p:nvSpPr>
          <p:spPr>
            <a:xfrm>
              <a:off x="2532" y="1814"/>
              <a:ext cx="204" cy="0"/>
            </a:xfrm>
            <a:prstGeom prst="line">
              <a:avLst/>
            </a:prstGeom>
            <a:ln w="28575" cap="flat" cmpd="sng">
              <a:solidFill>
                <a:schemeClr val="bg1"/>
              </a:solidFill>
              <a:prstDash val="solid"/>
              <a:headEnd type="none" w="med" len="med"/>
              <a:tailEnd type="none" w="med" len="med"/>
            </a:ln>
          </p:spPr>
        </p:sp>
        <p:sp>
          <p:nvSpPr>
            <p:cNvPr id="125024" name="Line 281"/>
            <p:cNvSpPr/>
            <p:nvPr/>
          </p:nvSpPr>
          <p:spPr>
            <a:xfrm>
              <a:off x="2532" y="1587"/>
              <a:ext cx="0" cy="227"/>
            </a:xfrm>
            <a:prstGeom prst="line">
              <a:avLst/>
            </a:prstGeom>
            <a:ln w="28575" cap="flat" cmpd="sng">
              <a:solidFill>
                <a:schemeClr val="bg1"/>
              </a:solidFill>
              <a:prstDash val="solid"/>
              <a:headEnd type="none" w="med" len="med"/>
              <a:tailEnd type="none" w="med" len="med"/>
            </a:ln>
          </p:spPr>
        </p:sp>
        <p:sp>
          <p:nvSpPr>
            <p:cNvPr id="125025" name="Line 282"/>
            <p:cNvSpPr/>
            <p:nvPr/>
          </p:nvSpPr>
          <p:spPr>
            <a:xfrm>
              <a:off x="2736" y="1587"/>
              <a:ext cx="0" cy="227"/>
            </a:xfrm>
            <a:prstGeom prst="line">
              <a:avLst/>
            </a:prstGeom>
            <a:ln w="28575" cap="flat" cmpd="sng">
              <a:solidFill>
                <a:schemeClr val="bg1"/>
              </a:solidFill>
              <a:prstDash val="solid"/>
              <a:headEnd type="none" w="med" len="med"/>
              <a:tailEnd type="none" w="med" len="med"/>
            </a:ln>
          </p:spPr>
        </p:sp>
        <p:sp>
          <p:nvSpPr>
            <p:cNvPr id="125026" name="Line 283"/>
            <p:cNvSpPr/>
            <p:nvPr/>
          </p:nvSpPr>
          <p:spPr>
            <a:xfrm>
              <a:off x="2737" y="1586"/>
              <a:ext cx="204" cy="0"/>
            </a:xfrm>
            <a:prstGeom prst="line">
              <a:avLst/>
            </a:prstGeom>
            <a:ln w="28575" cap="flat" cmpd="sng">
              <a:solidFill>
                <a:schemeClr val="bg1"/>
              </a:solidFill>
              <a:prstDash val="solid"/>
              <a:headEnd type="none" w="med" len="med"/>
              <a:tailEnd type="none" w="med" len="med"/>
            </a:ln>
          </p:spPr>
        </p:sp>
        <p:sp>
          <p:nvSpPr>
            <p:cNvPr id="125027" name="Line 284"/>
            <p:cNvSpPr/>
            <p:nvPr/>
          </p:nvSpPr>
          <p:spPr>
            <a:xfrm>
              <a:off x="2940" y="1587"/>
              <a:ext cx="0" cy="227"/>
            </a:xfrm>
            <a:prstGeom prst="line">
              <a:avLst/>
            </a:prstGeom>
            <a:ln w="9525" cap="flat" cmpd="sng">
              <a:solidFill>
                <a:schemeClr val="bg1"/>
              </a:solidFill>
              <a:prstDash val="solid"/>
              <a:headEnd type="none" w="med" len="med"/>
              <a:tailEnd type="none" w="med" len="med"/>
            </a:ln>
          </p:spPr>
        </p:sp>
        <p:sp>
          <p:nvSpPr>
            <p:cNvPr id="125028" name="Line 285"/>
            <p:cNvSpPr/>
            <p:nvPr/>
          </p:nvSpPr>
          <p:spPr>
            <a:xfrm>
              <a:off x="2940" y="1814"/>
              <a:ext cx="204" cy="0"/>
            </a:xfrm>
            <a:prstGeom prst="line">
              <a:avLst/>
            </a:prstGeom>
            <a:ln w="28575" cap="flat" cmpd="sng">
              <a:solidFill>
                <a:schemeClr val="bg1"/>
              </a:solidFill>
              <a:prstDash val="solid"/>
              <a:headEnd type="none" w="med" len="med"/>
              <a:tailEnd type="none" w="med" len="med"/>
            </a:ln>
          </p:spPr>
        </p:sp>
        <p:sp>
          <p:nvSpPr>
            <p:cNvPr id="125029" name="Line 286"/>
            <p:cNvSpPr/>
            <p:nvPr/>
          </p:nvSpPr>
          <p:spPr>
            <a:xfrm>
              <a:off x="2940" y="1587"/>
              <a:ext cx="0" cy="227"/>
            </a:xfrm>
            <a:prstGeom prst="line">
              <a:avLst/>
            </a:prstGeom>
            <a:ln w="28575" cap="flat" cmpd="sng">
              <a:solidFill>
                <a:schemeClr val="bg1"/>
              </a:solidFill>
              <a:prstDash val="solid"/>
              <a:headEnd type="none" w="med" len="med"/>
              <a:tailEnd type="none" w="med" len="med"/>
            </a:ln>
          </p:spPr>
        </p:sp>
        <p:sp>
          <p:nvSpPr>
            <p:cNvPr id="125030" name="Line 287"/>
            <p:cNvSpPr/>
            <p:nvPr/>
          </p:nvSpPr>
          <p:spPr>
            <a:xfrm>
              <a:off x="3144" y="1587"/>
              <a:ext cx="0" cy="227"/>
            </a:xfrm>
            <a:prstGeom prst="line">
              <a:avLst/>
            </a:prstGeom>
            <a:ln w="28575" cap="flat" cmpd="sng">
              <a:solidFill>
                <a:schemeClr val="bg1"/>
              </a:solidFill>
              <a:prstDash val="solid"/>
              <a:headEnd type="none" w="med" len="med"/>
              <a:tailEnd type="none" w="med" len="med"/>
            </a:ln>
          </p:spPr>
        </p:sp>
        <p:sp>
          <p:nvSpPr>
            <p:cNvPr id="125031" name="Line 288"/>
            <p:cNvSpPr/>
            <p:nvPr/>
          </p:nvSpPr>
          <p:spPr>
            <a:xfrm>
              <a:off x="3145" y="1586"/>
              <a:ext cx="204" cy="0"/>
            </a:xfrm>
            <a:prstGeom prst="line">
              <a:avLst/>
            </a:prstGeom>
            <a:ln w="28575" cap="flat" cmpd="sng">
              <a:solidFill>
                <a:schemeClr val="bg1"/>
              </a:solidFill>
              <a:prstDash val="solid"/>
              <a:headEnd type="none" w="med" len="med"/>
              <a:tailEnd type="none" w="med" len="med"/>
            </a:ln>
          </p:spPr>
        </p:sp>
        <p:sp>
          <p:nvSpPr>
            <p:cNvPr id="125032" name="Line 289"/>
            <p:cNvSpPr/>
            <p:nvPr/>
          </p:nvSpPr>
          <p:spPr>
            <a:xfrm>
              <a:off x="3348" y="1587"/>
              <a:ext cx="0" cy="227"/>
            </a:xfrm>
            <a:prstGeom prst="line">
              <a:avLst/>
            </a:prstGeom>
            <a:ln w="9525" cap="flat" cmpd="sng">
              <a:solidFill>
                <a:schemeClr val="bg1"/>
              </a:solidFill>
              <a:prstDash val="solid"/>
              <a:headEnd type="none" w="med" len="med"/>
              <a:tailEnd type="none" w="med" len="med"/>
            </a:ln>
          </p:spPr>
        </p:sp>
        <p:sp>
          <p:nvSpPr>
            <p:cNvPr id="125033" name="Line 290"/>
            <p:cNvSpPr/>
            <p:nvPr/>
          </p:nvSpPr>
          <p:spPr>
            <a:xfrm>
              <a:off x="3348" y="1814"/>
              <a:ext cx="204" cy="0"/>
            </a:xfrm>
            <a:prstGeom prst="line">
              <a:avLst/>
            </a:prstGeom>
            <a:ln w="28575" cap="flat" cmpd="sng">
              <a:solidFill>
                <a:schemeClr val="bg1"/>
              </a:solidFill>
              <a:prstDash val="solid"/>
              <a:headEnd type="none" w="med" len="med"/>
              <a:tailEnd type="none" w="med" len="med"/>
            </a:ln>
          </p:spPr>
        </p:sp>
        <p:sp>
          <p:nvSpPr>
            <p:cNvPr id="125034" name="Line 291"/>
            <p:cNvSpPr/>
            <p:nvPr/>
          </p:nvSpPr>
          <p:spPr>
            <a:xfrm>
              <a:off x="3348" y="1587"/>
              <a:ext cx="0" cy="227"/>
            </a:xfrm>
            <a:prstGeom prst="line">
              <a:avLst/>
            </a:prstGeom>
            <a:ln w="28575" cap="flat" cmpd="sng">
              <a:solidFill>
                <a:schemeClr val="bg1"/>
              </a:solidFill>
              <a:prstDash val="solid"/>
              <a:headEnd type="none" w="med" len="med"/>
              <a:tailEnd type="none" w="med" len="med"/>
            </a:ln>
          </p:spPr>
        </p:sp>
        <p:sp>
          <p:nvSpPr>
            <p:cNvPr id="125035" name="Line 292"/>
            <p:cNvSpPr/>
            <p:nvPr/>
          </p:nvSpPr>
          <p:spPr>
            <a:xfrm>
              <a:off x="3552" y="1587"/>
              <a:ext cx="0" cy="227"/>
            </a:xfrm>
            <a:prstGeom prst="line">
              <a:avLst/>
            </a:prstGeom>
            <a:ln w="28575" cap="flat" cmpd="sng">
              <a:solidFill>
                <a:schemeClr val="bg1"/>
              </a:solidFill>
              <a:prstDash val="solid"/>
              <a:headEnd type="none" w="med" len="med"/>
              <a:tailEnd type="none" w="med" len="med"/>
            </a:ln>
          </p:spPr>
        </p:sp>
        <p:sp>
          <p:nvSpPr>
            <p:cNvPr id="125036" name="Line 293"/>
            <p:cNvSpPr/>
            <p:nvPr/>
          </p:nvSpPr>
          <p:spPr>
            <a:xfrm>
              <a:off x="3553" y="1586"/>
              <a:ext cx="204" cy="0"/>
            </a:xfrm>
            <a:prstGeom prst="line">
              <a:avLst/>
            </a:prstGeom>
            <a:ln w="28575" cap="flat" cmpd="sng">
              <a:solidFill>
                <a:schemeClr val="bg1"/>
              </a:solidFill>
              <a:prstDash val="solid"/>
              <a:headEnd type="none" w="med" len="med"/>
              <a:tailEnd type="none" w="med" len="med"/>
            </a:ln>
          </p:spPr>
        </p:sp>
        <p:sp>
          <p:nvSpPr>
            <p:cNvPr id="125037" name="Line 294"/>
            <p:cNvSpPr/>
            <p:nvPr/>
          </p:nvSpPr>
          <p:spPr>
            <a:xfrm>
              <a:off x="3756" y="1587"/>
              <a:ext cx="0" cy="227"/>
            </a:xfrm>
            <a:prstGeom prst="line">
              <a:avLst/>
            </a:prstGeom>
            <a:ln w="9525" cap="flat" cmpd="sng">
              <a:solidFill>
                <a:schemeClr val="bg1"/>
              </a:solidFill>
              <a:prstDash val="solid"/>
              <a:headEnd type="none" w="med" len="med"/>
              <a:tailEnd type="none" w="med" len="med"/>
            </a:ln>
          </p:spPr>
        </p:sp>
        <p:sp>
          <p:nvSpPr>
            <p:cNvPr id="125038" name="Line 295"/>
            <p:cNvSpPr/>
            <p:nvPr/>
          </p:nvSpPr>
          <p:spPr>
            <a:xfrm>
              <a:off x="3768" y="1814"/>
              <a:ext cx="204" cy="0"/>
            </a:xfrm>
            <a:prstGeom prst="line">
              <a:avLst/>
            </a:prstGeom>
            <a:ln w="28575" cap="flat" cmpd="sng">
              <a:solidFill>
                <a:schemeClr val="bg1"/>
              </a:solidFill>
              <a:prstDash val="solid"/>
              <a:headEnd type="none" w="med" len="med"/>
              <a:tailEnd type="none" w="med" len="med"/>
            </a:ln>
          </p:spPr>
        </p:sp>
        <p:sp>
          <p:nvSpPr>
            <p:cNvPr id="125039" name="Line 296"/>
            <p:cNvSpPr/>
            <p:nvPr/>
          </p:nvSpPr>
          <p:spPr>
            <a:xfrm>
              <a:off x="3768" y="1587"/>
              <a:ext cx="0" cy="227"/>
            </a:xfrm>
            <a:prstGeom prst="line">
              <a:avLst/>
            </a:prstGeom>
            <a:ln w="28575" cap="flat" cmpd="sng">
              <a:solidFill>
                <a:schemeClr val="bg1"/>
              </a:solidFill>
              <a:prstDash val="solid"/>
              <a:headEnd type="none" w="med" len="med"/>
              <a:tailEnd type="none" w="med" len="med"/>
            </a:ln>
          </p:spPr>
        </p:sp>
        <p:sp>
          <p:nvSpPr>
            <p:cNvPr id="125040" name="Line 297"/>
            <p:cNvSpPr/>
            <p:nvPr/>
          </p:nvSpPr>
          <p:spPr>
            <a:xfrm>
              <a:off x="3972" y="1587"/>
              <a:ext cx="0" cy="227"/>
            </a:xfrm>
            <a:prstGeom prst="line">
              <a:avLst/>
            </a:prstGeom>
            <a:ln w="28575" cap="flat" cmpd="sng">
              <a:solidFill>
                <a:schemeClr val="bg1"/>
              </a:solidFill>
              <a:prstDash val="solid"/>
              <a:headEnd type="none" w="med" len="med"/>
              <a:tailEnd type="none" w="med" len="med"/>
            </a:ln>
          </p:spPr>
        </p:sp>
        <p:sp>
          <p:nvSpPr>
            <p:cNvPr id="125041" name="Line 298"/>
            <p:cNvSpPr/>
            <p:nvPr/>
          </p:nvSpPr>
          <p:spPr>
            <a:xfrm>
              <a:off x="3973" y="1586"/>
              <a:ext cx="204" cy="0"/>
            </a:xfrm>
            <a:prstGeom prst="line">
              <a:avLst/>
            </a:prstGeom>
            <a:ln w="28575" cap="flat" cmpd="sng">
              <a:solidFill>
                <a:schemeClr val="bg1"/>
              </a:solidFill>
              <a:prstDash val="solid"/>
              <a:headEnd type="none" w="med" len="med"/>
              <a:tailEnd type="none" w="med" len="med"/>
            </a:ln>
          </p:spPr>
        </p:sp>
        <p:sp>
          <p:nvSpPr>
            <p:cNvPr id="125042" name="Line 299"/>
            <p:cNvSpPr/>
            <p:nvPr/>
          </p:nvSpPr>
          <p:spPr>
            <a:xfrm>
              <a:off x="4176" y="1587"/>
              <a:ext cx="0" cy="227"/>
            </a:xfrm>
            <a:prstGeom prst="line">
              <a:avLst/>
            </a:prstGeom>
            <a:ln w="9525" cap="flat" cmpd="sng">
              <a:solidFill>
                <a:schemeClr val="bg1"/>
              </a:solidFill>
              <a:prstDash val="solid"/>
              <a:headEnd type="none" w="med" len="med"/>
              <a:tailEnd type="none" w="med" len="med"/>
            </a:ln>
          </p:spPr>
        </p:sp>
        <p:sp>
          <p:nvSpPr>
            <p:cNvPr id="125043" name="Line 300"/>
            <p:cNvSpPr/>
            <p:nvPr/>
          </p:nvSpPr>
          <p:spPr>
            <a:xfrm>
              <a:off x="4176" y="1814"/>
              <a:ext cx="204" cy="0"/>
            </a:xfrm>
            <a:prstGeom prst="line">
              <a:avLst/>
            </a:prstGeom>
            <a:ln w="28575" cap="flat" cmpd="sng">
              <a:solidFill>
                <a:schemeClr val="bg1"/>
              </a:solidFill>
              <a:prstDash val="solid"/>
              <a:headEnd type="none" w="med" len="med"/>
              <a:tailEnd type="none" w="med" len="med"/>
            </a:ln>
          </p:spPr>
        </p:sp>
        <p:sp>
          <p:nvSpPr>
            <p:cNvPr id="125044" name="Line 301"/>
            <p:cNvSpPr/>
            <p:nvPr/>
          </p:nvSpPr>
          <p:spPr>
            <a:xfrm>
              <a:off x="4176" y="1587"/>
              <a:ext cx="0" cy="227"/>
            </a:xfrm>
            <a:prstGeom prst="line">
              <a:avLst/>
            </a:prstGeom>
            <a:ln w="28575" cap="flat" cmpd="sng">
              <a:solidFill>
                <a:schemeClr val="bg1"/>
              </a:solidFill>
              <a:prstDash val="solid"/>
              <a:headEnd type="none" w="med" len="med"/>
              <a:tailEnd type="none" w="med" len="med"/>
            </a:ln>
          </p:spPr>
        </p:sp>
        <p:sp>
          <p:nvSpPr>
            <p:cNvPr id="125045" name="Line 302"/>
            <p:cNvSpPr/>
            <p:nvPr/>
          </p:nvSpPr>
          <p:spPr>
            <a:xfrm>
              <a:off x="4380" y="1587"/>
              <a:ext cx="0" cy="227"/>
            </a:xfrm>
            <a:prstGeom prst="line">
              <a:avLst/>
            </a:prstGeom>
            <a:ln w="28575" cap="flat" cmpd="sng">
              <a:solidFill>
                <a:schemeClr val="bg1"/>
              </a:solidFill>
              <a:prstDash val="solid"/>
              <a:headEnd type="none" w="med" len="med"/>
              <a:tailEnd type="none" w="med" len="med"/>
            </a:ln>
          </p:spPr>
        </p:sp>
        <p:sp>
          <p:nvSpPr>
            <p:cNvPr id="125046" name="Line 303"/>
            <p:cNvSpPr/>
            <p:nvPr/>
          </p:nvSpPr>
          <p:spPr>
            <a:xfrm>
              <a:off x="4381" y="1586"/>
              <a:ext cx="204" cy="0"/>
            </a:xfrm>
            <a:prstGeom prst="line">
              <a:avLst/>
            </a:prstGeom>
            <a:ln w="28575" cap="flat" cmpd="sng">
              <a:solidFill>
                <a:schemeClr val="bg1"/>
              </a:solidFill>
              <a:prstDash val="solid"/>
              <a:headEnd type="none" w="med" len="med"/>
              <a:tailEnd type="none" w="med" len="med"/>
            </a:ln>
          </p:spPr>
        </p:sp>
        <p:sp>
          <p:nvSpPr>
            <p:cNvPr id="125047" name="Line 304"/>
            <p:cNvSpPr/>
            <p:nvPr/>
          </p:nvSpPr>
          <p:spPr>
            <a:xfrm>
              <a:off x="4584" y="1587"/>
              <a:ext cx="0" cy="227"/>
            </a:xfrm>
            <a:prstGeom prst="line">
              <a:avLst/>
            </a:prstGeom>
            <a:ln w="9525" cap="flat" cmpd="sng">
              <a:solidFill>
                <a:schemeClr val="bg1"/>
              </a:solidFill>
              <a:prstDash val="solid"/>
              <a:headEnd type="none" w="med" len="med"/>
              <a:tailEnd type="none" w="med" len="med"/>
            </a:ln>
          </p:spPr>
        </p:sp>
        <p:sp>
          <p:nvSpPr>
            <p:cNvPr id="125048" name="Line 305"/>
            <p:cNvSpPr/>
            <p:nvPr/>
          </p:nvSpPr>
          <p:spPr>
            <a:xfrm>
              <a:off x="4584" y="1814"/>
              <a:ext cx="204" cy="0"/>
            </a:xfrm>
            <a:prstGeom prst="line">
              <a:avLst/>
            </a:prstGeom>
            <a:ln w="28575" cap="flat" cmpd="sng">
              <a:solidFill>
                <a:schemeClr val="bg1"/>
              </a:solidFill>
              <a:prstDash val="solid"/>
              <a:headEnd type="none" w="med" len="med"/>
              <a:tailEnd type="none" w="med" len="med"/>
            </a:ln>
          </p:spPr>
        </p:sp>
        <p:sp>
          <p:nvSpPr>
            <p:cNvPr id="125049" name="Line 306"/>
            <p:cNvSpPr/>
            <p:nvPr/>
          </p:nvSpPr>
          <p:spPr>
            <a:xfrm>
              <a:off x="4584" y="1587"/>
              <a:ext cx="0" cy="227"/>
            </a:xfrm>
            <a:prstGeom prst="line">
              <a:avLst/>
            </a:prstGeom>
            <a:ln w="28575" cap="flat" cmpd="sng">
              <a:solidFill>
                <a:schemeClr val="bg1"/>
              </a:solidFill>
              <a:prstDash val="solid"/>
              <a:headEnd type="none" w="med" len="med"/>
              <a:tailEnd type="none" w="med" len="med"/>
            </a:ln>
          </p:spPr>
        </p:sp>
        <p:sp>
          <p:nvSpPr>
            <p:cNvPr id="125050" name="Line 307"/>
            <p:cNvSpPr/>
            <p:nvPr/>
          </p:nvSpPr>
          <p:spPr>
            <a:xfrm>
              <a:off x="4788" y="1587"/>
              <a:ext cx="0" cy="227"/>
            </a:xfrm>
            <a:prstGeom prst="line">
              <a:avLst/>
            </a:prstGeom>
            <a:ln w="28575" cap="flat" cmpd="sng">
              <a:solidFill>
                <a:schemeClr val="bg1"/>
              </a:solidFill>
              <a:prstDash val="solid"/>
              <a:headEnd type="none" w="med" len="med"/>
              <a:tailEnd type="none" w="med" len="med"/>
            </a:ln>
          </p:spPr>
        </p:sp>
        <p:sp>
          <p:nvSpPr>
            <p:cNvPr id="125051" name="Line 308"/>
            <p:cNvSpPr/>
            <p:nvPr/>
          </p:nvSpPr>
          <p:spPr>
            <a:xfrm>
              <a:off x="4789" y="1586"/>
              <a:ext cx="204" cy="0"/>
            </a:xfrm>
            <a:prstGeom prst="line">
              <a:avLst/>
            </a:prstGeom>
            <a:ln w="28575" cap="flat" cmpd="sng">
              <a:solidFill>
                <a:schemeClr val="bg1"/>
              </a:solidFill>
              <a:prstDash val="solid"/>
              <a:headEnd type="none" w="med" len="med"/>
              <a:tailEnd type="none" w="med" len="med"/>
            </a:ln>
          </p:spPr>
        </p:sp>
        <p:sp>
          <p:nvSpPr>
            <p:cNvPr id="125052" name="Line 309"/>
            <p:cNvSpPr/>
            <p:nvPr/>
          </p:nvSpPr>
          <p:spPr>
            <a:xfrm>
              <a:off x="4980" y="1814"/>
              <a:ext cx="204" cy="0"/>
            </a:xfrm>
            <a:prstGeom prst="line">
              <a:avLst/>
            </a:prstGeom>
            <a:ln w="28575" cap="flat" cmpd="sng">
              <a:solidFill>
                <a:schemeClr val="bg1"/>
              </a:solidFill>
              <a:prstDash val="solid"/>
              <a:headEnd type="none" w="med" len="med"/>
              <a:tailEnd type="none" w="med" len="med"/>
            </a:ln>
          </p:spPr>
        </p:sp>
        <p:sp>
          <p:nvSpPr>
            <p:cNvPr id="125053" name="Line 310"/>
            <p:cNvSpPr/>
            <p:nvPr/>
          </p:nvSpPr>
          <p:spPr>
            <a:xfrm>
              <a:off x="4992" y="1587"/>
              <a:ext cx="0" cy="227"/>
            </a:xfrm>
            <a:prstGeom prst="line">
              <a:avLst/>
            </a:prstGeom>
            <a:ln w="28575" cap="flat" cmpd="sng">
              <a:solidFill>
                <a:schemeClr val="bg1"/>
              </a:solidFill>
              <a:prstDash val="solid"/>
              <a:headEnd type="none" w="med" len="med"/>
              <a:tailEnd type="none" w="med" len="med"/>
            </a:ln>
          </p:spPr>
        </p:sp>
        <p:sp>
          <p:nvSpPr>
            <p:cNvPr id="125054" name="Line 311"/>
            <p:cNvSpPr/>
            <p:nvPr/>
          </p:nvSpPr>
          <p:spPr>
            <a:xfrm>
              <a:off x="5196" y="1587"/>
              <a:ext cx="0" cy="227"/>
            </a:xfrm>
            <a:prstGeom prst="line">
              <a:avLst/>
            </a:prstGeom>
            <a:ln w="28575" cap="flat" cmpd="sng">
              <a:solidFill>
                <a:schemeClr val="bg1"/>
              </a:solidFill>
              <a:prstDash val="solid"/>
              <a:headEnd type="none" w="med" len="med"/>
              <a:tailEnd type="none" w="med" len="med"/>
            </a:ln>
          </p:spPr>
        </p:sp>
        <p:sp>
          <p:nvSpPr>
            <p:cNvPr id="125055" name="Line 312"/>
            <p:cNvSpPr/>
            <p:nvPr/>
          </p:nvSpPr>
          <p:spPr>
            <a:xfrm>
              <a:off x="5185" y="1586"/>
              <a:ext cx="204" cy="0"/>
            </a:xfrm>
            <a:prstGeom prst="line">
              <a:avLst/>
            </a:prstGeom>
            <a:ln w="28575" cap="flat" cmpd="sng">
              <a:solidFill>
                <a:schemeClr val="bg1"/>
              </a:solidFill>
              <a:prstDash val="solid"/>
              <a:headEnd type="none" w="med" len="med"/>
              <a:tailEnd type="none" w="med" len="med"/>
            </a:ln>
          </p:spPr>
        </p:sp>
        <p:sp>
          <p:nvSpPr>
            <p:cNvPr id="125056" name="Line 313"/>
            <p:cNvSpPr/>
            <p:nvPr/>
          </p:nvSpPr>
          <p:spPr>
            <a:xfrm>
              <a:off x="5388" y="1587"/>
              <a:ext cx="0" cy="227"/>
            </a:xfrm>
            <a:prstGeom prst="line">
              <a:avLst/>
            </a:prstGeom>
            <a:ln w="9525" cap="flat" cmpd="sng">
              <a:solidFill>
                <a:schemeClr val="bg1"/>
              </a:solidFill>
              <a:prstDash val="solid"/>
              <a:headEnd type="none" w="med" len="med"/>
              <a:tailEnd type="none" w="med" len="med"/>
            </a:ln>
          </p:spPr>
        </p:sp>
        <p:sp>
          <p:nvSpPr>
            <p:cNvPr id="125057" name="Line 314"/>
            <p:cNvSpPr/>
            <p:nvPr/>
          </p:nvSpPr>
          <p:spPr>
            <a:xfrm>
              <a:off x="5388" y="1814"/>
              <a:ext cx="204" cy="0"/>
            </a:xfrm>
            <a:prstGeom prst="line">
              <a:avLst/>
            </a:prstGeom>
            <a:ln w="28575" cap="flat" cmpd="sng">
              <a:solidFill>
                <a:schemeClr val="bg1"/>
              </a:solidFill>
              <a:prstDash val="solid"/>
              <a:headEnd type="none" w="med" len="med"/>
              <a:tailEnd type="none" w="med" len="med"/>
            </a:ln>
          </p:spPr>
        </p:sp>
        <p:sp>
          <p:nvSpPr>
            <p:cNvPr id="125058" name="Line 315"/>
            <p:cNvSpPr/>
            <p:nvPr/>
          </p:nvSpPr>
          <p:spPr>
            <a:xfrm>
              <a:off x="5388" y="1587"/>
              <a:ext cx="0" cy="227"/>
            </a:xfrm>
            <a:prstGeom prst="line">
              <a:avLst/>
            </a:prstGeom>
            <a:ln w="28575" cap="flat" cmpd="sng">
              <a:solidFill>
                <a:schemeClr val="bg1"/>
              </a:solidFill>
              <a:prstDash val="solid"/>
              <a:headEnd type="none" w="med" len="med"/>
              <a:tailEnd type="none" w="med" len="med"/>
            </a:ln>
          </p:spPr>
        </p:sp>
      </p:grpSp>
      <p:grpSp>
        <p:nvGrpSpPr>
          <p:cNvPr id="124938" name="Group 316"/>
          <p:cNvGrpSpPr/>
          <p:nvPr/>
        </p:nvGrpSpPr>
        <p:grpSpPr>
          <a:xfrm>
            <a:off x="3257550" y="2424113"/>
            <a:ext cx="4572000" cy="332184"/>
            <a:chOff x="1776" y="2036"/>
            <a:chExt cx="3840" cy="279"/>
          </a:xfrm>
        </p:grpSpPr>
        <p:sp>
          <p:nvSpPr>
            <p:cNvPr id="124989" name="Text Box 317"/>
            <p:cNvSpPr txBox="1"/>
            <p:nvPr/>
          </p:nvSpPr>
          <p:spPr>
            <a:xfrm>
              <a:off x="1776" y="203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p>
          </p:txBody>
        </p:sp>
        <p:sp>
          <p:nvSpPr>
            <p:cNvPr id="124990" name="Line 318"/>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4991" name="Text Box 319"/>
            <p:cNvSpPr txBox="1"/>
            <p:nvPr/>
          </p:nvSpPr>
          <p:spPr>
            <a:xfrm>
              <a:off x="237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4992" name="Line 320"/>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4993" name="Line 321"/>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4994" name="Text Box 322"/>
            <p:cNvSpPr txBox="1"/>
            <p:nvPr/>
          </p:nvSpPr>
          <p:spPr>
            <a:xfrm>
              <a:off x="279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4995" name="Line 323"/>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4996" name="Line 324"/>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4997" name="Text Box 325"/>
            <p:cNvSpPr txBox="1"/>
            <p:nvPr/>
          </p:nvSpPr>
          <p:spPr>
            <a:xfrm>
              <a:off x="319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4998" name="Line 326"/>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4999" name="Line 327"/>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5000" name="Text Box 328"/>
            <p:cNvSpPr txBox="1"/>
            <p:nvPr/>
          </p:nvSpPr>
          <p:spPr>
            <a:xfrm>
              <a:off x="361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01" name="Line 329"/>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5002" name="Line 330"/>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5003" name="Text Box 331"/>
            <p:cNvSpPr txBox="1"/>
            <p:nvPr/>
          </p:nvSpPr>
          <p:spPr>
            <a:xfrm>
              <a:off x="402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04" name="Line 332"/>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5005" name="Line 333"/>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5006" name="Text Box 334"/>
            <p:cNvSpPr txBox="1"/>
            <p:nvPr/>
          </p:nvSpPr>
          <p:spPr>
            <a:xfrm>
              <a:off x="444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07" name="Line 335"/>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5008" name="Line 336"/>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5009" name="Text Box 337"/>
            <p:cNvSpPr txBox="1"/>
            <p:nvPr/>
          </p:nvSpPr>
          <p:spPr>
            <a:xfrm>
              <a:off x="4825"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010" name="Line 338"/>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5011" name="Line 339"/>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5012" name="Text Box 340"/>
            <p:cNvSpPr txBox="1"/>
            <p:nvPr/>
          </p:nvSpPr>
          <p:spPr>
            <a:xfrm>
              <a:off x="5257"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013" name="Line 341"/>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5014" name="Line 342"/>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5015" name="Line 343"/>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4939" name="Group 344"/>
          <p:cNvGrpSpPr/>
          <p:nvPr/>
        </p:nvGrpSpPr>
        <p:grpSpPr>
          <a:xfrm>
            <a:off x="3257550" y="2995613"/>
            <a:ext cx="4585097" cy="389335"/>
            <a:chOff x="1776" y="2516"/>
            <a:chExt cx="3851" cy="327"/>
          </a:xfrm>
        </p:grpSpPr>
        <p:sp>
          <p:nvSpPr>
            <p:cNvPr id="124970" name="Text Box 345"/>
            <p:cNvSpPr txBox="1"/>
            <p:nvPr/>
          </p:nvSpPr>
          <p:spPr>
            <a:xfrm>
              <a:off x="1776" y="251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p>
          </p:txBody>
        </p:sp>
        <p:sp>
          <p:nvSpPr>
            <p:cNvPr id="124971" name="Line 346"/>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4972" name="Group 347"/>
            <p:cNvGrpSpPr/>
            <p:nvPr/>
          </p:nvGrpSpPr>
          <p:grpSpPr>
            <a:xfrm>
              <a:off x="2736" y="2544"/>
              <a:ext cx="816" cy="299"/>
              <a:chOff x="2736" y="2544"/>
              <a:chExt cx="816" cy="299"/>
            </a:xfrm>
          </p:grpSpPr>
          <p:sp>
            <p:nvSpPr>
              <p:cNvPr id="124986" name="Text Box 348"/>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4987" name="Line 349"/>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8" name="Line 350"/>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3" name="Group 351"/>
            <p:cNvGrpSpPr/>
            <p:nvPr/>
          </p:nvGrpSpPr>
          <p:grpSpPr>
            <a:xfrm>
              <a:off x="3552" y="2544"/>
              <a:ext cx="816" cy="299"/>
              <a:chOff x="3552" y="2544"/>
              <a:chExt cx="816" cy="299"/>
            </a:xfrm>
          </p:grpSpPr>
          <p:sp>
            <p:nvSpPr>
              <p:cNvPr id="124983" name="Text Box 352"/>
              <p:cNvSpPr txBox="1"/>
              <p:nvPr/>
            </p:nvSpPr>
            <p:spPr>
              <a:xfrm>
                <a:off x="374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4984" name="Line 353"/>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4985" name="Line 354"/>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4974" name="Line 355"/>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4975" name="Group 356"/>
            <p:cNvGrpSpPr/>
            <p:nvPr/>
          </p:nvGrpSpPr>
          <p:grpSpPr>
            <a:xfrm>
              <a:off x="4368" y="2544"/>
              <a:ext cx="816" cy="299"/>
              <a:chOff x="2736" y="2544"/>
              <a:chExt cx="816" cy="299"/>
            </a:xfrm>
          </p:grpSpPr>
          <p:sp>
            <p:nvSpPr>
              <p:cNvPr id="124980" name="Text Box 357"/>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4981" name="Line 358"/>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4982" name="Line 359"/>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4976" name="Group 360"/>
            <p:cNvGrpSpPr/>
            <p:nvPr/>
          </p:nvGrpSpPr>
          <p:grpSpPr>
            <a:xfrm>
              <a:off x="5196" y="2544"/>
              <a:ext cx="431" cy="299"/>
              <a:chOff x="5184" y="2544"/>
              <a:chExt cx="431" cy="299"/>
            </a:xfrm>
          </p:grpSpPr>
          <p:sp>
            <p:nvSpPr>
              <p:cNvPr id="124977" name="Text Box 361"/>
              <p:cNvSpPr txBox="1"/>
              <p:nvPr/>
            </p:nvSpPr>
            <p:spPr>
              <a:xfrm>
                <a:off x="518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4978" name="Line 362"/>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4979" name="Line 363"/>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4940" name="Group 374"/>
          <p:cNvGrpSpPr/>
          <p:nvPr/>
        </p:nvGrpSpPr>
        <p:grpSpPr>
          <a:xfrm>
            <a:off x="3257550" y="3567113"/>
            <a:ext cx="4585097" cy="389335"/>
            <a:chOff x="1776" y="2996"/>
            <a:chExt cx="3851" cy="327"/>
          </a:xfrm>
        </p:grpSpPr>
        <p:sp>
          <p:nvSpPr>
            <p:cNvPr id="124961" name="Text Box 209"/>
            <p:cNvSpPr txBox="1"/>
            <p:nvPr/>
          </p:nvSpPr>
          <p:spPr>
            <a:xfrm>
              <a:off x="1776" y="299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p>
          </p:txBody>
        </p:sp>
        <p:sp>
          <p:nvSpPr>
            <p:cNvPr id="124962" name="Line 21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4963" name="Text Box 365"/>
            <p:cNvSpPr txBox="1"/>
            <p:nvPr/>
          </p:nvSpPr>
          <p:spPr>
            <a:xfrm>
              <a:off x="374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4964"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4965"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4966"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4967" name="Text Box 370"/>
            <p:cNvSpPr txBox="1"/>
            <p:nvPr/>
          </p:nvSpPr>
          <p:spPr>
            <a:xfrm>
              <a:off x="518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4968" name="Line 371"/>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4969" name="Line 372"/>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4941" name="Group 396"/>
          <p:cNvGrpSpPr/>
          <p:nvPr/>
        </p:nvGrpSpPr>
        <p:grpSpPr>
          <a:xfrm>
            <a:off x="2938145" y="4137660"/>
            <a:ext cx="4976569" cy="783590"/>
            <a:chOff x="1584" y="3408"/>
            <a:chExt cx="3981" cy="657"/>
          </a:xfrm>
        </p:grpSpPr>
        <p:sp>
          <p:nvSpPr>
            <p:cNvPr id="124942" name="Text Box 375"/>
            <p:cNvSpPr txBox="1"/>
            <p:nvPr/>
          </p:nvSpPr>
          <p:spPr>
            <a:xfrm>
              <a:off x="1584" y="3408"/>
              <a:ext cx="384" cy="657"/>
            </a:xfrm>
            <a:prstGeom prst="rect">
              <a:avLst/>
            </a:prstGeom>
            <a:noFill/>
            <a:ln w="9525">
              <a:noFill/>
            </a:ln>
          </p:spPr>
          <p:txBody>
            <a:bodyPr>
              <a:spAutoFit/>
            </a:bodyPr>
            <a:lstStyle/>
            <a:p>
              <a:pPr>
                <a:spcBef>
                  <a:spcPct val="50000"/>
                </a:spcBef>
              </a:pPr>
              <a:r>
                <a:rPr lang="zh-CN" altLang="en-US" sz="1500" dirty="0">
                  <a:solidFill>
                    <a:srgbClr val="FF00FF"/>
                  </a:solidFill>
                  <a:latin typeface="Times New Roman" panose="02020603050405020304" pitchFamily="18" charset="0"/>
                </a:rPr>
                <a:t>计数值</a:t>
              </a:r>
            </a:p>
          </p:txBody>
        </p:sp>
        <p:sp>
          <p:nvSpPr>
            <p:cNvPr id="124943" name="Text Box 376"/>
            <p:cNvSpPr txBox="1"/>
            <p:nvPr/>
          </p:nvSpPr>
          <p:spPr>
            <a:xfrm>
              <a:off x="1854"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0000</a:t>
              </a:r>
            </a:p>
          </p:txBody>
        </p:sp>
        <p:sp>
          <p:nvSpPr>
            <p:cNvPr id="124944" name="Text Box 377"/>
            <p:cNvSpPr txBox="1"/>
            <p:nvPr/>
          </p:nvSpPr>
          <p:spPr>
            <a:xfrm>
              <a:off x="2064"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0001</a:t>
              </a:r>
            </a:p>
          </p:txBody>
        </p:sp>
        <p:sp>
          <p:nvSpPr>
            <p:cNvPr id="124945" name="Text Box 378"/>
            <p:cNvSpPr txBox="1"/>
            <p:nvPr/>
          </p:nvSpPr>
          <p:spPr>
            <a:xfrm>
              <a:off x="2286"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0010</a:t>
              </a:r>
            </a:p>
          </p:txBody>
        </p:sp>
        <p:sp>
          <p:nvSpPr>
            <p:cNvPr id="124946" name="Text Box 379"/>
            <p:cNvSpPr txBox="1"/>
            <p:nvPr/>
          </p:nvSpPr>
          <p:spPr>
            <a:xfrm>
              <a:off x="2472"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0011</a:t>
              </a:r>
            </a:p>
          </p:txBody>
        </p:sp>
        <p:sp>
          <p:nvSpPr>
            <p:cNvPr id="124947" name="Text Box 380"/>
            <p:cNvSpPr txBox="1"/>
            <p:nvPr/>
          </p:nvSpPr>
          <p:spPr>
            <a:xfrm>
              <a:off x="2676"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0100</a:t>
              </a:r>
            </a:p>
          </p:txBody>
        </p:sp>
        <p:sp>
          <p:nvSpPr>
            <p:cNvPr id="124948" name="Text Box 381"/>
            <p:cNvSpPr txBox="1"/>
            <p:nvPr/>
          </p:nvSpPr>
          <p:spPr>
            <a:xfrm>
              <a:off x="2856"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0101</a:t>
              </a:r>
            </a:p>
          </p:txBody>
        </p:sp>
        <p:sp>
          <p:nvSpPr>
            <p:cNvPr id="124949" name="Text Box 382"/>
            <p:cNvSpPr txBox="1"/>
            <p:nvPr/>
          </p:nvSpPr>
          <p:spPr>
            <a:xfrm>
              <a:off x="3072" y="3504"/>
              <a:ext cx="384" cy="212"/>
            </a:xfrm>
            <a:prstGeom prst="rect">
              <a:avLst/>
            </a:prstGeom>
            <a:noFill/>
            <a:ln w="9525">
              <a:noFill/>
            </a:ln>
          </p:spPr>
          <p:txBody>
            <a:bodyPr wrap="square">
              <a:spAutoFit/>
            </a:bodyPr>
            <a:lstStyle/>
            <a:p>
              <a:pPr algn="l">
                <a:spcBef>
                  <a:spcPct val="50000"/>
                </a:spcBef>
              </a:pPr>
              <a:r>
                <a:rPr lang="en-US" altLang="zh-CN" sz="1050" dirty="0">
                  <a:latin typeface="Times New Roman" panose="02020603050405020304" pitchFamily="18" charset="0"/>
                </a:rPr>
                <a:t>0110</a:t>
              </a:r>
            </a:p>
          </p:txBody>
        </p:sp>
        <p:sp>
          <p:nvSpPr>
            <p:cNvPr id="124950" name="Text Box 383"/>
            <p:cNvSpPr txBox="1"/>
            <p:nvPr/>
          </p:nvSpPr>
          <p:spPr>
            <a:xfrm>
              <a:off x="3266" y="3696"/>
              <a:ext cx="370" cy="212"/>
            </a:xfrm>
            <a:prstGeom prst="rect">
              <a:avLst/>
            </a:prstGeom>
            <a:noFill/>
            <a:ln w="9525">
              <a:noFill/>
            </a:ln>
          </p:spPr>
          <p:txBody>
            <a:bodyPr wrap="square">
              <a:spAutoFit/>
            </a:bodyPr>
            <a:lstStyle/>
            <a:p>
              <a:pPr algn="l">
                <a:spcBef>
                  <a:spcPct val="50000"/>
                </a:spcBef>
              </a:pPr>
              <a:r>
                <a:rPr lang="en-US" altLang="zh-CN" sz="1050" dirty="0">
                  <a:latin typeface="Times New Roman" panose="02020603050405020304" pitchFamily="18" charset="0"/>
                </a:rPr>
                <a:t>0111</a:t>
              </a:r>
            </a:p>
          </p:txBody>
        </p:sp>
        <p:sp>
          <p:nvSpPr>
            <p:cNvPr id="124951" name="Text Box 384"/>
            <p:cNvSpPr txBox="1"/>
            <p:nvPr/>
          </p:nvSpPr>
          <p:spPr>
            <a:xfrm>
              <a:off x="3447"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1000</a:t>
              </a:r>
            </a:p>
          </p:txBody>
        </p:sp>
        <p:sp>
          <p:nvSpPr>
            <p:cNvPr id="124952" name="Text Box 385"/>
            <p:cNvSpPr txBox="1"/>
            <p:nvPr/>
          </p:nvSpPr>
          <p:spPr>
            <a:xfrm>
              <a:off x="3651" y="3696"/>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1001</a:t>
              </a:r>
            </a:p>
          </p:txBody>
        </p:sp>
        <p:sp>
          <p:nvSpPr>
            <p:cNvPr id="124953" name="Text Box 386"/>
            <p:cNvSpPr txBox="1"/>
            <p:nvPr/>
          </p:nvSpPr>
          <p:spPr>
            <a:xfrm>
              <a:off x="3822"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1010</a:t>
              </a:r>
            </a:p>
          </p:txBody>
        </p:sp>
        <p:sp>
          <p:nvSpPr>
            <p:cNvPr id="124954" name="Text Box 387"/>
            <p:cNvSpPr txBox="1"/>
            <p:nvPr/>
          </p:nvSpPr>
          <p:spPr>
            <a:xfrm>
              <a:off x="4038"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1011</a:t>
              </a:r>
            </a:p>
          </p:txBody>
        </p:sp>
        <p:sp>
          <p:nvSpPr>
            <p:cNvPr id="124955" name="Text Box 388"/>
            <p:cNvSpPr txBox="1"/>
            <p:nvPr/>
          </p:nvSpPr>
          <p:spPr>
            <a:xfrm>
              <a:off x="4230"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1100</a:t>
              </a:r>
            </a:p>
          </p:txBody>
        </p:sp>
        <p:sp>
          <p:nvSpPr>
            <p:cNvPr id="124956" name="Text Box 389"/>
            <p:cNvSpPr txBox="1"/>
            <p:nvPr/>
          </p:nvSpPr>
          <p:spPr>
            <a:xfrm>
              <a:off x="4434"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1101</a:t>
              </a:r>
            </a:p>
          </p:txBody>
        </p:sp>
        <p:sp>
          <p:nvSpPr>
            <p:cNvPr id="124957" name="Text Box 390"/>
            <p:cNvSpPr txBox="1"/>
            <p:nvPr/>
          </p:nvSpPr>
          <p:spPr>
            <a:xfrm>
              <a:off x="4620"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1110</a:t>
              </a:r>
            </a:p>
          </p:txBody>
        </p:sp>
        <p:sp>
          <p:nvSpPr>
            <p:cNvPr id="124958" name="Text Box 391"/>
            <p:cNvSpPr txBox="1"/>
            <p:nvPr/>
          </p:nvSpPr>
          <p:spPr>
            <a:xfrm>
              <a:off x="4806"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1111</a:t>
              </a:r>
            </a:p>
          </p:txBody>
        </p:sp>
        <p:sp>
          <p:nvSpPr>
            <p:cNvPr id="124959" name="Text Box 392"/>
            <p:cNvSpPr txBox="1"/>
            <p:nvPr/>
          </p:nvSpPr>
          <p:spPr>
            <a:xfrm>
              <a:off x="5001" y="3504"/>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0000</a:t>
              </a:r>
            </a:p>
          </p:txBody>
        </p:sp>
        <p:sp>
          <p:nvSpPr>
            <p:cNvPr id="124960" name="Text Box 393"/>
            <p:cNvSpPr txBox="1"/>
            <p:nvPr/>
          </p:nvSpPr>
          <p:spPr>
            <a:xfrm>
              <a:off x="5181" y="3677"/>
              <a:ext cx="384" cy="212"/>
            </a:xfrm>
            <a:prstGeom prst="rect">
              <a:avLst/>
            </a:prstGeom>
            <a:noFill/>
            <a:ln w="9525">
              <a:noFill/>
            </a:ln>
          </p:spPr>
          <p:txBody>
            <a:bodyPr>
              <a:spAutoFit/>
            </a:bodyPr>
            <a:lstStyle/>
            <a:p>
              <a:pPr algn="l">
                <a:spcBef>
                  <a:spcPct val="50000"/>
                </a:spcBef>
              </a:pPr>
              <a:r>
                <a:rPr lang="en-US" altLang="zh-CN" sz="1050" dirty="0">
                  <a:latin typeface="Times New Roman" panose="02020603050405020304" pitchFamily="18" charset="0"/>
                </a:rPr>
                <a:t>0001</a:t>
              </a: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30"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CA6E9559-BB85-4D4D-ABD2-703D8BA0F751}"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2"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10</a:t>
            </a:fld>
            <a:endParaRPr lang="en-US" altLang="zh-CN" sz="1050" b="0" dirty="0">
              <a:solidFill>
                <a:schemeClr val="tx1"/>
              </a:solidFill>
              <a:ea typeface="宋体" panose="02010600030101010101" pitchFamily="2" charset="-122"/>
            </a:endParaRPr>
          </a:p>
        </p:txBody>
      </p:sp>
      <p:sp>
        <p:nvSpPr>
          <p:cNvPr id="125956" name="Rectangle 3"/>
          <p:cNvSpPr>
            <a:spLocks noGrp="1"/>
          </p:cNvSpPr>
          <p:nvPr>
            <p:ph type="title"/>
          </p:nvPr>
        </p:nvSpPr>
        <p:spPr>
          <a:xfrm>
            <a:off x="3257550" y="2743200"/>
            <a:ext cx="2743200" cy="314325"/>
          </a:xfrm>
        </p:spPr>
        <p:txBody>
          <a:bodyPr vert="horz" wrap="square" lIns="68580" tIns="34290" rIns="68580" bIns="34290" anchor="ctr"/>
          <a:lstStyle/>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p>
        </p:txBody>
      </p:sp>
      <p:grpSp>
        <p:nvGrpSpPr>
          <p:cNvPr id="125957" name="Group 4"/>
          <p:cNvGrpSpPr/>
          <p:nvPr/>
        </p:nvGrpSpPr>
        <p:grpSpPr>
          <a:xfrm>
            <a:off x="613410" y="713105"/>
            <a:ext cx="2171700" cy="3933970"/>
            <a:chOff x="144" y="624"/>
            <a:chExt cx="1824" cy="3555"/>
          </a:xfrm>
        </p:grpSpPr>
        <p:sp>
          <p:nvSpPr>
            <p:cNvPr id="126203" name="Text Box 5"/>
            <p:cNvSpPr txBox="1"/>
            <p:nvPr/>
          </p:nvSpPr>
          <p:spPr>
            <a:xfrm>
              <a:off x="144" y="3878"/>
              <a:ext cx="672" cy="291"/>
            </a:xfrm>
            <a:prstGeom prst="rect">
              <a:avLst/>
            </a:prstGeom>
            <a:noFill/>
            <a:ln w="28575">
              <a:noFill/>
            </a:ln>
          </p:spPr>
          <p:txBody>
            <a:bodyPr>
              <a:spAutoFit/>
            </a:bodyPr>
            <a:lstStyle/>
            <a:p>
              <a:pPr algn="l">
                <a:spcBef>
                  <a:spcPct val="50000"/>
                </a:spcBef>
              </a:pPr>
              <a:r>
                <a:rPr lang="en-US" altLang="zh-CN" sz="1500" dirty="0">
                  <a:solidFill>
                    <a:srgbClr val="FF0000"/>
                  </a:solidFill>
                  <a:latin typeface="Times New Roman" panose="02020603050405020304" pitchFamily="18" charset="0"/>
                </a:rPr>
                <a:t>CLK</a:t>
              </a:r>
            </a:p>
          </p:txBody>
        </p:sp>
        <p:sp>
          <p:nvSpPr>
            <p:cNvPr id="126204" name="Text Box 6"/>
            <p:cNvSpPr txBox="1"/>
            <p:nvPr/>
          </p:nvSpPr>
          <p:spPr>
            <a:xfrm>
              <a:off x="336" y="3504"/>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p>
          </p:txBody>
        </p:sp>
        <p:sp>
          <p:nvSpPr>
            <p:cNvPr id="126205" name="Text Box 7"/>
            <p:cNvSpPr txBox="1"/>
            <p:nvPr/>
          </p:nvSpPr>
          <p:spPr>
            <a:xfrm>
              <a:off x="336" y="2568"/>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p>
          </p:txBody>
        </p:sp>
        <p:grpSp>
          <p:nvGrpSpPr>
            <p:cNvPr id="126206" name="Group 8"/>
            <p:cNvGrpSpPr/>
            <p:nvPr/>
          </p:nvGrpSpPr>
          <p:grpSpPr>
            <a:xfrm>
              <a:off x="576" y="624"/>
              <a:ext cx="1005" cy="3555"/>
              <a:chOff x="576" y="688"/>
              <a:chExt cx="1005" cy="3555"/>
            </a:xfrm>
          </p:grpSpPr>
          <p:grpSp>
            <p:nvGrpSpPr>
              <p:cNvPr id="126213" name="Group 9"/>
              <p:cNvGrpSpPr/>
              <p:nvPr/>
            </p:nvGrpSpPr>
            <p:grpSpPr>
              <a:xfrm>
                <a:off x="576" y="688"/>
                <a:ext cx="1005" cy="803"/>
                <a:chOff x="576" y="621"/>
                <a:chExt cx="1005" cy="803"/>
              </a:xfrm>
            </p:grpSpPr>
            <p:sp>
              <p:nvSpPr>
                <p:cNvPr id="126268" name="Line 10"/>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69" name="Line 11"/>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70" name="Line 12"/>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71" name="Line 13"/>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72" name="Line 14"/>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73" name="Line 15"/>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74" name="Line 16"/>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75" name="Oval 17"/>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76" name="Oval 18"/>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77" name="AutoShape 19"/>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6278" name="Line 20"/>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79" name="Line 21"/>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80" name="Text Box 22"/>
                <p:cNvSpPr txBox="1"/>
                <p:nvPr/>
              </p:nvSpPr>
              <p:spPr>
                <a:xfrm>
                  <a:off x="862" y="764"/>
                  <a:ext cx="500" cy="249"/>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6281" name="Text Box 23"/>
                <p:cNvSpPr txBox="1"/>
                <p:nvPr/>
              </p:nvSpPr>
              <p:spPr>
                <a:xfrm>
                  <a:off x="1124" y="779"/>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82" name="Text Box 24"/>
                <p:cNvSpPr txBox="1"/>
                <p:nvPr/>
              </p:nvSpPr>
              <p:spPr>
                <a:xfrm>
                  <a:off x="1124" y="1154"/>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83" name="Text Box 25"/>
                <p:cNvSpPr txBox="1"/>
                <p:nvPr/>
              </p:nvSpPr>
              <p:spPr>
                <a:xfrm>
                  <a:off x="888" y="1196"/>
                  <a:ext cx="346" cy="209"/>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6214" name="Group 26"/>
              <p:cNvGrpSpPr/>
              <p:nvPr/>
            </p:nvGrpSpPr>
            <p:grpSpPr>
              <a:xfrm>
                <a:off x="576" y="1620"/>
                <a:ext cx="1005" cy="803"/>
                <a:chOff x="576" y="621"/>
                <a:chExt cx="1005" cy="803"/>
              </a:xfrm>
            </p:grpSpPr>
            <p:sp>
              <p:nvSpPr>
                <p:cNvPr id="126252" name="Line 27"/>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53" name="Line 28"/>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54" name="Line 29"/>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55" name="Line 30"/>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56" name="Line 31"/>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57" name="Line 32"/>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58" name="Line 33"/>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59" name="Oval 34"/>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60" name="Oval 35"/>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61" name="AutoShape 36"/>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6262" name="Line 37"/>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63" name="Line 38"/>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64" name="Text Box 39"/>
                <p:cNvSpPr txBox="1"/>
                <p:nvPr/>
              </p:nvSpPr>
              <p:spPr>
                <a:xfrm>
                  <a:off x="862" y="764"/>
                  <a:ext cx="500" cy="249"/>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6265" name="Text Box 40"/>
                <p:cNvSpPr txBox="1"/>
                <p:nvPr/>
              </p:nvSpPr>
              <p:spPr>
                <a:xfrm>
                  <a:off x="1124" y="779"/>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66" name="Text Box 41"/>
                <p:cNvSpPr txBox="1"/>
                <p:nvPr/>
              </p:nvSpPr>
              <p:spPr>
                <a:xfrm>
                  <a:off x="1124" y="1154"/>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67" name="Text Box 42"/>
                <p:cNvSpPr txBox="1"/>
                <p:nvPr/>
              </p:nvSpPr>
              <p:spPr>
                <a:xfrm>
                  <a:off x="888" y="1196"/>
                  <a:ext cx="346" cy="209"/>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6215" name="Group 43"/>
              <p:cNvGrpSpPr/>
              <p:nvPr/>
            </p:nvGrpSpPr>
            <p:grpSpPr>
              <a:xfrm>
                <a:off x="576" y="2528"/>
                <a:ext cx="1005" cy="803"/>
                <a:chOff x="576" y="621"/>
                <a:chExt cx="1005" cy="803"/>
              </a:xfrm>
            </p:grpSpPr>
            <p:sp>
              <p:nvSpPr>
                <p:cNvPr id="126236" name="Line 44"/>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37" name="Line 45"/>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38" name="Line 46"/>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39" name="Line 47"/>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40" name="Line 48"/>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41" name="Line 49"/>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42" name="Line 50"/>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43" name="Oval 51"/>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44" name="Oval 52"/>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45" name="AutoShape 53"/>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6246" name="Line 54"/>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47" name="Line 55"/>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48" name="Text Box 56"/>
                <p:cNvSpPr txBox="1"/>
                <p:nvPr/>
              </p:nvSpPr>
              <p:spPr>
                <a:xfrm>
                  <a:off x="862" y="764"/>
                  <a:ext cx="500" cy="249"/>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6249" name="Text Box 57"/>
                <p:cNvSpPr txBox="1"/>
                <p:nvPr/>
              </p:nvSpPr>
              <p:spPr>
                <a:xfrm>
                  <a:off x="1124" y="779"/>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50" name="Text Box 58"/>
                <p:cNvSpPr txBox="1"/>
                <p:nvPr/>
              </p:nvSpPr>
              <p:spPr>
                <a:xfrm>
                  <a:off x="1124" y="1154"/>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51" name="Text Box 59"/>
                <p:cNvSpPr txBox="1"/>
                <p:nvPr/>
              </p:nvSpPr>
              <p:spPr>
                <a:xfrm>
                  <a:off x="888" y="1196"/>
                  <a:ext cx="346" cy="209"/>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grpSp>
            <p:nvGrpSpPr>
              <p:cNvPr id="126216" name="Group 60"/>
              <p:cNvGrpSpPr/>
              <p:nvPr/>
            </p:nvGrpSpPr>
            <p:grpSpPr>
              <a:xfrm>
                <a:off x="576" y="3440"/>
                <a:ext cx="1005" cy="803"/>
                <a:chOff x="576" y="621"/>
                <a:chExt cx="1005" cy="803"/>
              </a:xfrm>
            </p:grpSpPr>
            <p:sp>
              <p:nvSpPr>
                <p:cNvPr id="126220" name="Line 61"/>
                <p:cNvSpPr/>
                <p:nvPr/>
              </p:nvSpPr>
              <p:spPr>
                <a:xfrm flipH="1">
                  <a:off x="576" y="1286"/>
                  <a:ext cx="288" cy="0"/>
                </a:xfrm>
                <a:prstGeom prst="line">
                  <a:avLst/>
                </a:prstGeom>
                <a:ln w="28575" cap="flat" cmpd="sng">
                  <a:solidFill>
                    <a:schemeClr val="bg1"/>
                  </a:solidFill>
                  <a:prstDash val="solid"/>
                  <a:headEnd type="none" w="med" len="med"/>
                  <a:tailEnd type="none" w="med" len="med"/>
                </a:ln>
              </p:spPr>
            </p:sp>
            <p:sp>
              <p:nvSpPr>
                <p:cNvPr id="126221" name="Line 62"/>
                <p:cNvSpPr/>
                <p:nvPr/>
              </p:nvSpPr>
              <p:spPr>
                <a:xfrm flipH="1">
                  <a:off x="1375" y="1260"/>
                  <a:ext cx="113" cy="0"/>
                </a:xfrm>
                <a:prstGeom prst="line">
                  <a:avLst/>
                </a:prstGeom>
                <a:ln w="28575" cap="flat" cmpd="sng">
                  <a:solidFill>
                    <a:schemeClr val="bg1"/>
                  </a:solidFill>
                  <a:prstDash val="solid"/>
                  <a:headEnd type="none" w="med" len="med"/>
                  <a:tailEnd type="none" w="med" len="med"/>
                </a:ln>
              </p:spPr>
            </p:sp>
            <p:sp>
              <p:nvSpPr>
                <p:cNvPr id="126222" name="Line 63"/>
                <p:cNvSpPr/>
                <p:nvPr/>
              </p:nvSpPr>
              <p:spPr>
                <a:xfrm flipH="1">
                  <a:off x="585" y="854"/>
                  <a:ext cx="288" cy="0"/>
                </a:xfrm>
                <a:prstGeom prst="line">
                  <a:avLst/>
                </a:prstGeom>
                <a:ln w="28575" cap="flat" cmpd="sng">
                  <a:solidFill>
                    <a:schemeClr val="bg1"/>
                  </a:solidFill>
                  <a:prstDash val="solid"/>
                  <a:headEnd type="none" w="med" len="med"/>
                  <a:tailEnd type="none" w="med" len="med"/>
                </a:ln>
              </p:spPr>
            </p:sp>
            <p:sp>
              <p:nvSpPr>
                <p:cNvPr id="126223" name="Line 64"/>
                <p:cNvSpPr/>
                <p:nvPr/>
              </p:nvSpPr>
              <p:spPr>
                <a:xfrm flipH="1">
                  <a:off x="1293" y="845"/>
                  <a:ext cx="288" cy="0"/>
                </a:xfrm>
                <a:prstGeom prst="line">
                  <a:avLst/>
                </a:prstGeom>
                <a:ln w="28575" cap="flat" cmpd="sng">
                  <a:solidFill>
                    <a:schemeClr val="bg1"/>
                  </a:solidFill>
                  <a:prstDash val="solid"/>
                  <a:headEnd type="none" w="med" len="med"/>
                  <a:tailEnd type="none" w="med" len="med"/>
                </a:ln>
              </p:spPr>
            </p:sp>
            <p:sp>
              <p:nvSpPr>
                <p:cNvPr id="126224" name="Line 65"/>
                <p:cNvSpPr/>
                <p:nvPr/>
              </p:nvSpPr>
              <p:spPr>
                <a:xfrm flipV="1">
                  <a:off x="729" y="624"/>
                  <a:ext cx="0" cy="245"/>
                </a:xfrm>
                <a:prstGeom prst="line">
                  <a:avLst/>
                </a:prstGeom>
                <a:ln w="28575" cap="flat" cmpd="sng">
                  <a:solidFill>
                    <a:schemeClr val="bg1"/>
                  </a:solidFill>
                  <a:prstDash val="solid"/>
                  <a:headEnd type="none" w="med" len="med"/>
                  <a:tailEnd type="none" w="med" len="med"/>
                </a:ln>
              </p:spPr>
            </p:sp>
            <p:sp>
              <p:nvSpPr>
                <p:cNvPr id="126225" name="Line 66"/>
                <p:cNvSpPr/>
                <p:nvPr/>
              </p:nvSpPr>
              <p:spPr>
                <a:xfrm>
                  <a:off x="729" y="624"/>
                  <a:ext cx="768" cy="0"/>
                </a:xfrm>
                <a:prstGeom prst="line">
                  <a:avLst/>
                </a:prstGeom>
                <a:ln w="28575" cap="flat" cmpd="sng">
                  <a:solidFill>
                    <a:schemeClr val="bg1"/>
                  </a:solidFill>
                  <a:prstDash val="solid"/>
                  <a:headEnd type="none" w="med" len="med"/>
                  <a:tailEnd type="none" w="med" len="med"/>
                </a:ln>
              </p:spPr>
            </p:sp>
            <p:sp>
              <p:nvSpPr>
                <p:cNvPr id="126226" name="Line 67"/>
                <p:cNvSpPr/>
                <p:nvPr/>
              </p:nvSpPr>
              <p:spPr>
                <a:xfrm>
                  <a:off x="1497" y="621"/>
                  <a:ext cx="0" cy="653"/>
                </a:xfrm>
                <a:prstGeom prst="line">
                  <a:avLst/>
                </a:prstGeom>
                <a:ln w="28575" cap="flat" cmpd="sng">
                  <a:solidFill>
                    <a:schemeClr val="bg1"/>
                  </a:solidFill>
                  <a:prstDash val="solid"/>
                  <a:headEnd type="none" w="med" len="med"/>
                  <a:tailEnd type="none" w="med" len="med"/>
                </a:ln>
              </p:spPr>
            </p:sp>
            <p:sp>
              <p:nvSpPr>
                <p:cNvPr id="126227" name="Oval 68"/>
                <p:cNvSpPr/>
                <p:nvPr/>
              </p:nvSpPr>
              <p:spPr>
                <a:xfrm>
                  <a:off x="702" y="83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28" name="Oval 69"/>
                <p:cNvSpPr/>
                <p:nvPr/>
              </p:nvSpPr>
              <p:spPr>
                <a:xfrm flipH="1">
                  <a:off x="1305" y="122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6229" name="AutoShape 70"/>
                <p:cNvSpPr/>
                <p:nvPr/>
              </p:nvSpPr>
              <p:spPr>
                <a:xfrm>
                  <a:off x="873" y="749"/>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6230" name="Line 71"/>
                <p:cNvSpPr/>
                <p:nvPr/>
              </p:nvSpPr>
              <p:spPr>
                <a:xfrm>
                  <a:off x="873" y="1223"/>
                  <a:ext cx="48" cy="48"/>
                </a:xfrm>
                <a:prstGeom prst="line">
                  <a:avLst/>
                </a:prstGeom>
                <a:ln w="28575" cap="flat" cmpd="sng">
                  <a:solidFill>
                    <a:schemeClr val="tx1"/>
                  </a:solidFill>
                  <a:prstDash val="solid"/>
                  <a:headEnd type="none" w="med" len="med"/>
                  <a:tailEnd type="none" w="med" len="med"/>
                </a:ln>
              </p:spPr>
            </p:sp>
            <p:sp>
              <p:nvSpPr>
                <p:cNvPr id="126231" name="Line 72"/>
                <p:cNvSpPr/>
                <p:nvPr/>
              </p:nvSpPr>
              <p:spPr>
                <a:xfrm flipH="1">
                  <a:off x="873" y="1280"/>
                  <a:ext cx="48" cy="48"/>
                </a:xfrm>
                <a:prstGeom prst="line">
                  <a:avLst/>
                </a:prstGeom>
                <a:ln w="28575" cap="flat" cmpd="sng">
                  <a:solidFill>
                    <a:schemeClr val="tx1"/>
                  </a:solidFill>
                  <a:prstDash val="solid"/>
                  <a:headEnd type="none" w="med" len="med"/>
                  <a:tailEnd type="none" w="med" len="med"/>
                </a:ln>
              </p:spPr>
            </p:sp>
            <p:sp>
              <p:nvSpPr>
                <p:cNvPr id="126232" name="Text Box 73"/>
                <p:cNvSpPr txBox="1"/>
                <p:nvPr/>
              </p:nvSpPr>
              <p:spPr>
                <a:xfrm>
                  <a:off x="862" y="764"/>
                  <a:ext cx="500" cy="249"/>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6233" name="Text Box 74"/>
                <p:cNvSpPr txBox="1"/>
                <p:nvPr/>
              </p:nvSpPr>
              <p:spPr>
                <a:xfrm>
                  <a:off x="1124" y="779"/>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34" name="Text Box 75"/>
                <p:cNvSpPr txBox="1"/>
                <p:nvPr/>
              </p:nvSpPr>
              <p:spPr>
                <a:xfrm>
                  <a:off x="1124" y="1154"/>
                  <a:ext cx="258" cy="270"/>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6235" name="Text Box 76"/>
                <p:cNvSpPr txBox="1"/>
                <p:nvPr/>
              </p:nvSpPr>
              <p:spPr>
                <a:xfrm>
                  <a:off x="888" y="1194"/>
                  <a:ext cx="346" cy="208"/>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grpSp>
          <p:sp>
            <p:nvSpPr>
              <p:cNvPr id="126217" name="Line 77"/>
              <p:cNvSpPr/>
              <p:nvPr/>
            </p:nvSpPr>
            <p:spPr>
              <a:xfrm>
                <a:off x="588" y="3192"/>
                <a:ext cx="0" cy="487"/>
              </a:xfrm>
              <a:prstGeom prst="line">
                <a:avLst/>
              </a:prstGeom>
              <a:ln w="28575" cap="flat" cmpd="sng">
                <a:solidFill>
                  <a:srgbClr val="FFFF00"/>
                </a:solidFill>
                <a:prstDash val="solid"/>
                <a:headEnd type="none" w="med" len="med"/>
                <a:tailEnd type="none" w="med" len="med"/>
              </a:ln>
            </p:spPr>
          </p:sp>
          <p:sp>
            <p:nvSpPr>
              <p:cNvPr id="126218" name="Line 78"/>
              <p:cNvSpPr/>
              <p:nvPr/>
            </p:nvSpPr>
            <p:spPr>
              <a:xfrm>
                <a:off x="588" y="2292"/>
                <a:ext cx="0" cy="487"/>
              </a:xfrm>
              <a:prstGeom prst="line">
                <a:avLst/>
              </a:prstGeom>
              <a:ln w="28575" cap="flat" cmpd="sng">
                <a:solidFill>
                  <a:srgbClr val="FFFF00"/>
                </a:solidFill>
                <a:prstDash val="solid"/>
                <a:headEnd type="none" w="med" len="med"/>
                <a:tailEnd type="none" w="med" len="med"/>
              </a:ln>
            </p:spPr>
          </p:sp>
          <p:sp>
            <p:nvSpPr>
              <p:cNvPr id="126219" name="Line 79"/>
              <p:cNvSpPr/>
              <p:nvPr/>
            </p:nvSpPr>
            <p:spPr>
              <a:xfrm>
                <a:off x="588" y="1368"/>
                <a:ext cx="0" cy="487"/>
              </a:xfrm>
              <a:prstGeom prst="line">
                <a:avLst/>
              </a:prstGeom>
              <a:ln w="28575" cap="flat" cmpd="sng">
                <a:solidFill>
                  <a:srgbClr val="FFFF00"/>
                </a:solidFill>
                <a:prstDash val="solid"/>
                <a:headEnd type="none" w="med" len="med"/>
                <a:tailEnd type="none" w="med" len="med"/>
              </a:ln>
            </p:spPr>
          </p:sp>
        </p:grpSp>
        <p:sp>
          <p:nvSpPr>
            <p:cNvPr id="126207" name="Text Box 80"/>
            <p:cNvSpPr txBox="1"/>
            <p:nvPr/>
          </p:nvSpPr>
          <p:spPr>
            <a:xfrm>
              <a:off x="336" y="1692"/>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p>
          </p:txBody>
        </p:sp>
        <p:sp>
          <p:nvSpPr>
            <p:cNvPr id="126208" name="Text Box 81"/>
            <p:cNvSpPr txBox="1"/>
            <p:nvPr/>
          </p:nvSpPr>
          <p:spPr>
            <a:xfrm>
              <a:off x="336" y="720"/>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p>
          </p:txBody>
        </p:sp>
        <p:sp>
          <p:nvSpPr>
            <p:cNvPr id="126209" name="Text Box 82"/>
            <p:cNvSpPr txBox="1"/>
            <p:nvPr/>
          </p:nvSpPr>
          <p:spPr>
            <a:xfrm>
              <a:off x="1584" y="3456"/>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p>
          </p:txBody>
        </p:sp>
        <p:sp>
          <p:nvSpPr>
            <p:cNvPr id="126210" name="Text Box 83"/>
            <p:cNvSpPr txBox="1"/>
            <p:nvPr/>
          </p:nvSpPr>
          <p:spPr>
            <a:xfrm>
              <a:off x="1584" y="2520"/>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p>
          </p:txBody>
        </p:sp>
        <p:sp>
          <p:nvSpPr>
            <p:cNvPr id="126211" name="Text Box 84"/>
            <p:cNvSpPr txBox="1"/>
            <p:nvPr/>
          </p:nvSpPr>
          <p:spPr>
            <a:xfrm>
              <a:off x="1584" y="1644"/>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p>
          </p:txBody>
        </p:sp>
        <p:sp>
          <p:nvSpPr>
            <p:cNvPr id="126212" name="Text Box 85"/>
            <p:cNvSpPr txBox="1"/>
            <p:nvPr/>
          </p:nvSpPr>
          <p:spPr>
            <a:xfrm>
              <a:off x="1584" y="672"/>
              <a:ext cx="384" cy="291"/>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p>
          </p:txBody>
        </p:sp>
      </p:grpSp>
      <p:grpSp>
        <p:nvGrpSpPr>
          <p:cNvPr id="125958" name="Group 86"/>
          <p:cNvGrpSpPr/>
          <p:nvPr/>
        </p:nvGrpSpPr>
        <p:grpSpPr>
          <a:xfrm>
            <a:off x="3143250" y="171450"/>
            <a:ext cx="4757738" cy="595313"/>
            <a:chOff x="1680" y="480"/>
            <a:chExt cx="3996" cy="500"/>
          </a:xfrm>
        </p:grpSpPr>
        <p:sp>
          <p:nvSpPr>
            <p:cNvPr id="126099"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6100" name="Group 88"/>
            <p:cNvGrpSpPr/>
            <p:nvPr/>
          </p:nvGrpSpPr>
          <p:grpSpPr>
            <a:xfrm>
              <a:off x="2076" y="480"/>
              <a:ext cx="336" cy="467"/>
              <a:chOff x="1968" y="480"/>
              <a:chExt cx="336" cy="467"/>
            </a:xfrm>
          </p:grpSpPr>
          <p:sp>
            <p:nvSpPr>
              <p:cNvPr id="126198"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9"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200"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201"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202" name="Text Box 9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a:t>
                </a:r>
              </a:p>
            </p:txBody>
          </p:sp>
        </p:grpSp>
        <p:grpSp>
          <p:nvGrpSpPr>
            <p:cNvPr id="126101" name="Group 94"/>
            <p:cNvGrpSpPr/>
            <p:nvPr/>
          </p:nvGrpSpPr>
          <p:grpSpPr>
            <a:xfrm>
              <a:off x="2280" y="480"/>
              <a:ext cx="336" cy="467"/>
              <a:chOff x="1968" y="480"/>
              <a:chExt cx="336" cy="467"/>
            </a:xfrm>
          </p:grpSpPr>
          <p:sp>
            <p:nvSpPr>
              <p:cNvPr id="126193"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94"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5"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6"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7" name="Text Box 9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2</a:t>
                </a:r>
              </a:p>
            </p:txBody>
          </p:sp>
        </p:grpSp>
        <p:grpSp>
          <p:nvGrpSpPr>
            <p:cNvPr id="126102" name="Group 100"/>
            <p:cNvGrpSpPr/>
            <p:nvPr/>
          </p:nvGrpSpPr>
          <p:grpSpPr>
            <a:xfrm>
              <a:off x="2484" y="480"/>
              <a:ext cx="336" cy="467"/>
              <a:chOff x="1968" y="480"/>
              <a:chExt cx="336" cy="467"/>
            </a:xfrm>
          </p:grpSpPr>
          <p:sp>
            <p:nvSpPr>
              <p:cNvPr id="126188"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9"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90"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91"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92" name="Text Box 10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3</a:t>
                </a:r>
              </a:p>
            </p:txBody>
          </p:sp>
        </p:grpSp>
        <p:grpSp>
          <p:nvGrpSpPr>
            <p:cNvPr id="126103" name="Group 106"/>
            <p:cNvGrpSpPr/>
            <p:nvPr/>
          </p:nvGrpSpPr>
          <p:grpSpPr>
            <a:xfrm>
              <a:off x="2688" y="480"/>
              <a:ext cx="336" cy="467"/>
              <a:chOff x="1968" y="480"/>
              <a:chExt cx="336" cy="467"/>
            </a:xfrm>
          </p:grpSpPr>
          <p:sp>
            <p:nvSpPr>
              <p:cNvPr id="126183"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84"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5"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6"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7" name="Text Box 11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4</a:t>
                </a:r>
              </a:p>
            </p:txBody>
          </p:sp>
        </p:grpSp>
        <p:grpSp>
          <p:nvGrpSpPr>
            <p:cNvPr id="126104" name="Group 112"/>
            <p:cNvGrpSpPr/>
            <p:nvPr/>
          </p:nvGrpSpPr>
          <p:grpSpPr>
            <a:xfrm>
              <a:off x="2892" y="480"/>
              <a:ext cx="336" cy="467"/>
              <a:chOff x="1968" y="480"/>
              <a:chExt cx="336" cy="467"/>
            </a:xfrm>
          </p:grpSpPr>
          <p:sp>
            <p:nvSpPr>
              <p:cNvPr id="126178"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9"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80"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81"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82" name="Text Box 11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5</a:t>
                </a:r>
              </a:p>
            </p:txBody>
          </p:sp>
        </p:grpSp>
        <p:grpSp>
          <p:nvGrpSpPr>
            <p:cNvPr id="126105" name="Group 118"/>
            <p:cNvGrpSpPr/>
            <p:nvPr/>
          </p:nvGrpSpPr>
          <p:grpSpPr>
            <a:xfrm>
              <a:off x="3096" y="480"/>
              <a:ext cx="336" cy="467"/>
              <a:chOff x="1968" y="480"/>
              <a:chExt cx="336" cy="467"/>
            </a:xfrm>
          </p:grpSpPr>
          <p:sp>
            <p:nvSpPr>
              <p:cNvPr id="126173"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74"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5"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6"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7" name="Text Box 12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6</a:t>
                </a:r>
              </a:p>
            </p:txBody>
          </p:sp>
        </p:grpSp>
        <p:grpSp>
          <p:nvGrpSpPr>
            <p:cNvPr id="126106" name="Group 124"/>
            <p:cNvGrpSpPr/>
            <p:nvPr/>
          </p:nvGrpSpPr>
          <p:grpSpPr>
            <a:xfrm>
              <a:off x="3300" y="480"/>
              <a:ext cx="336" cy="467"/>
              <a:chOff x="1968" y="480"/>
              <a:chExt cx="336" cy="467"/>
            </a:xfrm>
          </p:grpSpPr>
          <p:sp>
            <p:nvSpPr>
              <p:cNvPr id="126168"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9"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70"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71"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72" name="Text Box 12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7</a:t>
                </a:r>
              </a:p>
            </p:txBody>
          </p:sp>
        </p:grpSp>
        <p:grpSp>
          <p:nvGrpSpPr>
            <p:cNvPr id="126107" name="Group 130"/>
            <p:cNvGrpSpPr/>
            <p:nvPr/>
          </p:nvGrpSpPr>
          <p:grpSpPr>
            <a:xfrm>
              <a:off x="3504" y="480"/>
              <a:ext cx="336" cy="467"/>
              <a:chOff x="1968" y="480"/>
              <a:chExt cx="336" cy="467"/>
            </a:xfrm>
          </p:grpSpPr>
          <p:sp>
            <p:nvSpPr>
              <p:cNvPr id="126163"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64"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5"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6"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7" name="Text Box 13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8</a:t>
                </a:r>
              </a:p>
            </p:txBody>
          </p:sp>
        </p:grpSp>
        <p:grpSp>
          <p:nvGrpSpPr>
            <p:cNvPr id="126108" name="Group 136"/>
            <p:cNvGrpSpPr/>
            <p:nvPr/>
          </p:nvGrpSpPr>
          <p:grpSpPr>
            <a:xfrm>
              <a:off x="3708" y="480"/>
              <a:ext cx="336" cy="467"/>
              <a:chOff x="1968" y="480"/>
              <a:chExt cx="336" cy="467"/>
            </a:xfrm>
          </p:grpSpPr>
          <p:sp>
            <p:nvSpPr>
              <p:cNvPr id="126158"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9"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60"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61"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62" name="Text Box 14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9</a:t>
                </a:r>
              </a:p>
            </p:txBody>
          </p:sp>
        </p:grpSp>
        <p:grpSp>
          <p:nvGrpSpPr>
            <p:cNvPr id="126109" name="Group 142"/>
            <p:cNvGrpSpPr/>
            <p:nvPr/>
          </p:nvGrpSpPr>
          <p:grpSpPr>
            <a:xfrm>
              <a:off x="3912" y="480"/>
              <a:ext cx="336" cy="467"/>
              <a:chOff x="1968" y="480"/>
              <a:chExt cx="336" cy="467"/>
            </a:xfrm>
          </p:grpSpPr>
          <p:sp>
            <p:nvSpPr>
              <p:cNvPr id="126153"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54"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5"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6"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7" name="Text Box 14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10</a:t>
                </a:r>
              </a:p>
            </p:txBody>
          </p:sp>
        </p:grpSp>
        <p:grpSp>
          <p:nvGrpSpPr>
            <p:cNvPr id="126110" name="Group 148"/>
            <p:cNvGrpSpPr/>
            <p:nvPr/>
          </p:nvGrpSpPr>
          <p:grpSpPr>
            <a:xfrm>
              <a:off x="4116" y="480"/>
              <a:ext cx="336" cy="467"/>
              <a:chOff x="1968" y="480"/>
              <a:chExt cx="336" cy="467"/>
            </a:xfrm>
          </p:grpSpPr>
          <p:sp>
            <p:nvSpPr>
              <p:cNvPr id="126148"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9"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50"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51"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52" name="Text Box 15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11</a:t>
                </a:r>
              </a:p>
            </p:txBody>
          </p:sp>
        </p:grpSp>
        <p:grpSp>
          <p:nvGrpSpPr>
            <p:cNvPr id="126111" name="Group 154"/>
            <p:cNvGrpSpPr/>
            <p:nvPr/>
          </p:nvGrpSpPr>
          <p:grpSpPr>
            <a:xfrm>
              <a:off x="4320" y="480"/>
              <a:ext cx="336" cy="467"/>
              <a:chOff x="1968" y="480"/>
              <a:chExt cx="336" cy="467"/>
            </a:xfrm>
          </p:grpSpPr>
          <p:sp>
            <p:nvSpPr>
              <p:cNvPr id="126143"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44"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5"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6"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7" name="Text Box 15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12</a:t>
                </a:r>
              </a:p>
            </p:txBody>
          </p:sp>
        </p:grpSp>
        <p:grpSp>
          <p:nvGrpSpPr>
            <p:cNvPr id="126112" name="Group 160"/>
            <p:cNvGrpSpPr/>
            <p:nvPr/>
          </p:nvGrpSpPr>
          <p:grpSpPr>
            <a:xfrm>
              <a:off x="4524" y="480"/>
              <a:ext cx="336" cy="467"/>
              <a:chOff x="1968" y="480"/>
              <a:chExt cx="336" cy="467"/>
            </a:xfrm>
          </p:grpSpPr>
          <p:sp>
            <p:nvSpPr>
              <p:cNvPr id="126138"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9"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40"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41"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42" name="Text Box 16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13</a:t>
                </a:r>
              </a:p>
            </p:txBody>
          </p:sp>
        </p:grpSp>
        <p:grpSp>
          <p:nvGrpSpPr>
            <p:cNvPr id="126113" name="Group 166"/>
            <p:cNvGrpSpPr/>
            <p:nvPr/>
          </p:nvGrpSpPr>
          <p:grpSpPr>
            <a:xfrm>
              <a:off x="4728" y="480"/>
              <a:ext cx="336" cy="467"/>
              <a:chOff x="1968" y="480"/>
              <a:chExt cx="336" cy="467"/>
            </a:xfrm>
          </p:grpSpPr>
          <p:sp>
            <p:nvSpPr>
              <p:cNvPr id="126133"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34"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5"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6"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7" name="Text Box 17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14</a:t>
                </a:r>
              </a:p>
            </p:txBody>
          </p:sp>
        </p:grpSp>
        <p:grpSp>
          <p:nvGrpSpPr>
            <p:cNvPr id="126114" name="Group 172"/>
            <p:cNvGrpSpPr/>
            <p:nvPr/>
          </p:nvGrpSpPr>
          <p:grpSpPr>
            <a:xfrm>
              <a:off x="4932" y="480"/>
              <a:ext cx="336" cy="467"/>
              <a:chOff x="1968" y="480"/>
              <a:chExt cx="336" cy="467"/>
            </a:xfrm>
          </p:grpSpPr>
          <p:sp>
            <p:nvSpPr>
              <p:cNvPr id="126128"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9"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30"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31"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32" name="Text Box 17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15</a:t>
                </a:r>
              </a:p>
            </p:txBody>
          </p:sp>
        </p:grpSp>
        <p:grpSp>
          <p:nvGrpSpPr>
            <p:cNvPr id="126115" name="Group 178"/>
            <p:cNvGrpSpPr/>
            <p:nvPr/>
          </p:nvGrpSpPr>
          <p:grpSpPr>
            <a:xfrm>
              <a:off x="5136" y="480"/>
              <a:ext cx="336" cy="467"/>
              <a:chOff x="1968" y="480"/>
              <a:chExt cx="336" cy="467"/>
            </a:xfrm>
          </p:grpSpPr>
          <p:sp>
            <p:nvSpPr>
              <p:cNvPr id="126123"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24"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5"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6"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7" name="Text Box 18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16</a:t>
                </a:r>
              </a:p>
            </p:txBody>
          </p:sp>
        </p:grpSp>
        <p:grpSp>
          <p:nvGrpSpPr>
            <p:cNvPr id="126116" name="Group 184"/>
            <p:cNvGrpSpPr/>
            <p:nvPr/>
          </p:nvGrpSpPr>
          <p:grpSpPr>
            <a:xfrm>
              <a:off x="5340" y="480"/>
              <a:ext cx="336" cy="467"/>
              <a:chOff x="1968" y="480"/>
              <a:chExt cx="336" cy="467"/>
            </a:xfrm>
          </p:grpSpPr>
          <p:sp>
            <p:nvSpPr>
              <p:cNvPr id="126118"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6119"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6120"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6121"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6122" name="Text Box 18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17</a:t>
                </a:r>
              </a:p>
            </p:txBody>
          </p:sp>
        </p:grpSp>
        <p:sp>
          <p:nvSpPr>
            <p:cNvPr id="126117" name="Text Box 190"/>
            <p:cNvSpPr txBox="1"/>
            <p:nvPr/>
          </p:nvSpPr>
          <p:spPr>
            <a:xfrm>
              <a:off x="1680" y="729"/>
              <a:ext cx="528" cy="251"/>
            </a:xfrm>
            <a:prstGeom prst="rect">
              <a:avLst/>
            </a:prstGeom>
            <a:noFill/>
            <a:ln w="28575">
              <a:noFill/>
            </a:ln>
          </p:spPr>
          <p:txBody>
            <a:bodyPr>
              <a:spAutoFit/>
            </a:bodyPr>
            <a:lstStyle/>
            <a:p>
              <a:pPr algn="l">
                <a:spcBef>
                  <a:spcPct val="50000"/>
                </a:spcBef>
              </a:pPr>
              <a:r>
                <a:rPr lang="en-US" altLang="zh-CN" sz="1350" dirty="0">
                  <a:latin typeface="Times New Roman" panose="02020603050405020304" pitchFamily="18" charset="0"/>
                </a:rPr>
                <a:t>CLK</a:t>
              </a:r>
            </a:p>
          </p:txBody>
        </p:sp>
      </p:grpSp>
      <p:grpSp>
        <p:nvGrpSpPr>
          <p:cNvPr id="125959" name="Group 191"/>
          <p:cNvGrpSpPr/>
          <p:nvPr/>
        </p:nvGrpSpPr>
        <p:grpSpPr>
          <a:xfrm>
            <a:off x="3671888" y="742950"/>
            <a:ext cx="3886200" cy="1889522"/>
            <a:chOff x="2124" y="960"/>
            <a:chExt cx="3264" cy="2016"/>
          </a:xfrm>
        </p:grpSpPr>
        <p:sp>
          <p:nvSpPr>
            <p:cNvPr id="126082"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6083"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6084"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6085"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6086"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6087"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6088"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6089"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6090"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6091"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6092"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6093"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6094"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6095"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6096"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6097"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6098"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5960" name="Group 209"/>
          <p:cNvGrpSpPr/>
          <p:nvPr/>
        </p:nvGrpSpPr>
        <p:grpSpPr>
          <a:xfrm>
            <a:off x="3257550" y="914400"/>
            <a:ext cx="4657725" cy="370285"/>
            <a:chOff x="1776" y="1104"/>
            <a:chExt cx="3912" cy="311"/>
          </a:xfrm>
        </p:grpSpPr>
        <p:sp>
          <p:nvSpPr>
            <p:cNvPr id="126022" name="Text Box 210"/>
            <p:cNvSpPr txBox="1"/>
            <p:nvPr/>
          </p:nvSpPr>
          <p:spPr>
            <a:xfrm>
              <a:off x="1776" y="1104"/>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p>
          </p:txBody>
        </p:sp>
        <p:sp>
          <p:nvSpPr>
            <p:cNvPr id="126023"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6024" name="Text Box 212"/>
            <p:cNvSpPr txBox="1"/>
            <p:nvPr/>
          </p:nvSpPr>
          <p:spPr>
            <a:xfrm>
              <a:off x="207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25" name="Text Box 213"/>
            <p:cNvSpPr txBox="1"/>
            <p:nvPr/>
          </p:nvSpPr>
          <p:spPr>
            <a:xfrm>
              <a:off x="228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26"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6027"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6028"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6029"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6030"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6031" name="Text Box 219"/>
            <p:cNvSpPr txBox="1"/>
            <p:nvPr/>
          </p:nvSpPr>
          <p:spPr>
            <a:xfrm>
              <a:off x="248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32" name="Text Box 220"/>
            <p:cNvSpPr txBox="1"/>
            <p:nvPr/>
          </p:nvSpPr>
          <p:spPr>
            <a:xfrm>
              <a:off x="268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33"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6034"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6035"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6036"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6037"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6038" name="Text Box 226"/>
            <p:cNvSpPr txBox="1"/>
            <p:nvPr/>
          </p:nvSpPr>
          <p:spPr>
            <a:xfrm>
              <a:off x="2892"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39" name="Text Box 227"/>
            <p:cNvSpPr txBox="1"/>
            <p:nvPr/>
          </p:nvSpPr>
          <p:spPr>
            <a:xfrm>
              <a:off x="3096"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40"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6041"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6042"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6043"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6044"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6045" name="Text Box 233"/>
            <p:cNvSpPr txBox="1"/>
            <p:nvPr/>
          </p:nvSpPr>
          <p:spPr>
            <a:xfrm>
              <a:off x="330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46" name="Text Box 234"/>
            <p:cNvSpPr txBox="1"/>
            <p:nvPr/>
          </p:nvSpPr>
          <p:spPr>
            <a:xfrm>
              <a:off x="350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47"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6048"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6049"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6050"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6051"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6052" name="Text Box 240"/>
            <p:cNvSpPr txBox="1"/>
            <p:nvPr/>
          </p:nvSpPr>
          <p:spPr>
            <a:xfrm>
              <a:off x="372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53" name="Text Box 241"/>
            <p:cNvSpPr txBox="1"/>
            <p:nvPr/>
          </p:nvSpPr>
          <p:spPr>
            <a:xfrm>
              <a:off x="392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54"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6055"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6056"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6057"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6058"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6059" name="Text Box 247"/>
            <p:cNvSpPr txBox="1"/>
            <p:nvPr/>
          </p:nvSpPr>
          <p:spPr>
            <a:xfrm>
              <a:off x="412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60" name="Text Box 248"/>
            <p:cNvSpPr txBox="1"/>
            <p:nvPr/>
          </p:nvSpPr>
          <p:spPr>
            <a:xfrm>
              <a:off x="433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61"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6062"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6063"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6064"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6065"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6066" name="Text Box 254"/>
            <p:cNvSpPr txBox="1"/>
            <p:nvPr/>
          </p:nvSpPr>
          <p:spPr>
            <a:xfrm>
              <a:off x="453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67" name="Text Box 255"/>
            <p:cNvSpPr txBox="1"/>
            <p:nvPr/>
          </p:nvSpPr>
          <p:spPr>
            <a:xfrm>
              <a:off x="474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68"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6069"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6070"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6071"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6072"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6073" name="Text Box 261"/>
            <p:cNvSpPr txBox="1"/>
            <p:nvPr/>
          </p:nvSpPr>
          <p:spPr>
            <a:xfrm>
              <a:off x="494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74" name="Text Box 262"/>
            <p:cNvSpPr txBox="1"/>
            <p:nvPr/>
          </p:nvSpPr>
          <p:spPr>
            <a:xfrm>
              <a:off x="514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75"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6076"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6077"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6078"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6079" name="Text Box 267"/>
            <p:cNvSpPr txBox="1"/>
            <p:nvPr/>
          </p:nvSpPr>
          <p:spPr>
            <a:xfrm>
              <a:off x="535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80"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6081"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5961" name="Group 314"/>
          <p:cNvGrpSpPr/>
          <p:nvPr/>
        </p:nvGrpSpPr>
        <p:grpSpPr>
          <a:xfrm>
            <a:off x="3257550" y="1314450"/>
            <a:ext cx="4572000" cy="332184"/>
            <a:chOff x="1776" y="2036"/>
            <a:chExt cx="3840" cy="279"/>
          </a:xfrm>
        </p:grpSpPr>
        <p:sp>
          <p:nvSpPr>
            <p:cNvPr id="125995" name="Text Box 315"/>
            <p:cNvSpPr txBox="1"/>
            <p:nvPr/>
          </p:nvSpPr>
          <p:spPr>
            <a:xfrm>
              <a:off x="1776" y="203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p>
          </p:txBody>
        </p:sp>
        <p:sp>
          <p:nvSpPr>
            <p:cNvPr id="125996" name="Line 316"/>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5997" name="Text Box 317"/>
            <p:cNvSpPr txBox="1"/>
            <p:nvPr/>
          </p:nvSpPr>
          <p:spPr>
            <a:xfrm>
              <a:off x="237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998" name="Line 318"/>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5999" name="Line 319"/>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6000" name="Text Box 320"/>
            <p:cNvSpPr txBox="1"/>
            <p:nvPr/>
          </p:nvSpPr>
          <p:spPr>
            <a:xfrm>
              <a:off x="279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01" name="Line 321"/>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6002" name="Line 322"/>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6003" name="Text Box 323"/>
            <p:cNvSpPr txBox="1"/>
            <p:nvPr/>
          </p:nvSpPr>
          <p:spPr>
            <a:xfrm>
              <a:off x="319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04" name="Line 324"/>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6005" name="Line 325"/>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6006" name="Text Box 326"/>
            <p:cNvSpPr txBox="1"/>
            <p:nvPr/>
          </p:nvSpPr>
          <p:spPr>
            <a:xfrm>
              <a:off x="361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07" name="Line 327"/>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6008" name="Line 328"/>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6009" name="Text Box 329"/>
            <p:cNvSpPr txBox="1"/>
            <p:nvPr/>
          </p:nvSpPr>
          <p:spPr>
            <a:xfrm>
              <a:off x="402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10" name="Line 330"/>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6011" name="Line 331"/>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6012" name="Text Box 332"/>
            <p:cNvSpPr txBox="1"/>
            <p:nvPr/>
          </p:nvSpPr>
          <p:spPr>
            <a:xfrm>
              <a:off x="444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13" name="Line 333"/>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6014" name="Line 334"/>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6015" name="Text Box 335"/>
            <p:cNvSpPr txBox="1"/>
            <p:nvPr/>
          </p:nvSpPr>
          <p:spPr>
            <a:xfrm>
              <a:off x="4825"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6016" name="Line 336"/>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6017" name="Line 337"/>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6018" name="Text Box 338"/>
            <p:cNvSpPr txBox="1"/>
            <p:nvPr/>
          </p:nvSpPr>
          <p:spPr>
            <a:xfrm>
              <a:off x="5257"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6019" name="Line 339"/>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6020" name="Line 340"/>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6021" name="Line 341"/>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5962" name="Group 342"/>
          <p:cNvGrpSpPr/>
          <p:nvPr/>
        </p:nvGrpSpPr>
        <p:grpSpPr>
          <a:xfrm>
            <a:off x="3257550" y="1714500"/>
            <a:ext cx="4585097" cy="389335"/>
            <a:chOff x="1776" y="2516"/>
            <a:chExt cx="3851" cy="327"/>
          </a:xfrm>
        </p:grpSpPr>
        <p:sp>
          <p:nvSpPr>
            <p:cNvPr id="125976" name="Text Box 343"/>
            <p:cNvSpPr txBox="1"/>
            <p:nvPr/>
          </p:nvSpPr>
          <p:spPr>
            <a:xfrm>
              <a:off x="1776" y="251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p>
          </p:txBody>
        </p:sp>
        <p:sp>
          <p:nvSpPr>
            <p:cNvPr id="125977" name="Line 344"/>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5978" name="Group 345"/>
            <p:cNvGrpSpPr/>
            <p:nvPr/>
          </p:nvGrpSpPr>
          <p:grpSpPr>
            <a:xfrm>
              <a:off x="2736" y="2544"/>
              <a:ext cx="816" cy="299"/>
              <a:chOff x="2736" y="2544"/>
              <a:chExt cx="816" cy="299"/>
            </a:xfrm>
          </p:grpSpPr>
          <p:sp>
            <p:nvSpPr>
              <p:cNvPr id="125992" name="Text Box 346"/>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993" name="Line 347"/>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94" name="Line 348"/>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79" name="Group 349"/>
            <p:cNvGrpSpPr/>
            <p:nvPr/>
          </p:nvGrpSpPr>
          <p:grpSpPr>
            <a:xfrm>
              <a:off x="3552" y="2544"/>
              <a:ext cx="816" cy="299"/>
              <a:chOff x="3552" y="2544"/>
              <a:chExt cx="816" cy="299"/>
            </a:xfrm>
          </p:grpSpPr>
          <p:sp>
            <p:nvSpPr>
              <p:cNvPr id="125989" name="Text Box 350"/>
              <p:cNvSpPr txBox="1"/>
              <p:nvPr/>
            </p:nvSpPr>
            <p:spPr>
              <a:xfrm>
                <a:off x="374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990" name="Line 351"/>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5991" name="Line 352"/>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5980" name="Line 353"/>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5981" name="Group 354"/>
            <p:cNvGrpSpPr/>
            <p:nvPr/>
          </p:nvGrpSpPr>
          <p:grpSpPr>
            <a:xfrm>
              <a:off x="4368" y="2544"/>
              <a:ext cx="816" cy="299"/>
              <a:chOff x="2736" y="2544"/>
              <a:chExt cx="816" cy="299"/>
            </a:xfrm>
          </p:grpSpPr>
          <p:sp>
            <p:nvSpPr>
              <p:cNvPr id="125986" name="Text Box 355"/>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987" name="Line 356"/>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5988" name="Line 357"/>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5982" name="Group 358"/>
            <p:cNvGrpSpPr/>
            <p:nvPr/>
          </p:nvGrpSpPr>
          <p:grpSpPr>
            <a:xfrm>
              <a:off x="5196" y="2544"/>
              <a:ext cx="431" cy="299"/>
              <a:chOff x="5184" y="2544"/>
              <a:chExt cx="431" cy="299"/>
            </a:xfrm>
          </p:grpSpPr>
          <p:sp>
            <p:nvSpPr>
              <p:cNvPr id="125983" name="Text Box 359"/>
              <p:cNvSpPr txBox="1"/>
              <p:nvPr/>
            </p:nvSpPr>
            <p:spPr>
              <a:xfrm>
                <a:off x="518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984" name="Line 360"/>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5985" name="Line 361"/>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5963" name="Group 362"/>
          <p:cNvGrpSpPr/>
          <p:nvPr/>
        </p:nvGrpSpPr>
        <p:grpSpPr>
          <a:xfrm>
            <a:off x="3257550" y="2114550"/>
            <a:ext cx="4585097" cy="389335"/>
            <a:chOff x="1776" y="2996"/>
            <a:chExt cx="3851" cy="327"/>
          </a:xfrm>
        </p:grpSpPr>
        <p:sp>
          <p:nvSpPr>
            <p:cNvPr id="125967" name="Text Box 363"/>
            <p:cNvSpPr txBox="1"/>
            <p:nvPr/>
          </p:nvSpPr>
          <p:spPr>
            <a:xfrm>
              <a:off x="1776" y="299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p>
          </p:txBody>
        </p:sp>
        <p:sp>
          <p:nvSpPr>
            <p:cNvPr id="125968" name="Line 364"/>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5969" name="Text Box 365"/>
            <p:cNvSpPr txBox="1"/>
            <p:nvPr/>
          </p:nvSpPr>
          <p:spPr>
            <a:xfrm>
              <a:off x="374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5970" name="Line 366"/>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5971" name="Line 367"/>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5972" name="Line 368"/>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5973" name="Text Box 369"/>
            <p:cNvSpPr txBox="1"/>
            <p:nvPr/>
          </p:nvSpPr>
          <p:spPr>
            <a:xfrm>
              <a:off x="518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5974" name="Line 370"/>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5975" name="Line 371"/>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5964" name="Group 398"/>
          <p:cNvGrpSpPr/>
          <p:nvPr/>
        </p:nvGrpSpPr>
        <p:grpSpPr>
          <a:xfrm>
            <a:off x="3113485" y="3212306"/>
            <a:ext cx="4887515" cy="1751409"/>
            <a:chOff x="1728" y="2736"/>
            <a:chExt cx="3936" cy="1471"/>
          </a:xfrm>
        </p:grpSpPr>
        <p:sp>
          <p:nvSpPr>
            <p:cNvPr id="125965" name="Text Box 391"/>
            <p:cNvSpPr txBox="1"/>
            <p:nvPr/>
          </p:nvSpPr>
          <p:spPr>
            <a:xfrm>
              <a:off x="1728" y="2736"/>
              <a:ext cx="3936" cy="1471"/>
            </a:xfrm>
            <a:prstGeom prst="rect">
              <a:avLst/>
            </a:prstGeom>
            <a:noFill/>
            <a:ln w="22225">
              <a:noFill/>
            </a:ln>
          </p:spPr>
          <p:txBody>
            <a:bodyPr>
              <a:spAutoFit/>
            </a:bodyPr>
            <a:lstStyle/>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变化。</a:t>
              </a: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p>
            <a:p>
              <a:pPr algn="l">
                <a:lnSpc>
                  <a:spcPct val="80000"/>
                </a:lnSpc>
                <a:spcBef>
                  <a:spcPct val="50000"/>
                </a:spcBef>
                <a:buChar char="•"/>
              </a:pPr>
              <a:r>
                <a:rPr lang="zh-CN" altLang="en-US" sz="1800" dirty="0">
                  <a:latin typeface="Times New Roman" panose="02020603050405020304" pitchFamily="18" charset="0"/>
                </a:rPr>
                <a:t>  所有</a:t>
              </a:r>
              <a:r>
                <a:rPr lang="zh-CN" altLang="en-US" sz="1800" dirty="0">
                  <a:solidFill>
                    <a:srgbClr val="FF0000"/>
                  </a:solidFill>
                  <a:latin typeface="Times New Roman" panose="02020603050405020304" pitchFamily="18" charset="0"/>
                </a:rPr>
                <a:t>上升沿触发的</a:t>
              </a:r>
              <a:r>
                <a:rPr lang="zh-CN" altLang="en-US" sz="1800" dirty="0">
                  <a:latin typeface="Times New Roman" panose="02020603050405020304" pitchFamily="18" charset="0"/>
                </a:rPr>
                <a:t>触发器，如 </a:t>
              </a:r>
              <a:r>
                <a:rPr lang="en-US" altLang="zh-CN" sz="1800" dirty="0">
                  <a:latin typeface="Times New Roman" panose="02020603050405020304" pitchFamily="18" charset="0"/>
                </a:rPr>
                <a:t>JK</a:t>
              </a:r>
              <a:r>
                <a:rPr lang="zh-CN" altLang="en-US" sz="1800" dirty="0">
                  <a:latin typeface="Times New Roman" panose="02020603050405020304" pitchFamily="18" charset="0"/>
                </a:rPr>
                <a:t>、</a:t>
              </a:r>
              <a:r>
                <a:rPr lang="en-US" altLang="zh-CN" sz="1800" dirty="0">
                  <a:latin typeface="Times New Roman" panose="02020603050405020304" pitchFamily="18" charset="0"/>
                </a:rPr>
                <a:t>T </a:t>
              </a:r>
              <a:r>
                <a:rPr lang="zh-CN" altLang="en-US" sz="1800" dirty="0">
                  <a:latin typeface="Times New Roman" panose="02020603050405020304" pitchFamily="18" charset="0"/>
                </a:rPr>
                <a:t>等计</a:t>
              </a:r>
            </a:p>
            <a:p>
              <a:pPr algn="l">
                <a:lnSpc>
                  <a:spcPct val="80000"/>
                </a:lnSpc>
                <a:spcBef>
                  <a:spcPct val="50000"/>
                </a:spcBef>
              </a:pPr>
              <a:r>
                <a:rPr lang="zh-CN" altLang="en-US" sz="1800" dirty="0">
                  <a:latin typeface="Times New Roman" panose="02020603050405020304" pitchFamily="18" charset="0"/>
                </a:rPr>
                <a:t>   数功能一样，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p>
          </p:txBody>
        </p:sp>
        <p:sp>
          <p:nvSpPr>
            <p:cNvPr id="125966" name="Line 393"/>
            <p:cNvSpPr/>
            <p:nvPr/>
          </p:nvSpPr>
          <p:spPr>
            <a:xfrm>
              <a:off x="3818" y="3929"/>
              <a:ext cx="170" cy="0"/>
            </a:xfrm>
            <a:prstGeom prst="line">
              <a:avLst/>
            </a:prstGeom>
            <a:ln w="22225" cap="flat" cmpd="sng">
              <a:solidFill>
                <a:srgbClr val="FF9900"/>
              </a:solidFill>
              <a:prstDash val="solid"/>
              <a:headEnd type="none" w="med" len="med"/>
              <a:tailEnd type="none" w="med" len="med"/>
            </a:ln>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29"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02BAA771-D2A9-4DB7-BC88-BA5D77AEFD54}"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31"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11</a:t>
            </a:fld>
            <a:endParaRPr lang="en-US" altLang="zh-CN" sz="1050" b="0" dirty="0">
              <a:solidFill>
                <a:schemeClr val="tx1"/>
              </a:solidFill>
              <a:ea typeface="宋体" panose="02010600030101010101" pitchFamily="2" charset="-122"/>
            </a:endParaRPr>
          </a:p>
        </p:txBody>
      </p:sp>
      <p:sp>
        <p:nvSpPr>
          <p:cNvPr id="126980" name="Rectangle 3"/>
          <p:cNvSpPr>
            <a:spLocks noGrp="1"/>
          </p:cNvSpPr>
          <p:nvPr>
            <p:ph type="title"/>
          </p:nvPr>
        </p:nvSpPr>
        <p:spPr>
          <a:xfrm>
            <a:off x="3257550" y="2743200"/>
            <a:ext cx="2743200" cy="400050"/>
          </a:xfrm>
        </p:spPr>
        <p:txBody>
          <a:bodyPr vert="horz" wrap="square" lIns="68580" tIns="34290" rIns="68580" bIns="34290" anchor="ctr"/>
          <a:lstStyle/>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chemeClr val="bg1"/>
                </a:solidFill>
                <a:ea typeface="华文新魏" panose="02010800040101010101" pitchFamily="2" charset="-122"/>
              </a:rPr>
              <a:t>：</a:t>
            </a:r>
          </a:p>
        </p:txBody>
      </p:sp>
      <p:grpSp>
        <p:nvGrpSpPr>
          <p:cNvPr id="126981" name="Group 86"/>
          <p:cNvGrpSpPr/>
          <p:nvPr/>
        </p:nvGrpSpPr>
        <p:grpSpPr>
          <a:xfrm>
            <a:off x="3143250" y="171450"/>
            <a:ext cx="4757738" cy="595313"/>
            <a:chOff x="1680" y="480"/>
            <a:chExt cx="3996" cy="500"/>
          </a:xfrm>
        </p:grpSpPr>
        <p:sp>
          <p:nvSpPr>
            <p:cNvPr id="127203"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7204" name="Group 88"/>
            <p:cNvGrpSpPr/>
            <p:nvPr/>
          </p:nvGrpSpPr>
          <p:grpSpPr>
            <a:xfrm>
              <a:off x="2076" y="480"/>
              <a:ext cx="336" cy="467"/>
              <a:chOff x="1968" y="480"/>
              <a:chExt cx="336" cy="467"/>
            </a:xfrm>
          </p:grpSpPr>
          <p:sp>
            <p:nvSpPr>
              <p:cNvPr id="127302"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303"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304"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5"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6" name="Text Box 9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a:t>
                </a:r>
              </a:p>
            </p:txBody>
          </p:sp>
        </p:grpSp>
        <p:grpSp>
          <p:nvGrpSpPr>
            <p:cNvPr id="127205" name="Group 94"/>
            <p:cNvGrpSpPr/>
            <p:nvPr/>
          </p:nvGrpSpPr>
          <p:grpSpPr>
            <a:xfrm>
              <a:off x="2280" y="480"/>
              <a:ext cx="336" cy="467"/>
              <a:chOff x="1968" y="480"/>
              <a:chExt cx="336" cy="467"/>
            </a:xfrm>
          </p:grpSpPr>
          <p:sp>
            <p:nvSpPr>
              <p:cNvPr id="127297"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8"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9"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300"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301" name="Text Box 9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2</a:t>
                </a:r>
              </a:p>
            </p:txBody>
          </p:sp>
        </p:grpSp>
        <p:grpSp>
          <p:nvGrpSpPr>
            <p:cNvPr id="127206" name="Group 100"/>
            <p:cNvGrpSpPr/>
            <p:nvPr/>
          </p:nvGrpSpPr>
          <p:grpSpPr>
            <a:xfrm>
              <a:off x="2484" y="480"/>
              <a:ext cx="336" cy="467"/>
              <a:chOff x="1968" y="480"/>
              <a:chExt cx="336" cy="467"/>
            </a:xfrm>
          </p:grpSpPr>
          <p:sp>
            <p:nvSpPr>
              <p:cNvPr id="127292"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93"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94"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5"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6" name="Text Box 10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3</a:t>
                </a:r>
              </a:p>
            </p:txBody>
          </p:sp>
        </p:grpSp>
        <p:grpSp>
          <p:nvGrpSpPr>
            <p:cNvPr id="127207" name="Group 106"/>
            <p:cNvGrpSpPr/>
            <p:nvPr/>
          </p:nvGrpSpPr>
          <p:grpSpPr>
            <a:xfrm>
              <a:off x="2688" y="480"/>
              <a:ext cx="336" cy="467"/>
              <a:chOff x="1968" y="480"/>
              <a:chExt cx="336" cy="467"/>
            </a:xfrm>
          </p:grpSpPr>
          <p:sp>
            <p:nvSpPr>
              <p:cNvPr id="127287"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8"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9"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90"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91" name="Text Box 11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4</a:t>
                </a:r>
              </a:p>
            </p:txBody>
          </p:sp>
        </p:grpSp>
        <p:grpSp>
          <p:nvGrpSpPr>
            <p:cNvPr id="127208" name="Group 112"/>
            <p:cNvGrpSpPr/>
            <p:nvPr/>
          </p:nvGrpSpPr>
          <p:grpSpPr>
            <a:xfrm>
              <a:off x="2892" y="480"/>
              <a:ext cx="336" cy="467"/>
              <a:chOff x="1968" y="480"/>
              <a:chExt cx="336" cy="467"/>
            </a:xfrm>
          </p:grpSpPr>
          <p:sp>
            <p:nvSpPr>
              <p:cNvPr id="127282"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83"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84"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5"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6" name="Text Box 11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5</a:t>
                </a:r>
              </a:p>
            </p:txBody>
          </p:sp>
        </p:grpSp>
        <p:grpSp>
          <p:nvGrpSpPr>
            <p:cNvPr id="127209" name="Group 118"/>
            <p:cNvGrpSpPr/>
            <p:nvPr/>
          </p:nvGrpSpPr>
          <p:grpSpPr>
            <a:xfrm>
              <a:off x="3096" y="480"/>
              <a:ext cx="336" cy="467"/>
              <a:chOff x="1968" y="480"/>
              <a:chExt cx="336" cy="467"/>
            </a:xfrm>
          </p:grpSpPr>
          <p:sp>
            <p:nvSpPr>
              <p:cNvPr id="127277"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8"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9"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80"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81" name="Text Box 12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6</a:t>
                </a:r>
              </a:p>
            </p:txBody>
          </p:sp>
        </p:grpSp>
        <p:grpSp>
          <p:nvGrpSpPr>
            <p:cNvPr id="127210" name="Group 124"/>
            <p:cNvGrpSpPr/>
            <p:nvPr/>
          </p:nvGrpSpPr>
          <p:grpSpPr>
            <a:xfrm>
              <a:off x="3300" y="480"/>
              <a:ext cx="336" cy="467"/>
              <a:chOff x="1968" y="480"/>
              <a:chExt cx="336" cy="467"/>
            </a:xfrm>
          </p:grpSpPr>
          <p:sp>
            <p:nvSpPr>
              <p:cNvPr id="127272"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73"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74"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5"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6" name="Text Box 12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7</a:t>
                </a:r>
              </a:p>
            </p:txBody>
          </p:sp>
        </p:grpSp>
        <p:grpSp>
          <p:nvGrpSpPr>
            <p:cNvPr id="127211" name="Group 130"/>
            <p:cNvGrpSpPr/>
            <p:nvPr/>
          </p:nvGrpSpPr>
          <p:grpSpPr>
            <a:xfrm>
              <a:off x="3504" y="480"/>
              <a:ext cx="336" cy="467"/>
              <a:chOff x="1968" y="480"/>
              <a:chExt cx="336" cy="467"/>
            </a:xfrm>
          </p:grpSpPr>
          <p:sp>
            <p:nvSpPr>
              <p:cNvPr id="127267"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8"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9"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70"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71" name="Text Box 13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8</a:t>
                </a:r>
              </a:p>
            </p:txBody>
          </p:sp>
        </p:grpSp>
        <p:grpSp>
          <p:nvGrpSpPr>
            <p:cNvPr id="127212" name="Group 136"/>
            <p:cNvGrpSpPr/>
            <p:nvPr/>
          </p:nvGrpSpPr>
          <p:grpSpPr>
            <a:xfrm>
              <a:off x="3708" y="480"/>
              <a:ext cx="336" cy="467"/>
              <a:chOff x="1968" y="480"/>
              <a:chExt cx="336" cy="467"/>
            </a:xfrm>
          </p:grpSpPr>
          <p:sp>
            <p:nvSpPr>
              <p:cNvPr id="127262"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63"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64"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5"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6" name="Text Box 14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9</a:t>
                </a:r>
              </a:p>
            </p:txBody>
          </p:sp>
        </p:grpSp>
        <p:grpSp>
          <p:nvGrpSpPr>
            <p:cNvPr id="127213" name="Group 142"/>
            <p:cNvGrpSpPr/>
            <p:nvPr/>
          </p:nvGrpSpPr>
          <p:grpSpPr>
            <a:xfrm>
              <a:off x="3912" y="480"/>
              <a:ext cx="336" cy="467"/>
              <a:chOff x="1968" y="480"/>
              <a:chExt cx="336" cy="467"/>
            </a:xfrm>
          </p:grpSpPr>
          <p:sp>
            <p:nvSpPr>
              <p:cNvPr id="127257"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8"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9"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60"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61" name="Text Box 14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10</a:t>
                </a:r>
              </a:p>
            </p:txBody>
          </p:sp>
        </p:grpSp>
        <p:grpSp>
          <p:nvGrpSpPr>
            <p:cNvPr id="127214" name="Group 148"/>
            <p:cNvGrpSpPr/>
            <p:nvPr/>
          </p:nvGrpSpPr>
          <p:grpSpPr>
            <a:xfrm>
              <a:off x="4116" y="480"/>
              <a:ext cx="336" cy="467"/>
              <a:chOff x="1968" y="480"/>
              <a:chExt cx="336" cy="467"/>
            </a:xfrm>
          </p:grpSpPr>
          <p:sp>
            <p:nvSpPr>
              <p:cNvPr id="127252"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53"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54"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5"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6" name="Text Box 15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11</a:t>
                </a:r>
              </a:p>
            </p:txBody>
          </p:sp>
        </p:grpSp>
        <p:grpSp>
          <p:nvGrpSpPr>
            <p:cNvPr id="127215" name="Group 154"/>
            <p:cNvGrpSpPr/>
            <p:nvPr/>
          </p:nvGrpSpPr>
          <p:grpSpPr>
            <a:xfrm>
              <a:off x="4320" y="480"/>
              <a:ext cx="336" cy="467"/>
              <a:chOff x="1968" y="480"/>
              <a:chExt cx="336" cy="467"/>
            </a:xfrm>
          </p:grpSpPr>
          <p:sp>
            <p:nvSpPr>
              <p:cNvPr id="127247"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8"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9"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50"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51" name="Text Box 15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12</a:t>
                </a:r>
              </a:p>
            </p:txBody>
          </p:sp>
        </p:grpSp>
        <p:grpSp>
          <p:nvGrpSpPr>
            <p:cNvPr id="127216" name="Group 160"/>
            <p:cNvGrpSpPr/>
            <p:nvPr/>
          </p:nvGrpSpPr>
          <p:grpSpPr>
            <a:xfrm>
              <a:off x="4524" y="480"/>
              <a:ext cx="336" cy="467"/>
              <a:chOff x="1968" y="480"/>
              <a:chExt cx="336" cy="467"/>
            </a:xfrm>
          </p:grpSpPr>
          <p:sp>
            <p:nvSpPr>
              <p:cNvPr id="127242"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43"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44"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5"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6" name="Text Box 16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13</a:t>
                </a:r>
              </a:p>
            </p:txBody>
          </p:sp>
        </p:grpSp>
        <p:grpSp>
          <p:nvGrpSpPr>
            <p:cNvPr id="127217" name="Group 166"/>
            <p:cNvGrpSpPr/>
            <p:nvPr/>
          </p:nvGrpSpPr>
          <p:grpSpPr>
            <a:xfrm>
              <a:off x="4728" y="480"/>
              <a:ext cx="336" cy="467"/>
              <a:chOff x="1968" y="480"/>
              <a:chExt cx="336" cy="467"/>
            </a:xfrm>
          </p:grpSpPr>
          <p:sp>
            <p:nvSpPr>
              <p:cNvPr id="127237"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8"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9"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40"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41" name="Text Box 17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14</a:t>
                </a:r>
              </a:p>
            </p:txBody>
          </p:sp>
        </p:grpSp>
        <p:grpSp>
          <p:nvGrpSpPr>
            <p:cNvPr id="127218" name="Group 172"/>
            <p:cNvGrpSpPr/>
            <p:nvPr/>
          </p:nvGrpSpPr>
          <p:grpSpPr>
            <a:xfrm>
              <a:off x="4932" y="480"/>
              <a:ext cx="336" cy="467"/>
              <a:chOff x="1968" y="480"/>
              <a:chExt cx="336" cy="467"/>
            </a:xfrm>
          </p:grpSpPr>
          <p:sp>
            <p:nvSpPr>
              <p:cNvPr id="127232"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33"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34"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5"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6" name="Text Box 17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15</a:t>
                </a:r>
              </a:p>
            </p:txBody>
          </p:sp>
        </p:grpSp>
        <p:grpSp>
          <p:nvGrpSpPr>
            <p:cNvPr id="127219" name="Group 178"/>
            <p:cNvGrpSpPr/>
            <p:nvPr/>
          </p:nvGrpSpPr>
          <p:grpSpPr>
            <a:xfrm>
              <a:off x="5136" y="480"/>
              <a:ext cx="336" cy="467"/>
              <a:chOff x="1968" y="480"/>
              <a:chExt cx="336" cy="467"/>
            </a:xfrm>
          </p:grpSpPr>
          <p:sp>
            <p:nvSpPr>
              <p:cNvPr id="127227"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8"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9"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30"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31" name="Text Box 18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16</a:t>
                </a:r>
              </a:p>
            </p:txBody>
          </p:sp>
        </p:grpSp>
        <p:grpSp>
          <p:nvGrpSpPr>
            <p:cNvPr id="127220" name="Group 184"/>
            <p:cNvGrpSpPr/>
            <p:nvPr/>
          </p:nvGrpSpPr>
          <p:grpSpPr>
            <a:xfrm>
              <a:off x="5340" y="480"/>
              <a:ext cx="336" cy="467"/>
              <a:chOff x="1968" y="480"/>
              <a:chExt cx="336" cy="467"/>
            </a:xfrm>
          </p:grpSpPr>
          <p:sp>
            <p:nvSpPr>
              <p:cNvPr id="127222"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7223"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7224"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7225"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7226" name="Text Box 18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17</a:t>
                </a:r>
              </a:p>
            </p:txBody>
          </p:sp>
        </p:grpSp>
        <p:sp>
          <p:nvSpPr>
            <p:cNvPr id="127221" name="Text Box 190"/>
            <p:cNvSpPr txBox="1"/>
            <p:nvPr/>
          </p:nvSpPr>
          <p:spPr>
            <a:xfrm>
              <a:off x="1680" y="729"/>
              <a:ext cx="528" cy="251"/>
            </a:xfrm>
            <a:prstGeom prst="rect">
              <a:avLst/>
            </a:prstGeom>
            <a:noFill/>
            <a:ln w="28575">
              <a:noFill/>
            </a:ln>
          </p:spPr>
          <p:txBody>
            <a:bodyPr>
              <a:spAutoFit/>
            </a:bodyPr>
            <a:lstStyle/>
            <a:p>
              <a:pPr algn="l">
                <a:spcBef>
                  <a:spcPct val="50000"/>
                </a:spcBef>
              </a:pPr>
              <a:r>
                <a:rPr lang="en-US" altLang="zh-CN" sz="1350" dirty="0">
                  <a:latin typeface="Times New Roman" panose="02020603050405020304" pitchFamily="18" charset="0"/>
                </a:rPr>
                <a:t>CLK</a:t>
              </a:r>
            </a:p>
          </p:txBody>
        </p:sp>
      </p:grpSp>
      <p:grpSp>
        <p:nvGrpSpPr>
          <p:cNvPr id="126982" name="Group 191"/>
          <p:cNvGrpSpPr/>
          <p:nvPr/>
        </p:nvGrpSpPr>
        <p:grpSpPr>
          <a:xfrm>
            <a:off x="3671888" y="742950"/>
            <a:ext cx="3886200" cy="1889522"/>
            <a:chOff x="2124" y="960"/>
            <a:chExt cx="3264" cy="2016"/>
          </a:xfrm>
        </p:grpSpPr>
        <p:sp>
          <p:nvSpPr>
            <p:cNvPr id="127186" name="Line 192"/>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7187" name="Line 193"/>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7188" name="Line 194"/>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7189" name="Line 195"/>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7190" name="Line 196"/>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7191" name="Line 197"/>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7192" name="Line 198"/>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7193" name="Line 199"/>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7194" name="Line 200"/>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7195" name="Line 201"/>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7196" name="Line 202"/>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7197" name="Line 203"/>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7198" name="Line 204"/>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7199" name="Line 205"/>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7200" name="Line 206"/>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7201" name="Line 207"/>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7202" name="Line 208"/>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6983" name="Group 209"/>
          <p:cNvGrpSpPr/>
          <p:nvPr/>
        </p:nvGrpSpPr>
        <p:grpSpPr>
          <a:xfrm>
            <a:off x="3257550" y="914400"/>
            <a:ext cx="4657725" cy="370285"/>
            <a:chOff x="1776" y="1104"/>
            <a:chExt cx="3912" cy="311"/>
          </a:xfrm>
        </p:grpSpPr>
        <p:sp>
          <p:nvSpPr>
            <p:cNvPr id="127126" name="Text Box 210"/>
            <p:cNvSpPr txBox="1"/>
            <p:nvPr/>
          </p:nvSpPr>
          <p:spPr>
            <a:xfrm>
              <a:off x="1776" y="1104"/>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p>
          </p:txBody>
        </p:sp>
        <p:sp>
          <p:nvSpPr>
            <p:cNvPr id="127127"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7128" name="Text Box 212"/>
            <p:cNvSpPr txBox="1"/>
            <p:nvPr/>
          </p:nvSpPr>
          <p:spPr>
            <a:xfrm>
              <a:off x="207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29" name="Text Box 213"/>
            <p:cNvSpPr txBox="1"/>
            <p:nvPr/>
          </p:nvSpPr>
          <p:spPr>
            <a:xfrm>
              <a:off x="228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30" name="Line 214"/>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7131"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7132"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7133" name="Line 217"/>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7134" name="Line 218"/>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7135" name="Text Box 219"/>
            <p:cNvSpPr txBox="1"/>
            <p:nvPr/>
          </p:nvSpPr>
          <p:spPr>
            <a:xfrm>
              <a:off x="248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36" name="Text Box 220"/>
            <p:cNvSpPr txBox="1"/>
            <p:nvPr/>
          </p:nvSpPr>
          <p:spPr>
            <a:xfrm>
              <a:off x="268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37" name="Line 221"/>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7138"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7139"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7140" name="Line 224"/>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7141" name="Line 225"/>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7142" name="Text Box 226"/>
            <p:cNvSpPr txBox="1"/>
            <p:nvPr/>
          </p:nvSpPr>
          <p:spPr>
            <a:xfrm>
              <a:off x="2892"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43" name="Text Box 227"/>
            <p:cNvSpPr txBox="1"/>
            <p:nvPr/>
          </p:nvSpPr>
          <p:spPr>
            <a:xfrm>
              <a:off x="3096"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44" name="Line 228"/>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7145"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7146"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7147" name="Line 231"/>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7148" name="Line 232"/>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7149" name="Text Box 233"/>
            <p:cNvSpPr txBox="1"/>
            <p:nvPr/>
          </p:nvSpPr>
          <p:spPr>
            <a:xfrm>
              <a:off x="330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50" name="Text Box 234"/>
            <p:cNvSpPr txBox="1"/>
            <p:nvPr/>
          </p:nvSpPr>
          <p:spPr>
            <a:xfrm>
              <a:off x="350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51" name="Line 235"/>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7152"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7153"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7154" name="Line 238"/>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7155" name="Line 239"/>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7156" name="Text Box 240"/>
            <p:cNvSpPr txBox="1"/>
            <p:nvPr/>
          </p:nvSpPr>
          <p:spPr>
            <a:xfrm>
              <a:off x="372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57" name="Text Box 241"/>
            <p:cNvSpPr txBox="1"/>
            <p:nvPr/>
          </p:nvSpPr>
          <p:spPr>
            <a:xfrm>
              <a:off x="392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58" name="Line 242"/>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7159"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7160"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7161" name="Line 245"/>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7162" name="Line 246"/>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7163" name="Text Box 247"/>
            <p:cNvSpPr txBox="1"/>
            <p:nvPr/>
          </p:nvSpPr>
          <p:spPr>
            <a:xfrm>
              <a:off x="412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64" name="Text Box 248"/>
            <p:cNvSpPr txBox="1"/>
            <p:nvPr/>
          </p:nvSpPr>
          <p:spPr>
            <a:xfrm>
              <a:off x="433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65" name="Line 249"/>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7166"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7167"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7168" name="Line 252"/>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7169" name="Line 253"/>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7170" name="Text Box 254"/>
            <p:cNvSpPr txBox="1"/>
            <p:nvPr/>
          </p:nvSpPr>
          <p:spPr>
            <a:xfrm>
              <a:off x="453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71" name="Text Box 255"/>
            <p:cNvSpPr txBox="1"/>
            <p:nvPr/>
          </p:nvSpPr>
          <p:spPr>
            <a:xfrm>
              <a:off x="474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72" name="Line 256"/>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7173"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7174"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7175" name="Line 259"/>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7176" name="Line 260"/>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7177" name="Text Box 261"/>
            <p:cNvSpPr txBox="1"/>
            <p:nvPr/>
          </p:nvSpPr>
          <p:spPr>
            <a:xfrm>
              <a:off x="494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78" name="Text Box 262"/>
            <p:cNvSpPr txBox="1"/>
            <p:nvPr/>
          </p:nvSpPr>
          <p:spPr>
            <a:xfrm>
              <a:off x="514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79" name="Line 263"/>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7180"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7181"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7182"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7183" name="Text Box 267"/>
            <p:cNvSpPr txBox="1"/>
            <p:nvPr/>
          </p:nvSpPr>
          <p:spPr>
            <a:xfrm>
              <a:off x="535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84"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7185"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6984" name="Group 270"/>
          <p:cNvGrpSpPr/>
          <p:nvPr/>
        </p:nvGrpSpPr>
        <p:grpSpPr>
          <a:xfrm>
            <a:off x="3257550" y="1314450"/>
            <a:ext cx="4572000" cy="332184"/>
            <a:chOff x="1776" y="2036"/>
            <a:chExt cx="3840" cy="279"/>
          </a:xfrm>
        </p:grpSpPr>
        <p:sp>
          <p:nvSpPr>
            <p:cNvPr id="127099" name="Text Box 271"/>
            <p:cNvSpPr txBox="1"/>
            <p:nvPr/>
          </p:nvSpPr>
          <p:spPr>
            <a:xfrm>
              <a:off x="1776" y="203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p>
          </p:txBody>
        </p:sp>
        <p:sp>
          <p:nvSpPr>
            <p:cNvPr id="127100" name="Line 272"/>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7101" name="Text Box 273"/>
            <p:cNvSpPr txBox="1"/>
            <p:nvPr/>
          </p:nvSpPr>
          <p:spPr>
            <a:xfrm>
              <a:off x="237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02" name="Line 274"/>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7103" name="Line 275"/>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7104" name="Text Box 276"/>
            <p:cNvSpPr txBox="1"/>
            <p:nvPr/>
          </p:nvSpPr>
          <p:spPr>
            <a:xfrm>
              <a:off x="279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05" name="Line 277"/>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7106" name="Line 278"/>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7107" name="Text Box 279"/>
            <p:cNvSpPr txBox="1"/>
            <p:nvPr/>
          </p:nvSpPr>
          <p:spPr>
            <a:xfrm>
              <a:off x="319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08" name="Line 280"/>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7109" name="Line 281"/>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7110" name="Text Box 282"/>
            <p:cNvSpPr txBox="1"/>
            <p:nvPr/>
          </p:nvSpPr>
          <p:spPr>
            <a:xfrm>
              <a:off x="361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11" name="Line 283"/>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7112" name="Line 284"/>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7113" name="Text Box 285"/>
            <p:cNvSpPr txBox="1"/>
            <p:nvPr/>
          </p:nvSpPr>
          <p:spPr>
            <a:xfrm>
              <a:off x="402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14" name="Line 286"/>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7115" name="Line 287"/>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7116" name="Text Box 288"/>
            <p:cNvSpPr txBox="1"/>
            <p:nvPr/>
          </p:nvSpPr>
          <p:spPr>
            <a:xfrm>
              <a:off x="444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17" name="Line 289"/>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7118" name="Line 290"/>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7119" name="Text Box 291"/>
            <p:cNvSpPr txBox="1"/>
            <p:nvPr/>
          </p:nvSpPr>
          <p:spPr>
            <a:xfrm>
              <a:off x="4825"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120" name="Line 292"/>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7121" name="Line 293"/>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7122" name="Text Box 294"/>
            <p:cNvSpPr txBox="1"/>
            <p:nvPr/>
          </p:nvSpPr>
          <p:spPr>
            <a:xfrm>
              <a:off x="5257"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123" name="Line 295"/>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7124" name="Line 296"/>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7125" name="Line 297"/>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6985" name="Group 298"/>
          <p:cNvGrpSpPr/>
          <p:nvPr/>
        </p:nvGrpSpPr>
        <p:grpSpPr>
          <a:xfrm>
            <a:off x="3257550" y="1714500"/>
            <a:ext cx="4585097" cy="389335"/>
            <a:chOff x="1776" y="2516"/>
            <a:chExt cx="3851" cy="327"/>
          </a:xfrm>
        </p:grpSpPr>
        <p:sp>
          <p:nvSpPr>
            <p:cNvPr id="127080" name="Text Box 299"/>
            <p:cNvSpPr txBox="1"/>
            <p:nvPr/>
          </p:nvSpPr>
          <p:spPr>
            <a:xfrm>
              <a:off x="1776" y="251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p>
          </p:txBody>
        </p:sp>
        <p:sp>
          <p:nvSpPr>
            <p:cNvPr id="127081" name="Line 300"/>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7082" name="Group 301"/>
            <p:cNvGrpSpPr/>
            <p:nvPr/>
          </p:nvGrpSpPr>
          <p:grpSpPr>
            <a:xfrm>
              <a:off x="2736" y="2544"/>
              <a:ext cx="816" cy="299"/>
              <a:chOff x="2736" y="2544"/>
              <a:chExt cx="816" cy="299"/>
            </a:xfrm>
          </p:grpSpPr>
          <p:sp>
            <p:nvSpPr>
              <p:cNvPr id="127096" name="Text Box 302"/>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097"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8"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3" name="Group 305"/>
            <p:cNvGrpSpPr/>
            <p:nvPr/>
          </p:nvGrpSpPr>
          <p:grpSpPr>
            <a:xfrm>
              <a:off x="3552" y="2544"/>
              <a:ext cx="816" cy="299"/>
              <a:chOff x="3552" y="2544"/>
              <a:chExt cx="816" cy="299"/>
            </a:xfrm>
          </p:grpSpPr>
          <p:sp>
            <p:nvSpPr>
              <p:cNvPr id="127093" name="Text Box 306"/>
              <p:cNvSpPr txBox="1"/>
              <p:nvPr/>
            </p:nvSpPr>
            <p:spPr>
              <a:xfrm>
                <a:off x="374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094"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7095"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7084" name="Line 309"/>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7085" name="Group 310"/>
            <p:cNvGrpSpPr/>
            <p:nvPr/>
          </p:nvGrpSpPr>
          <p:grpSpPr>
            <a:xfrm>
              <a:off x="4368" y="2544"/>
              <a:ext cx="816" cy="299"/>
              <a:chOff x="2736" y="2544"/>
              <a:chExt cx="816" cy="299"/>
            </a:xfrm>
          </p:grpSpPr>
          <p:sp>
            <p:nvSpPr>
              <p:cNvPr id="127090" name="Text Box 311"/>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091"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7092"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7086" name="Group 314"/>
            <p:cNvGrpSpPr/>
            <p:nvPr/>
          </p:nvGrpSpPr>
          <p:grpSpPr>
            <a:xfrm>
              <a:off x="5196" y="2544"/>
              <a:ext cx="431" cy="299"/>
              <a:chOff x="5184" y="2544"/>
              <a:chExt cx="431" cy="299"/>
            </a:xfrm>
          </p:grpSpPr>
          <p:sp>
            <p:nvSpPr>
              <p:cNvPr id="127087" name="Text Box 315"/>
              <p:cNvSpPr txBox="1"/>
              <p:nvPr/>
            </p:nvSpPr>
            <p:spPr>
              <a:xfrm>
                <a:off x="518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088" name="Line 316"/>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7089" name="Line 317"/>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6986" name="Group 318"/>
          <p:cNvGrpSpPr/>
          <p:nvPr/>
        </p:nvGrpSpPr>
        <p:grpSpPr>
          <a:xfrm>
            <a:off x="3257550" y="2114550"/>
            <a:ext cx="4585097" cy="389335"/>
            <a:chOff x="1776" y="2996"/>
            <a:chExt cx="3851" cy="327"/>
          </a:xfrm>
        </p:grpSpPr>
        <p:sp>
          <p:nvSpPr>
            <p:cNvPr id="127071" name="Text Box 319"/>
            <p:cNvSpPr txBox="1"/>
            <p:nvPr/>
          </p:nvSpPr>
          <p:spPr>
            <a:xfrm>
              <a:off x="1776" y="299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p>
          </p:txBody>
        </p:sp>
        <p:sp>
          <p:nvSpPr>
            <p:cNvPr id="127072" name="Line 320"/>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7073" name="Text Box 321"/>
            <p:cNvSpPr txBox="1"/>
            <p:nvPr/>
          </p:nvSpPr>
          <p:spPr>
            <a:xfrm>
              <a:off x="374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7074" name="Line 322"/>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7075" name="Line 323"/>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7076" name="Line 324"/>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7077" name="Text Box 325"/>
            <p:cNvSpPr txBox="1"/>
            <p:nvPr/>
          </p:nvSpPr>
          <p:spPr>
            <a:xfrm>
              <a:off x="518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7078" name="Line 326"/>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7079" name="Line 327"/>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6987" name="Group 492"/>
          <p:cNvGrpSpPr/>
          <p:nvPr/>
        </p:nvGrpSpPr>
        <p:grpSpPr>
          <a:xfrm>
            <a:off x="3168253" y="3219450"/>
            <a:ext cx="4800600" cy="1391841"/>
            <a:chOff x="1701" y="2704"/>
            <a:chExt cx="4032" cy="1169"/>
          </a:xfrm>
        </p:grpSpPr>
        <p:sp>
          <p:nvSpPr>
            <p:cNvPr id="127069" name="Text Box 329"/>
            <p:cNvSpPr txBox="1"/>
            <p:nvPr/>
          </p:nvSpPr>
          <p:spPr>
            <a:xfrm>
              <a:off x="1701" y="2704"/>
              <a:ext cx="4032" cy="1169"/>
            </a:xfrm>
            <a:prstGeom prst="rect">
              <a:avLst/>
            </a:prstGeom>
            <a:noFill/>
            <a:ln w="28575">
              <a:noFill/>
            </a:ln>
          </p:spPr>
          <p:txBody>
            <a:bodyPr>
              <a:spAutoFit/>
            </a:bodyPr>
            <a:lstStyle/>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p>
          </p:txBody>
        </p:sp>
        <p:sp>
          <p:nvSpPr>
            <p:cNvPr id="127070" name="Line 330"/>
            <p:cNvSpPr/>
            <p:nvPr/>
          </p:nvSpPr>
          <p:spPr>
            <a:xfrm>
              <a:off x="3040" y="3302"/>
              <a:ext cx="180" cy="0"/>
            </a:xfrm>
            <a:prstGeom prst="line">
              <a:avLst/>
            </a:prstGeom>
            <a:ln w="28575" cap="flat" cmpd="sng">
              <a:solidFill>
                <a:srgbClr val="FF9900"/>
              </a:solidFill>
              <a:prstDash val="solid"/>
              <a:headEnd type="none" w="med" len="med"/>
              <a:tailEnd type="none" w="med" len="med"/>
            </a:ln>
          </p:spPr>
        </p:sp>
      </p:grpSp>
      <p:grpSp>
        <p:nvGrpSpPr>
          <p:cNvPr id="126988" name="Group 489"/>
          <p:cNvGrpSpPr/>
          <p:nvPr/>
        </p:nvGrpSpPr>
        <p:grpSpPr>
          <a:xfrm>
            <a:off x="473710" y="467995"/>
            <a:ext cx="2422525" cy="4467860"/>
            <a:chOff x="0" y="192"/>
            <a:chExt cx="1834" cy="4077"/>
          </a:xfrm>
        </p:grpSpPr>
        <p:sp>
          <p:nvSpPr>
            <p:cNvPr id="126989" name="Text Box 394"/>
            <p:cNvSpPr txBox="1"/>
            <p:nvPr/>
          </p:nvSpPr>
          <p:spPr>
            <a:xfrm>
              <a:off x="227" y="3764"/>
              <a:ext cx="1332" cy="505"/>
            </a:xfrm>
            <a:prstGeom prst="rect">
              <a:avLst/>
            </a:prstGeom>
            <a:noFill/>
            <a:ln w="28575">
              <a:noFill/>
            </a:ln>
          </p:spPr>
          <p:txBody>
            <a:bodyPr wrap="square">
              <a:spAutoFit/>
            </a:bodyPr>
            <a:lstStyle/>
            <a:p>
              <a:r>
                <a:rPr lang="en-US" altLang="zh-CN" sz="1500" dirty="0">
                  <a:solidFill>
                    <a:srgbClr val="FFFF00"/>
                  </a:solidFill>
                  <a:latin typeface="Times New Roman" panose="02020603050405020304" pitchFamily="18" charset="0"/>
                </a:rPr>
                <a:t>JK </a:t>
              </a:r>
              <a:r>
                <a:rPr lang="zh-CN" altLang="en-US" sz="1500" dirty="0">
                  <a:solidFill>
                    <a:srgbClr val="FFFF00"/>
                  </a:solidFill>
                  <a:latin typeface="Times New Roman" panose="02020603050405020304" pitchFamily="18" charset="0"/>
                </a:rPr>
                <a:t>触发器组成的</a:t>
              </a:r>
            </a:p>
            <a:p>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p>
          </p:txBody>
        </p:sp>
        <p:sp>
          <p:nvSpPr>
            <p:cNvPr id="126990" name="Line 405"/>
            <p:cNvSpPr/>
            <p:nvPr/>
          </p:nvSpPr>
          <p:spPr>
            <a:xfrm flipH="1">
              <a:off x="114" y="801"/>
              <a:ext cx="657" cy="0"/>
            </a:xfrm>
            <a:prstGeom prst="line">
              <a:avLst/>
            </a:prstGeom>
            <a:ln w="28575" cap="flat" cmpd="sng">
              <a:solidFill>
                <a:srgbClr val="FFFF00"/>
              </a:solidFill>
              <a:prstDash val="solid"/>
              <a:headEnd type="none" w="med" len="med"/>
              <a:tailEnd type="none" w="med" len="med"/>
            </a:ln>
          </p:spPr>
        </p:sp>
        <p:sp>
          <p:nvSpPr>
            <p:cNvPr id="126991" name="Line 406"/>
            <p:cNvSpPr/>
            <p:nvPr/>
          </p:nvSpPr>
          <p:spPr>
            <a:xfrm flipH="1">
              <a:off x="576" y="593"/>
              <a:ext cx="288" cy="0"/>
            </a:xfrm>
            <a:prstGeom prst="line">
              <a:avLst/>
            </a:prstGeom>
            <a:ln w="28575" cap="flat" cmpd="sng">
              <a:solidFill>
                <a:schemeClr val="bg1"/>
              </a:solidFill>
              <a:prstDash val="solid"/>
              <a:headEnd type="none" w="med" len="med"/>
              <a:tailEnd type="none" w="med" len="med"/>
            </a:ln>
          </p:spPr>
        </p:sp>
        <p:sp>
          <p:nvSpPr>
            <p:cNvPr id="126992" name="Line 407"/>
            <p:cNvSpPr/>
            <p:nvPr/>
          </p:nvSpPr>
          <p:spPr>
            <a:xfrm flipH="1">
              <a:off x="576" y="1012"/>
              <a:ext cx="288" cy="0"/>
            </a:xfrm>
            <a:prstGeom prst="line">
              <a:avLst/>
            </a:prstGeom>
            <a:ln w="28575" cap="flat" cmpd="sng">
              <a:solidFill>
                <a:schemeClr val="bg1"/>
              </a:solidFill>
              <a:prstDash val="solid"/>
              <a:headEnd type="none" w="med" len="med"/>
              <a:tailEnd type="none" w="med" len="med"/>
            </a:ln>
          </p:spPr>
        </p:sp>
        <p:sp>
          <p:nvSpPr>
            <p:cNvPr id="126993" name="Line 408"/>
            <p:cNvSpPr/>
            <p:nvPr/>
          </p:nvSpPr>
          <p:spPr>
            <a:xfrm flipH="1">
              <a:off x="1221" y="590"/>
              <a:ext cx="288" cy="0"/>
            </a:xfrm>
            <a:prstGeom prst="line">
              <a:avLst/>
            </a:prstGeom>
            <a:ln w="28575" cap="flat" cmpd="sng">
              <a:solidFill>
                <a:schemeClr val="bg1"/>
              </a:solidFill>
              <a:prstDash val="solid"/>
              <a:headEnd type="none" w="med" len="med"/>
              <a:tailEnd type="none" w="med" len="med"/>
            </a:ln>
          </p:spPr>
        </p:sp>
        <p:sp>
          <p:nvSpPr>
            <p:cNvPr id="126994" name="Line 409"/>
            <p:cNvSpPr/>
            <p:nvPr/>
          </p:nvSpPr>
          <p:spPr>
            <a:xfrm flipH="1">
              <a:off x="1293" y="1004"/>
              <a:ext cx="311" cy="0"/>
            </a:xfrm>
            <a:prstGeom prst="line">
              <a:avLst/>
            </a:prstGeom>
            <a:ln w="28575" cap="flat" cmpd="sng">
              <a:solidFill>
                <a:schemeClr val="bg1"/>
              </a:solidFill>
              <a:prstDash val="solid"/>
              <a:headEnd type="none" w="med" len="med"/>
              <a:tailEnd type="none" w="med" len="med"/>
            </a:ln>
          </p:spPr>
        </p:sp>
        <p:sp>
          <p:nvSpPr>
            <p:cNvPr id="126995" name="Line 421"/>
            <p:cNvSpPr/>
            <p:nvPr/>
          </p:nvSpPr>
          <p:spPr>
            <a:xfrm flipH="1">
              <a:off x="576" y="1393"/>
              <a:ext cx="288" cy="0"/>
            </a:xfrm>
            <a:prstGeom prst="line">
              <a:avLst/>
            </a:prstGeom>
            <a:ln w="28575" cap="flat" cmpd="sng">
              <a:solidFill>
                <a:schemeClr val="bg1"/>
              </a:solidFill>
              <a:prstDash val="solid"/>
              <a:headEnd type="none" w="med" len="med"/>
              <a:tailEnd type="none" w="med" len="med"/>
            </a:ln>
          </p:spPr>
        </p:sp>
        <p:sp>
          <p:nvSpPr>
            <p:cNvPr id="126996" name="Line 422"/>
            <p:cNvSpPr/>
            <p:nvPr/>
          </p:nvSpPr>
          <p:spPr>
            <a:xfrm flipH="1">
              <a:off x="576" y="1812"/>
              <a:ext cx="288" cy="0"/>
            </a:xfrm>
            <a:prstGeom prst="line">
              <a:avLst/>
            </a:prstGeom>
            <a:ln w="28575" cap="flat" cmpd="sng">
              <a:solidFill>
                <a:schemeClr val="bg1"/>
              </a:solidFill>
              <a:prstDash val="solid"/>
              <a:headEnd type="none" w="med" len="med"/>
              <a:tailEnd type="none" w="med" len="med"/>
            </a:ln>
          </p:spPr>
        </p:sp>
        <p:sp>
          <p:nvSpPr>
            <p:cNvPr id="126997" name="Line 423"/>
            <p:cNvSpPr/>
            <p:nvPr/>
          </p:nvSpPr>
          <p:spPr>
            <a:xfrm flipH="1">
              <a:off x="1251" y="1390"/>
              <a:ext cx="288" cy="0"/>
            </a:xfrm>
            <a:prstGeom prst="line">
              <a:avLst/>
            </a:prstGeom>
            <a:ln w="28575" cap="flat" cmpd="sng">
              <a:solidFill>
                <a:schemeClr val="bg1"/>
              </a:solidFill>
              <a:prstDash val="solid"/>
              <a:headEnd type="none" w="med" len="med"/>
              <a:tailEnd type="none" w="med" len="med"/>
            </a:ln>
          </p:spPr>
        </p:sp>
        <p:sp>
          <p:nvSpPr>
            <p:cNvPr id="126998" name="Line 424"/>
            <p:cNvSpPr/>
            <p:nvPr/>
          </p:nvSpPr>
          <p:spPr>
            <a:xfrm flipH="1">
              <a:off x="1311" y="1804"/>
              <a:ext cx="288" cy="0"/>
            </a:xfrm>
            <a:prstGeom prst="line">
              <a:avLst/>
            </a:prstGeom>
            <a:ln w="28575" cap="flat" cmpd="sng">
              <a:solidFill>
                <a:schemeClr val="bg1"/>
              </a:solidFill>
              <a:prstDash val="solid"/>
              <a:headEnd type="none" w="med" len="med"/>
              <a:tailEnd type="none" w="med" len="med"/>
            </a:ln>
          </p:spPr>
        </p:sp>
        <p:sp>
          <p:nvSpPr>
            <p:cNvPr id="126999" name="Line 436"/>
            <p:cNvSpPr/>
            <p:nvPr/>
          </p:nvSpPr>
          <p:spPr>
            <a:xfrm flipH="1">
              <a:off x="576" y="2310"/>
              <a:ext cx="288" cy="0"/>
            </a:xfrm>
            <a:prstGeom prst="line">
              <a:avLst/>
            </a:prstGeom>
            <a:ln w="28575" cap="flat" cmpd="sng">
              <a:solidFill>
                <a:schemeClr val="bg1"/>
              </a:solidFill>
              <a:prstDash val="solid"/>
              <a:headEnd type="none" w="med" len="med"/>
              <a:tailEnd type="none" w="med" len="med"/>
            </a:ln>
          </p:spPr>
        </p:sp>
        <p:sp>
          <p:nvSpPr>
            <p:cNvPr id="127000" name="Line 437"/>
            <p:cNvSpPr/>
            <p:nvPr/>
          </p:nvSpPr>
          <p:spPr>
            <a:xfrm flipH="1">
              <a:off x="576" y="2730"/>
              <a:ext cx="288" cy="0"/>
            </a:xfrm>
            <a:prstGeom prst="line">
              <a:avLst/>
            </a:prstGeom>
            <a:ln w="28575" cap="flat" cmpd="sng">
              <a:solidFill>
                <a:schemeClr val="bg1"/>
              </a:solidFill>
              <a:prstDash val="solid"/>
              <a:headEnd type="none" w="med" len="med"/>
              <a:tailEnd type="none" w="med" len="med"/>
            </a:ln>
          </p:spPr>
        </p:sp>
        <p:sp>
          <p:nvSpPr>
            <p:cNvPr id="127001" name="Line 438"/>
            <p:cNvSpPr/>
            <p:nvPr/>
          </p:nvSpPr>
          <p:spPr>
            <a:xfrm flipH="1">
              <a:off x="1254" y="2308"/>
              <a:ext cx="288" cy="0"/>
            </a:xfrm>
            <a:prstGeom prst="line">
              <a:avLst/>
            </a:prstGeom>
            <a:ln w="28575" cap="flat" cmpd="sng">
              <a:solidFill>
                <a:schemeClr val="bg1"/>
              </a:solidFill>
              <a:prstDash val="solid"/>
              <a:headEnd type="none" w="med" len="med"/>
              <a:tailEnd type="none" w="med" len="med"/>
            </a:ln>
          </p:spPr>
        </p:sp>
        <p:sp>
          <p:nvSpPr>
            <p:cNvPr id="127002" name="Line 439"/>
            <p:cNvSpPr/>
            <p:nvPr/>
          </p:nvSpPr>
          <p:spPr>
            <a:xfrm flipH="1">
              <a:off x="1326" y="2722"/>
              <a:ext cx="288" cy="0"/>
            </a:xfrm>
            <a:prstGeom prst="line">
              <a:avLst/>
            </a:prstGeom>
            <a:ln w="28575" cap="flat" cmpd="sng">
              <a:solidFill>
                <a:srgbClr val="FFFF00"/>
              </a:solidFill>
              <a:prstDash val="solid"/>
              <a:headEnd type="none" w="med" len="med"/>
              <a:tailEnd type="none" w="med" len="med"/>
            </a:ln>
          </p:spPr>
        </p:sp>
        <p:sp>
          <p:nvSpPr>
            <p:cNvPr id="127003" name="Line 451"/>
            <p:cNvSpPr/>
            <p:nvPr/>
          </p:nvSpPr>
          <p:spPr>
            <a:xfrm flipH="1">
              <a:off x="576" y="3132"/>
              <a:ext cx="288" cy="0"/>
            </a:xfrm>
            <a:prstGeom prst="line">
              <a:avLst/>
            </a:prstGeom>
            <a:ln w="28575" cap="flat" cmpd="sng">
              <a:solidFill>
                <a:schemeClr val="bg1"/>
              </a:solidFill>
              <a:prstDash val="solid"/>
              <a:headEnd type="none" w="med" len="med"/>
              <a:tailEnd type="none" w="med" len="med"/>
            </a:ln>
          </p:spPr>
        </p:sp>
        <p:sp>
          <p:nvSpPr>
            <p:cNvPr id="127004" name="Line 452"/>
            <p:cNvSpPr/>
            <p:nvPr/>
          </p:nvSpPr>
          <p:spPr>
            <a:xfrm flipH="1">
              <a:off x="576" y="3551"/>
              <a:ext cx="288" cy="0"/>
            </a:xfrm>
            <a:prstGeom prst="line">
              <a:avLst/>
            </a:prstGeom>
            <a:ln w="28575" cap="flat" cmpd="sng">
              <a:solidFill>
                <a:schemeClr val="bg1"/>
              </a:solidFill>
              <a:prstDash val="solid"/>
              <a:headEnd type="none" w="med" len="med"/>
              <a:tailEnd type="none" w="med" len="med"/>
            </a:ln>
          </p:spPr>
        </p:sp>
        <p:sp>
          <p:nvSpPr>
            <p:cNvPr id="127005" name="Line 453"/>
            <p:cNvSpPr/>
            <p:nvPr/>
          </p:nvSpPr>
          <p:spPr>
            <a:xfrm flipH="1">
              <a:off x="1248" y="3129"/>
              <a:ext cx="288" cy="0"/>
            </a:xfrm>
            <a:prstGeom prst="line">
              <a:avLst/>
            </a:prstGeom>
            <a:ln w="28575" cap="flat" cmpd="sng">
              <a:solidFill>
                <a:schemeClr val="bg1"/>
              </a:solidFill>
              <a:prstDash val="solid"/>
              <a:headEnd type="none" w="med" len="med"/>
              <a:tailEnd type="none" w="med" len="med"/>
            </a:ln>
          </p:spPr>
        </p:sp>
        <p:sp>
          <p:nvSpPr>
            <p:cNvPr id="127006" name="Line 454"/>
            <p:cNvSpPr/>
            <p:nvPr/>
          </p:nvSpPr>
          <p:spPr>
            <a:xfrm flipH="1">
              <a:off x="1320" y="3543"/>
              <a:ext cx="288" cy="0"/>
            </a:xfrm>
            <a:prstGeom prst="line">
              <a:avLst/>
            </a:prstGeom>
            <a:ln w="28575" cap="flat" cmpd="sng">
              <a:solidFill>
                <a:schemeClr val="bg1"/>
              </a:solidFill>
              <a:prstDash val="solid"/>
              <a:headEnd type="none" w="med" len="med"/>
              <a:tailEnd type="none" w="med" len="med"/>
            </a:ln>
          </p:spPr>
        </p:sp>
        <p:sp>
          <p:nvSpPr>
            <p:cNvPr id="127007" name="Line 455"/>
            <p:cNvSpPr/>
            <p:nvPr/>
          </p:nvSpPr>
          <p:spPr>
            <a:xfrm>
              <a:off x="576" y="384"/>
              <a:ext cx="0" cy="3174"/>
            </a:xfrm>
            <a:prstGeom prst="line">
              <a:avLst/>
            </a:prstGeom>
            <a:ln w="28575" cap="flat" cmpd="sng">
              <a:solidFill>
                <a:schemeClr val="bg1"/>
              </a:solidFill>
              <a:prstDash val="solid"/>
              <a:headEnd type="none" w="med" len="med"/>
              <a:tailEnd type="none" w="med" len="med"/>
            </a:ln>
          </p:spPr>
        </p:sp>
        <p:sp>
          <p:nvSpPr>
            <p:cNvPr id="127008" name="Line 460"/>
            <p:cNvSpPr/>
            <p:nvPr/>
          </p:nvSpPr>
          <p:spPr>
            <a:xfrm>
              <a:off x="1593" y="1003"/>
              <a:ext cx="0" cy="168"/>
            </a:xfrm>
            <a:prstGeom prst="line">
              <a:avLst/>
            </a:prstGeom>
            <a:ln w="28575" cap="flat" cmpd="sng">
              <a:solidFill>
                <a:srgbClr val="FFFF00"/>
              </a:solidFill>
              <a:prstDash val="solid"/>
              <a:headEnd type="none" w="med" len="med"/>
              <a:tailEnd type="none" w="med" len="med"/>
            </a:ln>
          </p:spPr>
        </p:sp>
        <p:sp>
          <p:nvSpPr>
            <p:cNvPr id="127009" name="Line 461"/>
            <p:cNvSpPr/>
            <p:nvPr/>
          </p:nvSpPr>
          <p:spPr>
            <a:xfrm flipH="1">
              <a:off x="153" y="1171"/>
              <a:ext cx="1440" cy="0"/>
            </a:xfrm>
            <a:prstGeom prst="line">
              <a:avLst/>
            </a:prstGeom>
            <a:ln w="28575" cap="flat" cmpd="sng">
              <a:solidFill>
                <a:srgbClr val="FFFF00"/>
              </a:solidFill>
              <a:prstDash val="solid"/>
              <a:headEnd type="none" w="med" len="med"/>
              <a:tailEnd type="none" w="med" len="med"/>
            </a:ln>
          </p:spPr>
        </p:sp>
        <p:sp>
          <p:nvSpPr>
            <p:cNvPr id="127010" name="Line 462"/>
            <p:cNvSpPr/>
            <p:nvPr/>
          </p:nvSpPr>
          <p:spPr>
            <a:xfrm>
              <a:off x="153" y="1171"/>
              <a:ext cx="0" cy="449"/>
            </a:xfrm>
            <a:prstGeom prst="line">
              <a:avLst/>
            </a:prstGeom>
            <a:ln w="28575" cap="flat" cmpd="sng">
              <a:solidFill>
                <a:srgbClr val="FFFF00"/>
              </a:solidFill>
              <a:prstDash val="solid"/>
              <a:headEnd type="none" w="med" len="med"/>
              <a:tailEnd type="none" w="med" len="med"/>
            </a:ln>
          </p:spPr>
        </p:sp>
        <p:sp>
          <p:nvSpPr>
            <p:cNvPr id="127011" name="Line 463"/>
            <p:cNvSpPr/>
            <p:nvPr/>
          </p:nvSpPr>
          <p:spPr>
            <a:xfrm>
              <a:off x="162" y="1620"/>
              <a:ext cx="657" cy="0"/>
            </a:xfrm>
            <a:prstGeom prst="line">
              <a:avLst/>
            </a:prstGeom>
            <a:ln w="28575" cap="flat" cmpd="sng">
              <a:solidFill>
                <a:srgbClr val="FFFF00"/>
              </a:solidFill>
              <a:prstDash val="solid"/>
              <a:headEnd type="none" w="med" len="med"/>
              <a:tailEnd type="none" w="med" len="med"/>
            </a:ln>
          </p:spPr>
        </p:sp>
        <p:sp>
          <p:nvSpPr>
            <p:cNvPr id="127012" name="Line 464"/>
            <p:cNvSpPr/>
            <p:nvPr/>
          </p:nvSpPr>
          <p:spPr>
            <a:xfrm>
              <a:off x="1602" y="1804"/>
              <a:ext cx="0" cy="169"/>
            </a:xfrm>
            <a:prstGeom prst="line">
              <a:avLst/>
            </a:prstGeom>
            <a:ln w="28575" cap="flat" cmpd="sng">
              <a:solidFill>
                <a:srgbClr val="FFFF00"/>
              </a:solidFill>
              <a:prstDash val="solid"/>
              <a:headEnd type="none" w="med" len="med"/>
              <a:tailEnd type="none" w="med" len="med"/>
            </a:ln>
          </p:spPr>
        </p:sp>
        <p:sp>
          <p:nvSpPr>
            <p:cNvPr id="127013" name="Line 465"/>
            <p:cNvSpPr/>
            <p:nvPr/>
          </p:nvSpPr>
          <p:spPr>
            <a:xfrm flipH="1">
              <a:off x="159" y="1981"/>
              <a:ext cx="1440" cy="0"/>
            </a:xfrm>
            <a:prstGeom prst="line">
              <a:avLst/>
            </a:prstGeom>
            <a:ln w="28575" cap="flat" cmpd="sng">
              <a:solidFill>
                <a:srgbClr val="FFFF00"/>
              </a:solidFill>
              <a:prstDash val="solid"/>
              <a:headEnd type="none" w="med" len="med"/>
              <a:tailEnd type="none" w="med" len="med"/>
            </a:ln>
          </p:spPr>
        </p:sp>
        <p:sp>
          <p:nvSpPr>
            <p:cNvPr id="127014" name="Line 466"/>
            <p:cNvSpPr/>
            <p:nvPr/>
          </p:nvSpPr>
          <p:spPr>
            <a:xfrm>
              <a:off x="159" y="1981"/>
              <a:ext cx="0" cy="547"/>
            </a:xfrm>
            <a:prstGeom prst="line">
              <a:avLst/>
            </a:prstGeom>
            <a:ln w="28575" cap="flat" cmpd="sng">
              <a:solidFill>
                <a:srgbClr val="FFFF00"/>
              </a:solidFill>
              <a:prstDash val="solid"/>
              <a:headEnd type="none" w="med" len="med"/>
              <a:tailEnd type="none" w="med" len="med"/>
            </a:ln>
          </p:spPr>
        </p:sp>
        <p:sp>
          <p:nvSpPr>
            <p:cNvPr id="127015" name="Line 467"/>
            <p:cNvSpPr/>
            <p:nvPr/>
          </p:nvSpPr>
          <p:spPr>
            <a:xfrm>
              <a:off x="162" y="2521"/>
              <a:ext cx="657" cy="0"/>
            </a:xfrm>
            <a:prstGeom prst="line">
              <a:avLst/>
            </a:prstGeom>
            <a:ln w="28575" cap="flat" cmpd="sng">
              <a:solidFill>
                <a:srgbClr val="FFFF00"/>
              </a:solidFill>
              <a:prstDash val="solid"/>
              <a:headEnd type="none" w="med" len="med"/>
              <a:tailEnd type="none" w="med" len="med"/>
            </a:ln>
          </p:spPr>
        </p:sp>
        <p:sp>
          <p:nvSpPr>
            <p:cNvPr id="127016" name="Line 468"/>
            <p:cNvSpPr/>
            <p:nvPr/>
          </p:nvSpPr>
          <p:spPr>
            <a:xfrm>
              <a:off x="1620" y="2724"/>
              <a:ext cx="0" cy="169"/>
            </a:xfrm>
            <a:prstGeom prst="line">
              <a:avLst/>
            </a:prstGeom>
            <a:ln w="28575" cap="flat" cmpd="sng">
              <a:solidFill>
                <a:schemeClr val="bg1"/>
              </a:solidFill>
              <a:prstDash val="solid"/>
              <a:headEnd type="none" w="med" len="med"/>
              <a:tailEnd type="none" w="med" len="med"/>
            </a:ln>
          </p:spPr>
        </p:sp>
        <p:sp>
          <p:nvSpPr>
            <p:cNvPr id="127017" name="Line 469"/>
            <p:cNvSpPr/>
            <p:nvPr/>
          </p:nvSpPr>
          <p:spPr>
            <a:xfrm flipH="1">
              <a:off x="174" y="2901"/>
              <a:ext cx="1440" cy="0"/>
            </a:xfrm>
            <a:prstGeom prst="line">
              <a:avLst/>
            </a:prstGeom>
            <a:ln w="28575" cap="flat" cmpd="sng">
              <a:solidFill>
                <a:srgbClr val="FFFF00"/>
              </a:solidFill>
              <a:prstDash val="solid"/>
              <a:headEnd type="none" w="med" len="med"/>
              <a:tailEnd type="none" w="med" len="med"/>
            </a:ln>
          </p:spPr>
        </p:sp>
        <p:sp>
          <p:nvSpPr>
            <p:cNvPr id="127018" name="Line 470"/>
            <p:cNvSpPr/>
            <p:nvPr/>
          </p:nvSpPr>
          <p:spPr>
            <a:xfrm>
              <a:off x="174" y="2902"/>
              <a:ext cx="0" cy="448"/>
            </a:xfrm>
            <a:prstGeom prst="line">
              <a:avLst/>
            </a:prstGeom>
            <a:ln w="28575" cap="flat" cmpd="sng">
              <a:solidFill>
                <a:srgbClr val="FFFF00"/>
              </a:solidFill>
              <a:prstDash val="solid"/>
              <a:headEnd type="none" w="med" len="med"/>
              <a:tailEnd type="none" w="med" len="med"/>
            </a:ln>
          </p:spPr>
        </p:sp>
        <p:sp>
          <p:nvSpPr>
            <p:cNvPr id="127019" name="Line 471"/>
            <p:cNvSpPr/>
            <p:nvPr/>
          </p:nvSpPr>
          <p:spPr>
            <a:xfrm>
              <a:off x="171" y="3354"/>
              <a:ext cx="657" cy="0"/>
            </a:xfrm>
            <a:prstGeom prst="line">
              <a:avLst/>
            </a:prstGeom>
            <a:ln w="28575" cap="flat" cmpd="sng">
              <a:solidFill>
                <a:srgbClr val="FFFF00"/>
              </a:solidFill>
              <a:prstDash val="solid"/>
              <a:headEnd type="none" w="med" len="med"/>
              <a:tailEnd type="none" w="med" len="med"/>
            </a:ln>
          </p:spPr>
        </p:sp>
        <p:sp>
          <p:nvSpPr>
            <p:cNvPr id="127020" name="Text Box 472"/>
            <p:cNvSpPr txBox="1"/>
            <p:nvPr/>
          </p:nvSpPr>
          <p:spPr>
            <a:xfrm>
              <a:off x="1484" y="485"/>
              <a:ext cx="298" cy="431"/>
            </a:xfrm>
            <a:prstGeom prst="rect">
              <a:avLst/>
            </a:prstGeom>
            <a:noFill/>
            <a:ln w="28575">
              <a:noFill/>
            </a:ln>
          </p:spPr>
          <p:txBody>
            <a:bodyPr>
              <a:spAutoFit/>
            </a:bodyPr>
            <a:lstStyle/>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p>
          </p:txBody>
        </p:sp>
        <p:sp>
          <p:nvSpPr>
            <p:cNvPr id="127021" name="Text Box 473"/>
            <p:cNvSpPr txBox="1"/>
            <p:nvPr/>
          </p:nvSpPr>
          <p:spPr>
            <a:xfrm>
              <a:off x="1506" y="1287"/>
              <a:ext cx="298" cy="431"/>
            </a:xfrm>
            <a:prstGeom prst="rect">
              <a:avLst/>
            </a:prstGeom>
            <a:noFill/>
            <a:ln w="28575">
              <a:noFill/>
            </a:ln>
          </p:spPr>
          <p:txBody>
            <a:bodyPr>
              <a:spAutoFit/>
            </a:bodyPr>
            <a:lstStyle/>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p>
          </p:txBody>
        </p:sp>
        <p:sp>
          <p:nvSpPr>
            <p:cNvPr id="127022" name="Text Box 474"/>
            <p:cNvSpPr txBox="1"/>
            <p:nvPr/>
          </p:nvSpPr>
          <p:spPr>
            <a:xfrm>
              <a:off x="1533" y="2200"/>
              <a:ext cx="298" cy="431"/>
            </a:xfrm>
            <a:prstGeom prst="rect">
              <a:avLst/>
            </a:prstGeom>
            <a:noFill/>
            <a:ln w="28575">
              <a:noFill/>
            </a:ln>
          </p:spPr>
          <p:txBody>
            <a:bodyPr>
              <a:spAutoFit/>
            </a:bodyPr>
            <a:lstStyle/>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p>
          </p:txBody>
        </p:sp>
        <p:sp>
          <p:nvSpPr>
            <p:cNvPr id="127023" name="Text Box 475"/>
            <p:cNvSpPr txBox="1"/>
            <p:nvPr/>
          </p:nvSpPr>
          <p:spPr>
            <a:xfrm>
              <a:off x="1536" y="3020"/>
              <a:ext cx="298" cy="431"/>
            </a:xfrm>
            <a:prstGeom prst="rect">
              <a:avLst/>
            </a:prstGeom>
            <a:noFill/>
            <a:ln w="28575">
              <a:noFill/>
            </a:ln>
          </p:spPr>
          <p:txBody>
            <a:bodyPr>
              <a:spAutoFit/>
            </a:bodyPr>
            <a:lstStyle/>
            <a:p>
              <a:pPr algn="l"/>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p>
          </p:txBody>
        </p:sp>
        <p:sp>
          <p:nvSpPr>
            <p:cNvPr id="127024" name="Oval 476"/>
            <p:cNvSpPr/>
            <p:nvPr/>
          </p:nvSpPr>
          <p:spPr>
            <a:xfrm>
              <a:off x="556" y="56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25" name="Oval 477"/>
            <p:cNvSpPr/>
            <p:nvPr/>
          </p:nvSpPr>
          <p:spPr>
            <a:xfrm>
              <a:off x="555" y="992"/>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26" name="Oval 478"/>
            <p:cNvSpPr/>
            <p:nvPr/>
          </p:nvSpPr>
          <p:spPr>
            <a:xfrm>
              <a:off x="557" y="137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27" name="Oval 479"/>
            <p:cNvSpPr/>
            <p:nvPr/>
          </p:nvSpPr>
          <p:spPr>
            <a:xfrm>
              <a:off x="552" y="178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28" name="Oval 480"/>
            <p:cNvSpPr/>
            <p:nvPr/>
          </p:nvSpPr>
          <p:spPr>
            <a:xfrm>
              <a:off x="557" y="2286"/>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29" name="Oval 481"/>
            <p:cNvSpPr/>
            <p:nvPr/>
          </p:nvSpPr>
          <p:spPr>
            <a:xfrm>
              <a:off x="562" y="2708"/>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30" name="Oval 482"/>
            <p:cNvSpPr/>
            <p:nvPr/>
          </p:nvSpPr>
          <p:spPr>
            <a:xfrm>
              <a:off x="557" y="3110"/>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31" name="Text Box 484"/>
            <p:cNvSpPr txBox="1"/>
            <p:nvPr/>
          </p:nvSpPr>
          <p:spPr>
            <a:xfrm>
              <a:off x="480" y="192"/>
              <a:ext cx="240" cy="251"/>
            </a:xfrm>
            <a:prstGeom prst="rect">
              <a:avLst/>
            </a:prstGeom>
            <a:noFill/>
            <a:ln w="28575">
              <a:noFill/>
            </a:ln>
          </p:spPr>
          <p:txBody>
            <a:bodyPr>
              <a:spAutoFit/>
            </a:bodyPr>
            <a:lstStyle/>
            <a:p>
              <a:pPr algn="l">
                <a:spcBef>
                  <a:spcPct val="50000"/>
                </a:spcBef>
              </a:pPr>
              <a:r>
                <a:rPr lang="en-US" altLang="zh-CN" sz="1200" dirty="0">
                  <a:solidFill>
                    <a:srgbClr val="FFFF00"/>
                  </a:solidFill>
                  <a:latin typeface="Times New Roman" panose="02020603050405020304" pitchFamily="18" charset="0"/>
                </a:rPr>
                <a:t>1</a:t>
              </a:r>
            </a:p>
          </p:txBody>
        </p:sp>
        <p:sp>
          <p:nvSpPr>
            <p:cNvPr id="127032" name="AutoShape 396"/>
            <p:cNvSpPr/>
            <p:nvPr/>
          </p:nvSpPr>
          <p:spPr>
            <a:xfrm>
              <a:off x="792" y="5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7033" name="Text Box 397"/>
            <p:cNvSpPr txBox="1"/>
            <p:nvPr/>
          </p:nvSpPr>
          <p:spPr>
            <a:xfrm>
              <a:off x="775" y="499"/>
              <a:ext cx="255" cy="273"/>
            </a:xfrm>
            <a:prstGeom prst="rect">
              <a:avLst/>
            </a:prstGeom>
            <a:noFill/>
            <a:ln w="28575">
              <a:noFill/>
            </a:ln>
          </p:spPr>
          <p:txBody>
            <a:bodyPr>
              <a:spAutoFit/>
            </a:bodyPr>
            <a:lstStyle/>
            <a:p>
              <a:pPr algn="l"/>
              <a:r>
                <a:rPr lang="en-US" altLang="zh-CN" sz="1350" b="0" dirty="0">
                  <a:solidFill>
                    <a:schemeClr val="tx1"/>
                  </a:solidFill>
                  <a:latin typeface="Times New Roman" panose="02020603050405020304" pitchFamily="18" charset="0"/>
                </a:rPr>
                <a:t>J</a:t>
              </a:r>
            </a:p>
          </p:txBody>
        </p:sp>
        <p:sp>
          <p:nvSpPr>
            <p:cNvPr id="127034" name="Line 398"/>
            <p:cNvSpPr/>
            <p:nvPr/>
          </p:nvSpPr>
          <p:spPr>
            <a:xfrm>
              <a:off x="792" y="759"/>
              <a:ext cx="48" cy="42"/>
            </a:xfrm>
            <a:prstGeom prst="line">
              <a:avLst/>
            </a:prstGeom>
            <a:ln w="28575" cap="flat" cmpd="sng">
              <a:solidFill>
                <a:schemeClr val="tx1"/>
              </a:solidFill>
              <a:prstDash val="solid"/>
              <a:headEnd type="none" w="med" len="med"/>
              <a:tailEnd type="none" w="med" len="med"/>
            </a:ln>
          </p:spPr>
        </p:sp>
        <p:sp>
          <p:nvSpPr>
            <p:cNvPr id="127035" name="Line 399"/>
            <p:cNvSpPr/>
            <p:nvPr/>
          </p:nvSpPr>
          <p:spPr>
            <a:xfrm flipH="1">
              <a:off x="792" y="809"/>
              <a:ext cx="48" cy="43"/>
            </a:xfrm>
            <a:prstGeom prst="line">
              <a:avLst/>
            </a:prstGeom>
            <a:ln w="28575" cap="flat" cmpd="sng">
              <a:solidFill>
                <a:schemeClr val="tx1"/>
              </a:solidFill>
              <a:prstDash val="solid"/>
              <a:headEnd type="none" w="med" len="med"/>
              <a:tailEnd type="none" w="med" len="med"/>
            </a:ln>
          </p:spPr>
        </p:sp>
        <p:sp>
          <p:nvSpPr>
            <p:cNvPr id="127036" name="Text Box 400"/>
            <p:cNvSpPr txBox="1"/>
            <p:nvPr/>
          </p:nvSpPr>
          <p:spPr>
            <a:xfrm>
              <a:off x="802" y="718"/>
              <a:ext cx="500" cy="25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CLK</a:t>
              </a:r>
            </a:p>
          </p:txBody>
        </p:sp>
        <p:sp>
          <p:nvSpPr>
            <p:cNvPr id="127037" name="Text Box 401"/>
            <p:cNvSpPr txBox="1"/>
            <p:nvPr/>
          </p:nvSpPr>
          <p:spPr>
            <a:xfrm>
              <a:off x="1023" y="505"/>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38" name="Text Box 402"/>
            <p:cNvSpPr txBox="1"/>
            <p:nvPr/>
          </p:nvSpPr>
          <p:spPr>
            <a:xfrm>
              <a:off x="1027" y="904"/>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39" name="Text Box 403"/>
            <p:cNvSpPr txBox="1"/>
            <p:nvPr/>
          </p:nvSpPr>
          <p:spPr>
            <a:xfrm>
              <a:off x="771" y="917"/>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K</a:t>
              </a:r>
            </a:p>
          </p:txBody>
        </p:sp>
        <p:sp>
          <p:nvSpPr>
            <p:cNvPr id="127040" name="Oval 404"/>
            <p:cNvSpPr/>
            <p:nvPr/>
          </p:nvSpPr>
          <p:spPr>
            <a:xfrm flipH="1">
              <a:off x="1230" y="97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41" name="AutoShape 412"/>
            <p:cNvSpPr/>
            <p:nvPr/>
          </p:nvSpPr>
          <p:spPr>
            <a:xfrm>
              <a:off x="810" y="1317"/>
              <a:ext cx="432" cy="590"/>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7042" name="Text Box 413"/>
            <p:cNvSpPr txBox="1"/>
            <p:nvPr/>
          </p:nvSpPr>
          <p:spPr>
            <a:xfrm>
              <a:off x="793" y="1299"/>
              <a:ext cx="255" cy="273"/>
            </a:xfrm>
            <a:prstGeom prst="rect">
              <a:avLst/>
            </a:prstGeom>
            <a:noFill/>
            <a:ln w="28575">
              <a:noFill/>
            </a:ln>
          </p:spPr>
          <p:txBody>
            <a:bodyPr>
              <a:spAutoFit/>
            </a:bodyPr>
            <a:lstStyle/>
            <a:p>
              <a:pPr algn="l"/>
              <a:r>
                <a:rPr lang="en-US" altLang="zh-CN" sz="1350" b="0" dirty="0">
                  <a:solidFill>
                    <a:schemeClr val="tx1"/>
                  </a:solidFill>
                  <a:latin typeface="Times New Roman" panose="02020603050405020304" pitchFamily="18" charset="0"/>
                </a:rPr>
                <a:t>J</a:t>
              </a:r>
            </a:p>
          </p:txBody>
        </p:sp>
        <p:sp>
          <p:nvSpPr>
            <p:cNvPr id="127043" name="Line 414"/>
            <p:cNvSpPr/>
            <p:nvPr/>
          </p:nvSpPr>
          <p:spPr>
            <a:xfrm>
              <a:off x="810" y="1559"/>
              <a:ext cx="48" cy="42"/>
            </a:xfrm>
            <a:prstGeom prst="line">
              <a:avLst/>
            </a:prstGeom>
            <a:ln w="28575" cap="flat" cmpd="sng">
              <a:solidFill>
                <a:schemeClr val="tx1"/>
              </a:solidFill>
              <a:prstDash val="solid"/>
              <a:headEnd type="none" w="med" len="med"/>
              <a:tailEnd type="none" w="med" len="med"/>
            </a:ln>
          </p:spPr>
        </p:sp>
        <p:sp>
          <p:nvSpPr>
            <p:cNvPr id="127044" name="Line 415"/>
            <p:cNvSpPr/>
            <p:nvPr/>
          </p:nvSpPr>
          <p:spPr>
            <a:xfrm flipH="1">
              <a:off x="810" y="1609"/>
              <a:ext cx="48" cy="43"/>
            </a:xfrm>
            <a:prstGeom prst="line">
              <a:avLst/>
            </a:prstGeom>
            <a:ln w="28575" cap="flat" cmpd="sng">
              <a:solidFill>
                <a:schemeClr val="tx1"/>
              </a:solidFill>
              <a:prstDash val="solid"/>
              <a:headEnd type="none" w="med" len="med"/>
              <a:tailEnd type="none" w="med" len="med"/>
            </a:ln>
          </p:spPr>
        </p:sp>
        <p:sp>
          <p:nvSpPr>
            <p:cNvPr id="127045" name="Text Box 416"/>
            <p:cNvSpPr txBox="1"/>
            <p:nvPr/>
          </p:nvSpPr>
          <p:spPr>
            <a:xfrm>
              <a:off x="820" y="1517"/>
              <a:ext cx="500" cy="25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CLK</a:t>
              </a:r>
            </a:p>
          </p:txBody>
        </p:sp>
        <p:sp>
          <p:nvSpPr>
            <p:cNvPr id="127046" name="Text Box 417"/>
            <p:cNvSpPr txBox="1"/>
            <p:nvPr/>
          </p:nvSpPr>
          <p:spPr>
            <a:xfrm>
              <a:off x="1041" y="1305"/>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47" name="Text Box 418"/>
            <p:cNvSpPr txBox="1"/>
            <p:nvPr/>
          </p:nvSpPr>
          <p:spPr>
            <a:xfrm>
              <a:off x="1045" y="1705"/>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48" name="Text Box 419"/>
            <p:cNvSpPr txBox="1"/>
            <p:nvPr/>
          </p:nvSpPr>
          <p:spPr>
            <a:xfrm>
              <a:off x="789" y="1718"/>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K</a:t>
              </a:r>
            </a:p>
          </p:txBody>
        </p:sp>
        <p:sp>
          <p:nvSpPr>
            <p:cNvPr id="127049" name="Oval 420"/>
            <p:cNvSpPr/>
            <p:nvPr/>
          </p:nvSpPr>
          <p:spPr>
            <a:xfrm flipH="1">
              <a:off x="1248" y="1778"/>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50" name="AutoShape 427"/>
            <p:cNvSpPr/>
            <p:nvPr/>
          </p:nvSpPr>
          <p:spPr>
            <a:xfrm>
              <a:off x="825" y="2233"/>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7051" name="Text Box 428"/>
            <p:cNvSpPr txBox="1"/>
            <p:nvPr/>
          </p:nvSpPr>
          <p:spPr>
            <a:xfrm>
              <a:off x="808" y="2215"/>
              <a:ext cx="255" cy="273"/>
            </a:xfrm>
            <a:prstGeom prst="rect">
              <a:avLst/>
            </a:prstGeom>
            <a:noFill/>
            <a:ln w="28575">
              <a:noFill/>
            </a:ln>
          </p:spPr>
          <p:txBody>
            <a:bodyPr>
              <a:spAutoFit/>
            </a:bodyPr>
            <a:lstStyle/>
            <a:p>
              <a:pPr algn="l"/>
              <a:r>
                <a:rPr lang="en-US" altLang="zh-CN" sz="1350" b="0" dirty="0">
                  <a:solidFill>
                    <a:schemeClr val="tx1"/>
                  </a:solidFill>
                  <a:latin typeface="Times New Roman" panose="02020603050405020304" pitchFamily="18" charset="0"/>
                </a:rPr>
                <a:t>J</a:t>
              </a:r>
            </a:p>
          </p:txBody>
        </p:sp>
        <p:sp>
          <p:nvSpPr>
            <p:cNvPr id="127052" name="Line 429"/>
            <p:cNvSpPr/>
            <p:nvPr/>
          </p:nvSpPr>
          <p:spPr>
            <a:xfrm>
              <a:off x="825" y="2476"/>
              <a:ext cx="48" cy="42"/>
            </a:xfrm>
            <a:prstGeom prst="line">
              <a:avLst/>
            </a:prstGeom>
            <a:ln w="28575" cap="flat" cmpd="sng">
              <a:solidFill>
                <a:schemeClr val="tx1"/>
              </a:solidFill>
              <a:prstDash val="solid"/>
              <a:headEnd type="none" w="med" len="med"/>
              <a:tailEnd type="none" w="med" len="med"/>
            </a:ln>
          </p:spPr>
        </p:sp>
        <p:sp>
          <p:nvSpPr>
            <p:cNvPr id="127053" name="Line 430"/>
            <p:cNvSpPr/>
            <p:nvPr/>
          </p:nvSpPr>
          <p:spPr>
            <a:xfrm flipH="1">
              <a:off x="825" y="2526"/>
              <a:ext cx="48" cy="42"/>
            </a:xfrm>
            <a:prstGeom prst="line">
              <a:avLst/>
            </a:prstGeom>
            <a:ln w="28575" cap="flat" cmpd="sng">
              <a:solidFill>
                <a:schemeClr val="tx1"/>
              </a:solidFill>
              <a:prstDash val="solid"/>
              <a:headEnd type="none" w="med" len="med"/>
              <a:tailEnd type="none" w="med" len="med"/>
            </a:ln>
          </p:spPr>
        </p:sp>
        <p:sp>
          <p:nvSpPr>
            <p:cNvPr id="127054" name="Text Box 431"/>
            <p:cNvSpPr txBox="1"/>
            <p:nvPr/>
          </p:nvSpPr>
          <p:spPr>
            <a:xfrm>
              <a:off x="835" y="2434"/>
              <a:ext cx="500" cy="25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CLK</a:t>
              </a:r>
            </a:p>
          </p:txBody>
        </p:sp>
        <p:sp>
          <p:nvSpPr>
            <p:cNvPr id="127055" name="Text Box 432"/>
            <p:cNvSpPr txBox="1"/>
            <p:nvPr/>
          </p:nvSpPr>
          <p:spPr>
            <a:xfrm>
              <a:off x="1056" y="2221"/>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56" name="Text Box 433"/>
            <p:cNvSpPr txBox="1"/>
            <p:nvPr/>
          </p:nvSpPr>
          <p:spPr>
            <a:xfrm>
              <a:off x="1060" y="2621"/>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57" name="Text Box 434"/>
            <p:cNvSpPr txBox="1"/>
            <p:nvPr/>
          </p:nvSpPr>
          <p:spPr>
            <a:xfrm>
              <a:off x="804" y="2634"/>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K</a:t>
              </a:r>
            </a:p>
          </p:txBody>
        </p:sp>
        <p:sp>
          <p:nvSpPr>
            <p:cNvPr id="127058" name="Oval 435"/>
            <p:cNvSpPr/>
            <p:nvPr/>
          </p:nvSpPr>
          <p:spPr>
            <a:xfrm flipH="1">
              <a:off x="1263" y="2695"/>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59" name="AutoShape 442"/>
            <p:cNvSpPr/>
            <p:nvPr/>
          </p:nvSpPr>
          <p:spPr>
            <a:xfrm>
              <a:off x="819" y="3055"/>
              <a:ext cx="432" cy="59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7060" name="Text Box 443"/>
            <p:cNvSpPr txBox="1"/>
            <p:nvPr/>
          </p:nvSpPr>
          <p:spPr>
            <a:xfrm>
              <a:off x="802" y="3037"/>
              <a:ext cx="255" cy="273"/>
            </a:xfrm>
            <a:prstGeom prst="rect">
              <a:avLst/>
            </a:prstGeom>
            <a:noFill/>
            <a:ln w="28575">
              <a:noFill/>
            </a:ln>
          </p:spPr>
          <p:txBody>
            <a:bodyPr>
              <a:spAutoFit/>
            </a:bodyPr>
            <a:lstStyle/>
            <a:p>
              <a:pPr algn="l"/>
              <a:r>
                <a:rPr lang="en-US" altLang="zh-CN" sz="1350" b="0" dirty="0">
                  <a:solidFill>
                    <a:schemeClr val="tx1"/>
                  </a:solidFill>
                  <a:latin typeface="Times New Roman" panose="02020603050405020304" pitchFamily="18" charset="0"/>
                </a:rPr>
                <a:t>J</a:t>
              </a:r>
            </a:p>
          </p:txBody>
        </p:sp>
        <p:sp>
          <p:nvSpPr>
            <p:cNvPr id="127061" name="Line 444"/>
            <p:cNvSpPr/>
            <p:nvPr/>
          </p:nvSpPr>
          <p:spPr>
            <a:xfrm>
              <a:off x="819" y="3298"/>
              <a:ext cx="48" cy="42"/>
            </a:xfrm>
            <a:prstGeom prst="line">
              <a:avLst/>
            </a:prstGeom>
            <a:ln w="28575" cap="flat" cmpd="sng">
              <a:solidFill>
                <a:schemeClr val="tx1"/>
              </a:solidFill>
              <a:prstDash val="solid"/>
              <a:headEnd type="none" w="med" len="med"/>
              <a:tailEnd type="none" w="med" len="med"/>
            </a:ln>
          </p:spPr>
        </p:sp>
        <p:sp>
          <p:nvSpPr>
            <p:cNvPr id="127062" name="Line 445"/>
            <p:cNvSpPr/>
            <p:nvPr/>
          </p:nvSpPr>
          <p:spPr>
            <a:xfrm flipH="1">
              <a:off x="819" y="3348"/>
              <a:ext cx="48" cy="42"/>
            </a:xfrm>
            <a:prstGeom prst="line">
              <a:avLst/>
            </a:prstGeom>
            <a:ln w="28575" cap="flat" cmpd="sng">
              <a:solidFill>
                <a:schemeClr val="tx1"/>
              </a:solidFill>
              <a:prstDash val="solid"/>
              <a:headEnd type="none" w="med" len="med"/>
              <a:tailEnd type="none" w="med" len="med"/>
            </a:ln>
          </p:spPr>
        </p:sp>
        <p:sp>
          <p:nvSpPr>
            <p:cNvPr id="127063" name="Text Box 446"/>
            <p:cNvSpPr txBox="1"/>
            <p:nvPr/>
          </p:nvSpPr>
          <p:spPr>
            <a:xfrm>
              <a:off x="829" y="3256"/>
              <a:ext cx="500" cy="251"/>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CLK</a:t>
              </a:r>
            </a:p>
          </p:txBody>
        </p:sp>
        <p:sp>
          <p:nvSpPr>
            <p:cNvPr id="127064" name="Text Box 447"/>
            <p:cNvSpPr txBox="1"/>
            <p:nvPr/>
          </p:nvSpPr>
          <p:spPr>
            <a:xfrm>
              <a:off x="1050" y="3043"/>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65" name="Text Box 448"/>
            <p:cNvSpPr txBox="1"/>
            <p:nvPr/>
          </p:nvSpPr>
          <p:spPr>
            <a:xfrm>
              <a:off x="1054" y="3442"/>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7066" name="Text Box 449"/>
            <p:cNvSpPr txBox="1"/>
            <p:nvPr/>
          </p:nvSpPr>
          <p:spPr>
            <a:xfrm>
              <a:off x="798" y="3455"/>
              <a:ext cx="258" cy="273"/>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K</a:t>
              </a:r>
            </a:p>
          </p:txBody>
        </p:sp>
        <p:sp>
          <p:nvSpPr>
            <p:cNvPr id="127067" name="Oval 450"/>
            <p:cNvSpPr/>
            <p:nvPr/>
          </p:nvSpPr>
          <p:spPr>
            <a:xfrm flipH="1">
              <a:off x="1257" y="3517"/>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7068" name="Text Box 488"/>
            <p:cNvSpPr txBox="1"/>
            <p:nvPr/>
          </p:nvSpPr>
          <p:spPr>
            <a:xfrm>
              <a:off x="0" y="528"/>
              <a:ext cx="576" cy="294"/>
            </a:xfrm>
            <a:prstGeom prst="rect">
              <a:avLst/>
            </a:prstGeom>
            <a:noFill/>
            <a:ln w="28575">
              <a:noFill/>
            </a:ln>
          </p:spPr>
          <p:txBody>
            <a:bodyPr>
              <a:spAutoFit/>
            </a:bodyPr>
            <a:lstStyle/>
            <a:p>
              <a:pPr algn="l">
                <a:spcBef>
                  <a:spcPct val="50000"/>
                </a:spcBef>
              </a:pPr>
              <a:r>
                <a:rPr lang="en-US" altLang="zh-CN" sz="1500" dirty="0">
                  <a:solidFill>
                    <a:srgbClr val="FF0000"/>
                  </a:solidFill>
                  <a:latin typeface="Times New Roman" panose="02020603050405020304" pitchFamily="18" charset="0"/>
                </a:rPr>
                <a:t>CLK</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03"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FF01E8C0-94F2-412F-B3F2-477B4B7C96E0}"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05"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12</a:t>
            </a:fld>
            <a:endParaRPr lang="en-US" altLang="zh-CN" sz="1050" b="0" dirty="0">
              <a:solidFill>
                <a:schemeClr val="tx1"/>
              </a:solidFill>
              <a:ea typeface="宋体" panose="02010600030101010101" pitchFamily="2" charset="-122"/>
            </a:endParaRPr>
          </a:p>
        </p:txBody>
      </p:sp>
      <p:sp>
        <p:nvSpPr>
          <p:cNvPr id="128004" name="Rectangle 3"/>
          <p:cNvSpPr>
            <a:spLocks noGrp="1"/>
          </p:cNvSpPr>
          <p:nvPr>
            <p:ph type="title"/>
          </p:nvPr>
        </p:nvSpPr>
        <p:spPr>
          <a:xfrm>
            <a:off x="3340894" y="2743200"/>
            <a:ext cx="2743200" cy="400050"/>
          </a:xfrm>
        </p:spPr>
        <p:txBody>
          <a:bodyPr vert="horz" wrap="square" lIns="68580" tIns="34290" rIns="68580" bIns="34290" anchor="ctr"/>
          <a:lstStyle/>
          <a:p>
            <a:pPr algn="l" eaLnBrk="1" hangingPunct="1"/>
            <a:r>
              <a:rPr lang="zh-CN" altLang="en-US" sz="2100" b="1" u="sng" dirty="0">
                <a:solidFill>
                  <a:srgbClr val="FFFF00"/>
                </a:solidFill>
                <a:ea typeface="华文新魏" panose="02010800040101010101" pitchFamily="2" charset="-122"/>
              </a:rPr>
              <a:t>加法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p>
        </p:txBody>
      </p:sp>
      <p:grpSp>
        <p:nvGrpSpPr>
          <p:cNvPr id="128005" name="Group 4"/>
          <p:cNvGrpSpPr/>
          <p:nvPr/>
        </p:nvGrpSpPr>
        <p:grpSpPr>
          <a:xfrm>
            <a:off x="3143250" y="171450"/>
            <a:ext cx="4757738" cy="595313"/>
            <a:chOff x="1680" y="480"/>
            <a:chExt cx="3996" cy="500"/>
          </a:xfrm>
        </p:grpSpPr>
        <p:sp>
          <p:nvSpPr>
            <p:cNvPr id="128201" name="Line 5"/>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8202" name="Group 6"/>
            <p:cNvGrpSpPr/>
            <p:nvPr/>
          </p:nvGrpSpPr>
          <p:grpSpPr>
            <a:xfrm>
              <a:off x="2076" y="480"/>
              <a:ext cx="336" cy="467"/>
              <a:chOff x="1968" y="480"/>
              <a:chExt cx="336" cy="467"/>
            </a:xfrm>
          </p:grpSpPr>
          <p:sp>
            <p:nvSpPr>
              <p:cNvPr id="128300" name="Line 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301" name="Line 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302" name="Line 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303" name="Line 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304" name="Text Box 1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a:t>
                </a:r>
              </a:p>
            </p:txBody>
          </p:sp>
        </p:grpSp>
        <p:grpSp>
          <p:nvGrpSpPr>
            <p:cNvPr id="128203" name="Group 12"/>
            <p:cNvGrpSpPr/>
            <p:nvPr/>
          </p:nvGrpSpPr>
          <p:grpSpPr>
            <a:xfrm>
              <a:off x="2280" y="480"/>
              <a:ext cx="336" cy="467"/>
              <a:chOff x="1968" y="480"/>
              <a:chExt cx="336" cy="467"/>
            </a:xfrm>
          </p:grpSpPr>
          <p:sp>
            <p:nvSpPr>
              <p:cNvPr id="128295" name="Line 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6" name="Line 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7" name="Line 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8" name="Line 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9" name="Text Box 1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2</a:t>
                </a:r>
              </a:p>
            </p:txBody>
          </p:sp>
        </p:grpSp>
        <p:grpSp>
          <p:nvGrpSpPr>
            <p:cNvPr id="128204" name="Group 18"/>
            <p:cNvGrpSpPr/>
            <p:nvPr/>
          </p:nvGrpSpPr>
          <p:grpSpPr>
            <a:xfrm>
              <a:off x="2484" y="480"/>
              <a:ext cx="336" cy="467"/>
              <a:chOff x="1968" y="480"/>
              <a:chExt cx="336" cy="467"/>
            </a:xfrm>
          </p:grpSpPr>
          <p:sp>
            <p:nvSpPr>
              <p:cNvPr id="128290" name="Line 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91" name="Line 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92" name="Line 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93" name="Line 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94" name="Text Box 2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3</a:t>
                </a:r>
              </a:p>
            </p:txBody>
          </p:sp>
        </p:grpSp>
        <p:grpSp>
          <p:nvGrpSpPr>
            <p:cNvPr id="128205" name="Group 24"/>
            <p:cNvGrpSpPr/>
            <p:nvPr/>
          </p:nvGrpSpPr>
          <p:grpSpPr>
            <a:xfrm>
              <a:off x="2688" y="480"/>
              <a:ext cx="336" cy="467"/>
              <a:chOff x="1968" y="480"/>
              <a:chExt cx="336" cy="467"/>
            </a:xfrm>
          </p:grpSpPr>
          <p:sp>
            <p:nvSpPr>
              <p:cNvPr id="128285" name="Line 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6" name="Line 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7" name="Line 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8" name="Line 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9" name="Text Box 2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4</a:t>
                </a:r>
              </a:p>
            </p:txBody>
          </p:sp>
        </p:grpSp>
        <p:grpSp>
          <p:nvGrpSpPr>
            <p:cNvPr id="128206" name="Group 30"/>
            <p:cNvGrpSpPr/>
            <p:nvPr/>
          </p:nvGrpSpPr>
          <p:grpSpPr>
            <a:xfrm>
              <a:off x="2892" y="480"/>
              <a:ext cx="336" cy="467"/>
              <a:chOff x="1968" y="480"/>
              <a:chExt cx="336" cy="467"/>
            </a:xfrm>
          </p:grpSpPr>
          <p:sp>
            <p:nvSpPr>
              <p:cNvPr id="128280" name="Line 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81" name="Line 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82" name="Line 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83" name="Line 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84" name="Text Box 3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5</a:t>
                </a:r>
              </a:p>
            </p:txBody>
          </p:sp>
        </p:grpSp>
        <p:grpSp>
          <p:nvGrpSpPr>
            <p:cNvPr id="128207" name="Group 36"/>
            <p:cNvGrpSpPr/>
            <p:nvPr/>
          </p:nvGrpSpPr>
          <p:grpSpPr>
            <a:xfrm>
              <a:off x="3096" y="480"/>
              <a:ext cx="336" cy="467"/>
              <a:chOff x="1968" y="480"/>
              <a:chExt cx="336" cy="467"/>
            </a:xfrm>
          </p:grpSpPr>
          <p:sp>
            <p:nvSpPr>
              <p:cNvPr id="128275" name="Line 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6" name="Line 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7" name="Line 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8" name="Line 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9" name="Text Box 4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6</a:t>
                </a:r>
              </a:p>
            </p:txBody>
          </p:sp>
        </p:grpSp>
        <p:grpSp>
          <p:nvGrpSpPr>
            <p:cNvPr id="128208" name="Group 42"/>
            <p:cNvGrpSpPr/>
            <p:nvPr/>
          </p:nvGrpSpPr>
          <p:grpSpPr>
            <a:xfrm>
              <a:off x="3300" y="480"/>
              <a:ext cx="336" cy="467"/>
              <a:chOff x="1968" y="480"/>
              <a:chExt cx="336" cy="467"/>
            </a:xfrm>
          </p:grpSpPr>
          <p:sp>
            <p:nvSpPr>
              <p:cNvPr id="128270" name="Line 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71" name="Line 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72" name="Line 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73" name="Line 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74" name="Text Box 4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7</a:t>
                </a:r>
              </a:p>
            </p:txBody>
          </p:sp>
        </p:grpSp>
        <p:grpSp>
          <p:nvGrpSpPr>
            <p:cNvPr id="128209" name="Group 48"/>
            <p:cNvGrpSpPr/>
            <p:nvPr/>
          </p:nvGrpSpPr>
          <p:grpSpPr>
            <a:xfrm>
              <a:off x="3504" y="480"/>
              <a:ext cx="336" cy="467"/>
              <a:chOff x="1968" y="480"/>
              <a:chExt cx="336" cy="467"/>
            </a:xfrm>
          </p:grpSpPr>
          <p:sp>
            <p:nvSpPr>
              <p:cNvPr id="128265" name="Line 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6" name="Line 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7" name="Line 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8" name="Line 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9" name="Text Box 5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8</a:t>
                </a:r>
              </a:p>
            </p:txBody>
          </p:sp>
        </p:grpSp>
        <p:grpSp>
          <p:nvGrpSpPr>
            <p:cNvPr id="128210" name="Group 54"/>
            <p:cNvGrpSpPr/>
            <p:nvPr/>
          </p:nvGrpSpPr>
          <p:grpSpPr>
            <a:xfrm>
              <a:off x="3708" y="480"/>
              <a:ext cx="336" cy="467"/>
              <a:chOff x="1968" y="480"/>
              <a:chExt cx="336" cy="467"/>
            </a:xfrm>
          </p:grpSpPr>
          <p:sp>
            <p:nvSpPr>
              <p:cNvPr id="128260" name="Line 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61" name="Line 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62" name="Line 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63" name="Line 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64" name="Text Box 5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9</a:t>
                </a:r>
              </a:p>
            </p:txBody>
          </p:sp>
        </p:grpSp>
        <p:grpSp>
          <p:nvGrpSpPr>
            <p:cNvPr id="128211" name="Group 60"/>
            <p:cNvGrpSpPr/>
            <p:nvPr/>
          </p:nvGrpSpPr>
          <p:grpSpPr>
            <a:xfrm>
              <a:off x="3912" y="480"/>
              <a:ext cx="336" cy="467"/>
              <a:chOff x="1968" y="480"/>
              <a:chExt cx="336" cy="467"/>
            </a:xfrm>
          </p:grpSpPr>
          <p:sp>
            <p:nvSpPr>
              <p:cNvPr id="128255" name="Line 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6" name="Line 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7" name="Line 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8" name="Line 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9" name="Text Box 6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10</a:t>
                </a:r>
              </a:p>
            </p:txBody>
          </p:sp>
        </p:grpSp>
        <p:grpSp>
          <p:nvGrpSpPr>
            <p:cNvPr id="128212" name="Group 66"/>
            <p:cNvGrpSpPr/>
            <p:nvPr/>
          </p:nvGrpSpPr>
          <p:grpSpPr>
            <a:xfrm>
              <a:off x="4116" y="480"/>
              <a:ext cx="336" cy="467"/>
              <a:chOff x="1968" y="480"/>
              <a:chExt cx="336" cy="467"/>
            </a:xfrm>
          </p:grpSpPr>
          <p:sp>
            <p:nvSpPr>
              <p:cNvPr id="128250" name="Line 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51" name="Line 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52" name="Line 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53" name="Line 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54" name="Text Box 7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11</a:t>
                </a:r>
              </a:p>
            </p:txBody>
          </p:sp>
        </p:grpSp>
        <p:grpSp>
          <p:nvGrpSpPr>
            <p:cNvPr id="128213" name="Group 72"/>
            <p:cNvGrpSpPr/>
            <p:nvPr/>
          </p:nvGrpSpPr>
          <p:grpSpPr>
            <a:xfrm>
              <a:off x="4320" y="480"/>
              <a:ext cx="336" cy="467"/>
              <a:chOff x="1968" y="480"/>
              <a:chExt cx="336" cy="467"/>
            </a:xfrm>
          </p:grpSpPr>
          <p:sp>
            <p:nvSpPr>
              <p:cNvPr id="128245" name="Line 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6" name="Line 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7" name="Line 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8" name="Line 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9" name="Text Box 7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12</a:t>
                </a:r>
              </a:p>
            </p:txBody>
          </p:sp>
        </p:grpSp>
        <p:grpSp>
          <p:nvGrpSpPr>
            <p:cNvPr id="128214" name="Group 78"/>
            <p:cNvGrpSpPr/>
            <p:nvPr/>
          </p:nvGrpSpPr>
          <p:grpSpPr>
            <a:xfrm>
              <a:off x="4524" y="480"/>
              <a:ext cx="336" cy="467"/>
              <a:chOff x="1968" y="480"/>
              <a:chExt cx="336" cy="467"/>
            </a:xfrm>
          </p:grpSpPr>
          <p:sp>
            <p:nvSpPr>
              <p:cNvPr id="128240" name="Line 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41" name="Line 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42" name="Line 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43" name="Line 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44" name="Text Box 8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13</a:t>
                </a:r>
              </a:p>
            </p:txBody>
          </p:sp>
        </p:grpSp>
        <p:grpSp>
          <p:nvGrpSpPr>
            <p:cNvPr id="128215" name="Group 84"/>
            <p:cNvGrpSpPr/>
            <p:nvPr/>
          </p:nvGrpSpPr>
          <p:grpSpPr>
            <a:xfrm>
              <a:off x="4728" y="480"/>
              <a:ext cx="336" cy="467"/>
              <a:chOff x="1968" y="480"/>
              <a:chExt cx="336" cy="467"/>
            </a:xfrm>
          </p:grpSpPr>
          <p:sp>
            <p:nvSpPr>
              <p:cNvPr id="128235" name="Line 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6" name="Line 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7" name="Line 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8" name="Line 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9" name="Text Box 8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14</a:t>
                </a:r>
              </a:p>
            </p:txBody>
          </p:sp>
        </p:grpSp>
        <p:grpSp>
          <p:nvGrpSpPr>
            <p:cNvPr id="128216" name="Group 90"/>
            <p:cNvGrpSpPr/>
            <p:nvPr/>
          </p:nvGrpSpPr>
          <p:grpSpPr>
            <a:xfrm>
              <a:off x="4932" y="480"/>
              <a:ext cx="336" cy="467"/>
              <a:chOff x="1968" y="480"/>
              <a:chExt cx="336" cy="467"/>
            </a:xfrm>
          </p:grpSpPr>
          <p:sp>
            <p:nvSpPr>
              <p:cNvPr id="128230" name="Line 9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31" name="Line 9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32" name="Line 9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33" name="Line 9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34" name="Text Box 9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15</a:t>
                </a:r>
              </a:p>
            </p:txBody>
          </p:sp>
        </p:grpSp>
        <p:grpSp>
          <p:nvGrpSpPr>
            <p:cNvPr id="128217" name="Group 96"/>
            <p:cNvGrpSpPr/>
            <p:nvPr/>
          </p:nvGrpSpPr>
          <p:grpSpPr>
            <a:xfrm>
              <a:off x="5136" y="480"/>
              <a:ext cx="336" cy="467"/>
              <a:chOff x="1968" y="480"/>
              <a:chExt cx="336" cy="467"/>
            </a:xfrm>
          </p:grpSpPr>
          <p:sp>
            <p:nvSpPr>
              <p:cNvPr id="128225" name="Line 9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6" name="Line 9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7" name="Line 9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8" name="Line 10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9" name="Text Box 10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16</a:t>
                </a:r>
              </a:p>
            </p:txBody>
          </p:sp>
        </p:grpSp>
        <p:grpSp>
          <p:nvGrpSpPr>
            <p:cNvPr id="128218" name="Group 102"/>
            <p:cNvGrpSpPr/>
            <p:nvPr/>
          </p:nvGrpSpPr>
          <p:grpSpPr>
            <a:xfrm>
              <a:off x="5340" y="480"/>
              <a:ext cx="336" cy="467"/>
              <a:chOff x="1968" y="480"/>
              <a:chExt cx="336" cy="467"/>
            </a:xfrm>
          </p:grpSpPr>
          <p:sp>
            <p:nvSpPr>
              <p:cNvPr id="128220" name="Line 10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8221" name="Line 10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8222" name="Line 10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8223" name="Line 10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8224" name="Text Box 10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17</a:t>
                </a:r>
              </a:p>
            </p:txBody>
          </p:sp>
        </p:grpSp>
        <p:sp>
          <p:nvSpPr>
            <p:cNvPr id="128219" name="Text Box 108"/>
            <p:cNvSpPr txBox="1"/>
            <p:nvPr/>
          </p:nvSpPr>
          <p:spPr>
            <a:xfrm>
              <a:off x="1680" y="729"/>
              <a:ext cx="528" cy="251"/>
            </a:xfrm>
            <a:prstGeom prst="rect">
              <a:avLst/>
            </a:prstGeom>
            <a:noFill/>
            <a:ln w="28575">
              <a:noFill/>
            </a:ln>
          </p:spPr>
          <p:txBody>
            <a:bodyPr>
              <a:spAutoFit/>
            </a:bodyPr>
            <a:lstStyle/>
            <a:p>
              <a:pPr algn="l">
                <a:spcBef>
                  <a:spcPct val="50000"/>
                </a:spcBef>
              </a:pPr>
              <a:r>
                <a:rPr lang="en-US" altLang="zh-CN" sz="1350" dirty="0">
                  <a:latin typeface="Times New Roman" panose="02020603050405020304" pitchFamily="18" charset="0"/>
                </a:rPr>
                <a:t>CLK</a:t>
              </a:r>
            </a:p>
          </p:txBody>
        </p:sp>
      </p:grpSp>
      <p:grpSp>
        <p:nvGrpSpPr>
          <p:cNvPr id="128006" name="Group 109"/>
          <p:cNvGrpSpPr/>
          <p:nvPr/>
        </p:nvGrpSpPr>
        <p:grpSpPr>
          <a:xfrm>
            <a:off x="3671888" y="742950"/>
            <a:ext cx="3886200" cy="1889522"/>
            <a:chOff x="2124" y="960"/>
            <a:chExt cx="3264" cy="2016"/>
          </a:xfrm>
        </p:grpSpPr>
        <p:sp>
          <p:nvSpPr>
            <p:cNvPr id="128184" name="Line 110"/>
            <p:cNvSpPr/>
            <p:nvPr/>
          </p:nvSpPr>
          <p:spPr>
            <a:xfrm>
              <a:off x="2124" y="960"/>
              <a:ext cx="0" cy="2016"/>
            </a:xfrm>
            <a:prstGeom prst="line">
              <a:avLst/>
            </a:prstGeom>
            <a:ln w="9525" cap="flat" cmpd="sng">
              <a:solidFill>
                <a:schemeClr val="bg1"/>
              </a:solidFill>
              <a:prstDash val="dash"/>
              <a:headEnd type="none" w="med" len="med"/>
              <a:tailEnd type="none" w="med" len="med"/>
            </a:ln>
          </p:spPr>
        </p:sp>
        <p:sp>
          <p:nvSpPr>
            <p:cNvPr id="128185" name="Line 111"/>
            <p:cNvSpPr/>
            <p:nvPr/>
          </p:nvSpPr>
          <p:spPr>
            <a:xfrm>
              <a:off x="2328" y="960"/>
              <a:ext cx="0" cy="2016"/>
            </a:xfrm>
            <a:prstGeom prst="line">
              <a:avLst/>
            </a:prstGeom>
            <a:ln w="9525" cap="flat" cmpd="sng">
              <a:solidFill>
                <a:schemeClr val="bg1"/>
              </a:solidFill>
              <a:prstDash val="dash"/>
              <a:headEnd type="none" w="med" len="med"/>
              <a:tailEnd type="none" w="med" len="med"/>
            </a:ln>
          </p:spPr>
        </p:sp>
        <p:sp>
          <p:nvSpPr>
            <p:cNvPr id="128186" name="Line 112"/>
            <p:cNvSpPr/>
            <p:nvPr/>
          </p:nvSpPr>
          <p:spPr>
            <a:xfrm>
              <a:off x="2532" y="960"/>
              <a:ext cx="0" cy="2016"/>
            </a:xfrm>
            <a:prstGeom prst="line">
              <a:avLst/>
            </a:prstGeom>
            <a:ln w="9525" cap="flat" cmpd="sng">
              <a:solidFill>
                <a:schemeClr val="bg1"/>
              </a:solidFill>
              <a:prstDash val="dash"/>
              <a:headEnd type="none" w="med" len="med"/>
              <a:tailEnd type="none" w="med" len="med"/>
            </a:ln>
          </p:spPr>
        </p:sp>
        <p:sp>
          <p:nvSpPr>
            <p:cNvPr id="128187" name="Line 113"/>
            <p:cNvSpPr/>
            <p:nvPr/>
          </p:nvSpPr>
          <p:spPr>
            <a:xfrm>
              <a:off x="2736" y="960"/>
              <a:ext cx="0" cy="2016"/>
            </a:xfrm>
            <a:prstGeom prst="line">
              <a:avLst/>
            </a:prstGeom>
            <a:ln w="9525" cap="flat" cmpd="sng">
              <a:solidFill>
                <a:schemeClr val="bg1"/>
              </a:solidFill>
              <a:prstDash val="dash"/>
              <a:headEnd type="none" w="med" len="med"/>
              <a:tailEnd type="none" w="med" len="med"/>
            </a:ln>
          </p:spPr>
        </p:sp>
        <p:sp>
          <p:nvSpPr>
            <p:cNvPr id="128188" name="Line 114"/>
            <p:cNvSpPr/>
            <p:nvPr/>
          </p:nvSpPr>
          <p:spPr>
            <a:xfrm>
              <a:off x="2940" y="960"/>
              <a:ext cx="0" cy="2016"/>
            </a:xfrm>
            <a:prstGeom prst="line">
              <a:avLst/>
            </a:prstGeom>
            <a:ln w="9525" cap="flat" cmpd="sng">
              <a:solidFill>
                <a:schemeClr val="bg1"/>
              </a:solidFill>
              <a:prstDash val="dash"/>
              <a:headEnd type="none" w="med" len="med"/>
              <a:tailEnd type="none" w="med" len="med"/>
            </a:ln>
          </p:spPr>
        </p:sp>
        <p:sp>
          <p:nvSpPr>
            <p:cNvPr id="128189" name="Line 115"/>
            <p:cNvSpPr/>
            <p:nvPr/>
          </p:nvSpPr>
          <p:spPr>
            <a:xfrm>
              <a:off x="3144" y="960"/>
              <a:ext cx="0" cy="2016"/>
            </a:xfrm>
            <a:prstGeom prst="line">
              <a:avLst/>
            </a:prstGeom>
            <a:ln w="9525" cap="flat" cmpd="sng">
              <a:solidFill>
                <a:schemeClr val="bg1"/>
              </a:solidFill>
              <a:prstDash val="dash"/>
              <a:headEnd type="none" w="med" len="med"/>
              <a:tailEnd type="none" w="med" len="med"/>
            </a:ln>
          </p:spPr>
        </p:sp>
        <p:sp>
          <p:nvSpPr>
            <p:cNvPr id="128190" name="Line 116"/>
            <p:cNvSpPr/>
            <p:nvPr/>
          </p:nvSpPr>
          <p:spPr>
            <a:xfrm>
              <a:off x="3348" y="960"/>
              <a:ext cx="0" cy="2016"/>
            </a:xfrm>
            <a:prstGeom prst="line">
              <a:avLst/>
            </a:prstGeom>
            <a:ln w="9525" cap="flat" cmpd="sng">
              <a:solidFill>
                <a:schemeClr val="bg1"/>
              </a:solidFill>
              <a:prstDash val="dash"/>
              <a:headEnd type="none" w="med" len="med"/>
              <a:tailEnd type="none" w="med" len="med"/>
            </a:ln>
          </p:spPr>
        </p:sp>
        <p:sp>
          <p:nvSpPr>
            <p:cNvPr id="128191" name="Line 117"/>
            <p:cNvSpPr/>
            <p:nvPr/>
          </p:nvSpPr>
          <p:spPr>
            <a:xfrm>
              <a:off x="3552" y="960"/>
              <a:ext cx="0" cy="2016"/>
            </a:xfrm>
            <a:prstGeom prst="line">
              <a:avLst/>
            </a:prstGeom>
            <a:ln w="9525" cap="flat" cmpd="sng">
              <a:solidFill>
                <a:schemeClr val="bg1"/>
              </a:solidFill>
              <a:prstDash val="dash"/>
              <a:headEnd type="none" w="med" len="med"/>
              <a:tailEnd type="none" w="med" len="med"/>
            </a:ln>
          </p:spPr>
        </p:sp>
        <p:sp>
          <p:nvSpPr>
            <p:cNvPr id="128192" name="Line 118"/>
            <p:cNvSpPr/>
            <p:nvPr/>
          </p:nvSpPr>
          <p:spPr>
            <a:xfrm>
              <a:off x="3761" y="960"/>
              <a:ext cx="0" cy="2016"/>
            </a:xfrm>
            <a:prstGeom prst="line">
              <a:avLst/>
            </a:prstGeom>
            <a:ln w="9525" cap="flat" cmpd="sng">
              <a:solidFill>
                <a:schemeClr val="bg1"/>
              </a:solidFill>
              <a:prstDash val="dash"/>
              <a:headEnd type="none" w="med" len="med"/>
              <a:tailEnd type="none" w="med" len="med"/>
            </a:ln>
          </p:spPr>
        </p:sp>
        <p:sp>
          <p:nvSpPr>
            <p:cNvPr id="128193" name="Line 119"/>
            <p:cNvSpPr/>
            <p:nvPr/>
          </p:nvSpPr>
          <p:spPr>
            <a:xfrm>
              <a:off x="3965" y="960"/>
              <a:ext cx="0" cy="2016"/>
            </a:xfrm>
            <a:prstGeom prst="line">
              <a:avLst/>
            </a:prstGeom>
            <a:ln w="9525" cap="flat" cmpd="sng">
              <a:solidFill>
                <a:schemeClr val="bg1"/>
              </a:solidFill>
              <a:prstDash val="dash"/>
              <a:headEnd type="none" w="med" len="med"/>
              <a:tailEnd type="none" w="med" len="med"/>
            </a:ln>
          </p:spPr>
        </p:sp>
        <p:sp>
          <p:nvSpPr>
            <p:cNvPr id="128194" name="Line 120"/>
            <p:cNvSpPr/>
            <p:nvPr/>
          </p:nvSpPr>
          <p:spPr>
            <a:xfrm>
              <a:off x="4169" y="960"/>
              <a:ext cx="0" cy="2016"/>
            </a:xfrm>
            <a:prstGeom prst="line">
              <a:avLst/>
            </a:prstGeom>
            <a:ln w="9525" cap="flat" cmpd="sng">
              <a:solidFill>
                <a:schemeClr val="bg1"/>
              </a:solidFill>
              <a:prstDash val="dash"/>
              <a:headEnd type="none" w="med" len="med"/>
              <a:tailEnd type="none" w="med" len="med"/>
            </a:ln>
          </p:spPr>
        </p:sp>
        <p:sp>
          <p:nvSpPr>
            <p:cNvPr id="128195" name="Line 121"/>
            <p:cNvSpPr/>
            <p:nvPr/>
          </p:nvSpPr>
          <p:spPr>
            <a:xfrm>
              <a:off x="4373" y="960"/>
              <a:ext cx="0" cy="2016"/>
            </a:xfrm>
            <a:prstGeom prst="line">
              <a:avLst/>
            </a:prstGeom>
            <a:ln w="9525" cap="flat" cmpd="sng">
              <a:solidFill>
                <a:schemeClr val="bg1"/>
              </a:solidFill>
              <a:prstDash val="dash"/>
              <a:headEnd type="none" w="med" len="med"/>
              <a:tailEnd type="none" w="med" len="med"/>
            </a:ln>
          </p:spPr>
        </p:sp>
        <p:sp>
          <p:nvSpPr>
            <p:cNvPr id="128196" name="Line 122"/>
            <p:cNvSpPr/>
            <p:nvPr/>
          </p:nvSpPr>
          <p:spPr>
            <a:xfrm>
              <a:off x="4577" y="960"/>
              <a:ext cx="0" cy="2016"/>
            </a:xfrm>
            <a:prstGeom prst="line">
              <a:avLst/>
            </a:prstGeom>
            <a:ln w="9525" cap="flat" cmpd="sng">
              <a:solidFill>
                <a:schemeClr val="bg1"/>
              </a:solidFill>
              <a:prstDash val="dash"/>
              <a:headEnd type="none" w="med" len="med"/>
              <a:tailEnd type="none" w="med" len="med"/>
            </a:ln>
          </p:spPr>
        </p:sp>
        <p:sp>
          <p:nvSpPr>
            <p:cNvPr id="128197" name="Line 123"/>
            <p:cNvSpPr/>
            <p:nvPr/>
          </p:nvSpPr>
          <p:spPr>
            <a:xfrm>
              <a:off x="4781" y="960"/>
              <a:ext cx="0" cy="2016"/>
            </a:xfrm>
            <a:prstGeom prst="line">
              <a:avLst/>
            </a:prstGeom>
            <a:ln w="9525" cap="flat" cmpd="sng">
              <a:solidFill>
                <a:schemeClr val="bg1"/>
              </a:solidFill>
              <a:prstDash val="dash"/>
              <a:headEnd type="none" w="med" len="med"/>
              <a:tailEnd type="none" w="med" len="med"/>
            </a:ln>
          </p:spPr>
        </p:sp>
        <p:sp>
          <p:nvSpPr>
            <p:cNvPr id="128198" name="Line 124"/>
            <p:cNvSpPr/>
            <p:nvPr/>
          </p:nvSpPr>
          <p:spPr>
            <a:xfrm>
              <a:off x="4985" y="960"/>
              <a:ext cx="0" cy="2016"/>
            </a:xfrm>
            <a:prstGeom prst="line">
              <a:avLst/>
            </a:prstGeom>
            <a:ln w="9525" cap="flat" cmpd="sng">
              <a:solidFill>
                <a:schemeClr val="bg1"/>
              </a:solidFill>
              <a:prstDash val="dash"/>
              <a:headEnd type="none" w="med" len="med"/>
              <a:tailEnd type="none" w="med" len="med"/>
            </a:ln>
          </p:spPr>
        </p:sp>
        <p:sp>
          <p:nvSpPr>
            <p:cNvPr id="128199" name="Line 125"/>
            <p:cNvSpPr/>
            <p:nvPr/>
          </p:nvSpPr>
          <p:spPr>
            <a:xfrm>
              <a:off x="5189" y="960"/>
              <a:ext cx="0" cy="2016"/>
            </a:xfrm>
            <a:prstGeom prst="line">
              <a:avLst/>
            </a:prstGeom>
            <a:ln w="9525" cap="flat" cmpd="sng">
              <a:solidFill>
                <a:schemeClr val="bg1"/>
              </a:solidFill>
              <a:prstDash val="dash"/>
              <a:headEnd type="none" w="med" len="med"/>
              <a:tailEnd type="none" w="med" len="med"/>
            </a:ln>
          </p:spPr>
        </p:sp>
        <p:sp>
          <p:nvSpPr>
            <p:cNvPr id="128200" name="Line 126"/>
            <p:cNvSpPr/>
            <p:nvPr/>
          </p:nvSpPr>
          <p:spPr>
            <a:xfrm>
              <a:off x="5388" y="960"/>
              <a:ext cx="0" cy="2016"/>
            </a:xfrm>
            <a:prstGeom prst="line">
              <a:avLst/>
            </a:prstGeom>
            <a:ln w="9525" cap="flat" cmpd="sng">
              <a:solidFill>
                <a:schemeClr val="bg1"/>
              </a:solidFill>
              <a:prstDash val="dash"/>
              <a:headEnd type="none" w="med" len="med"/>
              <a:tailEnd type="none" w="med" len="med"/>
            </a:ln>
          </p:spPr>
        </p:sp>
      </p:grpSp>
      <p:grpSp>
        <p:nvGrpSpPr>
          <p:cNvPr id="128007" name="Group 127"/>
          <p:cNvGrpSpPr/>
          <p:nvPr/>
        </p:nvGrpSpPr>
        <p:grpSpPr>
          <a:xfrm>
            <a:off x="3257550" y="914400"/>
            <a:ext cx="4657725" cy="370285"/>
            <a:chOff x="1776" y="1104"/>
            <a:chExt cx="3912" cy="311"/>
          </a:xfrm>
        </p:grpSpPr>
        <p:sp>
          <p:nvSpPr>
            <p:cNvPr id="128124" name="Text Box 128"/>
            <p:cNvSpPr txBox="1"/>
            <p:nvPr/>
          </p:nvSpPr>
          <p:spPr>
            <a:xfrm>
              <a:off x="1776" y="1104"/>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p>
          </p:txBody>
        </p:sp>
        <p:sp>
          <p:nvSpPr>
            <p:cNvPr id="128125" name="Line 129"/>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8126" name="Text Box 130"/>
            <p:cNvSpPr txBox="1"/>
            <p:nvPr/>
          </p:nvSpPr>
          <p:spPr>
            <a:xfrm>
              <a:off x="207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27" name="Text Box 131"/>
            <p:cNvSpPr txBox="1"/>
            <p:nvPr/>
          </p:nvSpPr>
          <p:spPr>
            <a:xfrm>
              <a:off x="228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28" name="Line 132"/>
            <p:cNvSpPr/>
            <p:nvPr/>
          </p:nvSpPr>
          <p:spPr>
            <a:xfrm>
              <a:off x="2124" y="1156"/>
              <a:ext cx="204" cy="0"/>
            </a:xfrm>
            <a:prstGeom prst="line">
              <a:avLst/>
            </a:prstGeom>
            <a:ln w="28575" cap="flat" cmpd="sng">
              <a:solidFill>
                <a:srgbClr val="FFFF00"/>
              </a:solidFill>
              <a:prstDash val="solid"/>
              <a:headEnd type="none" w="med" len="med"/>
              <a:tailEnd type="none" w="med" len="med"/>
            </a:ln>
          </p:spPr>
        </p:sp>
        <p:sp>
          <p:nvSpPr>
            <p:cNvPr id="128129" name="Line 133"/>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8130" name="Line 134"/>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8131" name="Line 135"/>
            <p:cNvSpPr/>
            <p:nvPr/>
          </p:nvSpPr>
          <p:spPr>
            <a:xfrm>
              <a:off x="2329" y="1372"/>
              <a:ext cx="204" cy="0"/>
            </a:xfrm>
            <a:prstGeom prst="line">
              <a:avLst/>
            </a:prstGeom>
            <a:ln w="28575" cap="flat" cmpd="sng">
              <a:solidFill>
                <a:srgbClr val="FFFF00"/>
              </a:solidFill>
              <a:prstDash val="solid"/>
              <a:headEnd type="none" w="med" len="med"/>
              <a:tailEnd type="none" w="med" len="med"/>
            </a:ln>
          </p:spPr>
        </p:sp>
        <p:sp>
          <p:nvSpPr>
            <p:cNvPr id="128132" name="Line 136"/>
            <p:cNvSpPr/>
            <p:nvPr/>
          </p:nvSpPr>
          <p:spPr>
            <a:xfrm>
              <a:off x="2532" y="1156"/>
              <a:ext cx="0" cy="227"/>
            </a:xfrm>
            <a:prstGeom prst="line">
              <a:avLst/>
            </a:prstGeom>
            <a:ln w="9525" cap="flat" cmpd="sng">
              <a:solidFill>
                <a:schemeClr val="bg1"/>
              </a:solidFill>
              <a:prstDash val="solid"/>
              <a:headEnd type="none" w="med" len="med"/>
              <a:tailEnd type="none" w="med" len="med"/>
            </a:ln>
          </p:spPr>
        </p:sp>
        <p:sp>
          <p:nvSpPr>
            <p:cNvPr id="128133" name="Text Box 137"/>
            <p:cNvSpPr txBox="1"/>
            <p:nvPr/>
          </p:nvSpPr>
          <p:spPr>
            <a:xfrm>
              <a:off x="248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34" name="Text Box 138"/>
            <p:cNvSpPr txBox="1"/>
            <p:nvPr/>
          </p:nvSpPr>
          <p:spPr>
            <a:xfrm>
              <a:off x="268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35" name="Line 139"/>
            <p:cNvSpPr/>
            <p:nvPr/>
          </p:nvSpPr>
          <p:spPr>
            <a:xfrm>
              <a:off x="2532" y="1156"/>
              <a:ext cx="204" cy="0"/>
            </a:xfrm>
            <a:prstGeom prst="line">
              <a:avLst/>
            </a:prstGeom>
            <a:ln w="28575" cap="flat" cmpd="sng">
              <a:solidFill>
                <a:srgbClr val="FFFF00"/>
              </a:solidFill>
              <a:prstDash val="solid"/>
              <a:headEnd type="none" w="med" len="med"/>
              <a:tailEnd type="none" w="med" len="med"/>
            </a:ln>
          </p:spPr>
        </p:sp>
        <p:sp>
          <p:nvSpPr>
            <p:cNvPr id="128136" name="Line 140"/>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8137" name="Line 141"/>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8138" name="Line 142"/>
            <p:cNvSpPr/>
            <p:nvPr/>
          </p:nvSpPr>
          <p:spPr>
            <a:xfrm>
              <a:off x="2737" y="1372"/>
              <a:ext cx="204" cy="0"/>
            </a:xfrm>
            <a:prstGeom prst="line">
              <a:avLst/>
            </a:prstGeom>
            <a:ln w="28575" cap="flat" cmpd="sng">
              <a:solidFill>
                <a:srgbClr val="FFFF00"/>
              </a:solidFill>
              <a:prstDash val="solid"/>
              <a:headEnd type="none" w="med" len="med"/>
              <a:tailEnd type="none" w="med" len="med"/>
            </a:ln>
          </p:spPr>
        </p:sp>
        <p:sp>
          <p:nvSpPr>
            <p:cNvPr id="128139" name="Line 143"/>
            <p:cNvSpPr/>
            <p:nvPr/>
          </p:nvSpPr>
          <p:spPr>
            <a:xfrm>
              <a:off x="2940" y="1156"/>
              <a:ext cx="0" cy="227"/>
            </a:xfrm>
            <a:prstGeom prst="line">
              <a:avLst/>
            </a:prstGeom>
            <a:ln w="9525" cap="flat" cmpd="sng">
              <a:solidFill>
                <a:schemeClr val="bg1"/>
              </a:solidFill>
              <a:prstDash val="solid"/>
              <a:headEnd type="none" w="med" len="med"/>
              <a:tailEnd type="none" w="med" len="med"/>
            </a:ln>
          </p:spPr>
        </p:sp>
        <p:sp>
          <p:nvSpPr>
            <p:cNvPr id="128140" name="Text Box 144"/>
            <p:cNvSpPr txBox="1"/>
            <p:nvPr/>
          </p:nvSpPr>
          <p:spPr>
            <a:xfrm>
              <a:off x="2892"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41" name="Text Box 145"/>
            <p:cNvSpPr txBox="1"/>
            <p:nvPr/>
          </p:nvSpPr>
          <p:spPr>
            <a:xfrm>
              <a:off x="3096" y="11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42" name="Line 146"/>
            <p:cNvSpPr/>
            <p:nvPr/>
          </p:nvSpPr>
          <p:spPr>
            <a:xfrm>
              <a:off x="2940" y="1168"/>
              <a:ext cx="204" cy="0"/>
            </a:xfrm>
            <a:prstGeom prst="line">
              <a:avLst/>
            </a:prstGeom>
            <a:ln w="28575" cap="flat" cmpd="sng">
              <a:solidFill>
                <a:srgbClr val="FFFF00"/>
              </a:solidFill>
              <a:prstDash val="solid"/>
              <a:headEnd type="none" w="med" len="med"/>
              <a:tailEnd type="none" w="med" len="med"/>
            </a:ln>
          </p:spPr>
        </p:sp>
        <p:sp>
          <p:nvSpPr>
            <p:cNvPr id="128143" name="Line 147"/>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8144" name="Line 148"/>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8145" name="Line 149"/>
            <p:cNvSpPr/>
            <p:nvPr/>
          </p:nvSpPr>
          <p:spPr>
            <a:xfrm>
              <a:off x="3145" y="1384"/>
              <a:ext cx="204" cy="0"/>
            </a:xfrm>
            <a:prstGeom prst="line">
              <a:avLst/>
            </a:prstGeom>
            <a:ln w="28575" cap="flat" cmpd="sng">
              <a:solidFill>
                <a:srgbClr val="FFFF00"/>
              </a:solidFill>
              <a:prstDash val="solid"/>
              <a:headEnd type="none" w="med" len="med"/>
              <a:tailEnd type="none" w="med" len="med"/>
            </a:ln>
          </p:spPr>
        </p:sp>
        <p:sp>
          <p:nvSpPr>
            <p:cNvPr id="128146" name="Line 150"/>
            <p:cNvSpPr/>
            <p:nvPr/>
          </p:nvSpPr>
          <p:spPr>
            <a:xfrm>
              <a:off x="3348" y="1168"/>
              <a:ext cx="0" cy="227"/>
            </a:xfrm>
            <a:prstGeom prst="line">
              <a:avLst/>
            </a:prstGeom>
            <a:ln w="9525" cap="flat" cmpd="sng">
              <a:solidFill>
                <a:schemeClr val="bg1"/>
              </a:solidFill>
              <a:prstDash val="solid"/>
              <a:headEnd type="none" w="med" len="med"/>
              <a:tailEnd type="none" w="med" len="med"/>
            </a:ln>
          </p:spPr>
        </p:sp>
        <p:sp>
          <p:nvSpPr>
            <p:cNvPr id="128147" name="Text Box 151"/>
            <p:cNvSpPr txBox="1"/>
            <p:nvPr/>
          </p:nvSpPr>
          <p:spPr>
            <a:xfrm>
              <a:off x="330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48" name="Text Box 152"/>
            <p:cNvSpPr txBox="1"/>
            <p:nvPr/>
          </p:nvSpPr>
          <p:spPr>
            <a:xfrm>
              <a:off x="350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49" name="Line 153"/>
            <p:cNvSpPr/>
            <p:nvPr/>
          </p:nvSpPr>
          <p:spPr>
            <a:xfrm>
              <a:off x="3348" y="1156"/>
              <a:ext cx="204" cy="0"/>
            </a:xfrm>
            <a:prstGeom prst="line">
              <a:avLst/>
            </a:prstGeom>
            <a:ln w="28575" cap="flat" cmpd="sng">
              <a:solidFill>
                <a:srgbClr val="FFFF00"/>
              </a:solidFill>
              <a:prstDash val="solid"/>
              <a:headEnd type="none" w="med" len="med"/>
              <a:tailEnd type="none" w="med" len="med"/>
            </a:ln>
          </p:spPr>
        </p:sp>
        <p:sp>
          <p:nvSpPr>
            <p:cNvPr id="128150" name="Line 154"/>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8151" name="Line 155"/>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8152" name="Line 156"/>
            <p:cNvSpPr/>
            <p:nvPr/>
          </p:nvSpPr>
          <p:spPr>
            <a:xfrm>
              <a:off x="3553" y="1372"/>
              <a:ext cx="204" cy="0"/>
            </a:xfrm>
            <a:prstGeom prst="line">
              <a:avLst/>
            </a:prstGeom>
            <a:ln w="28575" cap="flat" cmpd="sng">
              <a:solidFill>
                <a:srgbClr val="FFFF00"/>
              </a:solidFill>
              <a:prstDash val="solid"/>
              <a:headEnd type="none" w="med" len="med"/>
              <a:tailEnd type="none" w="med" len="med"/>
            </a:ln>
          </p:spPr>
        </p:sp>
        <p:sp>
          <p:nvSpPr>
            <p:cNvPr id="128153" name="Line 157"/>
            <p:cNvSpPr/>
            <p:nvPr/>
          </p:nvSpPr>
          <p:spPr>
            <a:xfrm>
              <a:off x="3756" y="1156"/>
              <a:ext cx="0" cy="227"/>
            </a:xfrm>
            <a:prstGeom prst="line">
              <a:avLst/>
            </a:prstGeom>
            <a:ln w="9525" cap="flat" cmpd="sng">
              <a:solidFill>
                <a:schemeClr val="bg1"/>
              </a:solidFill>
              <a:prstDash val="solid"/>
              <a:headEnd type="none" w="med" len="med"/>
              <a:tailEnd type="none" w="med" len="med"/>
            </a:ln>
          </p:spPr>
        </p:sp>
        <p:sp>
          <p:nvSpPr>
            <p:cNvPr id="128154" name="Text Box 158"/>
            <p:cNvSpPr txBox="1"/>
            <p:nvPr/>
          </p:nvSpPr>
          <p:spPr>
            <a:xfrm>
              <a:off x="372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55" name="Text Box 159"/>
            <p:cNvSpPr txBox="1"/>
            <p:nvPr/>
          </p:nvSpPr>
          <p:spPr>
            <a:xfrm>
              <a:off x="392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56" name="Line 160"/>
            <p:cNvSpPr/>
            <p:nvPr/>
          </p:nvSpPr>
          <p:spPr>
            <a:xfrm>
              <a:off x="3768" y="1156"/>
              <a:ext cx="204" cy="0"/>
            </a:xfrm>
            <a:prstGeom prst="line">
              <a:avLst/>
            </a:prstGeom>
            <a:ln w="28575" cap="flat" cmpd="sng">
              <a:solidFill>
                <a:srgbClr val="FFFF00"/>
              </a:solidFill>
              <a:prstDash val="solid"/>
              <a:headEnd type="none" w="med" len="med"/>
              <a:tailEnd type="none" w="med" len="med"/>
            </a:ln>
          </p:spPr>
        </p:sp>
        <p:sp>
          <p:nvSpPr>
            <p:cNvPr id="128157" name="Line 161"/>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8158" name="Line 162"/>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8159" name="Line 163"/>
            <p:cNvSpPr/>
            <p:nvPr/>
          </p:nvSpPr>
          <p:spPr>
            <a:xfrm>
              <a:off x="3973" y="1372"/>
              <a:ext cx="204" cy="0"/>
            </a:xfrm>
            <a:prstGeom prst="line">
              <a:avLst/>
            </a:prstGeom>
            <a:ln w="28575" cap="flat" cmpd="sng">
              <a:solidFill>
                <a:srgbClr val="FFFF00"/>
              </a:solidFill>
              <a:prstDash val="solid"/>
              <a:headEnd type="none" w="med" len="med"/>
              <a:tailEnd type="none" w="med" len="med"/>
            </a:ln>
          </p:spPr>
        </p:sp>
        <p:sp>
          <p:nvSpPr>
            <p:cNvPr id="128160" name="Line 164"/>
            <p:cNvSpPr/>
            <p:nvPr/>
          </p:nvSpPr>
          <p:spPr>
            <a:xfrm>
              <a:off x="4176" y="1156"/>
              <a:ext cx="0" cy="227"/>
            </a:xfrm>
            <a:prstGeom prst="line">
              <a:avLst/>
            </a:prstGeom>
            <a:ln w="9525" cap="flat" cmpd="sng">
              <a:solidFill>
                <a:schemeClr val="bg1"/>
              </a:solidFill>
              <a:prstDash val="solid"/>
              <a:headEnd type="none" w="med" len="med"/>
              <a:tailEnd type="none" w="med" len="med"/>
            </a:ln>
          </p:spPr>
        </p:sp>
        <p:sp>
          <p:nvSpPr>
            <p:cNvPr id="128161" name="Text Box 165"/>
            <p:cNvSpPr txBox="1"/>
            <p:nvPr/>
          </p:nvSpPr>
          <p:spPr>
            <a:xfrm>
              <a:off x="412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62" name="Text Box 166"/>
            <p:cNvSpPr txBox="1"/>
            <p:nvPr/>
          </p:nvSpPr>
          <p:spPr>
            <a:xfrm>
              <a:off x="433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63" name="Line 167"/>
            <p:cNvSpPr/>
            <p:nvPr/>
          </p:nvSpPr>
          <p:spPr>
            <a:xfrm>
              <a:off x="4176" y="1156"/>
              <a:ext cx="204" cy="0"/>
            </a:xfrm>
            <a:prstGeom prst="line">
              <a:avLst/>
            </a:prstGeom>
            <a:ln w="28575" cap="flat" cmpd="sng">
              <a:solidFill>
                <a:srgbClr val="FFFF00"/>
              </a:solidFill>
              <a:prstDash val="solid"/>
              <a:headEnd type="none" w="med" len="med"/>
              <a:tailEnd type="none" w="med" len="med"/>
            </a:ln>
          </p:spPr>
        </p:sp>
        <p:sp>
          <p:nvSpPr>
            <p:cNvPr id="128164" name="Line 168"/>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8165" name="Line 169"/>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8166" name="Line 170"/>
            <p:cNvSpPr/>
            <p:nvPr/>
          </p:nvSpPr>
          <p:spPr>
            <a:xfrm>
              <a:off x="4381" y="1372"/>
              <a:ext cx="204" cy="0"/>
            </a:xfrm>
            <a:prstGeom prst="line">
              <a:avLst/>
            </a:prstGeom>
            <a:ln w="28575" cap="flat" cmpd="sng">
              <a:solidFill>
                <a:srgbClr val="FFFF00"/>
              </a:solidFill>
              <a:prstDash val="solid"/>
              <a:headEnd type="none" w="med" len="med"/>
              <a:tailEnd type="none" w="med" len="med"/>
            </a:ln>
          </p:spPr>
        </p:sp>
        <p:sp>
          <p:nvSpPr>
            <p:cNvPr id="128167" name="Line 171"/>
            <p:cNvSpPr/>
            <p:nvPr/>
          </p:nvSpPr>
          <p:spPr>
            <a:xfrm>
              <a:off x="4584" y="1156"/>
              <a:ext cx="0" cy="227"/>
            </a:xfrm>
            <a:prstGeom prst="line">
              <a:avLst/>
            </a:prstGeom>
            <a:ln w="9525" cap="flat" cmpd="sng">
              <a:solidFill>
                <a:schemeClr val="bg1"/>
              </a:solidFill>
              <a:prstDash val="solid"/>
              <a:headEnd type="none" w="med" len="med"/>
              <a:tailEnd type="none" w="med" len="med"/>
            </a:ln>
          </p:spPr>
        </p:sp>
        <p:sp>
          <p:nvSpPr>
            <p:cNvPr id="128168" name="Text Box 172"/>
            <p:cNvSpPr txBox="1"/>
            <p:nvPr/>
          </p:nvSpPr>
          <p:spPr>
            <a:xfrm>
              <a:off x="4536"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69" name="Text Box 173"/>
            <p:cNvSpPr txBox="1"/>
            <p:nvPr/>
          </p:nvSpPr>
          <p:spPr>
            <a:xfrm>
              <a:off x="4740"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70" name="Line 174"/>
            <p:cNvSpPr/>
            <p:nvPr/>
          </p:nvSpPr>
          <p:spPr>
            <a:xfrm>
              <a:off x="4584" y="1156"/>
              <a:ext cx="204" cy="0"/>
            </a:xfrm>
            <a:prstGeom prst="line">
              <a:avLst/>
            </a:prstGeom>
            <a:ln w="28575" cap="flat" cmpd="sng">
              <a:solidFill>
                <a:srgbClr val="FFFF00"/>
              </a:solidFill>
              <a:prstDash val="solid"/>
              <a:headEnd type="none" w="med" len="med"/>
              <a:tailEnd type="none" w="med" len="med"/>
            </a:ln>
          </p:spPr>
        </p:sp>
        <p:sp>
          <p:nvSpPr>
            <p:cNvPr id="128171" name="Line 175"/>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8172" name="Line 176"/>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8173" name="Line 177"/>
            <p:cNvSpPr/>
            <p:nvPr/>
          </p:nvSpPr>
          <p:spPr>
            <a:xfrm>
              <a:off x="4789" y="1372"/>
              <a:ext cx="204" cy="0"/>
            </a:xfrm>
            <a:prstGeom prst="line">
              <a:avLst/>
            </a:prstGeom>
            <a:ln w="28575" cap="flat" cmpd="sng">
              <a:solidFill>
                <a:srgbClr val="FFFF00"/>
              </a:solidFill>
              <a:prstDash val="solid"/>
              <a:headEnd type="none" w="med" len="med"/>
              <a:tailEnd type="none" w="med" len="med"/>
            </a:ln>
          </p:spPr>
        </p:sp>
        <p:sp>
          <p:nvSpPr>
            <p:cNvPr id="128174" name="Line 178"/>
            <p:cNvSpPr/>
            <p:nvPr/>
          </p:nvSpPr>
          <p:spPr>
            <a:xfrm>
              <a:off x="4992" y="1156"/>
              <a:ext cx="0" cy="227"/>
            </a:xfrm>
            <a:prstGeom prst="line">
              <a:avLst/>
            </a:prstGeom>
            <a:ln w="9525" cap="flat" cmpd="sng">
              <a:solidFill>
                <a:schemeClr val="bg1"/>
              </a:solidFill>
              <a:prstDash val="solid"/>
              <a:headEnd type="none" w="med" len="med"/>
              <a:tailEnd type="none" w="med" len="med"/>
            </a:ln>
          </p:spPr>
        </p:sp>
        <p:sp>
          <p:nvSpPr>
            <p:cNvPr id="128175" name="Text Box 179"/>
            <p:cNvSpPr txBox="1"/>
            <p:nvPr/>
          </p:nvSpPr>
          <p:spPr>
            <a:xfrm>
              <a:off x="4944"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76" name="Text Box 180"/>
            <p:cNvSpPr txBox="1"/>
            <p:nvPr/>
          </p:nvSpPr>
          <p:spPr>
            <a:xfrm>
              <a:off x="5148"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77" name="Line 181"/>
            <p:cNvSpPr/>
            <p:nvPr/>
          </p:nvSpPr>
          <p:spPr>
            <a:xfrm>
              <a:off x="4992" y="1156"/>
              <a:ext cx="204" cy="0"/>
            </a:xfrm>
            <a:prstGeom prst="line">
              <a:avLst/>
            </a:prstGeom>
            <a:ln w="28575" cap="flat" cmpd="sng">
              <a:solidFill>
                <a:srgbClr val="FFFF00"/>
              </a:solidFill>
              <a:prstDash val="solid"/>
              <a:headEnd type="none" w="med" len="med"/>
              <a:tailEnd type="none" w="med" len="med"/>
            </a:ln>
          </p:spPr>
        </p:sp>
        <p:sp>
          <p:nvSpPr>
            <p:cNvPr id="128178" name="Line 182"/>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8179" name="Line 183"/>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8180" name="Line 184"/>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8181" name="Text Box 185"/>
            <p:cNvSpPr txBox="1"/>
            <p:nvPr/>
          </p:nvSpPr>
          <p:spPr>
            <a:xfrm>
              <a:off x="5352" y="115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82" name="Line 186"/>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8183" name="Line 187"/>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8008" name="Group 188"/>
          <p:cNvGrpSpPr/>
          <p:nvPr/>
        </p:nvGrpSpPr>
        <p:grpSpPr>
          <a:xfrm>
            <a:off x="3257550" y="1314450"/>
            <a:ext cx="4572000" cy="332184"/>
            <a:chOff x="1776" y="2036"/>
            <a:chExt cx="3840" cy="279"/>
          </a:xfrm>
        </p:grpSpPr>
        <p:sp>
          <p:nvSpPr>
            <p:cNvPr id="128097" name="Text Box 189"/>
            <p:cNvSpPr txBox="1"/>
            <p:nvPr/>
          </p:nvSpPr>
          <p:spPr>
            <a:xfrm>
              <a:off x="1776" y="203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p>
          </p:txBody>
        </p:sp>
        <p:sp>
          <p:nvSpPr>
            <p:cNvPr id="128098" name="Line 190"/>
            <p:cNvSpPr/>
            <p:nvPr/>
          </p:nvSpPr>
          <p:spPr>
            <a:xfrm>
              <a:off x="2011" y="2304"/>
              <a:ext cx="113" cy="0"/>
            </a:xfrm>
            <a:prstGeom prst="line">
              <a:avLst/>
            </a:prstGeom>
            <a:ln w="28575" cap="flat" cmpd="sng">
              <a:solidFill>
                <a:srgbClr val="FFFF00"/>
              </a:solidFill>
              <a:prstDash val="solid"/>
              <a:headEnd type="none" w="med" len="med"/>
              <a:tailEnd type="none" w="med" len="med"/>
            </a:ln>
          </p:spPr>
        </p:sp>
        <p:sp>
          <p:nvSpPr>
            <p:cNvPr id="128099" name="Text Box 191"/>
            <p:cNvSpPr txBox="1"/>
            <p:nvPr/>
          </p:nvSpPr>
          <p:spPr>
            <a:xfrm>
              <a:off x="237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00" name="Line 192"/>
            <p:cNvSpPr/>
            <p:nvPr/>
          </p:nvSpPr>
          <p:spPr>
            <a:xfrm>
              <a:off x="2328" y="2068"/>
              <a:ext cx="408" cy="0"/>
            </a:xfrm>
            <a:prstGeom prst="line">
              <a:avLst/>
            </a:prstGeom>
            <a:ln w="28575" cap="flat" cmpd="sng">
              <a:solidFill>
                <a:srgbClr val="FFFF00"/>
              </a:solidFill>
              <a:prstDash val="solid"/>
              <a:headEnd type="none" w="med" len="med"/>
              <a:tailEnd type="none" w="med" len="med"/>
            </a:ln>
          </p:spPr>
        </p:sp>
        <p:sp>
          <p:nvSpPr>
            <p:cNvPr id="128101" name="Line 193"/>
            <p:cNvSpPr/>
            <p:nvPr/>
          </p:nvSpPr>
          <p:spPr>
            <a:xfrm>
              <a:off x="2328" y="2068"/>
              <a:ext cx="0" cy="227"/>
            </a:xfrm>
            <a:prstGeom prst="line">
              <a:avLst/>
            </a:prstGeom>
            <a:ln w="28575" cap="flat" cmpd="sng">
              <a:solidFill>
                <a:srgbClr val="FFFF00"/>
              </a:solidFill>
              <a:prstDash val="solid"/>
              <a:headEnd type="none" w="med" len="med"/>
              <a:tailEnd type="none" w="med" len="med"/>
            </a:ln>
          </p:spPr>
        </p:sp>
        <p:sp>
          <p:nvSpPr>
            <p:cNvPr id="128102" name="Text Box 194"/>
            <p:cNvSpPr txBox="1"/>
            <p:nvPr/>
          </p:nvSpPr>
          <p:spPr>
            <a:xfrm>
              <a:off x="2796"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03" name="Line 195"/>
            <p:cNvSpPr/>
            <p:nvPr/>
          </p:nvSpPr>
          <p:spPr>
            <a:xfrm>
              <a:off x="2736" y="2068"/>
              <a:ext cx="0" cy="227"/>
            </a:xfrm>
            <a:prstGeom prst="line">
              <a:avLst/>
            </a:prstGeom>
            <a:ln w="28575" cap="flat" cmpd="sng">
              <a:solidFill>
                <a:srgbClr val="FFFF00"/>
              </a:solidFill>
              <a:prstDash val="solid"/>
              <a:headEnd type="none" w="med" len="med"/>
              <a:tailEnd type="none" w="med" len="med"/>
            </a:ln>
          </p:spPr>
        </p:sp>
        <p:sp>
          <p:nvSpPr>
            <p:cNvPr id="128104" name="Line 196"/>
            <p:cNvSpPr/>
            <p:nvPr/>
          </p:nvSpPr>
          <p:spPr>
            <a:xfrm>
              <a:off x="2724" y="2284"/>
              <a:ext cx="431" cy="0"/>
            </a:xfrm>
            <a:prstGeom prst="line">
              <a:avLst/>
            </a:prstGeom>
            <a:ln w="28575" cap="flat" cmpd="sng">
              <a:solidFill>
                <a:srgbClr val="FFFF00"/>
              </a:solidFill>
              <a:prstDash val="solid"/>
              <a:headEnd type="none" w="med" len="med"/>
              <a:tailEnd type="none" w="med" len="med"/>
            </a:ln>
          </p:spPr>
        </p:sp>
        <p:sp>
          <p:nvSpPr>
            <p:cNvPr id="128105" name="Text Box 197"/>
            <p:cNvSpPr txBox="1"/>
            <p:nvPr/>
          </p:nvSpPr>
          <p:spPr>
            <a:xfrm>
              <a:off x="319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06" name="Line 198"/>
            <p:cNvSpPr/>
            <p:nvPr/>
          </p:nvSpPr>
          <p:spPr>
            <a:xfrm>
              <a:off x="3145" y="2068"/>
              <a:ext cx="408" cy="0"/>
            </a:xfrm>
            <a:prstGeom prst="line">
              <a:avLst/>
            </a:prstGeom>
            <a:ln w="28575" cap="flat" cmpd="sng">
              <a:solidFill>
                <a:srgbClr val="FFFF00"/>
              </a:solidFill>
              <a:prstDash val="solid"/>
              <a:headEnd type="none" w="med" len="med"/>
              <a:tailEnd type="none" w="med" len="med"/>
            </a:ln>
          </p:spPr>
        </p:sp>
        <p:sp>
          <p:nvSpPr>
            <p:cNvPr id="128107" name="Line 199"/>
            <p:cNvSpPr/>
            <p:nvPr/>
          </p:nvSpPr>
          <p:spPr>
            <a:xfrm>
              <a:off x="3144" y="2068"/>
              <a:ext cx="0" cy="227"/>
            </a:xfrm>
            <a:prstGeom prst="line">
              <a:avLst/>
            </a:prstGeom>
            <a:ln w="28575" cap="flat" cmpd="sng">
              <a:solidFill>
                <a:srgbClr val="FFFF00"/>
              </a:solidFill>
              <a:prstDash val="solid"/>
              <a:headEnd type="none" w="med" len="med"/>
              <a:tailEnd type="none" w="med" len="med"/>
            </a:ln>
          </p:spPr>
        </p:sp>
        <p:sp>
          <p:nvSpPr>
            <p:cNvPr id="128108" name="Text Box 200"/>
            <p:cNvSpPr txBox="1"/>
            <p:nvPr/>
          </p:nvSpPr>
          <p:spPr>
            <a:xfrm>
              <a:off x="3613"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09" name="Line 201"/>
            <p:cNvSpPr/>
            <p:nvPr/>
          </p:nvSpPr>
          <p:spPr>
            <a:xfrm>
              <a:off x="3552" y="2068"/>
              <a:ext cx="0" cy="227"/>
            </a:xfrm>
            <a:prstGeom prst="line">
              <a:avLst/>
            </a:prstGeom>
            <a:ln w="28575" cap="flat" cmpd="sng">
              <a:solidFill>
                <a:srgbClr val="FFFF00"/>
              </a:solidFill>
              <a:prstDash val="solid"/>
              <a:headEnd type="none" w="med" len="med"/>
              <a:tailEnd type="none" w="med" len="med"/>
            </a:ln>
          </p:spPr>
        </p:sp>
        <p:sp>
          <p:nvSpPr>
            <p:cNvPr id="128110" name="Line 202"/>
            <p:cNvSpPr/>
            <p:nvPr/>
          </p:nvSpPr>
          <p:spPr>
            <a:xfrm>
              <a:off x="3541" y="2284"/>
              <a:ext cx="431" cy="0"/>
            </a:xfrm>
            <a:prstGeom prst="line">
              <a:avLst/>
            </a:prstGeom>
            <a:ln w="28575" cap="flat" cmpd="sng">
              <a:solidFill>
                <a:srgbClr val="FFFF00"/>
              </a:solidFill>
              <a:prstDash val="solid"/>
              <a:headEnd type="none" w="med" len="med"/>
              <a:tailEnd type="none" w="med" len="med"/>
            </a:ln>
          </p:spPr>
        </p:sp>
        <p:sp>
          <p:nvSpPr>
            <p:cNvPr id="128111" name="Text Box 203"/>
            <p:cNvSpPr txBox="1"/>
            <p:nvPr/>
          </p:nvSpPr>
          <p:spPr>
            <a:xfrm>
              <a:off x="402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12" name="Line 204"/>
            <p:cNvSpPr/>
            <p:nvPr/>
          </p:nvSpPr>
          <p:spPr>
            <a:xfrm>
              <a:off x="3973" y="2068"/>
              <a:ext cx="408" cy="0"/>
            </a:xfrm>
            <a:prstGeom prst="line">
              <a:avLst/>
            </a:prstGeom>
            <a:ln w="28575" cap="flat" cmpd="sng">
              <a:solidFill>
                <a:srgbClr val="FFFF00"/>
              </a:solidFill>
              <a:prstDash val="solid"/>
              <a:headEnd type="none" w="med" len="med"/>
              <a:tailEnd type="none" w="med" len="med"/>
            </a:ln>
          </p:spPr>
        </p:sp>
        <p:sp>
          <p:nvSpPr>
            <p:cNvPr id="128113" name="Line 205"/>
            <p:cNvSpPr/>
            <p:nvPr/>
          </p:nvSpPr>
          <p:spPr>
            <a:xfrm>
              <a:off x="3972" y="2068"/>
              <a:ext cx="0" cy="227"/>
            </a:xfrm>
            <a:prstGeom prst="line">
              <a:avLst/>
            </a:prstGeom>
            <a:ln w="28575" cap="flat" cmpd="sng">
              <a:solidFill>
                <a:srgbClr val="FFFF00"/>
              </a:solidFill>
              <a:prstDash val="solid"/>
              <a:headEnd type="none" w="med" len="med"/>
              <a:tailEnd type="none" w="med" len="med"/>
            </a:ln>
          </p:spPr>
        </p:sp>
        <p:sp>
          <p:nvSpPr>
            <p:cNvPr id="128114" name="Text Box 206"/>
            <p:cNvSpPr txBox="1"/>
            <p:nvPr/>
          </p:nvSpPr>
          <p:spPr>
            <a:xfrm>
              <a:off x="4441"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15" name="Line 207"/>
            <p:cNvSpPr/>
            <p:nvPr/>
          </p:nvSpPr>
          <p:spPr>
            <a:xfrm>
              <a:off x="4380" y="2068"/>
              <a:ext cx="0" cy="227"/>
            </a:xfrm>
            <a:prstGeom prst="line">
              <a:avLst/>
            </a:prstGeom>
            <a:ln w="28575" cap="flat" cmpd="sng">
              <a:solidFill>
                <a:srgbClr val="FFFF00"/>
              </a:solidFill>
              <a:prstDash val="solid"/>
              <a:headEnd type="none" w="med" len="med"/>
              <a:tailEnd type="none" w="med" len="med"/>
            </a:ln>
          </p:spPr>
        </p:sp>
        <p:sp>
          <p:nvSpPr>
            <p:cNvPr id="128116" name="Line 208"/>
            <p:cNvSpPr/>
            <p:nvPr/>
          </p:nvSpPr>
          <p:spPr>
            <a:xfrm>
              <a:off x="4381" y="2284"/>
              <a:ext cx="408" cy="0"/>
            </a:xfrm>
            <a:prstGeom prst="line">
              <a:avLst/>
            </a:prstGeom>
            <a:ln w="28575" cap="flat" cmpd="sng">
              <a:solidFill>
                <a:srgbClr val="FFFF00"/>
              </a:solidFill>
              <a:prstDash val="solid"/>
              <a:headEnd type="none" w="med" len="med"/>
              <a:tailEnd type="none" w="med" len="med"/>
            </a:ln>
          </p:spPr>
        </p:sp>
        <p:sp>
          <p:nvSpPr>
            <p:cNvPr id="128117" name="Text Box 209"/>
            <p:cNvSpPr txBox="1"/>
            <p:nvPr/>
          </p:nvSpPr>
          <p:spPr>
            <a:xfrm>
              <a:off x="4825"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118" name="Line 210"/>
            <p:cNvSpPr/>
            <p:nvPr/>
          </p:nvSpPr>
          <p:spPr>
            <a:xfrm>
              <a:off x="4777" y="2068"/>
              <a:ext cx="431" cy="0"/>
            </a:xfrm>
            <a:prstGeom prst="line">
              <a:avLst/>
            </a:prstGeom>
            <a:ln w="28575" cap="flat" cmpd="sng">
              <a:solidFill>
                <a:srgbClr val="FFFF00"/>
              </a:solidFill>
              <a:prstDash val="solid"/>
              <a:headEnd type="none" w="med" len="med"/>
              <a:tailEnd type="none" w="med" len="med"/>
            </a:ln>
          </p:spPr>
        </p:sp>
        <p:sp>
          <p:nvSpPr>
            <p:cNvPr id="128119" name="Line 211"/>
            <p:cNvSpPr/>
            <p:nvPr/>
          </p:nvSpPr>
          <p:spPr>
            <a:xfrm>
              <a:off x="4788" y="2068"/>
              <a:ext cx="0" cy="227"/>
            </a:xfrm>
            <a:prstGeom prst="line">
              <a:avLst/>
            </a:prstGeom>
            <a:ln w="28575" cap="flat" cmpd="sng">
              <a:solidFill>
                <a:srgbClr val="FFFF00"/>
              </a:solidFill>
              <a:prstDash val="solid"/>
              <a:headEnd type="none" w="med" len="med"/>
              <a:tailEnd type="none" w="med" len="med"/>
            </a:ln>
          </p:spPr>
        </p:sp>
        <p:sp>
          <p:nvSpPr>
            <p:cNvPr id="128120" name="Text Box 212"/>
            <p:cNvSpPr txBox="1"/>
            <p:nvPr/>
          </p:nvSpPr>
          <p:spPr>
            <a:xfrm>
              <a:off x="5257" y="2064"/>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121" name="Line 213"/>
            <p:cNvSpPr/>
            <p:nvPr/>
          </p:nvSpPr>
          <p:spPr>
            <a:xfrm>
              <a:off x="5196" y="2068"/>
              <a:ext cx="0" cy="227"/>
            </a:xfrm>
            <a:prstGeom prst="line">
              <a:avLst/>
            </a:prstGeom>
            <a:ln w="28575" cap="flat" cmpd="sng">
              <a:solidFill>
                <a:srgbClr val="FFFF00"/>
              </a:solidFill>
              <a:prstDash val="solid"/>
              <a:headEnd type="none" w="med" len="med"/>
              <a:tailEnd type="none" w="med" len="med"/>
            </a:ln>
          </p:spPr>
        </p:sp>
        <p:sp>
          <p:nvSpPr>
            <p:cNvPr id="128122" name="Line 214"/>
            <p:cNvSpPr/>
            <p:nvPr/>
          </p:nvSpPr>
          <p:spPr>
            <a:xfrm>
              <a:off x="5185" y="2284"/>
              <a:ext cx="431" cy="0"/>
            </a:xfrm>
            <a:prstGeom prst="line">
              <a:avLst/>
            </a:prstGeom>
            <a:ln w="28575" cap="flat" cmpd="sng">
              <a:solidFill>
                <a:srgbClr val="FFFF00"/>
              </a:solidFill>
              <a:prstDash val="solid"/>
              <a:headEnd type="none" w="med" len="med"/>
              <a:tailEnd type="none" w="med" len="med"/>
            </a:ln>
          </p:spPr>
        </p:sp>
        <p:sp>
          <p:nvSpPr>
            <p:cNvPr id="128123" name="Line 215"/>
            <p:cNvSpPr/>
            <p:nvPr/>
          </p:nvSpPr>
          <p:spPr>
            <a:xfrm>
              <a:off x="2112" y="2304"/>
              <a:ext cx="215" cy="0"/>
            </a:xfrm>
            <a:prstGeom prst="line">
              <a:avLst/>
            </a:prstGeom>
            <a:ln w="28575" cap="flat" cmpd="sng">
              <a:solidFill>
                <a:srgbClr val="FFFF00"/>
              </a:solidFill>
              <a:prstDash val="solid"/>
              <a:headEnd type="none" w="med" len="med"/>
              <a:tailEnd type="none" w="med" len="med"/>
            </a:ln>
          </p:spPr>
        </p:sp>
      </p:grpSp>
      <p:grpSp>
        <p:nvGrpSpPr>
          <p:cNvPr id="128009" name="Group 216"/>
          <p:cNvGrpSpPr/>
          <p:nvPr/>
        </p:nvGrpSpPr>
        <p:grpSpPr>
          <a:xfrm>
            <a:off x="3257550" y="1714500"/>
            <a:ext cx="4585097" cy="389335"/>
            <a:chOff x="1776" y="2516"/>
            <a:chExt cx="3851" cy="327"/>
          </a:xfrm>
        </p:grpSpPr>
        <p:sp>
          <p:nvSpPr>
            <p:cNvPr id="128078" name="Text Box 217"/>
            <p:cNvSpPr txBox="1"/>
            <p:nvPr/>
          </p:nvSpPr>
          <p:spPr>
            <a:xfrm>
              <a:off x="1776" y="251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p>
          </p:txBody>
        </p:sp>
        <p:sp>
          <p:nvSpPr>
            <p:cNvPr id="128079" name="Line 218"/>
            <p:cNvSpPr/>
            <p:nvPr/>
          </p:nvSpPr>
          <p:spPr>
            <a:xfrm>
              <a:off x="2011" y="2784"/>
              <a:ext cx="113" cy="0"/>
            </a:xfrm>
            <a:prstGeom prst="line">
              <a:avLst/>
            </a:prstGeom>
            <a:ln w="28575" cap="flat" cmpd="sng">
              <a:solidFill>
                <a:srgbClr val="FFFF00"/>
              </a:solidFill>
              <a:prstDash val="solid"/>
              <a:headEnd type="none" w="med" len="med"/>
              <a:tailEnd type="none" w="med" len="med"/>
            </a:ln>
          </p:spPr>
        </p:sp>
        <p:grpSp>
          <p:nvGrpSpPr>
            <p:cNvPr id="128080" name="Group 219"/>
            <p:cNvGrpSpPr/>
            <p:nvPr/>
          </p:nvGrpSpPr>
          <p:grpSpPr>
            <a:xfrm>
              <a:off x="2736" y="2544"/>
              <a:ext cx="816" cy="299"/>
              <a:chOff x="2736" y="2544"/>
              <a:chExt cx="816" cy="299"/>
            </a:xfrm>
          </p:grpSpPr>
          <p:sp>
            <p:nvSpPr>
              <p:cNvPr id="128094" name="Text Box 220"/>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095" name="Line 221"/>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6" name="Line 222"/>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1" name="Group 223"/>
            <p:cNvGrpSpPr/>
            <p:nvPr/>
          </p:nvGrpSpPr>
          <p:grpSpPr>
            <a:xfrm>
              <a:off x="3552" y="2544"/>
              <a:ext cx="816" cy="299"/>
              <a:chOff x="3552" y="2544"/>
              <a:chExt cx="816" cy="299"/>
            </a:xfrm>
          </p:grpSpPr>
          <p:sp>
            <p:nvSpPr>
              <p:cNvPr id="128091" name="Text Box 224"/>
              <p:cNvSpPr txBox="1"/>
              <p:nvPr/>
            </p:nvSpPr>
            <p:spPr>
              <a:xfrm>
                <a:off x="374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092" name="Line 225"/>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8093" name="Line 226"/>
              <p:cNvSpPr/>
              <p:nvPr/>
            </p:nvSpPr>
            <p:spPr>
              <a:xfrm>
                <a:off x="3552" y="2784"/>
                <a:ext cx="816" cy="0"/>
              </a:xfrm>
              <a:prstGeom prst="line">
                <a:avLst/>
              </a:prstGeom>
              <a:ln w="28575" cap="flat" cmpd="sng">
                <a:solidFill>
                  <a:srgbClr val="FFFF00"/>
                </a:solidFill>
                <a:prstDash val="solid"/>
                <a:headEnd type="none" w="med" len="med"/>
                <a:tailEnd type="none" w="med" len="med"/>
              </a:ln>
            </p:spPr>
          </p:sp>
        </p:grpSp>
        <p:sp>
          <p:nvSpPr>
            <p:cNvPr id="128082" name="Line 227"/>
            <p:cNvSpPr/>
            <p:nvPr/>
          </p:nvSpPr>
          <p:spPr>
            <a:xfrm>
              <a:off x="2144" y="2784"/>
              <a:ext cx="612" cy="0"/>
            </a:xfrm>
            <a:prstGeom prst="line">
              <a:avLst/>
            </a:prstGeom>
            <a:ln w="28575" cap="flat" cmpd="sng">
              <a:solidFill>
                <a:srgbClr val="FFFF00"/>
              </a:solidFill>
              <a:prstDash val="solid"/>
              <a:headEnd type="none" w="med" len="med"/>
              <a:tailEnd type="none" w="med" len="med"/>
            </a:ln>
          </p:spPr>
        </p:sp>
        <p:grpSp>
          <p:nvGrpSpPr>
            <p:cNvPr id="128083" name="Group 228"/>
            <p:cNvGrpSpPr/>
            <p:nvPr/>
          </p:nvGrpSpPr>
          <p:grpSpPr>
            <a:xfrm>
              <a:off x="4368" y="2544"/>
              <a:ext cx="816" cy="299"/>
              <a:chOff x="2736" y="2544"/>
              <a:chExt cx="816" cy="299"/>
            </a:xfrm>
          </p:grpSpPr>
          <p:sp>
            <p:nvSpPr>
              <p:cNvPr id="128088" name="Text Box 229"/>
              <p:cNvSpPr txBox="1"/>
              <p:nvPr/>
            </p:nvSpPr>
            <p:spPr>
              <a:xfrm>
                <a:off x="2928"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089" name="Line 230"/>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8090" name="Line 231"/>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8084" name="Group 232"/>
            <p:cNvGrpSpPr/>
            <p:nvPr/>
          </p:nvGrpSpPr>
          <p:grpSpPr>
            <a:xfrm>
              <a:off x="5196" y="2544"/>
              <a:ext cx="431" cy="299"/>
              <a:chOff x="5184" y="2544"/>
              <a:chExt cx="431" cy="299"/>
            </a:xfrm>
          </p:grpSpPr>
          <p:sp>
            <p:nvSpPr>
              <p:cNvPr id="128085" name="Text Box 233"/>
              <p:cNvSpPr txBox="1"/>
              <p:nvPr/>
            </p:nvSpPr>
            <p:spPr>
              <a:xfrm>
                <a:off x="5184" y="259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086" name="Line 234"/>
              <p:cNvSpPr/>
              <p:nvPr/>
            </p:nvSpPr>
            <p:spPr>
              <a:xfrm>
                <a:off x="5184" y="2544"/>
                <a:ext cx="0" cy="227"/>
              </a:xfrm>
              <a:prstGeom prst="line">
                <a:avLst/>
              </a:prstGeom>
              <a:ln w="28575" cap="flat" cmpd="sng">
                <a:solidFill>
                  <a:srgbClr val="FFFF00"/>
                </a:solidFill>
                <a:prstDash val="solid"/>
                <a:headEnd type="none" w="med" len="med"/>
                <a:tailEnd type="none" w="med" len="med"/>
              </a:ln>
            </p:spPr>
          </p:sp>
          <p:sp>
            <p:nvSpPr>
              <p:cNvPr id="128087" name="Line 235"/>
              <p:cNvSpPr/>
              <p:nvPr/>
            </p:nvSpPr>
            <p:spPr>
              <a:xfrm>
                <a:off x="5184" y="2784"/>
                <a:ext cx="431" cy="0"/>
              </a:xfrm>
              <a:prstGeom prst="line">
                <a:avLst/>
              </a:prstGeom>
              <a:ln w="28575" cap="flat" cmpd="sng">
                <a:solidFill>
                  <a:srgbClr val="FFFF00"/>
                </a:solidFill>
                <a:prstDash val="solid"/>
                <a:headEnd type="none" w="med" len="med"/>
                <a:tailEnd type="none" w="med" len="med"/>
              </a:ln>
            </p:spPr>
          </p:sp>
        </p:grpSp>
      </p:grpSp>
      <p:grpSp>
        <p:nvGrpSpPr>
          <p:cNvPr id="128010" name="Group 236"/>
          <p:cNvGrpSpPr/>
          <p:nvPr/>
        </p:nvGrpSpPr>
        <p:grpSpPr>
          <a:xfrm>
            <a:off x="3257550" y="2114550"/>
            <a:ext cx="4585097" cy="389335"/>
            <a:chOff x="1776" y="2996"/>
            <a:chExt cx="3851" cy="327"/>
          </a:xfrm>
        </p:grpSpPr>
        <p:sp>
          <p:nvSpPr>
            <p:cNvPr id="128069" name="Text Box 237"/>
            <p:cNvSpPr txBox="1"/>
            <p:nvPr/>
          </p:nvSpPr>
          <p:spPr>
            <a:xfrm>
              <a:off x="1776" y="2996"/>
              <a:ext cx="384" cy="270"/>
            </a:xfrm>
            <a:prstGeom prst="rect">
              <a:avLst/>
            </a:prstGeom>
            <a:noFill/>
            <a:ln w="952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p>
          </p:txBody>
        </p:sp>
        <p:sp>
          <p:nvSpPr>
            <p:cNvPr id="128070" name="Line 238"/>
            <p:cNvSpPr/>
            <p:nvPr/>
          </p:nvSpPr>
          <p:spPr>
            <a:xfrm>
              <a:off x="2011" y="3264"/>
              <a:ext cx="113" cy="0"/>
            </a:xfrm>
            <a:prstGeom prst="line">
              <a:avLst/>
            </a:prstGeom>
            <a:ln w="28575" cap="flat" cmpd="sng">
              <a:solidFill>
                <a:srgbClr val="FFFF00"/>
              </a:solidFill>
              <a:prstDash val="solid"/>
              <a:headEnd type="none" w="med" len="med"/>
              <a:tailEnd type="none" w="med" len="med"/>
            </a:ln>
          </p:spPr>
        </p:sp>
        <p:sp>
          <p:nvSpPr>
            <p:cNvPr id="128071" name="Text Box 239"/>
            <p:cNvSpPr txBox="1"/>
            <p:nvPr/>
          </p:nvSpPr>
          <p:spPr>
            <a:xfrm>
              <a:off x="374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8072" name="Line 240"/>
            <p:cNvSpPr/>
            <p:nvPr/>
          </p:nvSpPr>
          <p:spPr>
            <a:xfrm>
              <a:off x="3552" y="3024"/>
              <a:ext cx="1632" cy="0"/>
            </a:xfrm>
            <a:prstGeom prst="line">
              <a:avLst/>
            </a:prstGeom>
            <a:ln w="28575" cap="flat" cmpd="sng">
              <a:solidFill>
                <a:srgbClr val="FFFF00"/>
              </a:solidFill>
              <a:prstDash val="solid"/>
              <a:headEnd type="none" w="med" len="med"/>
              <a:tailEnd type="none" w="med" len="med"/>
            </a:ln>
          </p:spPr>
        </p:sp>
        <p:sp>
          <p:nvSpPr>
            <p:cNvPr id="128073" name="Line 241"/>
            <p:cNvSpPr/>
            <p:nvPr/>
          </p:nvSpPr>
          <p:spPr>
            <a:xfrm>
              <a:off x="3552" y="3024"/>
              <a:ext cx="0" cy="227"/>
            </a:xfrm>
            <a:prstGeom prst="line">
              <a:avLst/>
            </a:prstGeom>
            <a:ln w="28575" cap="flat" cmpd="sng">
              <a:solidFill>
                <a:srgbClr val="FFFF00"/>
              </a:solidFill>
              <a:prstDash val="solid"/>
              <a:headEnd type="none" w="med" len="med"/>
              <a:tailEnd type="none" w="med" len="med"/>
            </a:ln>
          </p:spPr>
        </p:sp>
        <p:sp>
          <p:nvSpPr>
            <p:cNvPr id="128074" name="Line 242"/>
            <p:cNvSpPr/>
            <p:nvPr/>
          </p:nvSpPr>
          <p:spPr>
            <a:xfrm>
              <a:off x="2112" y="3264"/>
              <a:ext cx="1451" cy="0"/>
            </a:xfrm>
            <a:prstGeom prst="line">
              <a:avLst/>
            </a:prstGeom>
            <a:ln w="28575" cap="flat" cmpd="sng">
              <a:solidFill>
                <a:srgbClr val="FFFF00"/>
              </a:solidFill>
              <a:prstDash val="solid"/>
              <a:headEnd type="none" w="med" len="med"/>
              <a:tailEnd type="none" w="med" len="med"/>
            </a:ln>
          </p:spPr>
        </p:sp>
        <p:sp>
          <p:nvSpPr>
            <p:cNvPr id="128075" name="Text Box 243"/>
            <p:cNvSpPr txBox="1"/>
            <p:nvPr/>
          </p:nvSpPr>
          <p:spPr>
            <a:xfrm>
              <a:off x="5184" y="3072"/>
              <a:ext cx="336" cy="251"/>
            </a:xfrm>
            <a:prstGeom prst="rect">
              <a:avLst/>
            </a:prstGeom>
            <a:noFill/>
            <a:ln w="952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8076" name="Line 244"/>
            <p:cNvSpPr/>
            <p:nvPr/>
          </p:nvSpPr>
          <p:spPr>
            <a:xfrm>
              <a:off x="5196" y="3024"/>
              <a:ext cx="0" cy="227"/>
            </a:xfrm>
            <a:prstGeom prst="line">
              <a:avLst/>
            </a:prstGeom>
            <a:ln w="28575" cap="flat" cmpd="sng">
              <a:solidFill>
                <a:srgbClr val="FFFF00"/>
              </a:solidFill>
              <a:prstDash val="solid"/>
              <a:headEnd type="none" w="med" len="med"/>
              <a:tailEnd type="none" w="med" len="med"/>
            </a:ln>
          </p:spPr>
        </p:sp>
        <p:sp>
          <p:nvSpPr>
            <p:cNvPr id="128077" name="Line 245"/>
            <p:cNvSpPr/>
            <p:nvPr/>
          </p:nvSpPr>
          <p:spPr>
            <a:xfrm>
              <a:off x="5196" y="3264"/>
              <a:ext cx="431" cy="0"/>
            </a:xfrm>
            <a:prstGeom prst="line">
              <a:avLst/>
            </a:prstGeom>
            <a:ln w="28575" cap="flat" cmpd="sng">
              <a:solidFill>
                <a:srgbClr val="FFFF00"/>
              </a:solidFill>
              <a:prstDash val="solid"/>
              <a:headEnd type="none" w="med" len="med"/>
              <a:tailEnd type="none" w="med" len="med"/>
            </a:ln>
          </p:spPr>
        </p:sp>
      </p:grpSp>
      <p:grpSp>
        <p:nvGrpSpPr>
          <p:cNvPr id="128011" name="Group 305"/>
          <p:cNvGrpSpPr/>
          <p:nvPr/>
        </p:nvGrpSpPr>
        <p:grpSpPr>
          <a:xfrm>
            <a:off x="3174206" y="3219450"/>
            <a:ext cx="4800600" cy="1391841"/>
            <a:chOff x="1706" y="2704"/>
            <a:chExt cx="4032" cy="1169"/>
          </a:xfrm>
        </p:grpSpPr>
        <p:sp>
          <p:nvSpPr>
            <p:cNvPr id="128067" name="Text Box 247"/>
            <p:cNvSpPr txBox="1"/>
            <p:nvPr/>
          </p:nvSpPr>
          <p:spPr>
            <a:xfrm>
              <a:off x="1706" y="2704"/>
              <a:ext cx="4032" cy="1169"/>
            </a:xfrm>
            <a:prstGeom prst="rect">
              <a:avLst/>
            </a:prstGeom>
            <a:noFill/>
            <a:ln w="28575">
              <a:noFill/>
            </a:ln>
          </p:spPr>
          <p:txBody>
            <a:bodyPr>
              <a:spAutoFit/>
            </a:bodyPr>
            <a:lstStyle/>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1→0</a:t>
              </a:r>
              <a:r>
                <a:rPr lang="en-US" altLang="zh-CN" sz="1800" dirty="0">
                  <a:latin typeface="Times New Roman" panose="02020603050405020304" pitchFamily="18" charset="0"/>
                </a:rPr>
                <a:t> (</a:t>
              </a:r>
              <a:r>
                <a:rPr lang="en-US" altLang="zh-CN" sz="1500" dirty="0">
                  <a:latin typeface="Times New Roman" panose="02020603050405020304" pitchFamily="18" charset="0"/>
                </a:rPr>
                <a:t>CLK </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 </a:t>
              </a: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p>
            <a:p>
              <a:pPr algn="l">
                <a:lnSpc>
                  <a:spcPct val="80000"/>
                </a:lnSpc>
                <a:spcBef>
                  <a:spcPct val="50000"/>
                </a:spcBef>
              </a:pPr>
              <a:r>
                <a:rPr lang="zh-CN" altLang="en-US" sz="1800" dirty="0">
                  <a:latin typeface="Times New Roman" panose="02020603050405020304" pitchFamily="18" charset="0"/>
                </a:rPr>
                <a:t>   此时，表明</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进位</a:t>
              </a:r>
              <a:r>
                <a:rPr lang="zh-CN" altLang="en-US" sz="1800" dirty="0">
                  <a:latin typeface="Times New Roman" panose="02020603050405020304" pitchFamily="18" charset="0"/>
                </a:rPr>
                <a:t>，使本位 </a:t>
              </a: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i </a:t>
              </a:r>
              <a:r>
                <a:rPr lang="zh-CN" altLang="en-US" sz="1800" dirty="0">
                  <a:latin typeface="Times New Roman" panose="02020603050405020304" pitchFamily="18" charset="0"/>
                </a:rPr>
                <a:t>变</a:t>
              </a:r>
            </a:p>
            <a:p>
              <a:pPr algn="l">
                <a:lnSpc>
                  <a:spcPct val="80000"/>
                </a:lnSpc>
                <a:spcBef>
                  <a:spcPct val="50000"/>
                </a:spcBef>
              </a:pPr>
              <a:r>
                <a:rPr lang="zh-CN" altLang="en-US" sz="1800" dirty="0">
                  <a:latin typeface="Times New Roman" panose="02020603050405020304" pitchFamily="18" charset="0"/>
                </a:rPr>
                <a:t>   化。  </a:t>
              </a:r>
              <a:r>
                <a:rPr lang="en-US" altLang="zh-CN" sz="1500" dirty="0">
                  <a:solidFill>
                    <a:srgbClr val="FF9900"/>
                  </a:solidFill>
                  <a:latin typeface="Times New Roman" panose="02020603050405020304" pitchFamily="18" charset="0"/>
                </a:rPr>
                <a:t>CLK </a:t>
              </a:r>
              <a:r>
                <a:rPr lang="en-US" altLang="zh-CN" sz="15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a:t>
              </a:r>
              <a:r>
                <a:rPr lang="en-US" altLang="zh-CN" sz="1500" dirty="0">
                  <a:solidFill>
                    <a:srgbClr val="FF9900"/>
                  </a:solidFill>
                  <a:latin typeface="Times New Roman" panose="02020603050405020304" pitchFamily="18" charset="0"/>
                </a:rPr>
                <a:t>Q</a:t>
              </a:r>
              <a:r>
                <a:rPr lang="en-US" altLang="zh-CN" sz="1500" baseline="-25000" dirty="0">
                  <a:solidFill>
                    <a:srgbClr val="FF9900"/>
                  </a:solidFill>
                  <a:latin typeface="Times New Roman" panose="02020603050405020304" pitchFamily="18" charset="0"/>
                </a:rPr>
                <a:t>i-1</a:t>
              </a:r>
              <a:r>
                <a:rPr lang="en-US" altLang="zh-CN" sz="1500" baseline="-25000" dirty="0">
                  <a:solidFill>
                    <a:srgbClr val="FFFF00"/>
                  </a:solidFill>
                  <a:latin typeface="Times New Roman" panose="02020603050405020304" pitchFamily="18" charset="0"/>
                </a:rPr>
                <a:t> </a:t>
              </a:r>
              <a:endParaRPr lang="en-US" altLang="zh-CN" sz="1800" dirty="0">
                <a:latin typeface="Times New Roman" panose="02020603050405020304" pitchFamily="18" charset="0"/>
              </a:endParaRPr>
            </a:p>
            <a:p>
              <a:pPr algn="l">
                <a:lnSpc>
                  <a:spcPct val="80000"/>
                </a:lnSpc>
                <a:spcBef>
                  <a:spcPct val="50000"/>
                </a:spcBef>
                <a:buChar char="•"/>
              </a:pPr>
              <a:r>
                <a:rPr lang="en-US" altLang="zh-CN" sz="1800" dirty="0">
                  <a:latin typeface="Times New Roman" panose="02020603050405020304" pitchFamily="18" charset="0"/>
                </a:rPr>
                <a:t>  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加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p>
          </p:txBody>
        </p:sp>
        <p:sp>
          <p:nvSpPr>
            <p:cNvPr id="128068" name="Line 248"/>
            <p:cNvSpPr/>
            <p:nvPr/>
          </p:nvSpPr>
          <p:spPr>
            <a:xfrm>
              <a:off x="2925" y="3321"/>
              <a:ext cx="181" cy="0"/>
            </a:xfrm>
            <a:prstGeom prst="line">
              <a:avLst/>
            </a:prstGeom>
            <a:ln w="28575" cap="flat" cmpd="sng">
              <a:solidFill>
                <a:srgbClr val="FF9900"/>
              </a:solidFill>
              <a:prstDash val="solid"/>
              <a:headEnd type="none" w="med" len="med"/>
              <a:tailEnd type="none" w="med" len="med"/>
            </a:ln>
          </p:spPr>
        </p:sp>
      </p:grpSp>
      <p:grpSp>
        <p:nvGrpSpPr>
          <p:cNvPr id="128012" name="Group 249"/>
          <p:cNvGrpSpPr/>
          <p:nvPr/>
        </p:nvGrpSpPr>
        <p:grpSpPr>
          <a:xfrm>
            <a:off x="651510" y="714375"/>
            <a:ext cx="2114550" cy="3970486"/>
            <a:chOff x="9" y="192"/>
            <a:chExt cx="1776" cy="3749"/>
          </a:xfrm>
        </p:grpSpPr>
        <p:sp>
          <p:nvSpPr>
            <p:cNvPr id="128013" name="AutoShape 250"/>
            <p:cNvSpPr/>
            <p:nvPr/>
          </p:nvSpPr>
          <p:spPr>
            <a:xfrm>
              <a:off x="693" y="227"/>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8014" name="Line 251"/>
            <p:cNvSpPr/>
            <p:nvPr/>
          </p:nvSpPr>
          <p:spPr>
            <a:xfrm>
              <a:off x="693" y="462"/>
              <a:ext cx="48" cy="41"/>
            </a:xfrm>
            <a:prstGeom prst="line">
              <a:avLst/>
            </a:prstGeom>
            <a:ln w="28575" cap="flat" cmpd="sng">
              <a:solidFill>
                <a:schemeClr val="tx1"/>
              </a:solidFill>
              <a:prstDash val="solid"/>
              <a:headEnd type="none" w="med" len="med"/>
              <a:tailEnd type="none" w="med" len="med"/>
            </a:ln>
          </p:spPr>
        </p:sp>
        <p:sp>
          <p:nvSpPr>
            <p:cNvPr id="128015" name="Line 252"/>
            <p:cNvSpPr/>
            <p:nvPr/>
          </p:nvSpPr>
          <p:spPr>
            <a:xfrm flipH="1">
              <a:off x="693" y="510"/>
              <a:ext cx="48" cy="41"/>
            </a:xfrm>
            <a:prstGeom prst="line">
              <a:avLst/>
            </a:prstGeom>
            <a:ln w="28575" cap="flat" cmpd="sng">
              <a:solidFill>
                <a:schemeClr val="tx1"/>
              </a:solidFill>
              <a:prstDash val="solid"/>
              <a:headEnd type="none" w="med" len="med"/>
              <a:tailEnd type="none" w="med" len="med"/>
            </a:ln>
          </p:spPr>
        </p:sp>
        <p:sp>
          <p:nvSpPr>
            <p:cNvPr id="128016" name="Text Box 253"/>
            <p:cNvSpPr txBox="1"/>
            <p:nvPr/>
          </p:nvSpPr>
          <p:spPr>
            <a:xfrm>
              <a:off x="703" y="421"/>
              <a:ext cx="500" cy="260"/>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T</a:t>
              </a:r>
            </a:p>
          </p:txBody>
        </p:sp>
        <p:sp>
          <p:nvSpPr>
            <p:cNvPr id="128017" name="Text Box 254"/>
            <p:cNvSpPr txBox="1"/>
            <p:nvPr/>
          </p:nvSpPr>
          <p:spPr>
            <a:xfrm>
              <a:off x="924" y="214"/>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18" name="Text Box 255"/>
            <p:cNvSpPr txBox="1"/>
            <p:nvPr/>
          </p:nvSpPr>
          <p:spPr>
            <a:xfrm>
              <a:off x="928" y="602"/>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19" name="Oval 256"/>
            <p:cNvSpPr/>
            <p:nvPr/>
          </p:nvSpPr>
          <p:spPr>
            <a:xfrm flipH="1">
              <a:off x="1122" y="674"/>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8020" name="Line 257"/>
            <p:cNvSpPr/>
            <p:nvPr/>
          </p:nvSpPr>
          <p:spPr>
            <a:xfrm flipH="1">
              <a:off x="393" y="510"/>
              <a:ext cx="288" cy="0"/>
            </a:xfrm>
            <a:prstGeom prst="line">
              <a:avLst/>
            </a:prstGeom>
            <a:ln w="28575" cap="flat" cmpd="sng">
              <a:solidFill>
                <a:srgbClr val="FFFF00"/>
              </a:solidFill>
              <a:prstDash val="solid"/>
              <a:headEnd type="none" w="med" len="med"/>
              <a:tailEnd type="none" w="med" len="med"/>
            </a:ln>
          </p:spPr>
        </p:sp>
        <p:sp>
          <p:nvSpPr>
            <p:cNvPr id="128021" name="Line 258"/>
            <p:cNvSpPr/>
            <p:nvPr/>
          </p:nvSpPr>
          <p:spPr>
            <a:xfrm>
              <a:off x="1113" y="291"/>
              <a:ext cx="336" cy="0"/>
            </a:xfrm>
            <a:prstGeom prst="line">
              <a:avLst/>
            </a:prstGeom>
            <a:ln w="28575" cap="flat" cmpd="sng">
              <a:solidFill>
                <a:schemeClr val="bg1"/>
              </a:solidFill>
              <a:prstDash val="solid"/>
              <a:headEnd type="none" w="med" len="med"/>
              <a:tailEnd type="none" w="med" len="med"/>
            </a:ln>
          </p:spPr>
        </p:sp>
        <p:sp>
          <p:nvSpPr>
            <p:cNvPr id="128022" name="Line 259"/>
            <p:cNvSpPr/>
            <p:nvPr/>
          </p:nvSpPr>
          <p:spPr>
            <a:xfrm>
              <a:off x="1200" y="709"/>
              <a:ext cx="288" cy="0"/>
            </a:xfrm>
            <a:prstGeom prst="line">
              <a:avLst/>
            </a:prstGeom>
            <a:ln w="28575" cap="flat" cmpd="sng">
              <a:solidFill>
                <a:srgbClr val="FFFF00"/>
              </a:solidFill>
              <a:prstDash val="solid"/>
              <a:headEnd type="none" w="med" len="med"/>
              <a:tailEnd type="none" w="med" len="med"/>
            </a:ln>
          </p:spPr>
        </p:sp>
        <p:sp>
          <p:nvSpPr>
            <p:cNvPr id="128023" name="AutoShape 260"/>
            <p:cNvSpPr/>
            <p:nvPr/>
          </p:nvSpPr>
          <p:spPr>
            <a:xfrm>
              <a:off x="693" y="1040"/>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8024" name="Line 261"/>
            <p:cNvSpPr/>
            <p:nvPr/>
          </p:nvSpPr>
          <p:spPr>
            <a:xfrm>
              <a:off x="693" y="1275"/>
              <a:ext cx="48" cy="41"/>
            </a:xfrm>
            <a:prstGeom prst="line">
              <a:avLst/>
            </a:prstGeom>
            <a:ln w="28575" cap="flat" cmpd="sng">
              <a:solidFill>
                <a:schemeClr val="tx1"/>
              </a:solidFill>
              <a:prstDash val="solid"/>
              <a:headEnd type="none" w="med" len="med"/>
              <a:tailEnd type="none" w="med" len="med"/>
            </a:ln>
          </p:spPr>
        </p:sp>
        <p:sp>
          <p:nvSpPr>
            <p:cNvPr id="128025" name="Line 262"/>
            <p:cNvSpPr/>
            <p:nvPr/>
          </p:nvSpPr>
          <p:spPr>
            <a:xfrm flipH="1">
              <a:off x="693" y="1324"/>
              <a:ext cx="48" cy="40"/>
            </a:xfrm>
            <a:prstGeom prst="line">
              <a:avLst/>
            </a:prstGeom>
            <a:ln w="28575" cap="flat" cmpd="sng">
              <a:solidFill>
                <a:schemeClr val="tx1"/>
              </a:solidFill>
              <a:prstDash val="solid"/>
              <a:headEnd type="none" w="med" len="med"/>
              <a:tailEnd type="none" w="med" len="med"/>
            </a:ln>
          </p:spPr>
        </p:sp>
        <p:sp>
          <p:nvSpPr>
            <p:cNvPr id="128026" name="Text Box 263"/>
            <p:cNvSpPr txBox="1"/>
            <p:nvPr/>
          </p:nvSpPr>
          <p:spPr>
            <a:xfrm>
              <a:off x="703" y="1233"/>
              <a:ext cx="500" cy="260"/>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T</a:t>
              </a:r>
            </a:p>
          </p:txBody>
        </p:sp>
        <p:sp>
          <p:nvSpPr>
            <p:cNvPr id="128027" name="Text Box 264"/>
            <p:cNvSpPr txBox="1"/>
            <p:nvPr/>
          </p:nvSpPr>
          <p:spPr>
            <a:xfrm>
              <a:off x="924" y="1028"/>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28" name="Text Box 265"/>
            <p:cNvSpPr txBox="1"/>
            <p:nvPr/>
          </p:nvSpPr>
          <p:spPr>
            <a:xfrm>
              <a:off x="928" y="1415"/>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29" name="Oval 266"/>
            <p:cNvSpPr/>
            <p:nvPr/>
          </p:nvSpPr>
          <p:spPr>
            <a:xfrm flipH="1">
              <a:off x="1122" y="1487"/>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8030" name="Line 267"/>
            <p:cNvSpPr/>
            <p:nvPr/>
          </p:nvSpPr>
          <p:spPr>
            <a:xfrm flipH="1">
              <a:off x="393" y="1324"/>
              <a:ext cx="288" cy="0"/>
            </a:xfrm>
            <a:prstGeom prst="line">
              <a:avLst/>
            </a:prstGeom>
            <a:ln w="28575" cap="flat" cmpd="sng">
              <a:solidFill>
                <a:srgbClr val="FFFF00"/>
              </a:solidFill>
              <a:prstDash val="solid"/>
              <a:headEnd type="none" w="med" len="med"/>
              <a:tailEnd type="none" w="med" len="med"/>
            </a:ln>
          </p:spPr>
        </p:sp>
        <p:sp>
          <p:nvSpPr>
            <p:cNvPr id="128031" name="Line 268"/>
            <p:cNvSpPr/>
            <p:nvPr/>
          </p:nvSpPr>
          <p:spPr>
            <a:xfrm>
              <a:off x="1113" y="1104"/>
              <a:ext cx="336" cy="0"/>
            </a:xfrm>
            <a:prstGeom prst="line">
              <a:avLst/>
            </a:prstGeom>
            <a:ln w="28575" cap="flat" cmpd="sng">
              <a:solidFill>
                <a:schemeClr val="bg1"/>
              </a:solidFill>
              <a:prstDash val="solid"/>
              <a:headEnd type="none" w="med" len="med"/>
              <a:tailEnd type="none" w="med" len="med"/>
            </a:ln>
          </p:spPr>
        </p:sp>
        <p:sp>
          <p:nvSpPr>
            <p:cNvPr id="128032" name="Line 269"/>
            <p:cNvSpPr/>
            <p:nvPr/>
          </p:nvSpPr>
          <p:spPr>
            <a:xfrm>
              <a:off x="1200" y="1522"/>
              <a:ext cx="288" cy="0"/>
            </a:xfrm>
            <a:prstGeom prst="line">
              <a:avLst/>
            </a:prstGeom>
            <a:ln w="28575" cap="flat" cmpd="sng">
              <a:solidFill>
                <a:srgbClr val="FFFF00"/>
              </a:solidFill>
              <a:prstDash val="solid"/>
              <a:headEnd type="none" w="med" len="med"/>
              <a:tailEnd type="none" w="med" len="med"/>
            </a:ln>
          </p:spPr>
        </p:sp>
        <p:sp>
          <p:nvSpPr>
            <p:cNvPr id="128033" name="AutoShape 270"/>
            <p:cNvSpPr/>
            <p:nvPr/>
          </p:nvSpPr>
          <p:spPr>
            <a:xfrm>
              <a:off x="702" y="1879"/>
              <a:ext cx="432" cy="5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8034" name="Line 271"/>
            <p:cNvSpPr/>
            <p:nvPr/>
          </p:nvSpPr>
          <p:spPr>
            <a:xfrm>
              <a:off x="702" y="2114"/>
              <a:ext cx="48" cy="41"/>
            </a:xfrm>
            <a:prstGeom prst="line">
              <a:avLst/>
            </a:prstGeom>
            <a:ln w="28575" cap="flat" cmpd="sng">
              <a:solidFill>
                <a:schemeClr val="tx1"/>
              </a:solidFill>
              <a:prstDash val="solid"/>
              <a:headEnd type="none" w="med" len="med"/>
              <a:tailEnd type="none" w="med" len="med"/>
            </a:ln>
          </p:spPr>
        </p:sp>
        <p:sp>
          <p:nvSpPr>
            <p:cNvPr id="128035" name="Line 272"/>
            <p:cNvSpPr/>
            <p:nvPr/>
          </p:nvSpPr>
          <p:spPr>
            <a:xfrm flipH="1">
              <a:off x="702" y="2162"/>
              <a:ext cx="48" cy="41"/>
            </a:xfrm>
            <a:prstGeom prst="line">
              <a:avLst/>
            </a:prstGeom>
            <a:ln w="28575" cap="flat" cmpd="sng">
              <a:solidFill>
                <a:schemeClr val="tx1"/>
              </a:solidFill>
              <a:prstDash val="solid"/>
              <a:headEnd type="none" w="med" len="med"/>
              <a:tailEnd type="none" w="med" len="med"/>
            </a:ln>
          </p:spPr>
        </p:sp>
        <p:sp>
          <p:nvSpPr>
            <p:cNvPr id="128036" name="Text Box 273"/>
            <p:cNvSpPr txBox="1"/>
            <p:nvPr/>
          </p:nvSpPr>
          <p:spPr>
            <a:xfrm>
              <a:off x="712" y="2073"/>
              <a:ext cx="500" cy="260"/>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T</a:t>
              </a:r>
            </a:p>
          </p:txBody>
        </p:sp>
        <p:sp>
          <p:nvSpPr>
            <p:cNvPr id="128037" name="Text Box 274"/>
            <p:cNvSpPr txBox="1"/>
            <p:nvPr/>
          </p:nvSpPr>
          <p:spPr>
            <a:xfrm>
              <a:off x="933" y="1866"/>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38" name="Text Box 275"/>
            <p:cNvSpPr txBox="1"/>
            <p:nvPr/>
          </p:nvSpPr>
          <p:spPr>
            <a:xfrm>
              <a:off x="937" y="2253"/>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39" name="Oval 276"/>
            <p:cNvSpPr/>
            <p:nvPr/>
          </p:nvSpPr>
          <p:spPr>
            <a:xfrm flipH="1">
              <a:off x="1131" y="2326"/>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8040" name="Line 277"/>
            <p:cNvSpPr/>
            <p:nvPr/>
          </p:nvSpPr>
          <p:spPr>
            <a:xfrm flipH="1">
              <a:off x="402" y="2162"/>
              <a:ext cx="288" cy="0"/>
            </a:xfrm>
            <a:prstGeom prst="line">
              <a:avLst/>
            </a:prstGeom>
            <a:ln w="28575" cap="flat" cmpd="sng">
              <a:solidFill>
                <a:srgbClr val="FFFF00"/>
              </a:solidFill>
              <a:prstDash val="solid"/>
              <a:headEnd type="none" w="med" len="med"/>
              <a:tailEnd type="none" w="med" len="med"/>
            </a:ln>
          </p:spPr>
        </p:sp>
        <p:sp>
          <p:nvSpPr>
            <p:cNvPr id="128041" name="Line 278"/>
            <p:cNvSpPr/>
            <p:nvPr/>
          </p:nvSpPr>
          <p:spPr>
            <a:xfrm>
              <a:off x="1122" y="1943"/>
              <a:ext cx="336" cy="0"/>
            </a:xfrm>
            <a:prstGeom prst="line">
              <a:avLst/>
            </a:prstGeom>
            <a:ln w="28575" cap="flat" cmpd="sng">
              <a:solidFill>
                <a:schemeClr val="bg1"/>
              </a:solidFill>
              <a:prstDash val="solid"/>
              <a:headEnd type="none" w="med" len="med"/>
              <a:tailEnd type="none" w="med" len="med"/>
            </a:ln>
          </p:spPr>
        </p:sp>
        <p:sp>
          <p:nvSpPr>
            <p:cNvPr id="128042" name="Line 279"/>
            <p:cNvSpPr/>
            <p:nvPr/>
          </p:nvSpPr>
          <p:spPr>
            <a:xfrm>
              <a:off x="1209" y="2361"/>
              <a:ext cx="288" cy="0"/>
            </a:xfrm>
            <a:prstGeom prst="line">
              <a:avLst/>
            </a:prstGeom>
            <a:ln w="28575" cap="flat" cmpd="sng">
              <a:solidFill>
                <a:srgbClr val="FFFF00"/>
              </a:solidFill>
              <a:prstDash val="solid"/>
              <a:headEnd type="none" w="med" len="med"/>
              <a:tailEnd type="none" w="med" len="med"/>
            </a:ln>
          </p:spPr>
        </p:sp>
        <p:sp>
          <p:nvSpPr>
            <p:cNvPr id="128043" name="AutoShape 280"/>
            <p:cNvSpPr/>
            <p:nvPr/>
          </p:nvSpPr>
          <p:spPr>
            <a:xfrm>
              <a:off x="693" y="2675"/>
              <a:ext cx="432" cy="571"/>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8044" name="Line 281"/>
            <p:cNvSpPr/>
            <p:nvPr/>
          </p:nvSpPr>
          <p:spPr>
            <a:xfrm>
              <a:off x="693" y="2909"/>
              <a:ext cx="48" cy="41"/>
            </a:xfrm>
            <a:prstGeom prst="line">
              <a:avLst/>
            </a:prstGeom>
            <a:ln w="28575" cap="flat" cmpd="sng">
              <a:solidFill>
                <a:schemeClr val="tx1"/>
              </a:solidFill>
              <a:prstDash val="solid"/>
              <a:headEnd type="none" w="med" len="med"/>
              <a:tailEnd type="none" w="med" len="med"/>
            </a:ln>
          </p:spPr>
        </p:sp>
        <p:sp>
          <p:nvSpPr>
            <p:cNvPr id="128045" name="Line 282"/>
            <p:cNvSpPr/>
            <p:nvPr/>
          </p:nvSpPr>
          <p:spPr>
            <a:xfrm flipH="1">
              <a:off x="693" y="2958"/>
              <a:ext cx="48" cy="41"/>
            </a:xfrm>
            <a:prstGeom prst="line">
              <a:avLst/>
            </a:prstGeom>
            <a:ln w="28575" cap="flat" cmpd="sng">
              <a:solidFill>
                <a:schemeClr val="tx1"/>
              </a:solidFill>
              <a:prstDash val="solid"/>
              <a:headEnd type="none" w="med" len="med"/>
              <a:tailEnd type="none" w="med" len="med"/>
            </a:ln>
          </p:spPr>
        </p:sp>
        <p:sp>
          <p:nvSpPr>
            <p:cNvPr id="128046" name="Text Box 283"/>
            <p:cNvSpPr txBox="1"/>
            <p:nvPr/>
          </p:nvSpPr>
          <p:spPr>
            <a:xfrm>
              <a:off x="703" y="2870"/>
              <a:ext cx="500" cy="260"/>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T</a:t>
              </a:r>
            </a:p>
          </p:txBody>
        </p:sp>
        <p:sp>
          <p:nvSpPr>
            <p:cNvPr id="128047" name="Text Box 284"/>
            <p:cNvSpPr txBox="1"/>
            <p:nvPr/>
          </p:nvSpPr>
          <p:spPr>
            <a:xfrm>
              <a:off x="924" y="2661"/>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48" name="Text Box 285"/>
            <p:cNvSpPr txBox="1"/>
            <p:nvPr/>
          </p:nvSpPr>
          <p:spPr>
            <a:xfrm>
              <a:off x="928" y="3049"/>
              <a:ext cx="258" cy="282"/>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8049" name="Oval 286"/>
            <p:cNvSpPr/>
            <p:nvPr/>
          </p:nvSpPr>
          <p:spPr>
            <a:xfrm flipH="1">
              <a:off x="1112" y="3111"/>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8050" name="Line 287"/>
            <p:cNvSpPr/>
            <p:nvPr/>
          </p:nvSpPr>
          <p:spPr>
            <a:xfrm flipH="1">
              <a:off x="381" y="2958"/>
              <a:ext cx="288" cy="0"/>
            </a:xfrm>
            <a:prstGeom prst="line">
              <a:avLst/>
            </a:prstGeom>
            <a:ln w="28575" cap="flat" cmpd="sng">
              <a:solidFill>
                <a:srgbClr val="FFFF00"/>
              </a:solidFill>
              <a:prstDash val="solid"/>
              <a:headEnd type="none" w="med" len="med"/>
              <a:tailEnd type="none" w="med" len="med"/>
            </a:ln>
          </p:spPr>
        </p:sp>
        <p:sp>
          <p:nvSpPr>
            <p:cNvPr id="128051" name="Line 288"/>
            <p:cNvSpPr/>
            <p:nvPr/>
          </p:nvSpPr>
          <p:spPr>
            <a:xfrm>
              <a:off x="1113" y="2739"/>
              <a:ext cx="336" cy="0"/>
            </a:xfrm>
            <a:prstGeom prst="line">
              <a:avLst/>
            </a:prstGeom>
            <a:ln w="28575" cap="flat" cmpd="sng">
              <a:solidFill>
                <a:schemeClr val="bg1"/>
              </a:solidFill>
              <a:prstDash val="solid"/>
              <a:headEnd type="none" w="med" len="med"/>
              <a:tailEnd type="none" w="med" len="med"/>
            </a:ln>
          </p:spPr>
        </p:sp>
        <p:sp>
          <p:nvSpPr>
            <p:cNvPr id="128052" name="Line 289"/>
            <p:cNvSpPr/>
            <p:nvPr/>
          </p:nvSpPr>
          <p:spPr>
            <a:xfrm>
              <a:off x="1487" y="716"/>
              <a:ext cx="0" cy="163"/>
            </a:xfrm>
            <a:prstGeom prst="line">
              <a:avLst/>
            </a:prstGeom>
            <a:ln w="28575" cap="flat" cmpd="sng">
              <a:solidFill>
                <a:srgbClr val="FFFF00"/>
              </a:solidFill>
              <a:prstDash val="solid"/>
              <a:headEnd type="none" w="med" len="med"/>
              <a:tailEnd type="none" w="med" len="med"/>
            </a:ln>
          </p:spPr>
        </p:sp>
        <p:sp>
          <p:nvSpPr>
            <p:cNvPr id="128053" name="Line 290"/>
            <p:cNvSpPr/>
            <p:nvPr/>
          </p:nvSpPr>
          <p:spPr>
            <a:xfrm>
              <a:off x="1487" y="1532"/>
              <a:ext cx="0" cy="163"/>
            </a:xfrm>
            <a:prstGeom prst="line">
              <a:avLst/>
            </a:prstGeom>
            <a:ln w="28575" cap="flat" cmpd="sng">
              <a:solidFill>
                <a:srgbClr val="FFFF00"/>
              </a:solidFill>
              <a:prstDash val="solid"/>
              <a:headEnd type="none" w="med" len="med"/>
              <a:tailEnd type="none" w="med" len="med"/>
            </a:ln>
          </p:spPr>
        </p:sp>
        <p:sp>
          <p:nvSpPr>
            <p:cNvPr id="128054" name="Line 291"/>
            <p:cNvSpPr/>
            <p:nvPr/>
          </p:nvSpPr>
          <p:spPr>
            <a:xfrm>
              <a:off x="1496" y="2370"/>
              <a:ext cx="0" cy="164"/>
            </a:xfrm>
            <a:prstGeom prst="line">
              <a:avLst/>
            </a:prstGeom>
            <a:ln w="28575" cap="flat" cmpd="sng">
              <a:solidFill>
                <a:srgbClr val="FFFF00"/>
              </a:solidFill>
              <a:prstDash val="solid"/>
              <a:headEnd type="none" w="med" len="med"/>
              <a:tailEnd type="none" w="med" len="med"/>
            </a:ln>
          </p:spPr>
        </p:sp>
        <p:sp>
          <p:nvSpPr>
            <p:cNvPr id="128055" name="Line 292"/>
            <p:cNvSpPr/>
            <p:nvPr/>
          </p:nvSpPr>
          <p:spPr>
            <a:xfrm flipH="1">
              <a:off x="393" y="865"/>
              <a:ext cx="1081" cy="0"/>
            </a:xfrm>
            <a:prstGeom prst="line">
              <a:avLst/>
            </a:prstGeom>
            <a:ln w="28575" cap="flat" cmpd="sng">
              <a:solidFill>
                <a:srgbClr val="FFFF00"/>
              </a:solidFill>
              <a:prstDash val="solid"/>
              <a:headEnd type="none" w="med" len="med"/>
              <a:tailEnd type="none" w="med" len="med"/>
            </a:ln>
          </p:spPr>
        </p:sp>
        <p:sp>
          <p:nvSpPr>
            <p:cNvPr id="128056" name="Line 293"/>
            <p:cNvSpPr/>
            <p:nvPr/>
          </p:nvSpPr>
          <p:spPr>
            <a:xfrm flipH="1">
              <a:off x="403" y="1681"/>
              <a:ext cx="1081" cy="0"/>
            </a:xfrm>
            <a:prstGeom prst="line">
              <a:avLst/>
            </a:prstGeom>
            <a:ln w="28575" cap="flat" cmpd="sng">
              <a:solidFill>
                <a:srgbClr val="FFFF00"/>
              </a:solidFill>
              <a:prstDash val="solid"/>
              <a:headEnd type="none" w="med" len="med"/>
              <a:tailEnd type="none" w="med" len="med"/>
            </a:ln>
          </p:spPr>
        </p:sp>
        <p:sp>
          <p:nvSpPr>
            <p:cNvPr id="128057" name="Line 294"/>
            <p:cNvSpPr/>
            <p:nvPr/>
          </p:nvSpPr>
          <p:spPr>
            <a:xfrm flipH="1">
              <a:off x="392" y="2522"/>
              <a:ext cx="1104" cy="0"/>
            </a:xfrm>
            <a:prstGeom prst="line">
              <a:avLst/>
            </a:prstGeom>
            <a:ln w="28575" cap="flat" cmpd="sng">
              <a:solidFill>
                <a:srgbClr val="FFFF00"/>
              </a:solidFill>
              <a:prstDash val="solid"/>
              <a:headEnd type="none" w="med" len="med"/>
              <a:tailEnd type="none" w="med" len="med"/>
            </a:ln>
          </p:spPr>
        </p:sp>
        <p:sp>
          <p:nvSpPr>
            <p:cNvPr id="128058" name="Text Box 295"/>
            <p:cNvSpPr txBox="1"/>
            <p:nvPr/>
          </p:nvSpPr>
          <p:spPr>
            <a:xfrm>
              <a:off x="9" y="400"/>
              <a:ext cx="442" cy="282"/>
            </a:xfrm>
            <a:prstGeom prst="rect">
              <a:avLst/>
            </a:prstGeom>
            <a:noFill/>
            <a:ln w="28575">
              <a:noFill/>
            </a:ln>
          </p:spPr>
          <p:txBody>
            <a:bodyPr wrap="square">
              <a:spAutoFit/>
            </a:bodyPr>
            <a:lstStyle/>
            <a:p>
              <a:pPr algn="l"/>
              <a:r>
                <a:rPr lang="en-US" altLang="zh-CN" sz="1350" dirty="0">
                  <a:solidFill>
                    <a:srgbClr val="FF0000"/>
                  </a:solidFill>
                  <a:latin typeface="Times New Roman" panose="02020603050405020304" pitchFamily="18" charset="0"/>
                </a:rPr>
                <a:t>CLK</a:t>
              </a:r>
            </a:p>
          </p:txBody>
        </p:sp>
        <p:sp>
          <p:nvSpPr>
            <p:cNvPr id="128059" name="Text Box 296"/>
            <p:cNvSpPr txBox="1"/>
            <p:nvPr/>
          </p:nvSpPr>
          <p:spPr>
            <a:xfrm>
              <a:off x="1433" y="192"/>
              <a:ext cx="324" cy="282"/>
            </a:xfrm>
            <a:prstGeom prst="rect">
              <a:avLst/>
            </a:prstGeom>
            <a:noFill/>
            <a:ln w="28575">
              <a:noFill/>
            </a:ln>
          </p:spPr>
          <p:txBody>
            <a:bodyPr wrap="square">
              <a:spAutoFit/>
            </a:bodyPr>
            <a:lstStyle/>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0</a:t>
              </a:r>
            </a:p>
          </p:txBody>
        </p:sp>
        <p:sp>
          <p:nvSpPr>
            <p:cNvPr id="128060" name="Text Box 297"/>
            <p:cNvSpPr txBox="1"/>
            <p:nvPr/>
          </p:nvSpPr>
          <p:spPr>
            <a:xfrm>
              <a:off x="1421" y="995"/>
              <a:ext cx="332" cy="282"/>
            </a:xfrm>
            <a:prstGeom prst="rect">
              <a:avLst/>
            </a:prstGeom>
            <a:noFill/>
            <a:ln w="28575">
              <a:noFill/>
            </a:ln>
          </p:spPr>
          <p:txBody>
            <a:bodyPr wrap="square">
              <a:spAutoFit/>
            </a:bodyPr>
            <a:lstStyle/>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1</a:t>
              </a:r>
            </a:p>
          </p:txBody>
        </p:sp>
        <p:sp>
          <p:nvSpPr>
            <p:cNvPr id="128061" name="Text Box 298"/>
            <p:cNvSpPr txBox="1"/>
            <p:nvPr/>
          </p:nvSpPr>
          <p:spPr>
            <a:xfrm>
              <a:off x="1440" y="1836"/>
              <a:ext cx="328" cy="282"/>
            </a:xfrm>
            <a:prstGeom prst="rect">
              <a:avLst/>
            </a:prstGeom>
            <a:noFill/>
            <a:ln w="28575">
              <a:noFill/>
            </a:ln>
          </p:spPr>
          <p:txBody>
            <a:bodyPr wrap="square">
              <a:spAutoFit/>
            </a:bodyPr>
            <a:lstStyle/>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2</a:t>
              </a:r>
            </a:p>
          </p:txBody>
        </p:sp>
        <p:sp>
          <p:nvSpPr>
            <p:cNvPr id="128062" name="Text Box 299"/>
            <p:cNvSpPr txBox="1"/>
            <p:nvPr/>
          </p:nvSpPr>
          <p:spPr>
            <a:xfrm>
              <a:off x="1437" y="2634"/>
              <a:ext cx="348" cy="282"/>
            </a:xfrm>
            <a:prstGeom prst="rect">
              <a:avLst/>
            </a:prstGeom>
            <a:noFill/>
            <a:ln w="28575">
              <a:noFill/>
            </a:ln>
          </p:spPr>
          <p:txBody>
            <a:bodyPr>
              <a:spAutoFit/>
            </a:bodyPr>
            <a:lstStyle/>
            <a:p>
              <a:pPr algn="l"/>
              <a:r>
                <a:rPr lang="en-US" altLang="zh-CN" sz="1350" dirty="0">
                  <a:solidFill>
                    <a:srgbClr val="FFFF00"/>
                  </a:solidFill>
                  <a:latin typeface="Times New Roman" panose="02020603050405020304" pitchFamily="18" charset="0"/>
                </a:rPr>
                <a:t>Q</a:t>
              </a:r>
              <a:r>
                <a:rPr lang="en-US" altLang="zh-CN" sz="1350" baseline="-25000" dirty="0">
                  <a:solidFill>
                    <a:srgbClr val="FFFF00"/>
                  </a:solidFill>
                  <a:latin typeface="Times New Roman" panose="02020603050405020304" pitchFamily="18" charset="0"/>
                </a:rPr>
                <a:t>3</a:t>
              </a:r>
            </a:p>
          </p:txBody>
        </p:sp>
        <p:sp>
          <p:nvSpPr>
            <p:cNvPr id="128063" name="Text Box 300"/>
            <p:cNvSpPr txBox="1"/>
            <p:nvPr/>
          </p:nvSpPr>
          <p:spPr>
            <a:xfrm>
              <a:off x="96" y="3418"/>
              <a:ext cx="1573" cy="523"/>
            </a:xfrm>
            <a:prstGeom prst="rect">
              <a:avLst/>
            </a:prstGeom>
            <a:noFill/>
            <a:ln w="28575">
              <a:noFill/>
            </a:ln>
          </p:spPr>
          <p:txBody>
            <a:bodyPr wrap="square">
              <a:spAutoFit/>
            </a:bodyPr>
            <a:lstStyle/>
            <a:p>
              <a:pPr algn="just"/>
              <a:r>
                <a:rPr lang="en-US" altLang="zh-CN" sz="1500" dirty="0">
                  <a:solidFill>
                    <a:srgbClr val="FFFF00"/>
                  </a:solidFill>
                  <a:latin typeface="Times New Roman" panose="02020603050405020304" pitchFamily="18" charset="0"/>
                </a:rPr>
                <a:t>T </a:t>
              </a:r>
              <a:r>
                <a:rPr lang="zh-CN" altLang="en-US" sz="1500" dirty="0">
                  <a:solidFill>
                    <a:srgbClr val="FFFF00"/>
                  </a:solidFill>
                  <a:latin typeface="Times New Roman" panose="02020603050405020304" pitchFamily="18" charset="0"/>
                </a:rPr>
                <a:t>触发器组成的</a:t>
              </a:r>
              <a:r>
                <a:rPr lang="en-US" altLang="zh-CN" sz="1500" dirty="0">
                  <a:solidFill>
                    <a:srgbClr val="FFFF00"/>
                  </a:solidFill>
                  <a:latin typeface="Times New Roman" panose="02020603050405020304" pitchFamily="18" charset="0"/>
                </a:rPr>
                <a:t>4 </a:t>
              </a:r>
              <a:r>
                <a:rPr lang="zh-CN" altLang="en-US" sz="1500" dirty="0">
                  <a:solidFill>
                    <a:srgbClr val="FFFF00"/>
                  </a:solidFill>
                  <a:latin typeface="Times New Roman" panose="02020603050405020304" pitchFamily="18" charset="0"/>
                </a:rPr>
                <a:t>位加 </a:t>
              </a:r>
              <a:r>
                <a:rPr lang="en-US" altLang="zh-CN" sz="1500" dirty="0">
                  <a:solidFill>
                    <a:srgbClr val="FFFF00"/>
                  </a:solidFill>
                  <a:latin typeface="Times New Roman" panose="02020603050405020304" pitchFamily="18" charset="0"/>
                </a:rPr>
                <a:t>1 </a:t>
              </a:r>
              <a:r>
                <a:rPr lang="zh-CN" altLang="en-US" sz="1500" dirty="0">
                  <a:solidFill>
                    <a:srgbClr val="FFFF00"/>
                  </a:solidFill>
                  <a:latin typeface="Times New Roman" panose="02020603050405020304" pitchFamily="18" charset="0"/>
                </a:rPr>
                <a:t>计数器</a:t>
              </a:r>
            </a:p>
          </p:txBody>
        </p:sp>
        <p:sp>
          <p:nvSpPr>
            <p:cNvPr id="128064" name="Line 301"/>
            <p:cNvSpPr/>
            <p:nvPr/>
          </p:nvSpPr>
          <p:spPr>
            <a:xfrm>
              <a:off x="403" y="868"/>
              <a:ext cx="0" cy="456"/>
            </a:xfrm>
            <a:prstGeom prst="line">
              <a:avLst/>
            </a:prstGeom>
            <a:ln w="28575" cap="flat" cmpd="sng">
              <a:solidFill>
                <a:srgbClr val="FFFF00"/>
              </a:solidFill>
              <a:prstDash val="solid"/>
              <a:headEnd type="none" w="med" len="med"/>
              <a:tailEnd type="none" w="med" len="med"/>
            </a:ln>
          </p:spPr>
        </p:sp>
        <p:sp>
          <p:nvSpPr>
            <p:cNvPr id="128065" name="Line 302"/>
            <p:cNvSpPr/>
            <p:nvPr/>
          </p:nvSpPr>
          <p:spPr>
            <a:xfrm>
              <a:off x="413" y="1692"/>
              <a:ext cx="0" cy="478"/>
            </a:xfrm>
            <a:prstGeom prst="line">
              <a:avLst/>
            </a:prstGeom>
            <a:ln w="28575" cap="flat" cmpd="sng">
              <a:solidFill>
                <a:srgbClr val="FFFF00"/>
              </a:solidFill>
              <a:prstDash val="solid"/>
              <a:headEnd type="none" w="med" len="med"/>
              <a:tailEnd type="none" w="med" len="med"/>
            </a:ln>
          </p:spPr>
        </p:sp>
        <p:sp>
          <p:nvSpPr>
            <p:cNvPr id="128066" name="Line 303"/>
            <p:cNvSpPr/>
            <p:nvPr/>
          </p:nvSpPr>
          <p:spPr>
            <a:xfrm>
              <a:off x="393" y="2520"/>
              <a:ext cx="0" cy="433"/>
            </a:xfrm>
            <a:prstGeom prst="line">
              <a:avLst/>
            </a:prstGeom>
            <a:ln w="28575" cap="flat" cmpd="sng">
              <a:solidFill>
                <a:srgbClr val="FFFF00"/>
              </a:solidFill>
              <a:prstDash val="solid"/>
              <a:headEnd type="none" w="med" len="med"/>
              <a:tailEnd type="none" w="med" len="med"/>
            </a:ln>
          </p:spPr>
        </p:sp>
      </p:grpSp>
      <p:sp>
        <p:nvSpPr>
          <p:cNvPr id="2" name="文本框 1"/>
          <p:cNvSpPr txBox="1"/>
          <p:nvPr/>
        </p:nvSpPr>
        <p:spPr>
          <a:xfrm>
            <a:off x="7064383" y="4187322"/>
            <a:ext cx="1993899" cy="400110"/>
          </a:xfrm>
          <a:prstGeom prst="rect">
            <a:avLst/>
          </a:prstGeom>
          <a:noFill/>
        </p:spPr>
        <p:txBody>
          <a:bodyPr wrap="square" rtlCol="0">
            <a:spAutoFit/>
          </a:bodyPr>
          <a:lstStyle/>
          <a:p>
            <a:r>
              <a:rPr lang="zh-CN" altLang="en-US" dirty="0">
                <a:solidFill>
                  <a:schemeClr val="bg1"/>
                </a:solidFill>
              </a:rPr>
              <a:t>后沿触发器呢？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57" name="日期占位符 2"/>
          <p:cNvSpPr txBox="1">
            <a:spLocks noGrp="1"/>
          </p:cNvSpPr>
          <p:nvPr>
            <p:ph type="dt" sz="half" idx="10"/>
          </p:nvPr>
        </p:nvSpPr>
        <p:spPr bwMode="auto">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fld id="{E5F1C26E-F490-49F4-90BC-6263CC7290B9}" type="datetime11">
              <a:rPr kumimoji="1"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rPr>
              <a:t>15:43:14</a:t>
            </a:fld>
            <a:endParaRPr kumimoji="1"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mn-ea"/>
              <a:cs typeface="+mn-cs"/>
            </a:endParaRPr>
          </a:p>
        </p:txBody>
      </p:sp>
      <p:sp>
        <p:nvSpPr>
          <p:cNvPr id="359" name="灯片编号占位符 4"/>
          <p:cNvSpPr txBox="1">
            <a:spLocks noGrp="1"/>
          </p:cNvSpPr>
          <p:nvPr>
            <p:ph type="sldNum" sz="quarter" idx="12"/>
          </p:nvPr>
        </p:nvSpPr>
        <p:spPr bwMode="auto">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500" tIns="0" rIns="68580" bIns="34290" numCol="1" anchor="t" anchorCtr="0" compatLnSpc="1"/>
          <a:lstStyle>
            <a:lvl1pPr marL="0" lvl="0" indent="0" algn="ctr" defTabSz="914400" rtl="0" eaLnBrk="0" fontAlgn="base" latinLnBrk="0" hangingPunct="0">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defRPr>
            </a:lvl1pPr>
            <a:lvl2pPr marL="457200" lvl="1"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000" b="1" i="0" u="none" kern="1200" baseline="0">
                <a:solidFill>
                  <a:schemeClr val="bg1"/>
                </a:solidFill>
                <a:latin typeface="Times New Roman" panose="02020603050405020304" pitchFamily="18" charset="0"/>
                <a:ea typeface="华文新魏" panose="02010800040101010101" pitchFamily="2" charset="-122"/>
                <a:cs typeface="+mn-cs"/>
              </a:defRPr>
            </a:lvl5pPr>
          </a:lstStyle>
          <a:p>
            <a:pPr lvl="0" algn="r" eaLnBrk="1" hangingPunct="1">
              <a:buNone/>
            </a:pPr>
            <a:fld id="{9A0DB2DC-4C9A-4742-B13C-FB6460FD3503}" type="slidenum">
              <a:rPr lang="en-US" altLang="zh-CN" sz="1050" b="0" dirty="0">
                <a:solidFill>
                  <a:schemeClr val="tx1"/>
                </a:solidFill>
                <a:ea typeface="宋体" panose="02010600030101010101" pitchFamily="2" charset="-122"/>
              </a:rPr>
              <a:t>13</a:t>
            </a:fld>
            <a:endParaRPr lang="en-US" altLang="zh-CN" sz="1050" b="0" dirty="0">
              <a:solidFill>
                <a:schemeClr val="tx1"/>
              </a:solidFill>
              <a:ea typeface="宋体" panose="02010600030101010101" pitchFamily="2" charset="-122"/>
            </a:endParaRPr>
          </a:p>
        </p:txBody>
      </p:sp>
      <p:sp>
        <p:nvSpPr>
          <p:cNvPr id="129028" name="Rectangle 3"/>
          <p:cNvSpPr>
            <a:spLocks noGrp="1"/>
          </p:cNvSpPr>
          <p:nvPr>
            <p:ph type="title"/>
          </p:nvPr>
        </p:nvSpPr>
        <p:spPr>
          <a:xfrm>
            <a:off x="3371850" y="3086100"/>
            <a:ext cx="2743200" cy="400050"/>
          </a:xfrm>
        </p:spPr>
        <p:txBody>
          <a:bodyPr vert="horz" wrap="square" lIns="68580" tIns="34290" rIns="68580" bIns="34290" anchor="ctr"/>
          <a:lstStyle/>
          <a:p>
            <a:pPr algn="l" eaLnBrk="1" hangingPunct="1"/>
            <a:r>
              <a:rPr lang="zh-CN" altLang="en-US" sz="2100" b="1" u="sng" dirty="0">
                <a:solidFill>
                  <a:srgbClr val="FFFF00"/>
                </a:solidFill>
                <a:ea typeface="华文新魏" panose="02010800040101010101" pitchFamily="2" charset="-122"/>
              </a:rPr>
              <a:t>减法</a:t>
            </a:r>
            <a:r>
              <a:rPr lang="zh-CN" altLang="en-US" sz="2100" b="1" u="sng" dirty="0">
                <a:solidFill>
                  <a:srgbClr val="FF0000"/>
                </a:solidFill>
                <a:ea typeface="华文新魏" panose="02010800040101010101" pitchFamily="2" charset="-122"/>
              </a:rPr>
              <a:t>状态变化规律</a:t>
            </a:r>
            <a:r>
              <a:rPr lang="zh-CN" altLang="en-US" sz="2100" b="1" dirty="0">
                <a:solidFill>
                  <a:srgbClr val="FF0000"/>
                </a:solidFill>
                <a:ea typeface="华文新魏" panose="02010800040101010101" pitchFamily="2" charset="-122"/>
              </a:rPr>
              <a:t>：</a:t>
            </a:r>
          </a:p>
        </p:txBody>
      </p:sp>
      <p:sp>
        <p:nvSpPr>
          <p:cNvPr id="129029" name="Text Box 328"/>
          <p:cNvSpPr txBox="1"/>
          <p:nvPr/>
        </p:nvSpPr>
        <p:spPr>
          <a:xfrm>
            <a:off x="3200400" y="3543300"/>
            <a:ext cx="4800600" cy="1391285"/>
          </a:xfrm>
          <a:prstGeom prst="rect">
            <a:avLst/>
          </a:prstGeom>
          <a:noFill/>
          <a:ln w="9525">
            <a:noFill/>
          </a:ln>
        </p:spPr>
        <p:txBody>
          <a:bodyPr>
            <a:spAutoFit/>
          </a:bodyPr>
          <a:lstStyle/>
          <a:p>
            <a:pPr algn="l">
              <a:lnSpc>
                <a:spcPct val="80000"/>
              </a:lnSpc>
              <a:spcBef>
                <a:spcPct val="50000"/>
              </a:spcBef>
              <a:buChar char="•"/>
            </a:pPr>
            <a:r>
              <a:rPr lang="en-US" altLang="zh-CN" sz="1800" dirty="0">
                <a:latin typeface="Times New Roman" panose="02020603050405020304" pitchFamily="18" charset="0"/>
              </a:rPr>
              <a:t>  </a:t>
            </a:r>
            <a:r>
              <a:rPr lang="zh-CN" altLang="en-US" sz="1800" dirty="0">
                <a:latin typeface="Times New Roman" panose="02020603050405020304" pitchFamily="18" charset="0"/>
              </a:rPr>
              <a:t>当</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i-1 </a:t>
            </a:r>
            <a:r>
              <a:rPr lang="zh-CN" altLang="en-US" sz="1800" dirty="0">
                <a:solidFill>
                  <a:srgbClr val="FFFF00"/>
                </a:solidFill>
                <a:latin typeface="Times New Roman" panose="02020603050405020304" pitchFamily="18" charset="0"/>
              </a:rPr>
              <a:t>由</a:t>
            </a:r>
            <a:r>
              <a:rPr lang="en-US" altLang="zh-CN" sz="1800" dirty="0">
                <a:solidFill>
                  <a:srgbClr val="FFFF00"/>
                </a:solidFill>
                <a:latin typeface="Times New Roman" panose="02020603050405020304" pitchFamily="18" charset="0"/>
              </a:rPr>
              <a:t>0→1</a:t>
            </a:r>
            <a:r>
              <a:rPr lang="en-US" altLang="zh-CN" sz="1800" dirty="0">
                <a:latin typeface="Times New Roman" panose="02020603050405020304" pitchFamily="18" charset="0"/>
              </a:rPr>
              <a:t> (CLK </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由</a:t>
            </a:r>
            <a:r>
              <a:rPr lang="en-US" altLang="zh-CN" sz="1800" dirty="0">
                <a:latin typeface="Times New Roman" panose="02020603050405020304" pitchFamily="18" charset="0"/>
              </a:rPr>
              <a:t>0→1 )</a:t>
            </a:r>
            <a:r>
              <a:rPr lang="zh-CN" altLang="en-US" sz="1800" dirty="0">
                <a:latin typeface="Times New Roman" panose="02020603050405020304" pitchFamily="18" charset="0"/>
              </a:rPr>
              <a:t>时，</a:t>
            </a:r>
            <a:r>
              <a:rPr lang="en-US" altLang="zh-CN" sz="1800" dirty="0">
                <a:solidFill>
                  <a:srgbClr val="FFFF00"/>
                </a:solidFill>
                <a:latin typeface="Times New Roman" panose="02020603050405020304" pitchFamily="18" charset="0"/>
              </a:rPr>
              <a:t>Q</a:t>
            </a:r>
            <a:r>
              <a:rPr lang="en-US" altLang="zh-CN" sz="1800" baseline="-25000" dirty="0">
                <a:solidFill>
                  <a:srgbClr val="FFFF00"/>
                </a:solidFill>
                <a:latin typeface="Times New Roman" panose="02020603050405020304" pitchFamily="18" charset="0"/>
              </a:rPr>
              <a:t>i  </a:t>
            </a:r>
            <a:r>
              <a:rPr lang="zh-CN" altLang="en-US" sz="1800" dirty="0">
                <a:solidFill>
                  <a:srgbClr val="FFFF00"/>
                </a:solidFill>
                <a:latin typeface="Times New Roman" panose="02020603050405020304" pitchFamily="18" charset="0"/>
              </a:rPr>
              <a:t>跳变</a:t>
            </a:r>
            <a:r>
              <a:rPr lang="zh-CN" altLang="en-US" sz="1800" dirty="0">
                <a:latin typeface="Times New Roman" panose="02020603050405020304" pitchFamily="18" charset="0"/>
              </a:rPr>
              <a:t>，</a:t>
            </a:r>
          </a:p>
          <a:p>
            <a:pPr algn="l">
              <a:lnSpc>
                <a:spcPct val="80000"/>
              </a:lnSpc>
              <a:spcBef>
                <a:spcPct val="50000"/>
              </a:spcBef>
            </a:pPr>
            <a:r>
              <a:rPr lang="zh-CN" altLang="en-US" sz="1800" dirty="0">
                <a:latin typeface="Times New Roman" panose="02020603050405020304" pitchFamily="18" charset="0"/>
              </a:rPr>
              <a:t>   此时，表明</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i-1  </a:t>
            </a:r>
            <a:r>
              <a:rPr lang="zh-CN" altLang="en-US" sz="1800" dirty="0">
                <a:latin typeface="Times New Roman" panose="02020603050405020304" pitchFamily="18" charset="0"/>
              </a:rPr>
              <a:t>产生了</a:t>
            </a:r>
            <a:r>
              <a:rPr lang="zh-CN" altLang="en-US" sz="1800" dirty="0">
                <a:solidFill>
                  <a:srgbClr val="FFFF00"/>
                </a:solidFill>
                <a:latin typeface="Times New Roman" panose="02020603050405020304" pitchFamily="18" charset="0"/>
              </a:rPr>
              <a:t>借位</a:t>
            </a:r>
            <a:r>
              <a:rPr lang="zh-CN" altLang="en-US" sz="1800" dirty="0">
                <a:latin typeface="Times New Roman" panose="02020603050405020304" pitchFamily="18" charset="0"/>
              </a:rPr>
              <a:t>，使本位 </a:t>
            </a:r>
            <a:r>
              <a:rPr lang="en-US" altLang="zh-CN" sz="1800" dirty="0">
                <a:latin typeface="Times New Roman" panose="02020603050405020304" pitchFamily="18" charset="0"/>
              </a:rPr>
              <a:t>Q</a:t>
            </a:r>
            <a:r>
              <a:rPr lang="en-US" altLang="zh-CN" sz="1800" baseline="-25000" dirty="0">
                <a:latin typeface="Times New Roman" panose="02020603050405020304" pitchFamily="18" charset="0"/>
              </a:rPr>
              <a:t>i </a:t>
            </a:r>
            <a:r>
              <a:rPr lang="zh-CN" altLang="en-US" sz="1800" dirty="0">
                <a:latin typeface="Times New Roman" panose="02020603050405020304" pitchFamily="18" charset="0"/>
              </a:rPr>
              <a:t>变</a:t>
            </a:r>
          </a:p>
          <a:p>
            <a:pPr algn="l">
              <a:lnSpc>
                <a:spcPct val="80000"/>
              </a:lnSpc>
              <a:spcBef>
                <a:spcPct val="50000"/>
              </a:spcBef>
            </a:pPr>
            <a:r>
              <a:rPr lang="zh-CN" altLang="en-US" sz="1800" dirty="0">
                <a:latin typeface="Times New Roman" panose="02020603050405020304" pitchFamily="18" charset="0"/>
              </a:rPr>
              <a:t>   化。 </a:t>
            </a:r>
            <a:r>
              <a:rPr lang="en-US" altLang="zh-CN" sz="1800" dirty="0">
                <a:solidFill>
                  <a:srgbClr val="FF9900"/>
                </a:solidFill>
                <a:latin typeface="Times New Roman" panose="02020603050405020304" pitchFamily="18" charset="0"/>
              </a:rPr>
              <a:t>CLK </a:t>
            </a:r>
            <a:r>
              <a:rPr lang="en-US" altLang="zh-CN" sz="1800" baseline="-25000" dirty="0">
                <a:solidFill>
                  <a:srgbClr val="FF9900"/>
                </a:solidFill>
                <a:latin typeface="Times New Roman" panose="02020603050405020304" pitchFamily="18" charset="0"/>
              </a:rPr>
              <a:t>i  </a:t>
            </a:r>
            <a:r>
              <a:rPr lang="en-US" altLang="zh-CN" sz="1800" dirty="0">
                <a:solidFill>
                  <a:srgbClr val="FF9900"/>
                </a:solidFill>
                <a:latin typeface="Times New Roman" panose="02020603050405020304" pitchFamily="18" charset="0"/>
              </a:rPr>
              <a:t>= Q</a:t>
            </a:r>
            <a:r>
              <a:rPr lang="en-US" altLang="zh-CN" sz="1800" baseline="-25000" dirty="0">
                <a:solidFill>
                  <a:srgbClr val="FF9900"/>
                </a:solidFill>
                <a:latin typeface="Times New Roman" panose="02020603050405020304" pitchFamily="18" charset="0"/>
              </a:rPr>
              <a:t>i-1</a:t>
            </a:r>
            <a:r>
              <a:rPr lang="en-US" altLang="zh-CN" sz="1800" baseline="-25000" dirty="0">
                <a:solidFill>
                  <a:srgbClr val="FFFF00"/>
                </a:solidFill>
                <a:latin typeface="Times New Roman" panose="02020603050405020304" pitchFamily="18" charset="0"/>
              </a:rPr>
              <a:t> </a:t>
            </a:r>
            <a:r>
              <a:rPr lang="zh-CN" altLang="en-US" sz="1800" dirty="0">
                <a:latin typeface="Times New Roman" panose="02020603050405020304" pitchFamily="18" charset="0"/>
              </a:rPr>
              <a:t>。</a:t>
            </a:r>
          </a:p>
          <a:p>
            <a:pPr algn="l">
              <a:lnSpc>
                <a:spcPct val="80000"/>
              </a:lnSpc>
              <a:spcBef>
                <a:spcPct val="50000"/>
              </a:spcBef>
              <a:buChar char="•"/>
            </a:pPr>
            <a:r>
              <a:rPr lang="zh-CN" altLang="en-US" sz="1800" dirty="0">
                <a:latin typeface="Times New Roman" panose="02020603050405020304" pitchFamily="18" charset="0"/>
              </a:rPr>
              <a:t>  </a:t>
            </a:r>
            <a:r>
              <a:rPr lang="en-US" altLang="zh-CN" sz="1800" dirty="0">
                <a:latin typeface="Times New Roman" panose="02020603050405020304" pitchFamily="18" charset="0"/>
              </a:rPr>
              <a:t>n = 4</a:t>
            </a:r>
            <a:r>
              <a:rPr lang="zh-CN" altLang="en-US" sz="1800" dirty="0">
                <a:latin typeface="Times New Roman" panose="02020603050405020304" pitchFamily="18" charset="0"/>
              </a:rPr>
              <a:t>，电路为</a:t>
            </a:r>
            <a:r>
              <a:rPr lang="zh-CN" altLang="en-US" sz="1800" dirty="0">
                <a:solidFill>
                  <a:srgbClr val="FFFF00"/>
                </a:solidFill>
                <a:latin typeface="Times New Roman" panose="02020603050405020304" pitchFamily="18" charset="0"/>
              </a:rPr>
              <a:t>模 </a:t>
            </a:r>
            <a:r>
              <a:rPr lang="en-US" altLang="zh-CN" sz="1800" dirty="0">
                <a:solidFill>
                  <a:srgbClr val="FFFF00"/>
                </a:solidFill>
                <a:latin typeface="Times New Roman" panose="02020603050405020304" pitchFamily="18" charset="0"/>
              </a:rPr>
              <a:t>16 </a:t>
            </a:r>
            <a:r>
              <a:rPr lang="zh-CN" altLang="en-US" sz="1800" dirty="0">
                <a:solidFill>
                  <a:srgbClr val="FFFF00"/>
                </a:solidFill>
                <a:latin typeface="Times New Roman" panose="02020603050405020304" pitchFamily="18" charset="0"/>
              </a:rPr>
              <a:t>减 </a:t>
            </a:r>
            <a:r>
              <a:rPr lang="en-US" altLang="zh-CN" sz="1800" dirty="0">
                <a:solidFill>
                  <a:srgbClr val="FFFF00"/>
                </a:solidFill>
                <a:latin typeface="Times New Roman" panose="02020603050405020304" pitchFamily="18" charset="0"/>
              </a:rPr>
              <a:t>1 </a:t>
            </a:r>
            <a:r>
              <a:rPr lang="zh-CN" altLang="en-US" sz="1800" dirty="0">
                <a:solidFill>
                  <a:srgbClr val="FFFF00"/>
                </a:solidFill>
                <a:latin typeface="Times New Roman" panose="02020603050405020304" pitchFamily="18" charset="0"/>
              </a:rPr>
              <a:t>计数器</a:t>
            </a:r>
            <a:r>
              <a:rPr lang="zh-CN" altLang="en-US" sz="1800" dirty="0">
                <a:latin typeface="Times New Roman" panose="02020603050405020304" pitchFamily="18" charset="0"/>
              </a:rPr>
              <a:t>。</a:t>
            </a:r>
          </a:p>
        </p:txBody>
      </p:sp>
      <p:grpSp>
        <p:nvGrpSpPr>
          <p:cNvPr id="129030" name="Group 379"/>
          <p:cNvGrpSpPr/>
          <p:nvPr/>
        </p:nvGrpSpPr>
        <p:grpSpPr>
          <a:xfrm>
            <a:off x="568960" y="623570"/>
            <a:ext cx="2228850" cy="4019656"/>
            <a:chOff x="0" y="267"/>
            <a:chExt cx="1872" cy="3987"/>
          </a:xfrm>
        </p:grpSpPr>
        <p:sp>
          <p:nvSpPr>
            <p:cNvPr id="129298" name="Text Box 82"/>
            <p:cNvSpPr txBox="1"/>
            <p:nvPr/>
          </p:nvSpPr>
          <p:spPr>
            <a:xfrm>
              <a:off x="1488" y="3504"/>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0</a:t>
              </a:r>
            </a:p>
          </p:txBody>
        </p:sp>
        <p:sp>
          <p:nvSpPr>
            <p:cNvPr id="129299" name="Text Box 83"/>
            <p:cNvSpPr txBox="1"/>
            <p:nvPr/>
          </p:nvSpPr>
          <p:spPr>
            <a:xfrm>
              <a:off x="1440" y="2424"/>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1</a:t>
              </a:r>
            </a:p>
          </p:txBody>
        </p:sp>
        <p:sp>
          <p:nvSpPr>
            <p:cNvPr id="129300" name="Text Box 84"/>
            <p:cNvSpPr txBox="1"/>
            <p:nvPr/>
          </p:nvSpPr>
          <p:spPr>
            <a:xfrm>
              <a:off x="1440" y="1404"/>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2</a:t>
              </a:r>
            </a:p>
          </p:txBody>
        </p:sp>
        <p:sp>
          <p:nvSpPr>
            <p:cNvPr id="129301" name="Text Box 85"/>
            <p:cNvSpPr txBox="1"/>
            <p:nvPr/>
          </p:nvSpPr>
          <p:spPr>
            <a:xfrm>
              <a:off x="1440" y="324"/>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Q</a:t>
              </a:r>
              <a:r>
                <a:rPr lang="en-US" altLang="zh-CN" sz="1500" baseline="-25000" dirty="0">
                  <a:solidFill>
                    <a:srgbClr val="FFFF00"/>
                  </a:solidFill>
                  <a:latin typeface="Times New Roman" panose="02020603050405020304" pitchFamily="18" charset="0"/>
                </a:rPr>
                <a:t>3</a:t>
              </a:r>
            </a:p>
          </p:txBody>
        </p:sp>
        <p:sp>
          <p:nvSpPr>
            <p:cNvPr id="129302" name="Text Box 5"/>
            <p:cNvSpPr txBox="1"/>
            <p:nvPr/>
          </p:nvSpPr>
          <p:spPr>
            <a:xfrm>
              <a:off x="0" y="3926"/>
              <a:ext cx="672" cy="319"/>
            </a:xfrm>
            <a:prstGeom prst="rect">
              <a:avLst/>
            </a:prstGeom>
            <a:noFill/>
            <a:ln w="28575">
              <a:noFill/>
            </a:ln>
          </p:spPr>
          <p:txBody>
            <a:bodyPr>
              <a:spAutoFit/>
            </a:bodyPr>
            <a:lstStyle/>
            <a:p>
              <a:pPr algn="l">
                <a:spcBef>
                  <a:spcPct val="50000"/>
                </a:spcBef>
              </a:pPr>
              <a:r>
                <a:rPr lang="en-US" altLang="zh-CN" sz="1500" dirty="0">
                  <a:solidFill>
                    <a:srgbClr val="FF0000"/>
                  </a:solidFill>
                  <a:latin typeface="Times New Roman" panose="02020603050405020304" pitchFamily="18" charset="0"/>
                </a:rPr>
                <a:t>CLK</a:t>
              </a:r>
            </a:p>
          </p:txBody>
        </p:sp>
        <p:sp>
          <p:nvSpPr>
            <p:cNvPr id="129303" name="Text Box 6"/>
            <p:cNvSpPr txBox="1"/>
            <p:nvPr/>
          </p:nvSpPr>
          <p:spPr>
            <a:xfrm>
              <a:off x="192" y="3552"/>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0</a:t>
              </a:r>
            </a:p>
          </p:txBody>
        </p:sp>
        <p:sp>
          <p:nvSpPr>
            <p:cNvPr id="129304" name="Text Box 7"/>
            <p:cNvSpPr txBox="1"/>
            <p:nvPr/>
          </p:nvSpPr>
          <p:spPr>
            <a:xfrm>
              <a:off x="192" y="2472"/>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1</a:t>
              </a:r>
            </a:p>
          </p:txBody>
        </p:sp>
        <p:sp>
          <p:nvSpPr>
            <p:cNvPr id="129305" name="Line 10"/>
            <p:cNvSpPr/>
            <p:nvPr/>
          </p:nvSpPr>
          <p:spPr>
            <a:xfrm flipH="1">
              <a:off x="432" y="941"/>
              <a:ext cx="288" cy="0"/>
            </a:xfrm>
            <a:prstGeom prst="line">
              <a:avLst/>
            </a:prstGeom>
            <a:ln w="28575" cap="flat" cmpd="sng">
              <a:solidFill>
                <a:schemeClr val="bg1"/>
              </a:solidFill>
              <a:prstDash val="solid"/>
              <a:headEnd type="none" w="med" len="med"/>
              <a:tailEnd type="none" w="med" len="med"/>
            </a:ln>
          </p:spPr>
        </p:sp>
        <p:sp>
          <p:nvSpPr>
            <p:cNvPr id="129306" name="Line 11"/>
            <p:cNvSpPr/>
            <p:nvPr/>
          </p:nvSpPr>
          <p:spPr>
            <a:xfrm flipH="1">
              <a:off x="1231" y="915"/>
              <a:ext cx="113" cy="0"/>
            </a:xfrm>
            <a:prstGeom prst="line">
              <a:avLst/>
            </a:prstGeom>
            <a:ln w="28575" cap="flat" cmpd="sng">
              <a:solidFill>
                <a:schemeClr val="bg1"/>
              </a:solidFill>
              <a:prstDash val="solid"/>
              <a:headEnd type="none" w="med" len="med"/>
              <a:tailEnd type="none" w="med" len="med"/>
            </a:ln>
          </p:spPr>
        </p:sp>
        <p:sp>
          <p:nvSpPr>
            <p:cNvPr id="129307" name="Line 12"/>
            <p:cNvSpPr/>
            <p:nvPr/>
          </p:nvSpPr>
          <p:spPr>
            <a:xfrm flipH="1">
              <a:off x="441" y="509"/>
              <a:ext cx="288" cy="0"/>
            </a:xfrm>
            <a:prstGeom prst="line">
              <a:avLst/>
            </a:prstGeom>
            <a:ln w="28575" cap="flat" cmpd="sng">
              <a:solidFill>
                <a:schemeClr val="bg1"/>
              </a:solidFill>
              <a:prstDash val="solid"/>
              <a:headEnd type="none" w="med" len="med"/>
              <a:tailEnd type="none" w="med" len="med"/>
            </a:ln>
          </p:spPr>
        </p:sp>
        <p:sp>
          <p:nvSpPr>
            <p:cNvPr id="129308" name="Line 13"/>
            <p:cNvSpPr/>
            <p:nvPr/>
          </p:nvSpPr>
          <p:spPr>
            <a:xfrm flipH="1">
              <a:off x="1149" y="500"/>
              <a:ext cx="363" cy="0"/>
            </a:xfrm>
            <a:prstGeom prst="line">
              <a:avLst/>
            </a:prstGeom>
            <a:ln w="28575" cap="flat" cmpd="sng">
              <a:solidFill>
                <a:schemeClr val="bg1"/>
              </a:solidFill>
              <a:prstDash val="solid"/>
              <a:headEnd type="none" w="med" len="med"/>
              <a:tailEnd type="none" w="med" len="med"/>
            </a:ln>
          </p:spPr>
        </p:sp>
        <p:sp>
          <p:nvSpPr>
            <p:cNvPr id="129309" name="Line 14"/>
            <p:cNvSpPr/>
            <p:nvPr/>
          </p:nvSpPr>
          <p:spPr>
            <a:xfrm flipV="1">
              <a:off x="585" y="267"/>
              <a:ext cx="0" cy="245"/>
            </a:xfrm>
            <a:prstGeom prst="line">
              <a:avLst/>
            </a:prstGeom>
            <a:ln w="28575" cap="flat" cmpd="sng">
              <a:solidFill>
                <a:schemeClr val="bg1"/>
              </a:solidFill>
              <a:prstDash val="solid"/>
              <a:headEnd type="none" w="med" len="med"/>
              <a:tailEnd type="none" w="med" len="med"/>
            </a:ln>
          </p:spPr>
        </p:sp>
        <p:sp>
          <p:nvSpPr>
            <p:cNvPr id="129310" name="Line 15"/>
            <p:cNvSpPr/>
            <p:nvPr/>
          </p:nvSpPr>
          <p:spPr>
            <a:xfrm>
              <a:off x="585" y="267"/>
              <a:ext cx="768" cy="0"/>
            </a:xfrm>
            <a:prstGeom prst="line">
              <a:avLst/>
            </a:prstGeom>
            <a:ln w="28575" cap="flat" cmpd="sng">
              <a:solidFill>
                <a:schemeClr val="bg1"/>
              </a:solidFill>
              <a:prstDash val="solid"/>
              <a:headEnd type="none" w="med" len="med"/>
              <a:tailEnd type="none" w="med" len="med"/>
            </a:ln>
          </p:spPr>
        </p:sp>
        <p:sp>
          <p:nvSpPr>
            <p:cNvPr id="129311" name="Line 16"/>
            <p:cNvSpPr/>
            <p:nvPr/>
          </p:nvSpPr>
          <p:spPr>
            <a:xfrm>
              <a:off x="1353" y="276"/>
              <a:ext cx="0" cy="653"/>
            </a:xfrm>
            <a:prstGeom prst="line">
              <a:avLst/>
            </a:prstGeom>
            <a:ln w="28575" cap="flat" cmpd="sng">
              <a:solidFill>
                <a:schemeClr val="bg1"/>
              </a:solidFill>
              <a:prstDash val="solid"/>
              <a:headEnd type="none" w="med" len="med"/>
              <a:tailEnd type="none" w="med" len="med"/>
            </a:ln>
          </p:spPr>
        </p:sp>
        <p:sp>
          <p:nvSpPr>
            <p:cNvPr id="129312" name="Oval 17"/>
            <p:cNvSpPr/>
            <p:nvPr/>
          </p:nvSpPr>
          <p:spPr>
            <a:xfrm>
              <a:off x="558" y="481"/>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13" name="Oval 18"/>
            <p:cNvSpPr/>
            <p:nvPr/>
          </p:nvSpPr>
          <p:spPr>
            <a:xfrm flipH="1">
              <a:off x="1161" y="883"/>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14" name="AutoShape 19"/>
            <p:cNvSpPr/>
            <p:nvPr/>
          </p:nvSpPr>
          <p:spPr>
            <a:xfrm>
              <a:off x="729" y="40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9315" name="Line 20"/>
            <p:cNvSpPr/>
            <p:nvPr/>
          </p:nvSpPr>
          <p:spPr>
            <a:xfrm>
              <a:off x="729" y="878"/>
              <a:ext cx="48" cy="48"/>
            </a:xfrm>
            <a:prstGeom prst="line">
              <a:avLst/>
            </a:prstGeom>
            <a:ln w="28575" cap="flat" cmpd="sng">
              <a:solidFill>
                <a:schemeClr val="tx1"/>
              </a:solidFill>
              <a:prstDash val="solid"/>
              <a:headEnd type="none" w="med" len="med"/>
              <a:tailEnd type="none" w="med" len="med"/>
            </a:ln>
          </p:spPr>
        </p:sp>
        <p:sp>
          <p:nvSpPr>
            <p:cNvPr id="129316" name="Line 21"/>
            <p:cNvSpPr/>
            <p:nvPr/>
          </p:nvSpPr>
          <p:spPr>
            <a:xfrm flipH="1">
              <a:off x="729" y="935"/>
              <a:ext cx="48" cy="48"/>
            </a:xfrm>
            <a:prstGeom prst="line">
              <a:avLst/>
            </a:prstGeom>
            <a:ln w="28575" cap="flat" cmpd="sng">
              <a:solidFill>
                <a:schemeClr val="tx1"/>
              </a:solidFill>
              <a:prstDash val="solid"/>
              <a:headEnd type="none" w="med" len="med"/>
              <a:tailEnd type="none" w="med" len="med"/>
            </a:ln>
          </p:spPr>
        </p:sp>
        <p:sp>
          <p:nvSpPr>
            <p:cNvPr id="129317" name="Text Box 22"/>
            <p:cNvSpPr txBox="1"/>
            <p:nvPr/>
          </p:nvSpPr>
          <p:spPr>
            <a:xfrm>
              <a:off x="718" y="419"/>
              <a:ext cx="500" cy="273"/>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9318" name="Text Box 23"/>
            <p:cNvSpPr txBox="1"/>
            <p:nvPr/>
          </p:nvSpPr>
          <p:spPr>
            <a:xfrm>
              <a:off x="980" y="434"/>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19" name="Text Box 24"/>
            <p:cNvSpPr txBox="1"/>
            <p:nvPr/>
          </p:nvSpPr>
          <p:spPr>
            <a:xfrm>
              <a:off x="980" y="809"/>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20" name="Text Box 25"/>
            <p:cNvSpPr txBox="1"/>
            <p:nvPr/>
          </p:nvSpPr>
          <p:spPr>
            <a:xfrm>
              <a:off x="744" y="849"/>
              <a:ext cx="346" cy="228"/>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sp>
          <p:nvSpPr>
            <p:cNvPr id="129321" name="Line 27"/>
            <p:cNvSpPr/>
            <p:nvPr/>
          </p:nvSpPr>
          <p:spPr>
            <a:xfrm flipH="1">
              <a:off x="432" y="1981"/>
              <a:ext cx="288" cy="0"/>
            </a:xfrm>
            <a:prstGeom prst="line">
              <a:avLst/>
            </a:prstGeom>
            <a:ln w="28575" cap="flat" cmpd="sng">
              <a:solidFill>
                <a:schemeClr val="bg1"/>
              </a:solidFill>
              <a:prstDash val="solid"/>
              <a:headEnd type="none" w="med" len="med"/>
              <a:tailEnd type="none" w="med" len="med"/>
            </a:ln>
          </p:spPr>
        </p:sp>
        <p:sp>
          <p:nvSpPr>
            <p:cNvPr id="129322" name="Line 28"/>
            <p:cNvSpPr/>
            <p:nvPr/>
          </p:nvSpPr>
          <p:spPr>
            <a:xfrm flipH="1">
              <a:off x="1231" y="1955"/>
              <a:ext cx="113" cy="0"/>
            </a:xfrm>
            <a:prstGeom prst="line">
              <a:avLst/>
            </a:prstGeom>
            <a:ln w="28575" cap="flat" cmpd="sng">
              <a:solidFill>
                <a:schemeClr val="bg1"/>
              </a:solidFill>
              <a:prstDash val="solid"/>
              <a:headEnd type="none" w="med" len="med"/>
              <a:tailEnd type="none" w="med" len="med"/>
            </a:ln>
          </p:spPr>
        </p:sp>
        <p:sp>
          <p:nvSpPr>
            <p:cNvPr id="129323" name="Line 29"/>
            <p:cNvSpPr/>
            <p:nvPr/>
          </p:nvSpPr>
          <p:spPr>
            <a:xfrm flipH="1">
              <a:off x="441" y="1549"/>
              <a:ext cx="288" cy="0"/>
            </a:xfrm>
            <a:prstGeom prst="line">
              <a:avLst/>
            </a:prstGeom>
            <a:ln w="28575" cap="flat" cmpd="sng">
              <a:solidFill>
                <a:schemeClr val="bg1"/>
              </a:solidFill>
              <a:prstDash val="solid"/>
              <a:headEnd type="none" w="med" len="med"/>
              <a:tailEnd type="none" w="med" len="med"/>
            </a:ln>
          </p:spPr>
        </p:sp>
        <p:sp>
          <p:nvSpPr>
            <p:cNvPr id="129324" name="Line 30"/>
            <p:cNvSpPr/>
            <p:nvPr/>
          </p:nvSpPr>
          <p:spPr>
            <a:xfrm flipH="1">
              <a:off x="1149" y="1540"/>
              <a:ext cx="363" cy="0"/>
            </a:xfrm>
            <a:prstGeom prst="line">
              <a:avLst/>
            </a:prstGeom>
            <a:ln w="28575" cap="flat" cmpd="sng">
              <a:solidFill>
                <a:schemeClr val="bg1"/>
              </a:solidFill>
              <a:prstDash val="solid"/>
              <a:headEnd type="none" w="med" len="med"/>
              <a:tailEnd type="none" w="med" len="med"/>
            </a:ln>
          </p:spPr>
        </p:sp>
        <p:sp>
          <p:nvSpPr>
            <p:cNvPr id="129325" name="Line 31"/>
            <p:cNvSpPr/>
            <p:nvPr/>
          </p:nvSpPr>
          <p:spPr>
            <a:xfrm flipV="1">
              <a:off x="585" y="1319"/>
              <a:ext cx="0" cy="245"/>
            </a:xfrm>
            <a:prstGeom prst="line">
              <a:avLst/>
            </a:prstGeom>
            <a:ln w="28575" cap="flat" cmpd="sng">
              <a:solidFill>
                <a:schemeClr val="bg1"/>
              </a:solidFill>
              <a:prstDash val="solid"/>
              <a:headEnd type="none" w="med" len="med"/>
              <a:tailEnd type="none" w="med" len="med"/>
            </a:ln>
          </p:spPr>
        </p:sp>
        <p:sp>
          <p:nvSpPr>
            <p:cNvPr id="129326" name="Line 32"/>
            <p:cNvSpPr/>
            <p:nvPr/>
          </p:nvSpPr>
          <p:spPr>
            <a:xfrm>
              <a:off x="585" y="1319"/>
              <a:ext cx="768" cy="0"/>
            </a:xfrm>
            <a:prstGeom prst="line">
              <a:avLst/>
            </a:prstGeom>
            <a:ln w="28575" cap="flat" cmpd="sng">
              <a:solidFill>
                <a:schemeClr val="bg1"/>
              </a:solidFill>
              <a:prstDash val="solid"/>
              <a:headEnd type="none" w="med" len="med"/>
              <a:tailEnd type="none" w="med" len="med"/>
            </a:ln>
          </p:spPr>
        </p:sp>
        <p:sp>
          <p:nvSpPr>
            <p:cNvPr id="129327" name="Line 33"/>
            <p:cNvSpPr/>
            <p:nvPr/>
          </p:nvSpPr>
          <p:spPr>
            <a:xfrm>
              <a:off x="1353" y="1316"/>
              <a:ext cx="0" cy="653"/>
            </a:xfrm>
            <a:prstGeom prst="line">
              <a:avLst/>
            </a:prstGeom>
            <a:ln w="28575" cap="flat" cmpd="sng">
              <a:solidFill>
                <a:schemeClr val="bg1"/>
              </a:solidFill>
              <a:prstDash val="solid"/>
              <a:headEnd type="none" w="med" len="med"/>
              <a:tailEnd type="none" w="med" len="med"/>
            </a:ln>
          </p:spPr>
        </p:sp>
        <p:sp>
          <p:nvSpPr>
            <p:cNvPr id="129328" name="Oval 34"/>
            <p:cNvSpPr/>
            <p:nvPr/>
          </p:nvSpPr>
          <p:spPr>
            <a:xfrm>
              <a:off x="558" y="153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29" name="Oval 35"/>
            <p:cNvSpPr/>
            <p:nvPr/>
          </p:nvSpPr>
          <p:spPr>
            <a:xfrm flipH="1">
              <a:off x="1161" y="1923"/>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30" name="AutoShape 36"/>
            <p:cNvSpPr/>
            <p:nvPr/>
          </p:nvSpPr>
          <p:spPr>
            <a:xfrm>
              <a:off x="729" y="1444"/>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9331" name="Line 37"/>
            <p:cNvSpPr/>
            <p:nvPr/>
          </p:nvSpPr>
          <p:spPr>
            <a:xfrm>
              <a:off x="729" y="1918"/>
              <a:ext cx="48" cy="48"/>
            </a:xfrm>
            <a:prstGeom prst="line">
              <a:avLst/>
            </a:prstGeom>
            <a:ln w="28575" cap="flat" cmpd="sng">
              <a:solidFill>
                <a:schemeClr val="tx1"/>
              </a:solidFill>
              <a:prstDash val="solid"/>
              <a:headEnd type="none" w="med" len="med"/>
              <a:tailEnd type="none" w="med" len="med"/>
            </a:ln>
          </p:spPr>
        </p:sp>
        <p:sp>
          <p:nvSpPr>
            <p:cNvPr id="129332" name="Line 38"/>
            <p:cNvSpPr/>
            <p:nvPr/>
          </p:nvSpPr>
          <p:spPr>
            <a:xfrm flipH="1">
              <a:off x="729" y="1975"/>
              <a:ext cx="48" cy="48"/>
            </a:xfrm>
            <a:prstGeom prst="line">
              <a:avLst/>
            </a:prstGeom>
            <a:ln w="28575" cap="flat" cmpd="sng">
              <a:solidFill>
                <a:schemeClr val="tx1"/>
              </a:solidFill>
              <a:prstDash val="solid"/>
              <a:headEnd type="none" w="med" len="med"/>
              <a:tailEnd type="none" w="med" len="med"/>
            </a:ln>
          </p:spPr>
        </p:sp>
        <p:sp>
          <p:nvSpPr>
            <p:cNvPr id="129333" name="Text Box 39"/>
            <p:cNvSpPr txBox="1"/>
            <p:nvPr/>
          </p:nvSpPr>
          <p:spPr>
            <a:xfrm>
              <a:off x="718" y="1459"/>
              <a:ext cx="500" cy="273"/>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9334" name="Text Box 40"/>
            <p:cNvSpPr txBox="1"/>
            <p:nvPr/>
          </p:nvSpPr>
          <p:spPr>
            <a:xfrm>
              <a:off x="980" y="1474"/>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35" name="Text Box 41"/>
            <p:cNvSpPr txBox="1"/>
            <p:nvPr/>
          </p:nvSpPr>
          <p:spPr>
            <a:xfrm>
              <a:off x="980" y="1849"/>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36" name="Text Box 42"/>
            <p:cNvSpPr txBox="1"/>
            <p:nvPr/>
          </p:nvSpPr>
          <p:spPr>
            <a:xfrm>
              <a:off x="744" y="1889"/>
              <a:ext cx="346" cy="228"/>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sp>
          <p:nvSpPr>
            <p:cNvPr id="129337" name="Line 44"/>
            <p:cNvSpPr/>
            <p:nvPr/>
          </p:nvSpPr>
          <p:spPr>
            <a:xfrm flipH="1">
              <a:off x="432" y="3033"/>
              <a:ext cx="288" cy="0"/>
            </a:xfrm>
            <a:prstGeom prst="line">
              <a:avLst/>
            </a:prstGeom>
            <a:ln w="28575" cap="flat" cmpd="sng">
              <a:solidFill>
                <a:schemeClr val="bg1"/>
              </a:solidFill>
              <a:prstDash val="solid"/>
              <a:headEnd type="none" w="med" len="med"/>
              <a:tailEnd type="none" w="med" len="med"/>
            </a:ln>
          </p:spPr>
        </p:sp>
        <p:sp>
          <p:nvSpPr>
            <p:cNvPr id="129338" name="Line 45"/>
            <p:cNvSpPr/>
            <p:nvPr/>
          </p:nvSpPr>
          <p:spPr>
            <a:xfrm flipH="1">
              <a:off x="1231" y="3007"/>
              <a:ext cx="113" cy="0"/>
            </a:xfrm>
            <a:prstGeom prst="line">
              <a:avLst/>
            </a:prstGeom>
            <a:ln w="28575" cap="flat" cmpd="sng">
              <a:solidFill>
                <a:schemeClr val="bg1"/>
              </a:solidFill>
              <a:prstDash val="solid"/>
              <a:headEnd type="none" w="med" len="med"/>
              <a:tailEnd type="none" w="med" len="med"/>
            </a:ln>
          </p:spPr>
        </p:sp>
        <p:sp>
          <p:nvSpPr>
            <p:cNvPr id="129339" name="Line 46"/>
            <p:cNvSpPr/>
            <p:nvPr/>
          </p:nvSpPr>
          <p:spPr>
            <a:xfrm flipH="1">
              <a:off x="441" y="2601"/>
              <a:ext cx="288" cy="0"/>
            </a:xfrm>
            <a:prstGeom prst="line">
              <a:avLst/>
            </a:prstGeom>
            <a:ln w="28575" cap="flat" cmpd="sng">
              <a:solidFill>
                <a:schemeClr val="bg1"/>
              </a:solidFill>
              <a:prstDash val="solid"/>
              <a:headEnd type="none" w="med" len="med"/>
              <a:tailEnd type="none" w="med" len="med"/>
            </a:ln>
          </p:spPr>
        </p:sp>
        <p:sp>
          <p:nvSpPr>
            <p:cNvPr id="129340" name="Line 47"/>
            <p:cNvSpPr/>
            <p:nvPr/>
          </p:nvSpPr>
          <p:spPr>
            <a:xfrm flipH="1">
              <a:off x="1149" y="2592"/>
              <a:ext cx="363" cy="0"/>
            </a:xfrm>
            <a:prstGeom prst="line">
              <a:avLst/>
            </a:prstGeom>
            <a:ln w="28575" cap="flat" cmpd="sng">
              <a:solidFill>
                <a:schemeClr val="bg1"/>
              </a:solidFill>
              <a:prstDash val="solid"/>
              <a:headEnd type="none" w="med" len="med"/>
              <a:tailEnd type="none" w="med" len="med"/>
            </a:ln>
          </p:spPr>
        </p:sp>
        <p:sp>
          <p:nvSpPr>
            <p:cNvPr id="129341" name="Line 48"/>
            <p:cNvSpPr/>
            <p:nvPr/>
          </p:nvSpPr>
          <p:spPr>
            <a:xfrm flipV="1">
              <a:off x="585" y="2359"/>
              <a:ext cx="0" cy="245"/>
            </a:xfrm>
            <a:prstGeom prst="line">
              <a:avLst/>
            </a:prstGeom>
            <a:ln w="28575" cap="flat" cmpd="sng">
              <a:solidFill>
                <a:schemeClr val="bg1"/>
              </a:solidFill>
              <a:prstDash val="solid"/>
              <a:headEnd type="none" w="med" len="med"/>
              <a:tailEnd type="none" w="med" len="med"/>
            </a:ln>
          </p:spPr>
        </p:sp>
        <p:sp>
          <p:nvSpPr>
            <p:cNvPr id="129342" name="Line 49"/>
            <p:cNvSpPr/>
            <p:nvPr/>
          </p:nvSpPr>
          <p:spPr>
            <a:xfrm>
              <a:off x="585" y="2359"/>
              <a:ext cx="768" cy="0"/>
            </a:xfrm>
            <a:prstGeom prst="line">
              <a:avLst/>
            </a:prstGeom>
            <a:ln w="28575" cap="flat" cmpd="sng">
              <a:solidFill>
                <a:schemeClr val="bg1"/>
              </a:solidFill>
              <a:prstDash val="solid"/>
              <a:headEnd type="none" w="med" len="med"/>
              <a:tailEnd type="none" w="med" len="med"/>
            </a:ln>
          </p:spPr>
        </p:sp>
        <p:sp>
          <p:nvSpPr>
            <p:cNvPr id="129343" name="Line 50"/>
            <p:cNvSpPr/>
            <p:nvPr/>
          </p:nvSpPr>
          <p:spPr>
            <a:xfrm>
              <a:off x="1353" y="2368"/>
              <a:ext cx="0" cy="653"/>
            </a:xfrm>
            <a:prstGeom prst="line">
              <a:avLst/>
            </a:prstGeom>
            <a:ln w="28575" cap="flat" cmpd="sng">
              <a:solidFill>
                <a:schemeClr val="bg1"/>
              </a:solidFill>
              <a:prstDash val="solid"/>
              <a:headEnd type="none" w="med" len="med"/>
              <a:tailEnd type="none" w="med" len="med"/>
            </a:ln>
          </p:spPr>
        </p:sp>
        <p:sp>
          <p:nvSpPr>
            <p:cNvPr id="129344" name="Oval 51"/>
            <p:cNvSpPr/>
            <p:nvPr/>
          </p:nvSpPr>
          <p:spPr>
            <a:xfrm>
              <a:off x="558" y="2573"/>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45" name="Oval 52"/>
            <p:cNvSpPr/>
            <p:nvPr/>
          </p:nvSpPr>
          <p:spPr>
            <a:xfrm flipH="1">
              <a:off x="1161" y="2975"/>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46" name="AutoShape 53"/>
            <p:cNvSpPr/>
            <p:nvPr/>
          </p:nvSpPr>
          <p:spPr>
            <a:xfrm>
              <a:off x="729" y="2496"/>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9347" name="Line 54"/>
            <p:cNvSpPr/>
            <p:nvPr/>
          </p:nvSpPr>
          <p:spPr>
            <a:xfrm>
              <a:off x="729" y="2970"/>
              <a:ext cx="48" cy="48"/>
            </a:xfrm>
            <a:prstGeom prst="line">
              <a:avLst/>
            </a:prstGeom>
            <a:ln w="28575" cap="flat" cmpd="sng">
              <a:solidFill>
                <a:schemeClr val="tx1"/>
              </a:solidFill>
              <a:prstDash val="solid"/>
              <a:headEnd type="none" w="med" len="med"/>
              <a:tailEnd type="none" w="med" len="med"/>
            </a:ln>
          </p:spPr>
        </p:sp>
        <p:sp>
          <p:nvSpPr>
            <p:cNvPr id="129348" name="Line 55"/>
            <p:cNvSpPr/>
            <p:nvPr/>
          </p:nvSpPr>
          <p:spPr>
            <a:xfrm flipH="1">
              <a:off x="729" y="3027"/>
              <a:ext cx="48" cy="48"/>
            </a:xfrm>
            <a:prstGeom prst="line">
              <a:avLst/>
            </a:prstGeom>
            <a:ln w="28575" cap="flat" cmpd="sng">
              <a:solidFill>
                <a:schemeClr val="tx1"/>
              </a:solidFill>
              <a:prstDash val="solid"/>
              <a:headEnd type="none" w="med" len="med"/>
              <a:tailEnd type="none" w="med" len="med"/>
            </a:ln>
          </p:spPr>
        </p:sp>
        <p:sp>
          <p:nvSpPr>
            <p:cNvPr id="129349" name="Text Box 56"/>
            <p:cNvSpPr txBox="1"/>
            <p:nvPr/>
          </p:nvSpPr>
          <p:spPr>
            <a:xfrm>
              <a:off x="718" y="2511"/>
              <a:ext cx="500" cy="273"/>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9350" name="Text Box 57"/>
            <p:cNvSpPr txBox="1"/>
            <p:nvPr/>
          </p:nvSpPr>
          <p:spPr>
            <a:xfrm>
              <a:off x="980" y="2526"/>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51" name="Text Box 58"/>
            <p:cNvSpPr txBox="1"/>
            <p:nvPr/>
          </p:nvSpPr>
          <p:spPr>
            <a:xfrm>
              <a:off x="980" y="2901"/>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52" name="Text Box 59"/>
            <p:cNvSpPr txBox="1"/>
            <p:nvPr/>
          </p:nvSpPr>
          <p:spPr>
            <a:xfrm>
              <a:off x="744" y="2941"/>
              <a:ext cx="346" cy="228"/>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sp>
          <p:nvSpPr>
            <p:cNvPr id="129353" name="Line 61"/>
            <p:cNvSpPr/>
            <p:nvPr/>
          </p:nvSpPr>
          <p:spPr>
            <a:xfrm flipH="1">
              <a:off x="432" y="4089"/>
              <a:ext cx="288" cy="0"/>
            </a:xfrm>
            <a:prstGeom prst="line">
              <a:avLst/>
            </a:prstGeom>
            <a:ln w="28575" cap="flat" cmpd="sng">
              <a:solidFill>
                <a:schemeClr val="bg1"/>
              </a:solidFill>
              <a:prstDash val="solid"/>
              <a:headEnd type="none" w="med" len="med"/>
              <a:tailEnd type="none" w="med" len="med"/>
            </a:ln>
          </p:spPr>
        </p:sp>
        <p:sp>
          <p:nvSpPr>
            <p:cNvPr id="129354" name="Line 62"/>
            <p:cNvSpPr/>
            <p:nvPr/>
          </p:nvSpPr>
          <p:spPr>
            <a:xfrm flipH="1">
              <a:off x="1231" y="4063"/>
              <a:ext cx="113" cy="0"/>
            </a:xfrm>
            <a:prstGeom prst="line">
              <a:avLst/>
            </a:prstGeom>
            <a:ln w="28575" cap="flat" cmpd="sng">
              <a:solidFill>
                <a:schemeClr val="bg1"/>
              </a:solidFill>
              <a:prstDash val="solid"/>
              <a:headEnd type="none" w="med" len="med"/>
              <a:tailEnd type="none" w="med" len="med"/>
            </a:ln>
          </p:spPr>
        </p:sp>
        <p:sp>
          <p:nvSpPr>
            <p:cNvPr id="129355" name="Line 63"/>
            <p:cNvSpPr/>
            <p:nvPr/>
          </p:nvSpPr>
          <p:spPr>
            <a:xfrm flipH="1">
              <a:off x="441" y="3657"/>
              <a:ext cx="288" cy="0"/>
            </a:xfrm>
            <a:prstGeom prst="line">
              <a:avLst/>
            </a:prstGeom>
            <a:ln w="28575" cap="flat" cmpd="sng">
              <a:solidFill>
                <a:schemeClr val="bg1"/>
              </a:solidFill>
              <a:prstDash val="solid"/>
              <a:headEnd type="none" w="med" len="med"/>
              <a:tailEnd type="none" w="med" len="med"/>
            </a:ln>
          </p:spPr>
        </p:sp>
        <p:sp>
          <p:nvSpPr>
            <p:cNvPr id="129356" name="Line 64"/>
            <p:cNvSpPr/>
            <p:nvPr/>
          </p:nvSpPr>
          <p:spPr>
            <a:xfrm flipH="1">
              <a:off x="1149" y="3648"/>
              <a:ext cx="363" cy="0"/>
            </a:xfrm>
            <a:prstGeom prst="line">
              <a:avLst/>
            </a:prstGeom>
            <a:ln w="28575" cap="flat" cmpd="sng">
              <a:solidFill>
                <a:schemeClr val="bg1"/>
              </a:solidFill>
              <a:prstDash val="solid"/>
              <a:headEnd type="none" w="med" len="med"/>
              <a:tailEnd type="none" w="med" len="med"/>
            </a:ln>
          </p:spPr>
        </p:sp>
        <p:sp>
          <p:nvSpPr>
            <p:cNvPr id="129357" name="Line 65"/>
            <p:cNvSpPr/>
            <p:nvPr/>
          </p:nvSpPr>
          <p:spPr>
            <a:xfrm flipV="1">
              <a:off x="585" y="3415"/>
              <a:ext cx="0" cy="245"/>
            </a:xfrm>
            <a:prstGeom prst="line">
              <a:avLst/>
            </a:prstGeom>
            <a:ln w="28575" cap="flat" cmpd="sng">
              <a:solidFill>
                <a:schemeClr val="bg1"/>
              </a:solidFill>
              <a:prstDash val="solid"/>
              <a:headEnd type="none" w="med" len="med"/>
              <a:tailEnd type="none" w="med" len="med"/>
            </a:ln>
          </p:spPr>
        </p:sp>
        <p:sp>
          <p:nvSpPr>
            <p:cNvPr id="129358" name="Line 66"/>
            <p:cNvSpPr/>
            <p:nvPr/>
          </p:nvSpPr>
          <p:spPr>
            <a:xfrm>
              <a:off x="585" y="3415"/>
              <a:ext cx="768" cy="0"/>
            </a:xfrm>
            <a:prstGeom prst="line">
              <a:avLst/>
            </a:prstGeom>
            <a:ln w="28575" cap="flat" cmpd="sng">
              <a:solidFill>
                <a:schemeClr val="bg1"/>
              </a:solidFill>
              <a:prstDash val="solid"/>
              <a:headEnd type="none" w="med" len="med"/>
              <a:tailEnd type="none" w="med" len="med"/>
            </a:ln>
          </p:spPr>
        </p:sp>
        <p:sp>
          <p:nvSpPr>
            <p:cNvPr id="129359" name="Line 67"/>
            <p:cNvSpPr/>
            <p:nvPr/>
          </p:nvSpPr>
          <p:spPr>
            <a:xfrm>
              <a:off x="1353" y="3424"/>
              <a:ext cx="0" cy="653"/>
            </a:xfrm>
            <a:prstGeom prst="line">
              <a:avLst/>
            </a:prstGeom>
            <a:ln w="28575" cap="flat" cmpd="sng">
              <a:solidFill>
                <a:schemeClr val="bg1"/>
              </a:solidFill>
              <a:prstDash val="solid"/>
              <a:headEnd type="none" w="med" len="med"/>
              <a:tailEnd type="none" w="med" len="med"/>
            </a:ln>
          </p:spPr>
        </p:sp>
        <p:sp>
          <p:nvSpPr>
            <p:cNvPr id="129360" name="Oval 68"/>
            <p:cNvSpPr/>
            <p:nvPr/>
          </p:nvSpPr>
          <p:spPr>
            <a:xfrm>
              <a:off x="558" y="3629"/>
              <a:ext cx="48" cy="48"/>
            </a:xfrm>
            <a:prstGeom prst="ellipse">
              <a:avLst/>
            </a:prstGeom>
            <a:solidFill>
              <a:schemeClr val="bg1"/>
            </a:solid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61" name="Oval 69"/>
            <p:cNvSpPr/>
            <p:nvPr/>
          </p:nvSpPr>
          <p:spPr>
            <a:xfrm flipH="1">
              <a:off x="1161" y="4031"/>
              <a:ext cx="68" cy="68"/>
            </a:xfrm>
            <a:prstGeom prst="ellipse">
              <a:avLst/>
            </a:prstGeom>
            <a:noFill/>
            <a:ln w="28575" cap="flat" cmpd="sng">
              <a:solidFill>
                <a:schemeClr val="bg1"/>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62" name="AutoShape 70"/>
            <p:cNvSpPr/>
            <p:nvPr/>
          </p:nvSpPr>
          <p:spPr>
            <a:xfrm>
              <a:off x="729" y="3552"/>
              <a:ext cx="432" cy="672"/>
            </a:xfrm>
            <a:prstGeom prst="flowChartProcess">
              <a:avLst/>
            </a:prstGeom>
            <a:solidFill>
              <a:schemeClr val="accent1"/>
            </a:solidFill>
            <a:ln w="28575" cap="flat" cmpd="sng">
              <a:solidFill>
                <a:schemeClr val="bg1"/>
              </a:solidFill>
              <a:prstDash val="solid"/>
              <a:miter/>
              <a:headEnd type="none" w="med" len="med"/>
              <a:tailEnd type="none" w="med" len="med"/>
            </a:ln>
          </p:spPr>
          <p:txBody>
            <a:bodyPr wrap="none" anchor="ctr"/>
            <a:lstStyle/>
            <a:p>
              <a:endParaRPr lang="en-US" altLang="zh-CN" sz="1350" b="0" dirty="0">
                <a:solidFill>
                  <a:schemeClr val="tx1"/>
                </a:solidFill>
                <a:latin typeface="Times New Roman" panose="02020603050405020304" pitchFamily="18" charset="0"/>
              </a:endParaRPr>
            </a:p>
          </p:txBody>
        </p:sp>
        <p:sp>
          <p:nvSpPr>
            <p:cNvPr id="129363" name="Line 71"/>
            <p:cNvSpPr/>
            <p:nvPr/>
          </p:nvSpPr>
          <p:spPr>
            <a:xfrm>
              <a:off x="729" y="4026"/>
              <a:ext cx="48" cy="48"/>
            </a:xfrm>
            <a:prstGeom prst="line">
              <a:avLst/>
            </a:prstGeom>
            <a:ln w="28575" cap="flat" cmpd="sng">
              <a:solidFill>
                <a:schemeClr val="tx1"/>
              </a:solidFill>
              <a:prstDash val="solid"/>
              <a:headEnd type="none" w="med" len="med"/>
              <a:tailEnd type="none" w="med" len="med"/>
            </a:ln>
          </p:spPr>
        </p:sp>
        <p:sp>
          <p:nvSpPr>
            <p:cNvPr id="129364" name="Line 72"/>
            <p:cNvSpPr/>
            <p:nvPr/>
          </p:nvSpPr>
          <p:spPr>
            <a:xfrm flipH="1">
              <a:off x="729" y="4083"/>
              <a:ext cx="48" cy="48"/>
            </a:xfrm>
            <a:prstGeom prst="line">
              <a:avLst/>
            </a:prstGeom>
            <a:ln w="28575" cap="flat" cmpd="sng">
              <a:solidFill>
                <a:schemeClr val="tx1"/>
              </a:solidFill>
              <a:prstDash val="solid"/>
              <a:headEnd type="none" w="med" len="med"/>
              <a:tailEnd type="none" w="med" len="med"/>
            </a:ln>
          </p:spPr>
        </p:sp>
        <p:sp>
          <p:nvSpPr>
            <p:cNvPr id="129365" name="Text Box 73"/>
            <p:cNvSpPr txBox="1"/>
            <p:nvPr/>
          </p:nvSpPr>
          <p:spPr>
            <a:xfrm>
              <a:off x="718" y="3567"/>
              <a:ext cx="500" cy="273"/>
            </a:xfrm>
            <a:prstGeom prst="rect">
              <a:avLst/>
            </a:prstGeom>
            <a:noFill/>
            <a:ln w="28575">
              <a:noFill/>
            </a:ln>
          </p:spPr>
          <p:txBody>
            <a:bodyPr>
              <a:spAutoFit/>
            </a:bodyPr>
            <a:lstStyle/>
            <a:p>
              <a:pPr algn="l"/>
              <a:r>
                <a:rPr lang="en-US" altLang="zh-CN" sz="1200" b="0" dirty="0">
                  <a:solidFill>
                    <a:schemeClr val="tx1"/>
                  </a:solidFill>
                  <a:latin typeface="Times New Roman" panose="02020603050405020304" pitchFamily="18" charset="0"/>
                </a:rPr>
                <a:t>D</a:t>
              </a:r>
            </a:p>
          </p:txBody>
        </p:sp>
        <p:sp>
          <p:nvSpPr>
            <p:cNvPr id="129366" name="Text Box 74"/>
            <p:cNvSpPr txBox="1"/>
            <p:nvPr/>
          </p:nvSpPr>
          <p:spPr>
            <a:xfrm>
              <a:off x="980" y="3582"/>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67" name="Text Box 75"/>
            <p:cNvSpPr txBox="1"/>
            <p:nvPr/>
          </p:nvSpPr>
          <p:spPr>
            <a:xfrm>
              <a:off x="980" y="3957"/>
              <a:ext cx="258" cy="297"/>
            </a:xfrm>
            <a:prstGeom prst="rect">
              <a:avLst/>
            </a:prstGeom>
            <a:noFill/>
            <a:ln w="28575">
              <a:noFill/>
            </a:ln>
          </p:spPr>
          <p:txBody>
            <a:bodyPr wrap="square">
              <a:spAutoFit/>
            </a:bodyPr>
            <a:lstStyle/>
            <a:p>
              <a:pPr algn="l"/>
              <a:r>
                <a:rPr lang="en-US" altLang="zh-CN" sz="1350" b="0" dirty="0">
                  <a:solidFill>
                    <a:schemeClr val="tx1"/>
                  </a:solidFill>
                  <a:latin typeface="Times New Roman" panose="02020603050405020304" pitchFamily="18" charset="0"/>
                </a:rPr>
                <a:t>Q</a:t>
              </a:r>
            </a:p>
          </p:txBody>
        </p:sp>
        <p:sp>
          <p:nvSpPr>
            <p:cNvPr id="129368" name="Text Box 76"/>
            <p:cNvSpPr txBox="1"/>
            <p:nvPr/>
          </p:nvSpPr>
          <p:spPr>
            <a:xfrm>
              <a:off x="744" y="3997"/>
              <a:ext cx="346" cy="228"/>
            </a:xfrm>
            <a:prstGeom prst="rect">
              <a:avLst/>
            </a:prstGeom>
            <a:noFill/>
            <a:ln w="28575">
              <a:noFill/>
            </a:ln>
          </p:spPr>
          <p:txBody>
            <a:bodyPr wrap="square">
              <a:spAutoFit/>
            </a:bodyPr>
            <a:lstStyle/>
            <a:p>
              <a:pPr algn="l"/>
              <a:r>
                <a:rPr lang="en-US" altLang="zh-CN" sz="900" b="0" dirty="0">
                  <a:solidFill>
                    <a:schemeClr val="tx1"/>
                  </a:solidFill>
                  <a:latin typeface="Times New Roman" panose="02020603050405020304" pitchFamily="18" charset="0"/>
                </a:rPr>
                <a:t>CLK</a:t>
              </a:r>
            </a:p>
          </p:txBody>
        </p:sp>
        <p:sp>
          <p:nvSpPr>
            <p:cNvPr id="129369" name="Line 77"/>
            <p:cNvSpPr/>
            <p:nvPr/>
          </p:nvSpPr>
          <p:spPr>
            <a:xfrm>
              <a:off x="432" y="3032"/>
              <a:ext cx="0" cy="227"/>
            </a:xfrm>
            <a:prstGeom prst="line">
              <a:avLst/>
            </a:prstGeom>
            <a:ln w="28575" cap="flat" cmpd="sng">
              <a:solidFill>
                <a:srgbClr val="FF9900"/>
              </a:solidFill>
              <a:prstDash val="solid"/>
              <a:headEnd type="none" w="med" len="med"/>
              <a:tailEnd type="none" w="med" len="med"/>
            </a:ln>
          </p:spPr>
        </p:sp>
        <p:sp>
          <p:nvSpPr>
            <p:cNvPr id="129370" name="Line 78"/>
            <p:cNvSpPr/>
            <p:nvPr/>
          </p:nvSpPr>
          <p:spPr>
            <a:xfrm>
              <a:off x="432" y="1988"/>
              <a:ext cx="0" cy="227"/>
            </a:xfrm>
            <a:prstGeom prst="line">
              <a:avLst/>
            </a:prstGeom>
            <a:ln w="28575" cap="flat" cmpd="sng">
              <a:solidFill>
                <a:srgbClr val="FF9900"/>
              </a:solidFill>
              <a:prstDash val="solid"/>
              <a:headEnd type="none" w="med" len="med"/>
              <a:tailEnd type="none" w="med" len="med"/>
            </a:ln>
          </p:spPr>
        </p:sp>
        <p:sp>
          <p:nvSpPr>
            <p:cNvPr id="129371" name="Line 79"/>
            <p:cNvSpPr/>
            <p:nvPr/>
          </p:nvSpPr>
          <p:spPr>
            <a:xfrm>
              <a:off x="432" y="944"/>
              <a:ext cx="0" cy="227"/>
            </a:xfrm>
            <a:prstGeom prst="line">
              <a:avLst/>
            </a:prstGeom>
            <a:ln w="28575" cap="flat" cmpd="sng">
              <a:solidFill>
                <a:srgbClr val="FF9900"/>
              </a:solidFill>
              <a:prstDash val="solid"/>
              <a:headEnd type="none" w="med" len="med"/>
              <a:tailEnd type="none" w="med" len="med"/>
            </a:ln>
          </p:spPr>
        </p:sp>
        <p:sp>
          <p:nvSpPr>
            <p:cNvPr id="129372" name="Text Box 80"/>
            <p:cNvSpPr txBox="1"/>
            <p:nvPr/>
          </p:nvSpPr>
          <p:spPr>
            <a:xfrm>
              <a:off x="192" y="1452"/>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2</a:t>
              </a:r>
            </a:p>
          </p:txBody>
        </p:sp>
        <p:sp>
          <p:nvSpPr>
            <p:cNvPr id="129373" name="Text Box 81"/>
            <p:cNvSpPr txBox="1"/>
            <p:nvPr/>
          </p:nvSpPr>
          <p:spPr>
            <a:xfrm>
              <a:off x="192" y="372"/>
              <a:ext cx="384" cy="319"/>
            </a:xfrm>
            <a:prstGeom prst="rect">
              <a:avLst/>
            </a:prstGeom>
            <a:noFill/>
            <a:ln w="28575">
              <a:noFill/>
            </a:ln>
          </p:spPr>
          <p:txBody>
            <a:bodyPr>
              <a:spAutoFit/>
            </a:bodyPr>
            <a:lstStyle/>
            <a:p>
              <a:pPr algn="l">
                <a:spcBef>
                  <a:spcPct val="50000"/>
                </a:spcBef>
              </a:pPr>
              <a:r>
                <a:rPr lang="en-US" altLang="zh-CN" sz="1500" dirty="0">
                  <a:solidFill>
                    <a:srgbClr val="FFFF00"/>
                  </a:solidFill>
                  <a:latin typeface="Times New Roman" panose="02020603050405020304" pitchFamily="18" charset="0"/>
                </a:rPr>
                <a:t>D</a:t>
              </a:r>
              <a:r>
                <a:rPr lang="en-US" altLang="zh-CN" sz="1500" baseline="-25000" dirty="0">
                  <a:solidFill>
                    <a:srgbClr val="FFFF00"/>
                  </a:solidFill>
                  <a:latin typeface="Times New Roman" panose="02020603050405020304" pitchFamily="18" charset="0"/>
                </a:rPr>
                <a:t>3</a:t>
              </a:r>
            </a:p>
          </p:txBody>
        </p:sp>
        <p:sp>
          <p:nvSpPr>
            <p:cNvPr id="129374" name="Line 330"/>
            <p:cNvSpPr/>
            <p:nvPr/>
          </p:nvSpPr>
          <p:spPr>
            <a:xfrm>
              <a:off x="432" y="1164"/>
              <a:ext cx="1004" cy="0"/>
            </a:xfrm>
            <a:prstGeom prst="line">
              <a:avLst/>
            </a:prstGeom>
            <a:ln w="28575" cap="flat" cmpd="sng">
              <a:solidFill>
                <a:srgbClr val="FF9900"/>
              </a:solidFill>
              <a:prstDash val="solid"/>
              <a:headEnd type="none" w="med" len="med"/>
              <a:tailEnd type="none" w="med" len="med"/>
            </a:ln>
          </p:spPr>
        </p:sp>
        <p:sp>
          <p:nvSpPr>
            <p:cNvPr id="129375" name="Line 331"/>
            <p:cNvSpPr/>
            <p:nvPr/>
          </p:nvSpPr>
          <p:spPr>
            <a:xfrm>
              <a:off x="432" y="2208"/>
              <a:ext cx="1004" cy="0"/>
            </a:xfrm>
            <a:prstGeom prst="line">
              <a:avLst/>
            </a:prstGeom>
            <a:ln w="28575" cap="flat" cmpd="sng">
              <a:solidFill>
                <a:srgbClr val="FF9900"/>
              </a:solidFill>
              <a:prstDash val="solid"/>
              <a:headEnd type="none" w="med" len="med"/>
              <a:tailEnd type="none" w="med" len="med"/>
            </a:ln>
          </p:spPr>
        </p:sp>
        <p:sp>
          <p:nvSpPr>
            <p:cNvPr id="129376" name="Line 332"/>
            <p:cNvSpPr/>
            <p:nvPr/>
          </p:nvSpPr>
          <p:spPr>
            <a:xfrm>
              <a:off x="432" y="3252"/>
              <a:ext cx="1004" cy="0"/>
            </a:xfrm>
            <a:prstGeom prst="line">
              <a:avLst/>
            </a:prstGeom>
            <a:ln w="28575" cap="flat" cmpd="sng">
              <a:solidFill>
                <a:srgbClr val="FF9900"/>
              </a:solidFill>
              <a:prstDash val="solid"/>
              <a:headEnd type="none" w="med" len="med"/>
              <a:tailEnd type="none" w="med" len="med"/>
            </a:ln>
          </p:spPr>
        </p:sp>
        <p:sp>
          <p:nvSpPr>
            <p:cNvPr id="129377" name="Line 333"/>
            <p:cNvSpPr/>
            <p:nvPr/>
          </p:nvSpPr>
          <p:spPr>
            <a:xfrm>
              <a:off x="1440" y="1161"/>
              <a:ext cx="0" cy="363"/>
            </a:xfrm>
            <a:prstGeom prst="line">
              <a:avLst/>
            </a:prstGeom>
            <a:ln w="28575" cap="flat" cmpd="sng">
              <a:solidFill>
                <a:srgbClr val="FF9900"/>
              </a:solidFill>
              <a:prstDash val="solid"/>
              <a:headEnd type="none" w="med" len="med"/>
              <a:tailEnd type="none" w="med" len="med"/>
            </a:ln>
          </p:spPr>
        </p:sp>
        <p:sp>
          <p:nvSpPr>
            <p:cNvPr id="129378" name="Line 334"/>
            <p:cNvSpPr/>
            <p:nvPr/>
          </p:nvSpPr>
          <p:spPr>
            <a:xfrm>
              <a:off x="1440" y="2208"/>
              <a:ext cx="0" cy="385"/>
            </a:xfrm>
            <a:prstGeom prst="line">
              <a:avLst/>
            </a:prstGeom>
            <a:ln w="28575" cap="flat" cmpd="sng">
              <a:solidFill>
                <a:srgbClr val="FF9900"/>
              </a:solidFill>
              <a:prstDash val="solid"/>
              <a:headEnd type="none" w="med" len="med"/>
              <a:tailEnd type="none" w="med" len="med"/>
            </a:ln>
          </p:spPr>
        </p:sp>
        <p:sp>
          <p:nvSpPr>
            <p:cNvPr id="129379" name="Line 335"/>
            <p:cNvSpPr/>
            <p:nvPr/>
          </p:nvSpPr>
          <p:spPr>
            <a:xfrm>
              <a:off x="1440" y="3264"/>
              <a:ext cx="0" cy="385"/>
            </a:xfrm>
            <a:prstGeom prst="line">
              <a:avLst/>
            </a:prstGeom>
            <a:ln w="28575" cap="flat" cmpd="sng">
              <a:solidFill>
                <a:srgbClr val="FF9900"/>
              </a:solidFill>
              <a:prstDash val="solid"/>
              <a:headEnd type="none" w="med" len="med"/>
              <a:tailEnd type="none" w="med" len="med"/>
            </a:ln>
          </p:spPr>
        </p:sp>
        <p:sp>
          <p:nvSpPr>
            <p:cNvPr id="129380" name="Oval 336"/>
            <p:cNvSpPr/>
            <p:nvPr/>
          </p:nvSpPr>
          <p:spPr>
            <a:xfrm>
              <a:off x="1404" y="3624"/>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81" name="Oval 337"/>
            <p:cNvSpPr/>
            <p:nvPr/>
          </p:nvSpPr>
          <p:spPr>
            <a:xfrm>
              <a:off x="1416" y="2556"/>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sp>
          <p:nvSpPr>
            <p:cNvPr id="129382" name="Oval 338"/>
            <p:cNvSpPr/>
            <p:nvPr/>
          </p:nvSpPr>
          <p:spPr>
            <a:xfrm>
              <a:off x="1404" y="1512"/>
              <a:ext cx="48" cy="48"/>
            </a:xfrm>
            <a:prstGeom prst="ellipse">
              <a:avLst/>
            </a:prstGeom>
            <a:solidFill>
              <a:srgbClr val="FF9900"/>
            </a:solidFill>
            <a:ln w="28575" cap="flat" cmpd="sng">
              <a:solidFill>
                <a:srgbClr val="FF9900"/>
              </a:solidFill>
              <a:prstDash val="solid"/>
              <a:headEnd type="none" w="med" len="med"/>
              <a:tailEnd type="none" w="med" len="med"/>
            </a:ln>
          </p:spPr>
          <p:txBody>
            <a:bodyPr wrap="none" anchor="ctr"/>
            <a:lstStyle/>
            <a:p>
              <a:endParaRPr lang="zh-CN" altLang="en-US" sz="1500" dirty="0">
                <a:latin typeface="Times New Roman" panose="02020603050405020304" pitchFamily="18" charset="0"/>
              </a:endParaRPr>
            </a:p>
          </p:txBody>
        </p:sp>
      </p:grpSp>
      <p:grpSp>
        <p:nvGrpSpPr>
          <p:cNvPr id="129031" name="Group 381"/>
          <p:cNvGrpSpPr/>
          <p:nvPr/>
        </p:nvGrpSpPr>
        <p:grpSpPr>
          <a:xfrm>
            <a:off x="3028950" y="171450"/>
            <a:ext cx="4914900" cy="3069431"/>
            <a:chOff x="1584" y="144"/>
            <a:chExt cx="4128" cy="2578"/>
          </a:xfrm>
        </p:grpSpPr>
        <p:grpSp>
          <p:nvGrpSpPr>
            <p:cNvPr id="129032" name="Group 86"/>
            <p:cNvGrpSpPr/>
            <p:nvPr/>
          </p:nvGrpSpPr>
          <p:grpSpPr>
            <a:xfrm>
              <a:off x="1680" y="144"/>
              <a:ext cx="3996" cy="500"/>
              <a:chOff x="1680" y="480"/>
              <a:chExt cx="3996" cy="500"/>
            </a:xfrm>
          </p:grpSpPr>
          <p:sp>
            <p:nvSpPr>
              <p:cNvPr id="129194" name="Line 87"/>
              <p:cNvSpPr/>
              <p:nvPr/>
            </p:nvSpPr>
            <p:spPr>
              <a:xfrm>
                <a:off x="2011" y="936"/>
                <a:ext cx="113" cy="0"/>
              </a:xfrm>
              <a:prstGeom prst="line">
                <a:avLst/>
              </a:prstGeom>
              <a:ln w="28575" cap="flat" cmpd="sng">
                <a:solidFill>
                  <a:schemeClr val="bg1"/>
                </a:solidFill>
                <a:prstDash val="solid"/>
                <a:headEnd type="none" w="med" len="med"/>
                <a:tailEnd type="none" w="med" len="med"/>
              </a:ln>
            </p:spPr>
          </p:sp>
          <p:grpSp>
            <p:nvGrpSpPr>
              <p:cNvPr id="129195" name="Group 88"/>
              <p:cNvGrpSpPr/>
              <p:nvPr/>
            </p:nvGrpSpPr>
            <p:grpSpPr>
              <a:xfrm>
                <a:off x="2076" y="480"/>
                <a:ext cx="336" cy="467"/>
                <a:chOff x="1968" y="480"/>
                <a:chExt cx="336" cy="467"/>
              </a:xfrm>
            </p:grpSpPr>
            <p:sp>
              <p:nvSpPr>
                <p:cNvPr id="129293" name="Line 8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94" name="Line 9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5" name="Line 9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6" name="Line 9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7" name="Text Box 9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a:t>
                  </a:r>
                </a:p>
              </p:txBody>
            </p:sp>
          </p:grpSp>
          <p:grpSp>
            <p:nvGrpSpPr>
              <p:cNvPr id="129196" name="Group 94"/>
              <p:cNvGrpSpPr/>
              <p:nvPr/>
            </p:nvGrpSpPr>
            <p:grpSpPr>
              <a:xfrm>
                <a:off x="2280" y="480"/>
                <a:ext cx="336" cy="467"/>
                <a:chOff x="1968" y="480"/>
                <a:chExt cx="336" cy="467"/>
              </a:xfrm>
            </p:grpSpPr>
            <p:sp>
              <p:nvSpPr>
                <p:cNvPr id="129288" name="Line 9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9" name="Line 9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90" name="Line 9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91" name="Line 9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92" name="Text Box 9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2</a:t>
                  </a:r>
                </a:p>
              </p:txBody>
            </p:sp>
          </p:grpSp>
          <p:grpSp>
            <p:nvGrpSpPr>
              <p:cNvPr id="129197" name="Group 100"/>
              <p:cNvGrpSpPr/>
              <p:nvPr/>
            </p:nvGrpSpPr>
            <p:grpSpPr>
              <a:xfrm>
                <a:off x="2484" y="480"/>
                <a:ext cx="336" cy="467"/>
                <a:chOff x="1968" y="480"/>
                <a:chExt cx="336" cy="467"/>
              </a:xfrm>
            </p:grpSpPr>
            <p:sp>
              <p:nvSpPr>
                <p:cNvPr id="129283" name="Line 10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84" name="Line 10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5" name="Line 10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6" name="Line 10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7" name="Text Box 10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3</a:t>
                  </a:r>
                </a:p>
              </p:txBody>
            </p:sp>
          </p:grpSp>
          <p:grpSp>
            <p:nvGrpSpPr>
              <p:cNvPr id="129198" name="Group 106"/>
              <p:cNvGrpSpPr/>
              <p:nvPr/>
            </p:nvGrpSpPr>
            <p:grpSpPr>
              <a:xfrm>
                <a:off x="2688" y="480"/>
                <a:ext cx="336" cy="467"/>
                <a:chOff x="1968" y="480"/>
                <a:chExt cx="336" cy="467"/>
              </a:xfrm>
            </p:grpSpPr>
            <p:sp>
              <p:nvSpPr>
                <p:cNvPr id="129278" name="Line 10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9" name="Line 10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80" name="Line 10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81" name="Line 11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82" name="Text Box 11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4</a:t>
                  </a:r>
                </a:p>
              </p:txBody>
            </p:sp>
          </p:grpSp>
          <p:grpSp>
            <p:nvGrpSpPr>
              <p:cNvPr id="129199" name="Group 112"/>
              <p:cNvGrpSpPr/>
              <p:nvPr/>
            </p:nvGrpSpPr>
            <p:grpSpPr>
              <a:xfrm>
                <a:off x="2892" y="480"/>
                <a:ext cx="336" cy="467"/>
                <a:chOff x="1968" y="480"/>
                <a:chExt cx="336" cy="467"/>
              </a:xfrm>
            </p:grpSpPr>
            <p:sp>
              <p:nvSpPr>
                <p:cNvPr id="129273" name="Line 11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74" name="Line 11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5" name="Line 11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6" name="Line 11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7" name="Text Box 11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5</a:t>
                  </a:r>
                </a:p>
              </p:txBody>
            </p:sp>
          </p:grpSp>
          <p:grpSp>
            <p:nvGrpSpPr>
              <p:cNvPr id="129200" name="Group 118"/>
              <p:cNvGrpSpPr/>
              <p:nvPr/>
            </p:nvGrpSpPr>
            <p:grpSpPr>
              <a:xfrm>
                <a:off x="3096" y="480"/>
                <a:ext cx="336" cy="467"/>
                <a:chOff x="1968" y="480"/>
                <a:chExt cx="336" cy="467"/>
              </a:xfrm>
            </p:grpSpPr>
            <p:sp>
              <p:nvSpPr>
                <p:cNvPr id="129268" name="Line 11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9" name="Line 12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70" name="Line 12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71" name="Line 12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72" name="Text Box 12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6</a:t>
                  </a:r>
                </a:p>
              </p:txBody>
            </p:sp>
          </p:grpSp>
          <p:grpSp>
            <p:nvGrpSpPr>
              <p:cNvPr id="129201" name="Group 124"/>
              <p:cNvGrpSpPr/>
              <p:nvPr/>
            </p:nvGrpSpPr>
            <p:grpSpPr>
              <a:xfrm>
                <a:off x="3300" y="480"/>
                <a:ext cx="336" cy="467"/>
                <a:chOff x="1968" y="480"/>
                <a:chExt cx="336" cy="467"/>
              </a:xfrm>
            </p:grpSpPr>
            <p:sp>
              <p:nvSpPr>
                <p:cNvPr id="129263" name="Line 12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64" name="Line 12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5" name="Line 12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6" name="Line 12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7" name="Text Box 12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7</a:t>
                  </a:r>
                </a:p>
              </p:txBody>
            </p:sp>
          </p:grpSp>
          <p:grpSp>
            <p:nvGrpSpPr>
              <p:cNvPr id="129202" name="Group 130"/>
              <p:cNvGrpSpPr/>
              <p:nvPr/>
            </p:nvGrpSpPr>
            <p:grpSpPr>
              <a:xfrm>
                <a:off x="3504" y="480"/>
                <a:ext cx="336" cy="467"/>
                <a:chOff x="1968" y="480"/>
                <a:chExt cx="336" cy="467"/>
              </a:xfrm>
            </p:grpSpPr>
            <p:sp>
              <p:nvSpPr>
                <p:cNvPr id="129258" name="Line 13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9" name="Line 13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60" name="Line 13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61" name="Line 13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62" name="Text Box 13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8</a:t>
                  </a:r>
                </a:p>
              </p:txBody>
            </p:sp>
          </p:grpSp>
          <p:grpSp>
            <p:nvGrpSpPr>
              <p:cNvPr id="129203" name="Group 136"/>
              <p:cNvGrpSpPr/>
              <p:nvPr/>
            </p:nvGrpSpPr>
            <p:grpSpPr>
              <a:xfrm>
                <a:off x="3708" y="480"/>
                <a:ext cx="336" cy="467"/>
                <a:chOff x="1968" y="480"/>
                <a:chExt cx="336" cy="467"/>
              </a:xfrm>
            </p:grpSpPr>
            <p:sp>
              <p:nvSpPr>
                <p:cNvPr id="129253" name="Line 13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54" name="Line 13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5" name="Line 13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6" name="Line 14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7" name="Text Box 14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9</a:t>
                  </a:r>
                </a:p>
              </p:txBody>
            </p:sp>
          </p:grpSp>
          <p:grpSp>
            <p:nvGrpSpPr>
              <p:cNvPr id="129204" name="Group 142"/>
              <p:cNvGrpSpPr/>
              <p:nvPr/>
            </p:nvGrpSpPr>
            <p:grpSpPr>
              <a:xfrm>
                <a:off x="3912" y="480"/>
                <a:ext cx="336" cy="467"/>
                <a:chOff x="1968" y="480"/>
                <a:chExt cx="336" cy="467"/>
              </a:xfrm>
            </p:grpSpPr>
            <p:sp>
              <p:nvSpPr>
                <p:cNvPr id="129248" name="Line 14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9" name="Line 14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50" name="Line 14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51" name="Line 14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52" name="Text Box 14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10</a:t>
                  </a:r>
                </a:p>
              </p:txBody>
            </p:sp>
          </p:grpSp>
          <p:grpSp>
            <p:nvGrpSpPr>
              <p:cNvPr id="129205" name="Group 148"/>
              <p:cNvGrpSpPr/>
              <p:nvPr/>
            </p:nvGrpSpPr>
            <p:grpSpPr>
              <a:xfrm>
                <a:off x="4116" y="480"/>
                <a:ext cx="336" cy="467"/>
                <a:chOff x="1968" y="480"/>
                <a:chExt cx="336" cy="467"/>
              </a:xfrm>
            </p:grpSpPr>
            <p:sp>
              <p:nvSpPr>
                <p:cNvPr id="129243" name="Line 14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44" name="Line 15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5" name="Line 15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6" name="Line 15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7" name="Text Box 15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11</a:t>
                  </a:r>
                </a:p>
              </p:txBody>
            </p:sp>
          </p:grpSp>
          <p:grpSp>
            <p:nvGrpSpPr>
              <p:cNvPr id="129206" name="Group 154"/>
              <p:cNvGrpSpPr/>
              <p:nvPr/>
            </p:nvGrpSpPr>
            <p:grpSpPr>
              <a:xfrm>
                <a:off x="4320" y="480"/>
                <a:ext cx="336" cy="467"/>
                <a:chOff x="1968" y="480"/>
                <a:chExt cx="336" cy="467"/>
              </a:xfrm>
            </p:grpSpPr>
            <p:sp>
              <p:nvSpPr>
                <p:cNvPr id="129238" name="Line 15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9" name="Line 15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40" name="Line 15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41" name="Line 15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42" name="Text Box 15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12</a:t>
                  </a:r>
                </a:p>
              </p:txBody>
            </p:sp>
          </p:grpSp>
          <p:grpSp>
            <p:nvGrpSpPr>
              <p:cNvPr id="129207" name="Group 160"/>
              <p:cNvGrpSpPr/>
              <p:nvPr/>
            </p:nvGrpSpPr>
            <p:grpSpPr>
              <a:xfrm>
                <a:off x="4524" y="480"/>
                <a:ext cx="336" cy="467"/>
                <a:chOff x="1968" y="480"/>
                <a:chExt cx="336" cy="467"/>
              </a:xfrm>
            </p:grpSpPr>
            <p:sp>
              <p:nvSpPr>
                <p:cNvPr id="129233" name="Line 161"/>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34" name="Line 162"/>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5" name="Line 163"/>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6" name="Line 164"/>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7" name="Text Box 165"/>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13</a:t>
                  </a:r>
                </a:p>
              </p:txBody>
            </p:sp>
          </p:grpSp>
          <p:grpSp>
            <p:nvGrpSpPr>
              <p:cNvPr id="129208" name="Group 166"/>
              <p:cNvGrpSpPr/>
              <p:nvPr/>
            </p:nvGrpSpPr>
            <p:grpSpPr>
              <a:xfrm>
                <a:off x="4728" y="480"/>
                <a:ext cx="336" cy="467"/>
                <a:chOff x="1968" y="480"/>
                <a:chExt cx="336" cy="467"/>
              </a:xfrm>
            </p:grpSpPr>
            <p:sp>
              <p:nvSpPr>
                <p:cNvPr id="129228" name="Line 167"/>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9" name="Line 168"/>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30" name="Line 169"/>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31" name="Line 170"/>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32" name="Text Box 171"/>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14</a:t>
                  </a:r>
                </a:p>
              </p:txBody>
            </p:sp>
          </p:grpSp>
          <p:grpSp>
            <p:nvGrpSpPr>
              <p:cNvPr id="129209" name="Group 172"/>
              <p:cNvGrpSpPr/>
              <p:nvPr/>
            </p:nvGrpSpPr>
            <p:grpSpPr>
              <a:xfrm>
                <a:off x="4932" y="480"/>
                <a:ext cx="336" cy="467"/>
                <a:chOff x="1968" y="480"/>
                <a:chExt cx="336" cy="467"/>
              </a:xfrm>
            </p:grpSpPr>
            <p:sp>
              <p:nvSpPr>
                <p:cNvPr id="129223" name="Line 173"/>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24" name="Line 174"/>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5" name="Line 175"/>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6" name="Line 176"/>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7" name="Text Box 177"/>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15</a:t>
                  </a:r>
                </a:p>
              </p:txBody>
            </p:sp>
          </p:grpSp>
          <p:grpSp>
            <p:nvGrpSpPr>
              <p:cNvPr id="129210" name="Group 178"/>
              <p:cNvGrpSpPr/>
              <p:nvPr/>
            </p:nvGrpSpPr>
            <p:grpSpPr>
              <a:xfrm>
                <a:off x="5136" y="480"/>
                <a:ext cx="336" cy="467"/>
                <a:chOff x="1968" y="480"/>
                <a:chExt cx="336" cy="467"/>
              </a:xfrm>
            </p:grpSpPr>
            <p:sp>
              <p:nvSpPr>
                <p:cNvPr id="129218" name="Line 179"/>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9" name="Line 180"/>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20" name="Line 181"/>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21" name="Line 182"/>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22" name="Text Box 183"/>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16</a:t>
                  </a:r>
                </a:p>
              </p:txBody>
            </p:sp>
          </p:grpSp>
          <p:grpSp>
            <p:nvGrpSpPr>
              <p:cNvPr id="129211" name="Group 184"/>
              <p:cNvGrpSpPr/>
              <p:nvPr/>
            </p:nvGrpSpPr>
            <p:grpSpPr>
              <a:xfrm>
                <a:off x="5340" y="480"/>
                <a:ext cx="336" cy="467"/>
                <a:chOff x="1968" y="480"/>
                <a:chExt cx="336" cy="467"/>
              </a:xfrm>
            </p:grpSpPr>
            <p:sp>
              <p:nvSpPr>
                <p:cNvPr id="129213" name="Line 185"/>
                <p:cNvSpPr/>
                <p:nvPr/>
              </p:nvSpPr>
              <p:spPr>
                <a:xfrm>
                  <a:off x="2016" y="720"/>
                  <a:ext cx="113" cy="0"/>
                </a:xfrm>
                <a:prstGeom prst="line">
                  <a:avLst/>
                </a:prstGeom>
                <a:ln w="28575" cap="flat" cmpd="sng">
                  <a:solidFill>
                    <a:schemeClr val="bg1"/>
                  </a:solidFill>
                  <a:prstDash val="solid"/>
                  <a:headEnd type="none" w="med" len="med"/>
                  <a:tailEnd type="none" w="med" len="med"/>
                </a:ln>
              </p:spPr>
            </p:sp>
            <p:sp>
              <p:nvSpPr>
                <p:cNvPr id="129214" name="Line 186"/>
                <p:cNvSpPr/>
                <p:nvPr/>
              </p:nvSpPr>
              <p:spPr>
                <a:xfrm>
                  <a:off x="2016" y="720"/>
                  <a:ext cx="0" cy="227"/>
                </a:xfrm>
                <a:prstGeom prst="line">
                  <a:avLst/>
                </a:prstGeom>
                <a:ln w="28575" cap="flat" cmpd="sng">
                  <a:solidFill>
                    <a:schemeClr val="bg1"/>
                  </a:solidFill>
                  <a:prstDash val="solid"/>
                  <a:headEnd type="none" w="med" len="med"/>
                  <a:tailEnd type="none" w="med" len="med"/>
                </a:ln>
              </p:spPr>
            </p:sp>
            <p:sp>
              <p:nvSpPr>
                <p:cNvPr id="129215" name="Line 187"/>
                <p:cNvSpPr/>
                <p:nvPr/>
              </p:nvSpPr>
              <p:spPr>
                <a:xfrm>
                  <a:off x="2112" y="720"/>
                  <a:ext cx="0" cy="227"/>
                </a:xfrm>
                <a:prstGeom prst="line">
                  <a:avLst/>
                </a:prstGeom>
                <a:ln w="28575" cap="flat" cmpd="sng">
                  <a:solidFill>
                    <a:schemeClr val="bg1"/>
                  </a:solidFill>
                  <a:prstDash val="solid"/>
                  <a:headEnd type="none" w="med" len="med"/>
                  <a:tailEnd type="none" w="med" len="med"/>
                </a:ln>
              </p:spPr>
            </p:sp>
            <p:sp>
              <p:nvSpPr>
                <p:cNvPr id="129216" name="Line 188"/>
                <p:cNvSpPr/>
                <p:nvPr/>
              </p:nvSpPr>
              <p:spPr>
                <a:xfrm>
                  <a:off x="2112" y="936"/>
                  <a:ext cx="113" cy="0"/>
                </a:xfrm>
                <a:prstGeom prst="line">
                  <a:avLst/>
                </a:prstGeom>
                <a:ln w="28575" cap="flat" cmpd="sng">
                  <a:solidFill>
                    <a:schemeClr val="bg1"/>
                  </a:solidFill>
                  <a:prstDash val="solid"/>
                  <a:headEnd type="none" w="med" len="med"/>
                  <a:tailEnd type="none" w="med" len="med"/>
                </a:ln>
              </p:spPr>
            </p:sp>
            <p:sp>
              <p:nvSpPr>
                <p:cNvPr id="129217" name="Text Box 189"/>
                <p:cNvSpPr txBox="1"/>
                <p:nvPr/>
              </p:nvSpPr>
              <p:spPr>
                <a:xfrm>
                  <a:off x="1968" y="480"/>
                  <a:ext cx="336" cy="251"/>
                </a:xfrm>
                <a:prstGeom prst="rect">
                  <a:avLst/>
                </a:prstGeom>
                <a:noFill/>
                <a:ln w="28575">
                  <a:noFill/>
                </a:ln>
              </p:spPr>
              <p:txBody>
                <a:bodyPr>
                  <a:spAutoFit/>
                </a:bodyPr>
                <a:lstStyle/>
                <a:p>
                  <a:pPr>
                    <a:spcBef>
                      <a:spcPct val="50000"/>
                    </a:spcBef>
                  </a:pPr>
                  <a:r>
                    <a:rPr lang="en-US" altLang="zh-CN" sz="1350" b="0" dirty="0">
                      <a:latin typeface="Times New Roman" panose="02020603050405020304" pitchFamily="18" charset="0"/>
                    </a:rPr>
                    <a:t>17</a:t>
                  </a:r>
                </a:p>
              </p:txBody>
            </p:sp>
          </p:grpSp>
          <p:sp>
            <p:nvSpPr>
              <p:cNvPr id="129212" name="Text Box 190"/>
              <p:cNvSpPr txBox="1"/>
              <p:nvPr/>
            </p:nvSpPr>
            <p:spPr>
              <a:xfrm>
                <a:off x="1680" y="729"/>
                <a:ext cx="528" cy="251"/>
              </a:xfrm>
              <a:prstGeom prst="rect">
                <a:avLst/>
              </a:prstGeom>
              <a:noFill/>
              <a:ln w="28575">
                <a:noFill/>
              </a:ln>
            </p:spPr>
            <p:txBody>
              <a:bodyPr>
                <a:spAutoFit/>
              </a:bodyPr>
              <a:lstStyle/>
              <a:p>
                <a:pPr algn="l">
                  <a:spcBef>
                    <a:spcPct val="50000"/>
                  </a:spcBef>
                </a:pPr>
                <a:r>
                  <a:rPr lang="en-US" altLang="zh-CN" sz="1350" dirty="0">
                    <a:latin typeface="Times New Roman" panose="02020603050405020304" pitchFamily="18" charset="0"/>
                  </a:rPr>
                  <a:t>CLK</a:t>
                </a:r>
              </a:p>
            </p:txBody>
          </p:sp>
        </p:grpSp>
        <p:grpSp>
          <p:nvGrpSpPr>
            <p:cNvPr id="129033" name="Group 191"/>
            <p:cNvGrpSpPr/>
            <p:nvPr/>
          </p:nvGrpSpPr>
          <p:grpSpPr>
            <a:xfrm>
              <a:off x="2124" y="624"/>
              <a:ext cx="3264" cy="1587"/>
              <a:chOff x="2124" y="960"/>
              <a:chExt cx="3264" cy="2016"/>
            </a:xfrm>
          </p:grpSpPr>
          <p:sp>
            <p:nvSpPr>
              <p:cNvPr id="129177" name="Line 192"/>
              <p:cNvSpPr/>
              <p:nvPr/>
            </p:nvSpPr>
            <p:spPr>
              <a:xfrm>
                <a:off x="2124" y="960"/>
                <a:ext cx="0" cy="2016"/>
              </a:xfrm>
              <a:prstGeom prst="line">
                <a:avLst/>
              </a:prstGeom>
              <a:ln w="28575" cap="flat" cmpd="sng">
                <a:solidFill>
                  <a:schemeClr val="bg1"/>
                </a:solidFill>
                <a:prstDash val="dash"/>
                <a:headEnd type="none" w="med" len="med"/>
                <a:tailEnd type="none" w="med" len="med"/>
              </a:ln>
            </p:spPr>
          </p:sp>
          <p:sp>
            <p:nvSpPr>
              <p:cNvPr id="129178" name="Line 193"/>
              <p:cNvSpPr/>
              <p:nvPr/>
            </p:nvSpPr>
            <p:spPr>
              <a:xfrm>
                <a:off x="2328" y="960"/>
                <a:ext cx="0" cy="2016"/>
              </a:xfrm>
              <a:prstGeom prst="line">
                <a:avLst/>
              </a:prstGeom>
              <a:ln w="28575" cap="flat" cmpd="sng">
                <a:solidFill>
                  <a:schemeClr val="bg1"/>
                </a:solidFill>
                <a:prstDash val="dash"/>
                <a:headEnd type="none" w="med" len="med"/>
                <a:tailEnd type="none" w="med" len="med"/>
              </a:ln>
            </p:spPr>
          </p:sp>
          <p:sp>
            <p:nvSpPr>
              <p:cNvPr id="129179" name="Line 194"/>
              <p:cNvSpPr/>
              <p:nvPr/>
            </p:nvSpPr>
            <p:spPr>
              <a:xfrm>
                <a:off x="2532" y="960"/>
                <a:ext cx="0" cy="2016"/>
              </a:xfrm>
              <a:prstGeom prst="line">
                <a:avLst/>
              </a:prstGeom>
              <a:ln w="28575" cap="flat" cmpd="sng">
                <a:solidFill>
                  <a:schemeClr val="bg1"/>
                </a:solidFill>
                <a:prstDash val="dash"/>
                <a:headEnd type="none" w="med" len="med"/>
                <a:tailEnd type="none" w="med" len="med"/>
              </a:ln>
            </p:spPr>
          </p:sp>
          <p:sp>
            <p:nvSpPr>
              <p:cNvPr id="129180" name="Line 195"/>
              <p:cNvSpPr/>
              <p:nvPr/>
            </p:nvSpPr>
            <p:spPr>
              <a:xfrm>
                <a:off x="2736" y="960"/>
                <a:ext cx="0" cy="2016"/>
              </a:xfrm>
              <a:prstGeom prst="line">
                <a:avLst/>
              </a:prstGeom>
              <a:ln w="28575" cap="flat" cmpd="sng">
                <a:solidFill>
                  <a:schemeClr val="bg1"/>
                </a:solidFill>
                <a:prstDash val="dash"/>
                <a:headEnd type="none" w="med" len="med"/>
                <a:tailEnd type="none" w="med" len="med"/>
              </a:ln>
            </p:spPr>
          </p:sp>
          <p:sp>
            <p:nvSpPr>
              <p:cNvPr id="129181" name="Line 196"/>
              <p:cNvSpPr/>
              <p:nvPr/>
            </p:nvSpPr>
            <p:spPr>
              <a:xfrm>
                <a:off x="2940" y="960"/>
                <a:ext cx="0" cy="2016"/>
              </a:xfrm>
              <a:prstGeom prst="line">
                <a:avLst/>
              </a:prstGeom>
              <a:ln w="28575" cap="flat" cmpd="sng">
                <a:solidFill>
                  <a:schemeClr val="bg1"/>
                </a:solidFill>
                <a:prstDash val="dash"/>
                <a:headEnd type="none" w="med" len="med"/>
                <a:tailEnd type="none" w="med" len="med"/>
              </a:ln>
            </p:spPr>
          </p:sp>
          <p:sp>
            <p:nvSpPr>
              <p:cNvPr id="129182" name="Line 197"/>
              <p:cNvSpPr/>
              <p:nvPr/>
            </p:nvSpPr>
            <p:spPr>
              <a:xfrm>
                <a:off x="3144" y="960"/>
                <a:ext cx="0" cy="2016"/>
              </a:xfrm>
              <a:prstGeom prst="line">
                <a:avLst/>
              </a:prstGeom>
              <a:ln w="28575" cap="flat" cmpd="sng">
                <a:solidFill>
                  <a:schemeClr val="bg1"/>
                </a:solidFill>
                <a:prstDash val="dash"/>
                <a:headEnd type="none" w="med" len="med"/>
                <a:tailEnd type="none" w="med" len="med"/>
              </a:ln>
            </p:spPr>
          </p:sp>
          <p:sp>
            <p:nvSpPr>
              <p:cNvPr id="129183" name="Line 198"/>
              <p:cNvSpPr/>
              <p:nvPr/>
            </p:nvSpPr>
            <p:spPr>
              <a:xfrm>
                <a:off x="3348" y="960"/>
                <a:ext cx="0" cy="2016"/>
              </a:xfrm>
              <a:prstGeom prst="line">
                <a:avLst/>
              </a:prstGeom>
              <a:ln w="28575" cap="flat" cmpd="sng">
                <a:solidFill>
                  <a:schemeClr val="bg1"/>
                </a:solidFill>
                <a:prstDash val="dash"/>
                <a:headEnd type="none" w="med" len="med"/>
                <a:tailEnd type="none" w="med" len="med"/>
              </a:ln>
            </p:spPr>
          </p:sp>
          <p:sp>
            <p:nvSpPr>
              <p:cNvPr id="129184" name="Line 199"/>
              <p:cNvSpPr/>
              <p:nvPr/>
            </p:nvSpPr>
            <p:spPr>
              <a:xfrm>
                <a:off x="3552" y="960"/>
                <a:ext cx="0" cy="2016"/>
              </a:xfrm>
              <a:prstGeom prst="line">
                <a:avLst/>
              </a:prstGeom>
              <a:ln w="28575" cap="flat" cmpd="sng">
                <a:solidFill>
                  <a:schemeClr val="bg1"/>
                </a:solidFill>
                <a:prstDash val="dash"/>
                <a:headEnd type="none" w="med" len="med"/>
                <a:tailEnd type="none" w="med" len="med"/>
              </a:ln>
            </p:spPr>
          </p:sp>
          <p:sp>
            <p:nvSpPr>
              <p:cNvPr id="129185" name="Line 200"/>
              <p:cNvSpPr/>
              <p:nvPr/>
            </p:nvSpPr>
            <p:spPr>
              <a:xfrm>
                <a:off x="3761" y="960"/>
                <a:ext cx="0" cy="2016"/>
              </a:xfrm>
              <a:prstGeom prst="line">
                <a:avLst/>
              </a:prstGeom>
              <a:ln w="28575" cap="flat" cmpd="sng">
                <a:solidFill>
                  <a:schemeClr val="bg1"/>
                </a:solidFill>
                <a:prstDash val="dash"/>
                <a:headEnd type="none" w="med" len="med"/>
                <a:tailEnd type="none" w="med" len="med"/>
              </a:ln>
            </p:spPr>
          </p:sp>
          <p:sp>
            <p:nvSpPr>
              <p:cNvPr id="129186" name="Line 201"/>
              <p:cNvSpPr/>
              <p:nvPr/>
            </p:nvSpPr>
            <p:spPr>
              <a:xfrm>
                <a:off x="3965" y="960"/>
                <a:ext cx="0" cy="2016"/>
              </a:xfrm>
              <a:prstGeom prst="line">
                <a:avLst/>
              </a:prstGeom>
              <a:ln w="28575" cap="flat" cmpd="sng">
                <a:solidFill>
                  <a:schemeClr val="bg1"/>
                </a:solidFill>
                <a:prstDash val="dash"/>
                <a:headEnd type="none" w="med" len="med"/>
                <a:tailEnd type="none" w="med" len="med"/>
              </a:ln>
            </p:spPr>
          </p:sp>
          <p:sp>
            <p:nvSpPr>
              <p:cNvPr id="129187" name="Line 202"/>
              <p:cNvSpPr/>
              <p:nvPr/>
            </p:nvSpPr>
            <p:spPr>
              <a:xfrm>
                <a:off x="4169" y="960"/>
                <a:ext cx="0" cy="2016"/>
              </a:xfrm>
              <a:prstGeom prst="line">
                <a:avLst/>
              </a:prstGeom>
              <a:ln w="28575" cap="flat" cmpd="sng">
                <a:solidFill>
                  <a:schemeClr val="bg1"/>
                </a:solidFill>
                <a:prstDash val="dash"/>
                <a:headEnd type="none" w="med" len="med"/>
                <a:tailEnd type="none" w="med" len="med"/>
              </a:ln>
            </p:spPr>
          </p:sp>
          <p:sp>
            <p:nvSpPr>
              <p:cNvPr id="129188" name="Line 203"/>
              <p:cNvSpPr/>
              <p:nvPr/>
            </p:nvSpPr>
            <p:spPr>
              <a:xfrm>
                <a:off x="4373" y="960"/>
                <a:ext cx="0" cy="2016"/>
              </a:xfrm>
              <a:prstGeom prst="line">
                <a:avLst/>
              </a:prstGeom>
              <a:ln w="28575" cap="flat" cmpd="sng">
                <a:solidFill>
                  <a:schemeClr val="bg1"/>
                </a:solidFill>
                <a:prstDash val="dash"/>
                <a:headEnd type="none" w="med" len="med"/>
                <a:tailEnd type="none" w="med" len="med"/>
              </a:ln>
            </p:spPr>
          </p:sp>
          <p:sp>
            <p:nvSpPr>
              <p:cNvPr id="129189" name="Line 204"/>
              <p:cNvSpPr/>
              <p:nvPr/>
            </p:nvSpPr>
            <p:spPr>
              <a:xfrm>
                <a:off x="4577" y="960"/>
                <a:ext cx="0" cy="2016"/>
              </a:xfrm>
              <a:prstGeom prst="line">
                <a:avLst/>
              </a:prstGeom>
              <a:ln w="28575" cap="flat" cmpd="sng">
                <a:solidFill>
                  <a:schemeClr val="bg1"/>
                </a:solidFill>
                <a:prstDash val="dash"/>
                <a:headEnd type="none" w="med" len="med"/>
                <a:tailEnd type="none" w="med" len="med"/>
              </a:ln>
            </p:spPr>
          </p:sp>
          <p:sp>
            <p:nvSpPr>
              <p:cNvPr id="129190" name="Line 205"/>
              <p:cNvSpPr/>
              <p:nvPr/>
            </p:nvSpPr>
            <p:spPr>
              <a:xfrm>
                <a:off x="4781" y="960"/>
                <a:ext cx="0" cy="2016"/>
              </a:xfrm>
              <a:prstGeom prst="line">
                <a:avLst/>
              </a:prstGeom>
              <a:ln w="28575" cap="flat" cmpd="sng">
                <a:solidFill>
                  <a:schemeClr val="bg1"/>
                </a:solidFill>
                <a:prstDash val="dash"/>
                <a:headEnd type="none" w="med" len="med"/>
                <a:tailEnd type="none" w="med" len="med"/>
              </a:ln>
            </p:spPr>
          </p:sp>
          <p:sp>
            <p:nvSpPr>
              <p:cNvPr id="129191" name="Line 206"/>
              <p:cNvSpPr/>
              <p:nvPr/>
            </p:nvSpPr>
            <p:spPr>
              <a:xfrm>
                <a:off x="4985" y="960"/>
                <a:ext cx="0" cy="2016"/>
              </a:xfrm>
              <a:prstGeom prst="line">
                <a:avLst/>
              </a:prstGeom>
              <a:ln w="28575" cap="flat" cmpd="sng">
                <a:solidFill>
                  <a:schemeClr val="bg1"/>
                </a:solidFill>
                <a:prstDash val="dash"/>
                <a:headEnd type="none" w="med" len="med"/>
                <a:tailEnd type="none" w="med" len="med"/>
              </a:ln>
            </p:spPr>
          </p:sp>
          <p:sp>
            <p:nvSpPr>
              <p:cNvPr id="129192" name="Line 207"/>
              <p:cNvSpPr/>
              <p:nvPr/>
            </p:nvSpPr>
            <p:spPr>
              <a:xfrm>
                <a:off x="5189" y="960"/>
                <a:ext cx="0" cy="2016"/>
              </a:xfrm>
              <a:prstGeom prst="line">
                <a:avLst/>
              </a:prstGeom>
              <a:ln w="28575" cap="flat" cmpd="sng">
                <a:solidFill>
                  <a:schemeClr val="bg1"/>
                </a:solidFill>
                <a:prstDash val="dash"/>
                <a:headEnd type="none" w="med" len="med"/>
                <a:tailEnd type="none" w="med" len="med"/>
              </a:ln>
            </p:spPr>
          </p:sp>
          <p:sp>
            <p:nvSpPr>
              <p:cNvPr id="129193" name="Line 208"/>
              <p:cNvSpPr/>
              <p:nvPr/>
            </p:nvSpPr>
            <p:spPr>
              <a:xfrm>
                <a:off x="5388" y="960"/>
                <a:ext cx="0" cy="2016"/>
              </a:xfrm>
              <a:prstGeom prst="line">
                <a:avLst/>
              </a:prstGeom>
              <a:ln w="28575" cap="flat" cmpd="sng">
                <a:solidFill>
                  <a:schemeClr val="bg1"/>
                </a:solidFill>
                <a:prstDash val="dash"/>
                <a:headEnd type="none" w="med" len="med"/>
                <a:tailEnd type="none" w="med" len="med"/>
              </a:ln>
            </p:spPr>
          </p:sp>
        </p:grpSp>
        <p:grpSp>
          <p:nvGrpSpPr>
            <p:cNvPr id="129034" name="Group 209"/>
            <p:cNvGrpSpPr/>
            <p:nvPr/>
          </p:nvGrpSpPr>
          <p:grpSpPr>
            <a:xfrm>
              <a:off x="1776" y="768"/>
              <a:ext cx="3912" cy="348"/>
              <a:chOff x="1776" y="1104"/>
              <a:chExt cx="3912" cy="348"/>
            </a:xfrm>
          </p:grpSpPr>
          <p:sp>
            <p:nvSpPr>
              <p:cNvPr id="129117" name="Text Box 210"/>
              <p:cNvSpPr txBox="1"/>
              <p:nvPr/>
            </p:nvSpPr>
            <p:spPr>
              <a:xfrm>
                <a:off x="1776" y="1104"/>
                <a:ext cx="384" cy="270"/>
              </a:xfrm>
              <a:prstGeom prst="rect">
                <a:avLst/>
              </a:prstGeom>
              <a:noFill/>
              <a:ln w="2857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0</a:t>
                </a:r>
              </a:p>
            </p:txBody>
          </p:sp>
          <p:sp>
            <p:nvSpPr>
              <p:cNvPr id="129118" name="Line 211"/>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119" name="Text Box 212"/>
              <p:cNvSpPr txBox="1"/>
              <p:nvPr/>
            </p:nvSpPr>
            <p:spPr>
              <a:xfrm>
                <a:off x="2076" y="1152"/>
                <a:ext cx="336" cy="25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20" name="Text Box 213"/>
              <p:cNvSpPr txBox="1"/>
              <p:nvPr/>
            </p:nvSpPr>
            <p:spPr>
              <a:xfrm>
                <a:off x="2280" y="1152"/>
                <a:ext cx="336" cy="258"/>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21" name="Line 214"/>
              <p:cNvSpPr/>
              <p:nvPr/>
            </p:nvSpPr>
            <p:spPr>
              <a:xfrm>
                <a:off x="2124" y="1144"/>
                <a:ext cx="204" cy="0"/>
              </a:xfrm>
              <a:prstGeom prst="line">
                <a:avLst/>
              </a:prstGeom>
              <a:ln w="28575" cap="flat" cmpd="sng">
                <a:solidFill>
                  <a:srgbClr val="FFFF00"/>
                </a:solidFill>
                <a:prstDash val="solid"/>
                <a:headEnd type="none" w="med" len="med"/>
                <a:tailEnd type="none" w="med" len="med"/>
              </a:ln>
            </p:spPr>
          </p:sp>
          <p:sp>
            <p:nvSpPr>
              <p:cNvPr id="129122" name="Line 215"/>
              <p:cNvSpPr/>
              <p:nvPr/>
            </p:nvSpPr>
            <p:spPr>
              <a:xfrm>
                <a:off x="2124" y="1156"/>
                <a:ext cx="0" cy="227"/>
              </a:xfrm>
              <a:prstGeom prst="line">
                <a:avLst/>
              </a:prstGeom>
              <a:ln w="28575" cap="flat" cmpd="sng">
                <a:solidFill>
                  <a:srgbClr val="FFFF00"/>
                </a:solidFill>
                <a:prstDash val="solid"/>
                <a:headEnd type="none" w="med" len="med"/>
                <a:tailEnd type="none" w="med" len="med"/>
              </a:ln>
            </p:spPr>
          </p:sp>
          <p:sp>
            <p:nvSpPr>
              <p:cNvPr id="129123" name="Line 216"/>
              <p:cNvSpPr/>
              <p:nvPr/>
            </p:nvSpPr>
            <p:spPr>
              <a:xfrm>
                <a:off x="2328" y="1156"/>
                <a:ext cx="0" cy="227"/>
              </a:xfrm>
              <a:prstGeom prst="line">
                <a:avLst/>
              </a:prstGeom>
              <a:ln w="28575" cap="flat" cmpd="sng">
                <a:solidFill>
                  <a:srgbClr val="FFFF00"/>
                </a:solidFill>
                <a:prstDash val="solid"/>
                <a:headEnd type="none" w="med" len="med"/>
                <a:tailEnd type="none" w="med" len="med"/>
              </a:ln>
            </p:spPr>
          </p:sp>
          <p:sp>
            <p:nvSpPr>
              <p:cNvPr id="129124" name="Line 217"/>
              <p:cNvSpPr/>
              <p:nvPr/>
            </p:nvSpPr>
            <p:spPr>
              <a:xfrm>
                <a:off x="2329" y="1392"/>
                <a:ext cx="204" cy="0"/>
              </a:xfrm>
              <a:prstGeom prst="line">
                <a:avLst/>
              </a:prstGeom>
              <a:ln w="28575" cap="flat" cmpd="sng">
                <a:solidFill>
                  <a:srgbClr val="FFFF00"/>
                </a:solidFill>
                <a:prstDash val="solid"/>
                <a:headEnd type="none" w="med" len="med"/>
                <a:tailEnd type="none" w="med" len="med"/>
              </a:ln>
            </p:spPr>
          </p:sp>
          <p:sp>
            <p:nvSpPr>
              <p:cNvPr id="129125" name="Line 218"/>
              <p:cNvSpPr/>
              <p:nvPr/>
            </p:nvSpPr>
            <p:spPr>
              <a:xfrm>
                <a:off x="2532" y="1156"/>
                <a:ext cx="0" cy="227"/>
              </a:xfrm>
              <a:prstGeom prst="line">
                <a:avLst/>
              </a:prstGeom>
              <a:ln w="28575" cap="flat" cmpd="sng">
                <a:solidFill>
                  <a:schemeClr val="bg1"/>
                </a:solidFill>
                <a:prstDash val="solid"/>
                <a:headEnd type="none" w="med" len="med"/>
                <a:tailEnd type="none" w="med" len="med"/>
              </a:ln>
            </p:spPr>
          </p:sp>
          <p:sp>
            <p:nvSpPr>
              <p:cNvPr id="129126" name="Text Box 219"/>
              <p:cNvSpPr txBox="1"/>
              <p:nvPr/>
            </p:nvSpPr>
            <p:spPr>
              <a:xfrm>
                <a:off x="2484" y="1152"/>
                <a:ext cx="336" cy="264"/>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27" name="Text Box 220"/>
              <p:cNvSpPr txBox="1"/>
              <p:nvPr/>
            </p:nvSpPr>
            <p:spPr>
              <a:xfrm>
                <a:off x="2688" y="1152"/>
                <a:ext cx="336" cy="269"/>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28" name="Line 221"/>
              <p:cNvSpPr/>
              <p:nvPr/>
            </p:nvSpPr>
            <p:spPr>
              <a:xfrm>
                <a:off x="2532" y="1144"/>
                <a:ext cx="204" cy="0"/>
              </a:xfrm>
              <a:prstGeom prst="line">
                <a:avLst/>
              </a:prstGeom>
              <a:ln w="28575" cap="flat" cmpd="sng">
                <a:solidFill>
                  <a:srgbClr val="FFFF00"/>
                </a:solidFill>
                <a:prstDash val="solid"/>
                <a:headEnd type="none" w="med" len="med"/>
                <a:tailEnd type="none" w="med" len="med"/>
              </a:ln>
            </p:spPr>
          </p:sp>
          <p:sp>
            <p:nvSpPr>
              <p:cNvPr id="129129" name="Line 222"/>
              <p:cNvSpPr/>
              <p:nvPr/>
            </p:nvSpPr>
            <p:spPr>
              <a:xfrm>
                <a:off x="2532" y="1156"/>
                <a:ext cx="0" cy="227"/>
              </a:xfrm>
              <a:prstGeom prst="line">
                <a:avLst/>
              </a:prstGeom>
              <a:ln w="28575" cap="flat" cmpd="sng">
                <a:solidFill>
                  <a:srgbClr val="FFFF00"/>
                </a:solidFill>
                <a:prstDash val="solid"/>
                <a:headEnd type="none" w="med" len="med"/>
                <a:tailEnd type="none" w="med" len="med"/>
              </a:ln>
            </p:spPr>
          </p:sp>
          <p:sp>
            <p:nvSpPr>
              <p:cNvPr id="129130" name="Line 223"/>
              <p:cNvSpPr/>
              <p:nvPr/>
            </p:nvSpPr>
            <p:spPr>
              <a:xfrm>
                <a:off x="2736" y="1156"/>
                <a:ext cx="0" cy="227"/>
              </a:xfrm>
              <a:prstGeom prst="line">
                <a:avLst/>
              </a:prstGeom>
              <a:ln w="28575" cap="flat" cmpd="sng">
                <a:solidFill>
                  <a:srgbClr val="FFFF00"/>
                </a:solidFill>
                <a:prstDash val="solid"/>
                <a:headEnd type="none" w="med" len="med"/>
                <a:tailEnd type="none" w="med" len="med"/>
              </a:ln>
            </p:spPr>
          </p:sp>
          <p:sp>
            <p:nvSpPr>
              <p:cNvPr id="129131" name="Line 224"/>
              <p:cNvSpPr/>
              <p:nvPr/>
            </p:nvSpPr>
            <p:spPr>
              <a:xfrm>
                <a:off x="2737" y="1384"/>
                <a:ext cx="204" cy="0"/>
              </a:xfrm>
              <a:prstGeom prst="line">
                <a:avLst/>
              </a:prstGeom>
              <a:ln w="28575" cap="flat" cmpd="sng">
                <a:solidFill>
                  <a:srgbClr val="FFFF00"/>
                </a:solidFill>
                <a:prstDash val="solid"/>
                <a:headEnd type="none" w="med" len="med"/>
                <a:tailEnd type="none" w="med" len="med"/>
              </a:ln>
            </p:spPr>
          </p:sp>
          <p:sp>
            <p:nvSpPr>
              <p:cNvPr id="129132" name="Line 225"/>
              <p:cNvSpPr/>
              <p:nvPr/>
            </p:nvSpPr>
            <p:spPr>
              <a:xfrm>
                <a:off x="2940" y="1156"/>
                <a:ext cx="0" cy="227"/>
              </a:xfrm>
              <a:prstGeom prst="line">
                <a:avLst/>
              </a:prstGeom>
              <a:ln w="28575" cap="flat" cmpd="sng">
                <a:solidFill>
                  <a:schemeClr val="bg1"/>
                </a:solidFill>
                <a:prstDash val="solid"/>
                <a:headEnd type="none" w="med" len="med"/>
                <a:tailEnd type="none" w="med" len="med"/>
              </a:ln>
            </p:spPr>
          </p:sp>
          <p:sp>
            <p:nvSpPr>
              <p:cNvPr id="129133" name="Text Box 226"/>
              <p:cNvSpPr txBox="1"/>
              <p:nvPr/>
            </p:nvSpPr>
            <p:spPr>
              <a:xfrm>
                <a:off x="2892" y="1164"/>
                <a:ext cx="336" cy="274"/>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34" name="Text Box 227"/>
              <p:cNvSpPr txBox="1"/>
              <p:nvPr/>
            </p:nvSpPr>
            <p:spPr>
              <a:xfrm>
                <a:off x="3096" y="1164"/>
                <a:ext cx="336" cy="288"/>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35" name="Line 228"/>
              <p:cNvSpPr/>
              <p:nvPr/>
            </p:nvSpPr>
            <p:spPr>
              <a:xfrm>
                <a:off x="2940" y="1144"/>
                <a:ext cx="204" cy="0"/>
              </a:xfrm>
              <a:prstGeom prst="line">
                <a:avLst/>
              </a:prstGeom>
              <a:ln w="28575" cap="flat" cmpd="sng">
                <a:solidFill>
                  <a:srgbClr val="FFFF00"/>
                </a:solidFill>
                <a:prstDash val="solid"/>
                <a:headEnd type="none" w="med" len="med"/>
                <a:tailEnd type="none" w="med" len="med"/>
              </a:ln>
            </p:spPr>
          </p:sp>
          <p:sp>
            <p:nvSpPr>
              <p:cNvPr id="129136" name="Line 229"/>
              <p:cNvSpPr/>
              <p:nvPr/>
            </p:nvSpPr>
            <p:spPr>
              <a:xfrm>
                <a:off x="2940" y="1168"/>
                <a:ext cx="0" cy="227"/>
              </a:xfrm>
              <a:prstGeom prst="line">
                <a:avLst/>
              </a:prstGeom>
              <a:ln w="28575" cap="flat" cmpd="sng">
                <a:solidFill>
                  <a:srgbClr val="FFFF00"/>
                </a:solidFill>
                <a:prstDash val="solid"/>
                <a:headEnd type="none" w="med" len="med"/>
                <a:tailEnd type="none" w="med" len="med"/>
              </a:ln>
            </p:spPr>
          </p:sp>
          <p:sp>
            <p:nvSpPr>
              <p:cNvPr id="129137" name="Line 230"/>
              <p:cNvSpPr/>
              <p:nvPr/>
            </p:nvSpPr>
            <p:spPr>
              <a:xfrm>
                <a:off x="3144" y="1168"/>
                <a:ext cx="0" cy="227"/>
              </a:xfrm>
              <a:prstGeom prst="line">
                <a:avLst/>
              </a:prstGeom>
              <a:ln w="28575" cap="flat" cmpd="sng">
                <a:solidFill>
                  <a:srgbClr val="FFFF00"/>
                </a:solidFill>
                <a:prstDash val="solid"/>
                <a:headEnd type="none" w="med" len="med"/>
                <a:tailEnd type="none" w="med" len="med"/>
              </a:ln>
            </p:spPr>
          </p:sp>
          <p:sp>
            <p:nvSpPr>
              <p:cNvPr id="129138" name="Line 231"/>
              <p:cNvSpPr/>
              <p:nvPr/>
            </p:nvSpPr>
            <p:spPr>
              <a:xfrm>
                <a:off x="3145" y="1396"/>
                <a:ext cx="204" cy="0"/>
              </a:xfrm>
              <a:prstGeom prst="line">
                <a:avLst/>
              </a:prstGeom>
              <a:ln w="28575" cap="flat" cmpd="sng">
                <a:solidFill>
                  <a:srgbClr val="FFFF00"/>
                </a:solidFill>
                <a:prstDash val="solid"/>
                <a:headEnd type="none" w="med" len="med"/>
                <a:tailEnd type="none" w="med" len="med"/>
              </a:ln>
            </p:spPr>
          </p:sp>
          <p:sp>
            <p:nvSpPr>
              <p:cNvPr id="129139" name="Line 232"/>
              <p:cNvSpPr/>
              <p:nvPr/>
            </p:nvSpPr>
            <p:spPr>
              <a:xfrm>
                <a:off x="3348" y="1168"/>
                <a:ext cx="0" cy="227"/>
              </a:xfrm>
              <a:prstGeom prst="line">
                <a:avLst/>
              </a:prstGeom>
              <a:ln w="28575" cap="flat" cmpd="sng">
                <a:solidFill>
                  <a:schemeClr val="bg1"/>
                </a:solidFill>
                <a:prstDash val="solid"/>
                <a:headEnd type="none" w="med" len="med"/>
                <a:tailEnd type="none" w="med" len="med"/>
              </a:ln>
            </p:spPr>
          </p:sp>
          <p:sp>
            <p:nvSpPr>
              <p:cNvPr id="129140" name="Text Box 233"/>
              <p:cNvSpPr txBox="1"/>
              <p:nvPr/>
            </p:nvSpPr>
            <p:spPr>
              <a:xfrm>
                <a:off x="3300"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41" name="Text Box 234"/>
              <p:cNvSpPr txBox="1"/>
              <p:nvPr/>
            </p:nvSpPr>
            <p:spPr>
              <a:xfrm>
                <a:off x="3504"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42" name="Line 235"/>
              <p:cNvSpPr/>
              <p:nvPr/>
            </p:nvSpPr>
            <p:spPr>
              <a:xfrm>
                <a:off x="3348" y="1144"/>
                <a:ext cx="204" cy="0"/>
              </a:xfrm>
              <a:prstGeom prst="line">
                <a:avLst/>
              </a:prstGeom>
              <a:ln w="28575" cap="flat" cmpd="sng">
                <a:solidFill>
                  <a:srgbClr val="FFFF00"/>
                </a:solidFill>
                <a:prstDash val="solid"/>
                <a:headEnd type="none" w="med" len="med"/>
                <a:tailEnd type="none" w="med" len="med"/>
              </a:ln>
            </p:spPr>
          </p:sp>
          <p:sp>
            <p:nvSpPr>
              <p:cNvPr id="129143" name="Line 236"/>
              <p:cNvSpPr/>
              <p:nvPr/>
            </p:nvSpPr>
            <p:spPr>
              <a:xfrm>
                <a:off x="3348" y="1156"/>
                <a:ext cx="0" cy="227"/>
              </a:xfrm>
              <a:prstGeom prst="line">
                <a:avLst/>
              </a:prstGeom>
              <a:ln w="28575" cap="flat" cmpd="sng">
                <a:solidFill>
                  <a:srgbClr val="FFFF00"/>
                </a:solidFill>
                <a:prstDash val="solid"/>
                <a:headEnd type="none" w="med" len="med"/>
                <a:tailEnd type="none" w="med" len="med"/>
              </a:ln>
            </p:spPr>
          </p:sp>
          <p:sp>
            <p:nvSpPr>
              <p:cNvPr id="129144" name="Line 237"/>
              <p:cNvSpPr/>
              <p:nvPr/>
            </p:nvSpPr>
            <p:spPr>
              <a:xfrm>
                <a:off x="3552" y="1156"/>
                <a:ext cx="0" cy="227"/>
              </a:xfrm>
              <a:prstGeom prst="line">
                <a:avLst/>
              </a:prstGeom>
              <a:ln w="28575" cap="flat" cmpd="sng">
                <a:solidFill>
                  <a:srgbClr val="FFFF00"/>
                </a:solidFill>
                <a:prstDash val="solid"/>
                <a:headEnd type="none" w="med" len="med"/>
                <a:tailEnd type="none" w="med" len="med"/>
              </a:ln>
            </p:spPr>
          </p:sp>
          <p:sp>
            <p:nvSpPr>
              <p:cNvPr id="129145" name="Line 238"/>
              <p:cNvSpPr/>
              <p:nvPr/>
            </p:nvSpPr>
            <p:spPr>
              <a:xfrm>
                <a:off x="3553" y="1384"/>
                <a:ext cx="204" cy="0"/>
              </a:xfrm>
              <a:prstGeom prst="line">
                <a:avLst/>
              </a:prstGeom>
              <a:ln w="28575" cap="flat" cmpd="sng">
                <a:solidFill>
                  <a:srgbClr val="FFFF00"/>
                </a:solidFill>
                <a:prstDash val="solid"/>
                <a:headEnd type="none" w="med" len="med"/>
                <a:tailEnd type="none" w="med" len="med"/>
              </a:ln>
            </p:spPr>
          </p:sp>
          <p:sp>
            <p:nvSpPr>
              <p:cNvPr id="129146" name="Line 239"/>
              <p:cNvSpPr/>
              <p:nvPr/>
            </p:nvSpPr>
            <p:spPr>
              <a:xfrm>
                <a:off x="3756" y="1156"/>
                <a:ext cx="0" cy="227"/>
              </a:xfrm>
              <a:prstGeom prst="line">
                <a:avLst/>
              </a:prstGeom>
              <a:ln w="28575" cap="flat" cmpd="sng">
                <a:solidFill>
                  <a:schemeClr val="bg1"/>
                </a:solidFill>
                <a:prstDash val="solid"/>
                <a:headEnd type="none" w="med" len="med"/>
                <a:tailEnd type="none" w="med" len="med"/>
              </a:ln>
            </p:spPr>
          </p:sp>
          <p:sp>
            <p:nvSpPr>
              <p:cNvPr id="129147" name="Text Box 240"/>
              <p:cNvSpPr txBox="1"/>
              <p:nvPr/>
            </p:nvSpPr>
            <p:spPr>
              <a:xfrm>
                <a:off x="3720"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48" name="Text Box 241"/>
              <p:cNvSpPr txBox="1"/>
              <p:nvPr/>
            </p:nvSpPr>
            <p:spPr>
              <a:xfrm>
                <a:off x="3924"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49" name="Line 242"/>
              <p:cNvSpPr/>
              <p:nvPr/>
            </p:nvSpPr>
            <p:spPr>
              <a:xfrm>
                <a:off x="3768" y="1144"/>
                <a:ext cx="204" cy="0"/>
              </a:xfrm>
              <a:prstGeom prst="line">
                <a:avLst/>
              </a:prstGeom>
              <a:ln w="28575" cap="flat" cmpd="sng">
                <a:solidFill>
                  <a:srgbClr val="FFFF00"/>
                </a:solidFill>
                <a:prstDash val="solid"/>
                <a:headEnd type="none" w="med" len="med"/>
                <a:tailEnd type="none" w="med" len="med"/>
              </a:ln>
            </p:spPr>
          </p:sp>
          <p:sp>
            <p:nvSpPr>
              <p:cNvPr id="129150" name="Line 243"/>
              <p:cNvSpPr/>
              <p:nvPr/>
            </p:nvSpPr>
            <p:spPr>
              <a:xfrm>
                <a:off x="3768" y="1156"/>
                <a:ext cx="0" cy="227"/>
              </a:xfrm>
              <a:prstGeom prst="line">
                <a:avLst/>
              </a:prstGeom>
              <a:ln w="28575" cap="flat" cmpd="sng">
                <a:solidFill>
                  <a:srgbClr val="FFFF00"/>
                </a:solidFill>
                <a:prstDash val="solid"/>
                <a:headEnd type="none" w="med" len="med"/>
                <a:tailEnd type="none" w="med" len="med"/>
              </a:ln>
            </p:spPr>
          </p:sp>
          <p:sp>
            <p:nvSpPr>
              <p:cNvPr id="129151" name="Line 244"/>
              <p:cNvSpPr/>
              <p:nvPr/>
            </p:nvSpPr>
            <p:spPr>
              <a:xfrm>
                <a:off x="3972" y="1156"/>
                <a:ext cx="0" cy="227"/>
              </a:xfrm>
              <a:prstGeom prst="line">
                <a:avLst/>
              </a:prstGeom>
              <a:ln w="28575" cap="flat" cmpd="sng">
                <a:solidFill>
                  <a:srgbClr val="FFFF00"/>
                </a:solidFill>
                <a:prstDash val="solid"/>
                <a:headEnd type="none" w="med" len="med"/>
                <a:tailEnd type="none" w="med" len="med"/>
              </a:ln>
            </p:spPr>
          </p:sp>
          <p:sp>
            <p:nvSpPr>
              <p:cNvPr id="129152" name="Line 245"/>
              <p:cNvSpPr/>
              <p:nvPr/>
            </p:nvSpPr>
            <p:spPr>
              <a:xfrm>
                <a:off x="3973" y="1384"/>
                <a:ext cx="204" cy="0"/>
              </a:xfrm>
              <a:prstGeom prst="line">
                <a:avLst/>
              </a:prstGeom>
              <a:ln w="28575" cap="flat" cmpd="sng">
                <a:solidFill>
                  <a:srgbClr val="FFFF00"/>
                </a:solidFill>
                <a:prstDash val="solid"/>
                <a:headEnd type="none" w="med" len="med"/>
                <a:tailEnd type="none" w="med" len="med"/>
              </a:ln>
            </p:spPr>
          </p:sp>
          <p:sp>
            <p:nvSpPr>
              <p:cNvPr id="129153" name="Line 246"/>
              <p:cNvSpPr/>
              <p:nvPr/>
            </p:nvSpPr>
            <p:spPr>
              <a:xfrm>
                <a:off x="4176" y="1156"/>
                <a:ext cx="0" cy="227"/>
              </a:xfrm>
              <a:prstGeom prst="line">
                <a:avLst/>
              </a:prstGeom>
              <a:ln w="28575" cap="flat" cmpd="sng">
                <a:solidFill>
                  <a:schemeClr val="bg1"/>
                </a:solidFill>
                <a:prstDash val="solid"/>
                <a:headEnd type="none" w="med" len="med"/>
                <a:tailEnd type="none" w="med" len="med"/>
              </a:ln>
            </p:spPr>
          </p:sp>
          <p:sp>
            <p:nvSpPr>
              <p:cNvPr id="129154" name="Text Box 247"/>
              <p:cNvSpPr txBox="1"/>
              <p:nvPr/>
            </p:nvSpPr>
            <p:spPr>
              <a:xfrm>
                <a:off x="4128"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55" name="Text Box 248"/>
              <p:cNvSpPr txBox="1"/>
              <p:nvPr/>
            </p:nvSpPr>
            <p:spPr>
              <a:xfrm>
                <a:off x="4332"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56" name="Line 249"/>
              <p:cNvSpPr/>
              <p:nvPr/>
            </p:nvSpPr>
            <p:spPr>
              <a:xfrm>
                <a:off x="4176" y="1144"/>
                <a:ext cx="204" cy="0"/>
              </a:xfrm>
              <a:prstGeom prst="line">
                <a:avLst/>
              </a:prstGeom>
              <a:ln w="28575" cap="flat" cmpd="sng">
                <a:solidFill>
                  <a:srgbClr val="FFFF00"/>
                </a:solidFill>
                <a:prstDash val="solid"/>
                <a:headEnd type="none" w="med" len="med"/>
                <a:tailEnd type="none" w="med" len="med"/>
              </a:ln>
            </p:spPr>
          </p:sp>
          <p:sp>
            <p:nvSpPr>
              <p:cNvPr id="129157" name="Line 250"/>
              <p:cNvSpPr/>
              <p:nvPr/>
            </p:nvSpPr>
            <p:spPr>
              <a:xfrm>
                <a:off x="4176" y="1156"/>
                <a:ext cx="0" cy="227"/>
              </a:xfrm>
              <a:prstGeom prst="line">
                <a:avLst/>
              </a:prstGeom>
              <a:ln w="28575" cap="flat" cmpd="sng">
                <a:solidFill>
                  <a:srgbClr val="FFFF00"/>
                </a:solidFill>
                <a:prstDash val="solid"/>
                <a:headEnd type="none" w="med" len="med"/>
                <a:tailEnd type="none" w="med" len="med"/>
              </a:ln>
            </p:spPr>
          </p:sp>
          <p:sp>
            <p:nvSpPr>
              <p:cNvPr id="129158" name="Line 251"/>
              <p:cNvSpPr/>
              <p:nvPr/>
            </p:nvSpPr>
            <p:spPr>
              <a:xfrm>
                <a:off x="4380" y="1156"/>
                <a:ext cx="0" cy="227"/>
              </a:xfrm>
              <a:prstGeom prst="line">
                <a:avLst/>
              </a:prstGeom>
              <a:ln w="28575" cap="flat" cmpd="sng">
                <a:solidFill>
                  <a:srgbClr val="FFFF00"/>
                </a:solidFill>
                <a:prstDash val="solid"/>
                <a:headEnd type="none" w="med" len="med"/>
                <a:tailEnd type="none" w="med" len="med"/>
              </a:ln>
            </p:spPr>
          </p:sp>
          <p:sp>
            <p:nvSpPr>
              <p:cNvPr id="129159" name="Line 252"/>
              <p:cNvSpPr/>
              <p:nvPr/>
            </p:nvSpPr>
            <p:spPr>
              <a:xfrm>
                <a:off x="4381" y="1384"/>
                <a:ext cx="204" cy="0"/>
              </a:xfrm>
              <a:prstGeom prst="line">
                <a:avLst/>
              </a:prstGeom>
              <a:ln w="28575" cap="flat" cmpd="sng">
                <a:solidFill>
                  <a:srgbClr val="FFFF00"/>
                </a:solidFill>
                <a:prstDash val="solid"/>
                <a:headEnd type="none" w="med" len="med"/>
                <a:tailEnd type="none" w="med" len="med"/>
              </a:ln>
            </p:spPr>
          </p:sp>
          <p:sp>
            <p:nvSpPr>
              <p:cNvPr id="129160" name="Line 253"/>
              <p:cNvSpPr/>
              <p:nvPr/>
            </p:nvSpPr>
            <p:spPr>
              <a:xfrm>
                <a:off x="4584" y="1156"/>
                <a:ext cx="0" cy="227"/>
              </a:xfrm>
              <a:prstGeom prst="line">
                <a:avLst/>
              </a:prstGeom>
              <a:ln w="28575" cap="flat" cmpd="sng">
                <a:solidFill>
                  <a:schemeClr val="bg1"/>
                </a:solidFill>
                <a:prstDash val="solid"/>
                <a:headEnd type="none" w="med" len="med"/>
                <a:tailEnd type="none" w="med" len="med"/>
              </a:ln>
            </p:spPr>
          </p:sp>
          <p:sp>
            <p:nvSpPr>
              <p:cNvPr id="129161" name="Text Box 254"/>
              <p:cNvSpPr txBox="1"/>
              <p:nvPr/>
            </p:nvSpPr>
            <p:spPr>
              <a:xfrm>
                <a:off x="4536"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62" name="Text Box 255"/>
              <p:cNvSpPr txBox="1"/>
              <p:nvPr/>
            </p:nvSpPr>
            <p:spPr>
              <a:xfrm>
                <a:off x="4740"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63" name="Line 256"/>
              <p:cNvSpPr/>
              <p:nvPr/>
            </p:nvSpPr>
            <p:spPr>
              <a:xfrm>
                <a:off x="4584" y="1144"/>
                <a:ext cx="204" cy="0"/>
              </a:xfrm>
              <a:prstGeom prst="line">
                <a:avLst/>
              </a:prstGeom>
              <a:ln w="28575" cap="flat" cmpd="sng">
                <a:solidFill>
                  <a:srgbClr val="FFFF00"/>
                </a:solidFill>
                <a:prstDash val="solid"/>
                <a:headEnd type="none" w="med" len="med"/>
                <a:tailEnd type="none" w="med" len="med"/>
              </a:ln>
            </p:spPr>
          </p:sp>
          <p:sp>
            <p:nvSpPr>
              <p:cNvPr id="129164" name="Line 257"/>
              <p:cNvSpPr/>
              <p:nvPr/>
            </p:nvSpPr>
            <p:spPr>
              <a:xfrm>
                <a:off x="4584" y="1156"/>
                <a:ext cx="0" cy="227"/>
              </a:xfrm>
              <a:prstGeom prst="line">
                <a:avLst/>
              </a:prstGeom>
              <a:ln w="28575" cap="flat" cmpd="sng">
                <a:solidFill>
                  <a:srgbClr val="FFFF00"/>
                </a:solidFill>
                <a:prstDash val="solid"/>
                <a:headEnd type="none" w="med" len="med"/>
                <a:tailEnd type="none" w="med" len="med"/>
              </a:ln>
            </p:spPr>
          </p:sp>
          <p:sp>
            <p:nvSpPr>
              <p:cNvPr id="129165" name="Line 258"/>
              <p:cNvSpPr/>
              <p:nvPr/>
            </p:nvSpPr>
            <p:spPr>
              <a:xfrm>
                <a:off x="4788" y="1156"/>
                <a:ext cx="0" cy="227"/>
              </a:xfrm>
              <a:prstGeom prst="line">
                <a:avLst/>
              </a:prstGeom>
              <a:ln w="28575" cap="flat" cmpd="sng">
                <a:solidFill>
                  <a:srgbClr val="FFFF00"/>
                </a:solidFill>
                <a:prstDash val="solid"/>
                <a:headEnd type="none" w="med" len="med"/>
                <a:tailEnd type="none" w="med" len="med"/>
              </a:ln>
            </p:spPr>
          </p:sp>
          <p:sp>
            <p:nvSpPr>
              <p:cNvPr id="129166" name="Line 259"/>
              <p:cNvSpPr/>
              <p:nvPr/>
            </p:nvSpPr>
            <p:spPr>
              <a:xfrm>
                <a:off x="4789" y="1384"/>
                <a:ext cx="204" cy="0"/>
              </a:xfrm>
              <a:prstGeom prst="line">
                <a:avLst/>
              </a:prstGeom>
              <a:ln w="28575" cap="flat" cmpd="sng">
                <a:solidFill>
                  <a:srgbClr val="FFFF00"/>
                </a:solidFill>
                <a:prstDash val="solid"/>
                <a:headEnd type="none" w="med" len="med"/>
                <a:tailEnd type="none" w="med" len="med"/>
              </a:ln>
            </p:spPr>
          </p:sp>
          <p:sp>
            <p:nvSpPr>
              <p:cNvPr id="129167" name="Line 260"/>
              <p:cNvSpPr/>
              <p:nvPr/>
            </p:nvSpPr>
            <p:spPr>
              <a:xfrm>
                <a:off x="4992" y="1156"/>
                <a:ext cx="0" cy="227"/>
              </a:xfrm>
              <a:prstGeom prst="line">
                <a:avLst/>
              </a:prstGeom>
              <a:ln w="28575" cap="flat" cmpd="sng">
                <a:solidFill>
                  <a:schemeClr val="bg1"/>
                </a:solidFill>
                <a:prstDash val="solid"/>
                <a:headEnd type="none" w="med" len="med"/>
                <a:tailEnd type="none" w="med" len="med"/>
              </a:ln>
            </p:spPr>
          </p:sp>
          <p:sp>
            <p:nvSpPr>
              <p:cNvPr id="129168" name="Text Box 261"/>
              <p:cNvSpPr txBox="1"/>
              <p:nvPr/>
            </p:nvSpPr>
            <p:spPr>
              <a:xfrm>
                <a:off x="4944"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69" name="Text Box 262"/>
              <p:cNvSpPr txBox="1"/>
              <p:nvPr/>
            </p:nvSpPr>
            <p:spPr>
              <a:xfrm>
                <a:off x="5148"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70" name="Line 263"/>
              <p:cNvSpPr/>
              <p:nvPr/>
            </p:nvSpPr>
            <p:spPr>
              <a:xfrm>
                <a:off x="4992" y="1144"/>
                <a:ext cx="204" cy="0"/>
              </a:xfrm>
              <a:prstGeom prst="line">
                <a:avLst/>
              </a:prstGeom>
              <a:ln w="28575" cap="flat" cmpd="sng">
                <a:solidFill>
                  <a:srgbClr val="FFFF00"/>
                </a:solidFill>
                <a:prstDash val="solid"/>
                <a:headEnd type="none" w="med" len="med"/>
                <a:tailEnd type="none" w="med" len="med"/>
              </a:ln>
            </p:spPr>
          </p:sp>
          <p:sp>
            <p:nvSpPr>
              <p:cNvPr id="129171" name="Line 264"/>
              <p:cNvSpPr/>
              <p:nvPr/>
            </p:nvSpPr>
            <p:spPr>
              <a:xfrm>
                <a:off x="4992" y="1156"/>
                <a:ext cx="0" cy="227"/>
              </a:xfrm>
              <a:prstGeom prst="line">
                <a:avLst/>
              </a:prstGeom>
              <a:ln w="28575" cap="flat" cmpd="sng">
                <a:solidFill>
                  <a:srgbClr val="FFFF00"/>
                </a:solidFill>
                <a:prstDash val="solid"/>
                <a:headEnd type="none" w="med" len="med"/>
                <a:tailEnd type="none" w="med" len="med"/>
              </a:ln>
            </p:spPr>
          </p:sp>
          <p:sp>
            <p:nvSpPr>
              <p:cNvPr id="129172" name="Line 265"/>
              <p:cNvSpPr/>
              <p:nvPr/>
            </p:nvSpPr>
            <p:spPr>
              <a:xfrm>
                <a:off x="5196" y="1156"/>
                <a:ext cx="0" cy="227"/>
              </a:xfrm>
              <a:prstGeom prst="line">
                <a:avLst/>
              </a:prstGeom>
              <a:ln w="28575" cap="flat" cmpd="sng">
                <a:solidFill>
                  <a:srgbClr val="FFFF00"/>
                </a:solidFill>
                <a:prstDash val="solid"/>
                <a:headEnd type="none" w="med" len="med"/>
                <a:tailEnd type="none" w="med" len="med"/>
              </a:ln>
            </p:spPr>
          </p:sp>
          <p:sp>
            <p:nvSpPr>
              <p:cNvPr id="129173" name="Line 266"/>
              <p:cNvSpPr/>
              <p:nvPr/>
            </p:nvSpPr>
            <p:spPr>
              <a:xfrm>
                <a:off x="5197" y="1372"/>
                <a:ext cx="204" cy="0"/>
              </a:xfrm>
              <a:prstGeom prst="line">
                <a:avLst/>
              </a:prstGeom>
              <a:ln w="28575" cap="flat" cmpd="sng">
                <a:solidFill>
                  <a:srgbClr val="FFFF00"/>
                </a:solidFill>
                <a:prstDash val="solid"/>
                <a:headEnd type="none" w="med" len="med"/>
                <a:tailEnd type="none" w="med" len="med"/>
              </a:ln>
            </p:spPr>
          </p:sp>
          <p:sp>
            <p:nvSpPr>
              <p:cNvPr id="129174" name="Text Box 267"/>
              <p:cNvSpPr txBox="1"/>
              <p:nvPr/>
            </p:nvSpPr>
            <p:spPr>
              <a:xfrm>
                <a:off x="5352" y="1152"/>
                <a:ext cx="336" cy="300"/>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75" name="Line 268"/>
              <p:cNvSpPr/>
              <p:nvPr/>
            </p:nvSpPr>
            <p:spPr>
              <a:xfrm>
                <a:off x="5388" y="1156"/>
                <a:ext cx="204" cy="0"/>
              </a:xfrm>
              <a:prstGeom prst="line">
                <a:avLst/>
              </a:prstGeom>
              <a:ln w="28575" cap="flat" cmpd="sng">
                <a:solidFill>
                  <a:srgbClr val="FFFF00"/>
                </a:solidFill>
                <a:prstDash val="solid"/>
                <a:headEnd type="none" w="med" len="med"/>
                <a:tailEnd type="none" w="med" len="med"/>
              </a:ln>
            </p:spPr>
          </p:sp>
          <p:sp>
            <p:nvSpPr>
              <p:cNvPr id="129176" name="Line 269"/>
              <p:cNvSpPr/>
              <p:nvPr/>
            </p:nvSpPr>
            <p:spPr>
              <a:xfrm>
                <a:off x="5388" y="1156"/>
                <a:ext cx="0" cy="227"/>
              </a:xfrm>
              <a:prstGeom prst="line">
                <a:avLst/>
              </a:prstGeom>
              <a:ln w="28575" cap="flat" cmpd="sng">
                <a:solidFill>
                  <a:srgbClr val="FFFF00"/>
                </a:solidFill>
                <a:prstDash val="solid"/>
                <a:headEnd type="none" w="med" len="med"/>
                <a:tailEnd type="none" w="med" len="med"/>
              </a:ln>
            </p:spPr>
          </p:sp>
        </p:grpSp>
        <p:grpSp>
          <p:nvGrpSpPr>
            <p:cNvPr id="129035" name="Group 352"/>
            <p:cNvGrpSpPr/>
            <p:nvPr/>
          </p:nvGrpSpPr>
          <p:grpSpPr>
            <a:xfrm>
              <a:off x="1776" y="1104"/>
              <a:ext cx="3936" cy="342"/>
              <a:chOff x="1776" y="1104"/>
              <a:chExt cx="3936" cy="342"/>
            </a:xfrm>
          </p:grpSpPr>
          <p:sp>
            <p:nvSpPr>
              <p:cNvPr id="129088" name="Text Box 271"/>
              <p:cNvSpPr txBox="1"/>
              <p:nvPr/>
            </p:nvSpPr>
            <p:spPr>
              <a:xfrm>
                <a:off x="1776" y="1104"/>
                <a:ext cx="384" cy="270"/>
              </a:xfrm>
              <a:prstGeom prst="rect">
                <a:avLst/>
              </a:prstGeom>
              <a:noFill/>
              <a:ln w="2857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1</a:t>
                </a:r>
              </a:p>
            </p:txBody>
          </p:sp>
          <p:sp>
            <p:nvSpPr>
              <p:cNvPr id="129089" name="Line 272"/>
              <p:cNvSpPr/>
              <p:nvPr/>
            </p:nvSpPr>
            <p:spPr>
              <a:xfrm>
                <a:off x="2011" y="1372"/>
                <a:ext cx="113" cy="0"/>
              </a:xfrm>
              <a:prstGeom prst="line">
                <a:avLst/>
              </a:prstGeom>
              <a:ln w="28575" cap="flat" cmpd="sng">
                <a:solidFill>
                  <a:srgbClr val="FFFF00"/>
                </a:solidFill>
                <a:prstDash val="solid"/>
                <a:headEnd type="none" w="med" len="med"/>
                <a:tailEnd type="none" w="med" len="med"/>
              </a:ln>
            </p:spPr>
          </p:sp>
          <p:sp>
            <p:nvSpPr>
              <p:cNvPr id="129090" name="Text Box 273"/>
              <p:cNvSpPr txBox="1"/>
              <p:nvPr/>
            </p:nvSpPr>
            <p:spPr>
              <a:xfrm>
                <a:off x="2172" y="1132"/>
                <a:ext cx="336" cy="253"/>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91" name="Line 274"/>
              <p:cNvSpPr/>
              <p:nvPr/>
            </p:nvSpPr>
            <p:spPr>
              <a:xfrm>
                <a:off x="2124" y="1136"/>
                <a:ext cx="408" cy="0"/>
              </a:xfrm>
              <a:prstGeom prst="line">
                <a:avLst/>
              </a:prstGeom>
              <a:ln w="28575" cap="flat" cmpd="sng">
                <a:solidFill>
                  <a:srgbClr val="FFFF00"/>
                </a:solidFill>
                <a:prstDash val="solid"/>
                <a:headEnd type="none" w="med" len="med"/>
                <a:tailEnd type="none" w="med" len="med"/>
              </a:ln>
            </p:spPr>
          </p:sp>
          <p:sp>
            <p:nvSpPr>
              <p:cNvPr id="129092" name="Line 275"/>
              <p:cNvSpPr/>
              <p:nvPr/>
            </p:nvSpPr>
            <p:spPr>
              <a:xfrm>
                <a:off x="2124" y="1136"/>
                <a:ext cx="0" cy="227"/>
              </a:xfrm>
              <a:prstGeom prst="line">
                <a:avLst/>
              </a:prstGeom>
              <a:ln w="28575" cap="flat" cmpd="sng">
                <a:solidFill>
                  <a:srgbClr val="FFFF00"/>
                </a:solidFill>
                <a:prstDash val="solid"/>
                <a:headEnd type="none" w="med" len="med"/>
                <a:tailEnd type="none" w="med" len="med"/>
              </a:ln>
            </p:spPr>
          </p:sp>
          <p:sp>
            <p:nvSpPr>
              <p:cNvPr id="129093" name="Text Box 276"/>
              <p:cNvSpPr txBox="1"/>
              <p:nvPr/>
            </p:nvSpPr>
            <p:spPr>
              <a:xfrm>
                <a:off x="2592" y="1132"/>
                <a:ext cx="336" cy="263"/>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094" name="Line 277"/>
              <p:cNvSpPr/>
              <p:nvPr/>
            </p:nvSpPr>
            <p:spPr>
              <a:xfrm>
                <a:off x="2532" y="1136"/>
                <a:ext cx="0" cy="227"/>
              </a:xfrm>
              <a:prstGeom prst="line">
                <a:avLst/>
              </a:prstGeom>
              <a:ln w="28575" cap="flat" cmpd="sng">
                <a:solidFill>
                  <a:srgbClr val="FFFF00"/>
                </a:solidFill>
                <a:prstDash val="solid"/>
                <a:headEnd type="none" w="med" len="med"/>
                <a:tailEnd type="none" w="med" len="med"/>
              </a:ln>
            </p:spPr>
          </p:sp>
          <p:sp>
            <p:nvSpPr>
              <p:cNvPr id="129095" name="Line 278"/>
              <p:cNvSpPr/>
              <p:nvPr/>
            </p:nvSpPr>
            <p:spPr>
              <a:xfrm>
                <a:off x="2520" y="1352"/>
                <a:ext cx="431" cy="0"/>
              </a:xfrm>
              <a:prstGeom prst="line">
                <a:avLst/>
              </a:prstGeom>
              <a:ln w="28575" cap="flat" cmpd="sng">
                <a:solidFill>
                  <a:srgbClr val="FFFF00"/>
                </a:solidFill>
                <a:prstDash val="solid"/>
                <a:headEnd type="none" w="med" len="med"/>
                <a:tailEnd type="none" w="med" len="med"/>
              </a:ln>
            </p:spPr>
          </p:sp>
          <p:sp>
            <p:nvSpPr>
              <p:cNvPr id="129096" name="Text Box 279"/>
              <p:cNvSpPr txBox="1"/>
              <p:nvPr/>
            </p:nvSpPr>
            <p:spPr>
              <a:xfrm>
                <a:off x="2989" y="1132"/>
                <a:ext cx="336" cy="273"/>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97" name="Line 280"/>
              <p:cNvSpPr/>
              <p:nvPr/>
            </p:nvSpPr>
            <p:spPr>
              <a:xfrm>
                <a:off x="2941" y="1136"/>
                <a:ext cx="408" cy="0"/>
              </a:xfrm>
              <a:prstGeom prst="line">
                <a:avLst/>
              </a:prstGeom>
              <a:ln w="28575" cap="flat" cmpd="sng">
                <a:solidFill>
                  <a:srgbClr val="FFFF00"/>
                </a:solidFill>
                <a:prstDash val="solid"/>
                <a:headEnd type="none" w="med" len="med"/>
                <a:tailEnd type="none" w="med" len="med"/>
              </a:ln>
            </p:spPr>
          </p:sp>
          <p:sp>
            <p:nvSpPr>
              <p:cNvPr id="129098" name="Line 281"/>
              <p:cNvSpPr/>
              <p:nvPr/>
            </p:nvSpPr>
            <p:spPr>
              <a:xfrm>
                <a:off x="2940" y="1136"/>
                <a:ext cx="0" cy="227"/>
              </a:xfrm>
              <a:prstGeom prst="line">
                <a:avLst/>
              </a:prstGeom>
              <a:ln w="28575" cap="flat" cmpd="sng">
                <a:solidFill>
                  <a:srgbClr val="FFFF00"/>
                </a:solidFill>
                <a:prstDash val="solid"/>
                <a:headEnd type="none" w="med" len="med"/>
                <a:tailEnd type="none" w="med" len="med"/>
              </a:ln>
            </p:spPr>
          </p:sp>
          <p:sp>
            <p:nvSpPr>
              <p:cNvPr id="129099" name="Text Box 282"/>
              <p:cNvSpPr txBox="1"/>
              <p:nvPr/>
            </p:nvSpPr>
            <p:spPr>
              <a:xfrm>
                <a:off x="3409" y="1132"/>
                <a:ext cx="336" cy="282"/>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00" name="Line 283"/>
              <p:cNvSpPr/>
              <p:nvPr/>
            </p:nvSpPr>
            <p:spPr>
              <a:xfrm>
                <a:off x="3348" y="1136"/>
                <a:ext cx="0" cy="227"/>
              </a:xfrm>
              <a:prstGeom prst="line">
                <a:avLst/>
              </a:prstGeom>
              <a:ln w="28575" cap="flat" cmpd="sng">
                <a:solidFill>
                  <a:srgbClr val="FFFF00"/>
                </a:solidFill>
                <a:prstDash val="solid"/>
                <a:headEnd type="none" w="med" len="med"/>
                <a:tailEnd type="none" w="med" len="med"/>
              </a:ln>
            </p:spPr>
          </p:sp>
          <p:sp>
            <p:nvSpPr>
              <p:cNvPr id="129101" name="Line 284"/>
              <p:cNvSpPr/>
              <p:nvPr/>
            </p:nvSpPr>
            <p:spPr>
              <a:xfrm>
                <a:off x="3337" y="1352"/>
                <a:ext cx="431" cy="0"/>
              </a:xfrm>
              <a:prstGeom prst="line">
                <a:avLst/>
              </a:prstGeom>
              <a:ln w="28575" cap="flat" cmpd="sng">
                <a:solidFill>
                  <a:srgbClr val="FFFF00"/>
                </a:solidFill>
                <a:prstDash val="solid"/>
                <a:headEnd type="none" w="med" len="med"/>
                <a:tailEnd type="none" w="med" len="med"/>
              </a:ln>
            </p:spPr>
          </p:sp>
          <p:sp>
            <p:nvSpPr>
              <p:cNvPr id="129102" name="Text Box 285"/>
              <p:cNvSpPr txBox="1"/>
              <p:nvPr/>
            </p:nvSpPr>
            <p:spPr>
              <a:xfrm>
                <a:off x="3817" y="1132"/>
                <a:ext cx="336" cy="29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03" name="Line 286"/>
              <p:cNvSpPr/>
              <p:nvPr/>
            </p:nvSpPr>
            <p:spPr>
              <a:xfrm>
                <a:off x="3769" y="1136"/>
                <a:ext cx="408" cy="0"/>
              </a:xfrm>
              <a:prstGeom prst="line">
                <a:avLst/>
              </a:prstGeom>
              <a:ln w="28575" cap="flat" cmpd="sng">
                <a:solidFill>
                  <a:srgbClr val="FFFF00"/>
                </a:solidFill>
                <a:prstDash val="solid"/>
                <a:headEnd type="none" w="med" len="med"/>
                <a:tailEnd type="none" w="med" len="med"/>
              </a:ln>
            </p:spPr>
          </p:sp>
          <p:sp>
            <p:nvSpPr>
              <p:cNvPr id="129104" name="Line 287"/>
              <p:cNvSpPr/>
              <p:nvPr/>
            </p:nvSpPr>
            <p:spPr>
              <a:xfrm>
                <a:off x="3768" y="1136"/>
                <a:ext cx="0" cy="227"/>
              </a:xfrm>
              <a:prstGeom prst="line">
                <a:avLst/>
              </a:prstGeom>
              <a:ln w="28575" cap="flat" cmpd="sng">
                <a:solidFill>
                  <a:srgbClr val="FFFF00"/>
                </a:solidFill>
                <a:prstDash val="solid"/>
                <a:headEnd type="none" w="med" len="med"/>
                <a:tailEnd type="none" w="med" len="med"/>
              </a:ln>
            </p:spPr>
          </p:sp>
          <p:sp>
            <p:nvSpPr>
              <p:cNvPr id="129105" name="Text Box 288"/>
              <p:cNvSpPr txBox="1"/>
              <p:nvPr/>
            </p:nvSpPr>
            <p:spPr>
              <a:xfrm>
                <a:off x="4237" y="1132"/>
                <a:ext cx="336" cy="299"/>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06" name="Line 289"/>
              <p:cNvSpPr/>
              <p:nvPr/>
            </p:nvSpPr>
            <p:spPr>
              <a:xfrm>
                <a:off x="4176" y="1136"/>
                <a:ext cx="0" cy="227"/>
              </a:xfrm>
              <a:prstGeom prst="line">
                <a:avLst/>
              </a:prstGeom>
              <a:ln w="28575" cap="flat" cmpd="sng">
                <a:solidFill>
                  <a:srgbClr val="FFFF00"/>
                </a:solidFill>
                <a:prstDash val="solid"/>
                <a:headEnd type="none" w="med" len="med"/>
                <a:tailEnd type="none" w="med" len="med"/>
              </a:ln>
            </p:spPr>
          </p:sp>
          <p:sp>
            <p:nvSpPr>
              <p:cNvPr id="129107" name="Line 290"/>
              <p:cNvSpPr/>
              <p:nvPr/>
            </p:nvSpPr>
            <p:spPr>
              <a:xfrm>
                <a:off x="4177" y="1352"/>
                <a:ext cx="408" cy="0"/>
              </a:xfrm>
              <a:prstGeom prst="line">
                <a:avLst/>
              </a:prstGeom>
              <a:ln w="28575" cap="flat" cmpd="sng">
                <a:solidFill>
                  <a:srgbClr val="FFFF00"/>
                </a:solidFill>
                <a:prstDash val="solid"/>
                <a:headEnd type="none" w="med" len="med"/>
                <a:tailEnd type="none" w="med" len="med"/>
              </a:ln>
            </p:spPr>
          </p:sp>
          <p:sp>
            <p:nvSpPr>
              <p:cNvPr id="129108" name="Text Box 291"/>
              <p:cNvSpPr txBox="1"/>
              <p:nvPr/>
            </p:nvSpPr>
            <p:spPr>
              <a:xfrm>
                <a:off x="4621" y="1132"/>
                <a:ext cx="336" cy="307"/>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09" name="Line 292"/>
              <p:cNvSpPr/>
              <p:nvPr/>
            </p:nvSpPr>
            <p:spPr>
              <a:xfrm>
                <a:off x="4585" y="1136"/>
                <a:ext cx="408" cy="0"/>
              </a:xfrm>
              <a:prstGeom prst="line">
                <a:avLst/>
              </a:prstGeom>
              <a:ln w="28575" cap="flat" cmpd="sng">
                <a:solidFill>
                  <a:srgbClr val="FFFF00"/>
                </a:solidFill>
                <a:prstDash val="solid"/>
                <a:headEnd type="none" w="med" len="med"/>
                <a:tailEnd type="none" w="med" len="med"/>
              </a:ln>
            </p:spPr>
          </p:sp>
          <p:sp>
            <p:nvSpPr>
              <p:cNvPr id="129110" name="Line 293"/>
              <p:cNvSpPr/>
              <p:nvPr/>
            </p:nvSpPr>
            <p:spPr>
              <a:xfrm>
                <a:off x="4584" y="1136"/>
                <a:ext cx="0" cy="227"/>
              </a:xfrm>
              <a:prstGeom prst="line">
                <a:avLst/>
              </a:prstGeom>
              <a:ln w="28575" cap="flat" cmpd="sng">
                <a:solidFill>
                  <a:srgbClr val="FFFF00"/>
                </a:solidFill>
                <a:prstDash val="solid"/>
                <a:headEnd type="none" w="med" len="med"/>
                <a:tailEnd type="none" w="med" len="med"/>
              </a:ln>
            </p:spPr>
          </p:sp>
          <p:sp>
            <p:nvSpPr>
              <p:cNvPr id="129111" name="Text Box 294"/>
              <p:cNvSpPr txBox="1"/>
              <p:nvPr/>
            </p:nvSpPr>
            <p:spPr>
              <a:xfrm>
                <a:off x="5053" y="1132"/>
                <a:ext cx="336" cy="314"/>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112" name="Line 295"/>
              <p:cNvSpPr/>
              <p:nvPr/>
            </p:nvSpPr>
            <p:spPr>
              <a:xfrm>
                <a:off x="4992" y="1136"/>
                <a:ext cx="0" cy="227"/>
              </a:xfrm>
              <a:prstGeom prst="line">
                <a:avLst/>
              </a:prstGeom>
              <a:ln w="28575" cap="flat" cmpd="sng">
                <a:solidFill>
                  <a:srgbClr val="FFFF00"/>
                </a:solidFill>
                <a:prstDash val="solid"/>
                <a:headEnd type="none" w="med" len="med"/>
                <a:tailEnd type="none" w="med" len="med"/>
              </a:ln>
            </p:spPr>
          </p:sp>
          <p:sp>
            <p:nvSpPr>
              <p:cNvPr id="129113" name="Line 296"/>
              <p:cNvSpPr/>
              <p:nvPr/>
            </p:nvSpPr>
            <p:spPr>
              <a:xfrm>
                <a:off x="4981" y="1352"/>
                <a:ext cx="408" cy="0"/>
              </a:xfrm>
              <a:prstGeom prst="line">
                <a:avLst/>
              </a:prstGeom>
              <a:ln w="28575" cap="flat" cmpd="sng">
                <a:solidFill>
                  <a:srgbClr val="FFFF00"/>
                </a:solidFill>
                <a:prstDash val="solid"/>
                <a:headEnd type="none" w="med" len="med"/>
                <a:tailEnd type="none" w="med" len="med"/>
              </a:ln>
            </p:spPr>
          </p:sp>
          <p:sp>
            <p:nvSpPr>
              <p:cNvPr id="129114" name="Text Box 339"/>
              <p:cNvSpPr txBox="1"/>
              <p:nvPr/>
            </p:nvSpPr>
            <p:spPr>
              <a:xfrm>
                <a:off x="5376" y="1125"/>
                <a:ext cx="336" cy="32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115" name="Line 340"/>
              <p:cNvSpPr/>
              <p:nvPr/>
            </p:nvSpPr>
            <p:spPr>
              <a:xfrm>
                <a:off x="5389" y="1129"/>
                <a:ext cx="227" cy="0"/>
              </a:xfrm>
              <a:prstGeom prst="line">
                <a:avLst/>
              </a:prstGeom>
              <a:ln w="28575" cap="flat" cmpd="sng">
                <a:solidFill>
                  <a:srgbClr val="FFFF00"/>
                </a:solidFill>
                <a:prstDash val="solid"/>
                <a:headEnd type="none" w="med" len="med"/>
                <a:tailEnd type="none" w="med" len="med"/>
              </a:ln>
            </p:spPr>
          </p:sp>
          <p:sp>
            <p:nvSpPr>
              <p:cNvPr id="129116" name="Line 341"/>
              <p:cNvSpPr/>
              <p:nvPr/>
            </p:nvSpPr>
            <p:spPr>
              <a:xfrm>
                <a:off x="5388" y="1129"/>
                <a:ext cx="0" cy="227"/>
              </a:xfrm>
              <a:prstGeom prst="line">
                <a:avLst/>
              </a:prstGeom>
              <a:ln w="28575" cap="flat" cmpd="sng">
                <a:solidFill>
                  <a:srgbClr val="FFFF00"/>
                </a:solidFill>
                <a:prstDash val="solid"/>
                <a:headEnd type="none" w="med" len="med"/>
                <a:tailEnd type="none" w="med" len="med"/>
              </a:ln>
            </p:spPr>
          </p:sp>
        </p:grpSp>
        <p:grpSp>
          <p:nvGrpSpPr>
            <p:cNvPr id="129036" name="Group 353"/>
            <p:cNvGrpSpPr/>
            <p:nvPr/>
          </p:nvGrpSpPr>
          <p:grpSpPr>
            <a:xfrm>
              <a:off x="1776" y="1440"/>
              <a:ext cx="3936" cy="370"/>
              <a:chOff x="1776" y="1440"/>
              <a:chExt cx="3936" cy="370"/>
            </a:xfrm>
          </p:grpSpPr>
          <p:sp>
            <p:nvSpPr>
              <p:cNvPr id="129068" name="Text Box 299"/>
              <p:cNvSpPr txBox="1"/>
              <p:nvPr/>
            </p:nvSpPr>
            <p:spPr>
              <a:xfrm>
                <a:off x="1776" y="1440"/>
                <a:ext cx="384" cy="270"/>
              </a:xfrm>
              <a:prstGeom prst="rect">
                <a:avLst/>
              </a:prstGeom>
              <a:noFill/>
              <a:ln w="2857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2</a:t>
                </a:r>
              </a:p>
            </p:txBody>
          </p:sp>
          <p:sp>
            <p:nvSpPr>
              <p:cNvPr id="129069" name="Line 300"/>
              <p:cNvSpPr/>
              <p:nvPr/>
            </p:nvSpPr>
            <p:spPr>
              <a:xfrm>
                <a:off x="2011" y="1708"/>
                <a:ext cx="113" cy="0"/>
              </a:xfrm>
              <a:prstGeom prst="line">
                <a:avLst/>
              </a:prstGeom>
              <a:ln w="28575" cap="flat" cmpd="sng">
                <a:solidFill>
                  <a:srgbClr val="FFFF00"/>
                </a:solidFill>
                <a:prstDash val="solid"/>
                <a:headEnd type="none" w="med" len="med"/>
                <a:tailEnd type="none" w="med" len="med"/>
              </a:ln>
            </p:spPr>
          </p:sp>
          <p:grpSp>
            <p:nvGrpSpPr>
              <p:cNvPr id="129070" name="Group 301"/>
              <p:cNvGrpSpPr/>
              <p:nvPr/>
            </p:nvGrpSpPr>
            <p:grpSpPr>
              <a:xfrm>
                <a:off x="2124" y="1468"/>
                <a:ext cx="816" cy="299"/>
                <a:chOff x="2736" y="2544"/>
                <a:chExt cx="816" cy="299"/>
              </a:xfrm>
            </p:grpSpPr>
            <p:sp>
              <p:nvSpPr>
                <p:cNvPr id="129085" name="Text Box 302"/>
                <p:cNvSpPr txBox="1"/>
                <p:nvPr/>
              </p:nvSpPr>
              <p:spPr>
                <a:xfrm>
                  <a:off x="2928" y="2592"/>
                  <a:ext cx="336" cy="25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86" name="Line 303"/>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7" name="Line 304"/>
                <p:cNvSpPr/>
                <p:nvPr/>
              </p:nvSpPr>
              <p:spPr>
                <a:xfrm>
                  <a:off x="2736" y="2544"/>
                  <a:ext cx="0" cy="227"/>
                </a:xfrm>
                <a:prstGeom prst="line">
                  <a:avLst/>
                </a:prstGeom>
                <a:ln w="28575" cap="flat" cmpd="sng">
                  <a:solidFill>
                    <a:srgbClr val="FFFF00"/>
                  </a:solidFill>
                  <a:prstDash val="solid"/>
                  <a:headEnd type="none" w="med" len="med"/>
                  <a:tailEnd type="none" w="med" len="med"/>
                </a:ln>
              </p:spPr>
            </p:sp>
          </p:grpSp>
          <p:grpSp>
            <p:nvGrpSpPr>
              <p:cNvPr id="129071" name="Group 305"/>
              <p:cNvGrpSpPr/>
              <p:nvPr/>
            </p:nvGrpSpPr>
            <p:grpSpPr>
              <a:xfrm>
                <a:off x="2940" y="1468"/>
                <a:ext cx="816" cy="316"/>
                <a:chOff x="3552" y="2544"/>
                <a:chExt cx="816" cy="316"/>
              </a:xfrm>
            </p:grpSpPr>
            <p:sp>
              <p:nvSpPr>
                <p:cNvPr id="129082" name="Text Box 306"/>
                <p:cNvSpPr txBox="1"/>
                <p:nvPr/>
              </p:nvSpPr>
              <p:spPr>
                <a:xfrm>
                  <a:off x="3744" y="2592"/>
                  <a:ext cx="336" cy="268"/>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083" name="Line 307"/>
                <p:cNvSpPr/>
                <p:nvPr/>
              </p:nvSpPr>
              <p:spPr>
                <a:xfrm>
                  <a:off x="3552" y="2544"/>
                  <a:ext cx="0" cy="227"/>
                </a:xfrm>
                <a:prstGeom prst="line">
                  <a:avLst/>
                </a:prstGeom>
                <a:ln w="28575" cap="flat" cmpd="sng">
                  <a:solidFill>
                    <a:srgbClr val="FFFF00"/>
                  </a:solidFill>
                  <a:prstDash val="solid"/>
                  <a:headEnd type="none" w="med" len="med"/>
                  <a:tailEnd type="none" w="med" len="med"/>
                </a:ln>
              </p:spPr>
            </p:sp>
            <p:sp>
              <p:nvSpPr>
                <p:cNvPr id="129084" name="Line 308"/>
                <p:cNvSpPr/>
                <p:nvPr/>
              </p:nvSpPr>
              <p:spPr>
                <a:xfrm>
                  <a:off x="3552" y="2784"/>
                  <a:ext cx="816" cy="0"/>
                </a:xfrm>
                <a:prstGeom prst="line">
                  <a:avLst/>
                </a:prstGeom>
                <a:ln w="28575" cap="flat" cmpd="sng">
                  <a:solidFill>
                    <a:srgbClr val="FFFF00"/>
                  </a:solidFill>
                  <a:prstDash val="solid"/>
                  <a:headEnd type="none" w="med" len="med"/>
                  <a:tailEnd type="none" w="med" len="med"/>
                </a:ln>
              </p:spPr>
            </p:sp>
          </p:grpSp>
          <p:grpSp>
            <p:nvGrpSpPr>
              <p:cNvPr id="129072" name="Group 310"/>
              <p:cNvGrpSpPr/>
              <p:nvPr/>
            </p:nvGrpSpPr>
            <p:grpSpPr>
              <a:xfrm>
                <a:off x="3756" y="1468"/>
                <a:ext cx="816" cy="329"/>
                <a:chOff x="2736" y="2544"/>
                <a:chExt cx="816" cy="329"/>
              </a:xfrm>
            </p:grpSpPr>
            <p:sp>
              <p:nvSpPr>
                <p:cNvPr id="129079" name="Text Box 311"/>
                <p:cNvSpPr txBox="1"/>
                <p:nvPr/>
              </p:nvSpPr>
              <p:spPr>
                <a:xfrm>
                  <a:off x="2928" y="2592"/>
                  <a:ext cx="336" cy="28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80" name="Line 312"/>
                <p:cNvSpPr/>
                <p:nvPr/>
              </p:nvSpPr>
              <p:spPr>
                <a:xfrm>
                  <a:off x="2736" y="2544"/>
                  <a:ext cx="816" cy="0"/>
                </a:xfrm>
                <a:prstGeom prst="line">
                  <a:avLst/>
                </a:prstGeom>
                <a:ln w="28575" cap="flat" cmpd="sng">
                  <a:solidFill>
                    <a:srgbClr val="FFFF00"/>
                  </a:solidFill>
                  <a:prstDash val="solid"/>
                  <a:headEnd type="none" w="med" len="med"/>
                  <a:tailEnd type="none" w="med" len="med"/>
                </a:ln>
              </p:spPr>
            </p:sp>
            <p:sp>
              <p:nvSpPr>
                <p:cNvPr id="129081" name="Line 313"/>
                <p:cNvSpPr/>
                <p:nvPr/>
              </p:nvSpPr>
              <p:spPr>
                <a:xfrm>
                  <a:off x="2736" y="2544"/>
                  <a:ext cx="0" cy="227"/>
                </a:xfrm>
                <a:prstGeom prst="line">
                  <a:avLst/>
                </a:prstGeom>
                <a:ln w="28575" cap="flat" cmpd="sng">
                  <a:solidFill>
                    <a:srgbClr val="FFFF00"/>
                  </a:solidFill>
                  <a:prstDash val="solid"/>
                  <a:headEnd type="none" w="med" len="med"/>
                  <a:tailEnd type="none" w="med" len="med"/>
                </a:ln>
              </p:spPr>
            </p:sp>
          </p:grpSp>
          <p:sp>
            <p:nvSpPr>
              <p:cNvPr id="129073" name="Text Box 345"/>
              <p:cNvSpPr txBox="1"/>
              <p:nvPr/>
            </p:nvSpPr>
            <p:spPr>
              <a:xfrm>
                <a:off x="4776" y="1512"/>
                <a:ext cx="336" cy="292"/>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074" name="Line 346"/>
              <p:cNvSpPr/>
              <p:nvPr/>
            </p:nvSpPr>
            <p:spPr>
              <a:xfrm>
                <a:off x="4584" y="1464"/>
                <a:ext cx="0" cy="227"/>
              </a:xfrm>
              <a:prstGeom prst="line">
                <a:avLst/>
              </a:prstGeom>
              <a:ln w="28575" cap="flat" cmpd="sng">
                <a:solidFill>
                  <a:srgbClr val="FFFF00"/>
                </a:solidFill>
                <a:prstDash val="solid"/>
                <a:headEnd type="none" w="med" len="med"/>
                <a:tailEnd type="none" w="med" len="med"/>
              </a:ln>
            </p:spPr>
          </p:sp>
          <p:sp>
            <p:nvSpPr>
              <p:cNvPr id="129075" name="Line 347"/>
              <p:cNvSpPr/>
              <p:nvPr/>
            </p:nvSpPr>
            <p:spPr>
              <a:xfrm>
                <a:off x="4584" y="1704"/>
                <a:ext cx="816" cy="0"/>
              </a:xfrm>
              <a:prstGeom prst="line">
                <a:avLst/>
              </a:prstGeom>
              <a:ln w="28575" cap="flat" cmpd="sng">
                <a:solidFill>
                  <a:srgbClr val="FFFF00"/>
                </a:solidFill>
                <a:prstDash val="solid"/>
                <a:headEnd type="none" w="med" len="med"/>
                <a:tailEnd type="none" w="med" len="med"/>
              </a:ln>
            </p:spPr>
          </p:sp>
          <p:sp>
            <p:nvSpPr>
              <p:cNvPr id="129076" name="Text Box 349"/>
              <p:cNvSpPr txBox="1"/>
              <p:nvPr/>
            </p:nvSpPr>
            <p:spPr>
              <a:xfrm>
                <a:off x="5376" y="1512"/>
                <a:ext cx="336" cy="298"/>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77" name="Line 350"/>
              <p:cNvSpPr/>
              <p:nvPr/>
            </p:nvSpPr>
            <p:spPr>
              <a:xfrm>
                <a:off x="5388" y="1464"/>
                <a:ext cx="227" cy="0"/>
              </a:xfrm>
              <a:prstGeom prst="line">
                <a:avLst/>
              </a:prstGeom>
              <a:ln w="28575" cap="flat" cmpd="sng">
                <a:solidFill>
                  <a:srgbClr val="FFFF00"/>
                </a:solidFill>
                <a:prstDash val="solid"/>
                <a:headEnd type="none" w="med" len="med"/>
                <a:tailEnd type="none" w="med" len="med"/>
              </a:ln>
            </p:spPr>
          </p:sp>
          <p:sp>
            <p:nvSpPr>
              <p:cNvPr id="129078" name="Line 351"/>
              <p:cNvSpPr/>
              <p:nvPr/>
            </p:nvSpPr>
            <p:spPr>
              <a:xfrm>
                <a:off x="5388" y="1464"/>
                <a:ext cx="0" cy="227"/>
              </a:xfrm>
              <a:prstGeom prst="line">
                <a:avLst/>
              </a:prstGeom>
              <a:ln w="28575" cap="flat" cmpd="sng">
                <a:solidFill>
                  <a:srgbClr val="FFFF00"/>
                </a:solidFill>
                <a:prstDash val="solid"/>
                <a:headEnd type="none" w="med" len="med"/>
                <a:tailEnd type="none" w="med" len="med"/>
              </a:ln>
            </p:spPr>
          </p:sp>
        </p:grpSp>
        <p:grpSp>
          <p:nvGrpSpPr>
            <p:cNvPr id="129037" name="Group 380"/>
            <p:cNvGrpSpPr/>
            <p:nvPr/>
          </p:nvGrpSpPr>
          <p:grpSpPr>
            <a:xfrm>
              <a:off x="1776" y="1776"/>
              <a:ext cx="3936" cy="347"/>
              <a:chOff x="1776" y="1776"/>
              <a:chExt cx="3936" cy="347"/>
            </a:xfrm>
          </p:grpSpPr>
          <p:sp>
            <p:nvSpPr>
              <p:cNvPr id="129057" name="Text Box 319"/>
              <p:cNvSpPr txBox="1"/>
              <p:nvPr/>
            </p:nvSpPr>
            <p:spPr>
              <a:xfrm>
                <a:off x="1776" y="1776"/>
                <a:ext cx="384" cy="270"/>
              </a:xfrm>
              <a:prstGeom prst="rect">
                <a:avLst/>
              </a:prstGeom>
              <a:noFill/>
              <a:ln w="28575">
                <a:noFill/>
              </a:ln>
            </p:spPr>
            <p:txBody>
              <a:bodyPr>
                <a:spAutoFit/>
              </a:bodyPr>
              <a:lstStyle/>
              <a:p>
                <a:pPr algn="l">
                  <a:spcBef>
                    <a:spcPct val="50000"/>
                  </a:spcBef>
                </a:pPr>
                <a:r>
                  <a:rPr lang="en-US" altLang="zh-CN" sz="1500" dirty="0">
                    <a:latin typeface="Times New Roman" panose="02020603050405020304" pitchFamily="18" charset="0"/>
                  </a:rPr>
                  <a:t>Q</a:t>
                </a:r>
                <a:r>
                  <a:rPr lang="en-US" altLang="zh-CN" sz="1500" baseline="-25000" dirty="0">
                    <a:latin typeface="Times New Roman" panose="02020603050405020304" pitchFamily="18" charset="0"/>
                  </a:rPr>
                  <a:t>3</a:t>
                </a:r>
              </a:p>
            </p:txBody>
          </p:sp>
          <p:sp>
            <p:nvSpPr>
              <p:cNvPr id="129058" name="Line 320"/>
              <p:cNvSpPr/>
              <p:nvPr/>
            </p:nvSpPr>
            <p:spPr>
              <a:xfrm>
                <a:off x="2011" y="2044"/>
                <a:ext cx="113" cy="0"/>
              </a:xfrm>
              <a:prstGeom prst="line">
                <a:avLst/>
              </a:prstGeom>
              <a:ln w="28575" cap="flat" cmpd="sng">
                <a:solidFill>
                  <a:srgbClr val="FFFF00"/>
                </a:solidFill>
                <a:prstDash val="solid"/>
                <a:headEnd type="none" w="med" len="med"/>
                <a:tailEnd type="none" w="med" len="med"/>
              </a:ln>
            </p:spPr>
          </p:sp>
          <p:sp>
            <p:nvSpPr>
              <p:cNvPr id="129059" name="Text Box 321"/>
              <p:cNvSpPr txBox="1"/>
              <p:nvPr/>
            </p:nvSpPr>
            <p:spPr>
              <a:xfrm>
                <a:off x="2736" y="1852"/>
                <a:ext cx="336" cy="25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sp>
            <p:nvSpPr>
              <p:cNvPr id="129060" name="Line 322"/>
              <p:cNvSpPr/>
              <p:nvPr/>
            </p:nvSpPr>
            <p:spPr>
              <a:xfrm>
                <a:off x="2124" y="1804"/>
                <a:ext cx="1632" cy="0"/>
              </a:xfrm>
              <a:prstGeom prst="line">
                <a:avLst/>
              </a:prstGeom>
              <a:ln w="28575" cap="flat" cmpd="sng">
                <a:solidFill>
                  <a:srgbClr val="FFFF00"/>
                </a:solidFill>
                <a:prstDash val="solid"/>
                <a:headEnd type="none" w="med" len="med"/>
                <a:tailEnd type="none" w="med" len="med"/>
              </a:ln>
            </p:spPr>
          </p:sp>
          <p:sp>
            <p:nvSpPr>
              <p:cNvPr id="129061" name="Line 323"/>
              <p:cNvSpPr/>
              <p:nvPr/>
            </p:nvSpPr>
            <p:spPr>
              <a:xfrm>
                <a:off x="2124" y="1804"/>
                <a:ext cx="0" cy="227"/>
              </a:xfrm>
              <a:prstGeom prst="line">
                <a:avLst/>
              </a:prstGeom>
              <a:ln w="28575" cap="flat" cmpd="sng">
                <a:solidFill>
                  <a:srgbClr val="FFFF00"/>
                </a:solidFill>
                <a:prstDash val="solid"/>
                <a:headEnd type="none" w="med" len="med"/>
                <a:tailEnd type="none" w="med" len="med"/>
              </a:ln>
            </p:spPr>
          </p:sp>
          <p:sp>
            <p:nvSpPr>
              <p:cNvPr id="129062" name="Line 324"/>
              <p:cNvSpPr/>
              <p:nvPr/>
            </p:nvSpPr>
            <p:spPr>
              <a:xfrm>
                <a:off x="3768" y="2040"/>
                <a:ext cx="1610" cy="0"/>
              </a:xfrm>
              <a:prstGeom prst="line">
                <a:avLst/>
              </a:prstGeom>
              <a:ln w="28575" cap="flat" cmpd="sng">
                <a:solidFill>
                  <a:srgbClr val="FFFF00"/>
                </a:solidFill>
                <a:prstDash val="solid"/>
                <a:headEnd type="none" w="med" len="med"/>
                <a:tailEnd type="none" w="med" len="med"/>
              </a:ln>
            </p:spPr>
          </p:sp>
          <p:sp>
            <p:nvSpPr>
              <p:cNvPr id="129063" name="Text Box 325"/>
              <p:cNvSpPr txBox="1"/>
              <p:nvPr/>
            </p:nvSpPr>
            <p:spPr>
              <a:xfrm>
                <a:off x="4368" y="1852"/>
                <a:ext cx="336" cy="25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0</a:t>
                </a:r>
              </a:p>
            </p:txBody>
          </p:sp>
          <p:sp>
            <p:nvSpPr>
              <p:cNvPr id="129064" name="Line 326"/>
              <p:cNvSpPr/>
              <p:nvPr/>
            </p:nvSpPr>
            <p:spPr>
              <a:xfrm>
                <a:off x="3768" y="1804"/>
                <a:ext cx="0" cy="227"/>
              </a:xfrm>
              <a:prstGeom prst="line">
                <a:avLst/>
              </a:prstGeom>
              <a:ln w="28575" cap="flat" cmpd="sng">
                <a:solidFill>
                  <a:srgbClr val="FFFF00"/>
                </a:solidFill>
                <a:prstDash val="solid"/>
                <a:headEnd type="none" w="med" len="med"/>
                <a:tailEnd type="none" w="med" len="med"/>
              </a:ln>
            </p:spPr>
          </p:sp>
          <p:sp>
            <p:nvSpPr>
              <p:cNvPr id="129065" name="Line 354"/>
              <p:cNvSpPr/>
              <p:nvPr/>
            </p:nvSpPr>
            <p:spPr>
              <a:xfrm>
                <a:off x="5391" y="1812"/>
                <a:ext cx="0" cy="227"/>
              </a:xfrm>
              <a:prstGeom prst="line">
                <a:avLst/>
              </a:prstGeom>
              <a:ln w="28575" cap="flat" cmpd="sng">
                <a:solidFill>
                  <a:srgbClr val="FFFF00"/>
                </a:solidFill>
                <a:prstDash val="solid"/>
                <a:headEnd type="none" w="med" len="med"/>
                <a:tailEnd type="none" w="med" len="med"/>
              </a:ln>
            </p:spPr>
          </p:sp>
          <p:sp>
            <p:nvSpPr>
              <p:cNvPr id="129066" name="Line 355"/>
              <p:cNvSpPr/>
              <p:nvPr/>
            </p:nvSpPr>
            <p:spPr>
              <a:xfrm>
                <a:off x="5381" y="1812"/>
                <a:ext cx="227" cy="0"/>
              </a:xfrm>
              <a:prstGeom prst="line">
                <a:avLst/>
              </a:prstGeom>
              <a:ln w="28575" cap="flat" cmpd="sng">
                <a:solidFill>
                  <a:srgbClr val="FFFF00"/>
                </a:solidFill>
                <a:prstDash val="solid"/>
                <a:headEnd type="none" w="med" len="med"/>
                <a:tailEnd type="none" w="med" len="med"/>
              </a:ln>
            </p:spPr>
          </p:sp>
          <p:sp>
            <p:nvSpPr>
              <p:cNvPr id="129067" name="Text Box 356"/>
              <p:cNvSpPr txBox="1"/>
              <p:nvPr/>
            </p:nvSpPr>
            <p:spPr>
              <a:xfrm>
                <a:off x="5376" y="1872"/>
                <a:ext cx="336" cy="251"/>
              </a:xfrm>
              <a:prstGeom prst="rect">
                <a:avLst/>
              </a:prstGeom>
              <a:noFill/>
              <a:ln w="28575">
                <a:noFill/>
              </a:ln>
            </p:spPr>
            <p:txBody>
              <a:bodyPr>
                <a:spAutoFit/>
              </a:bodyPr>
              <a:lstStyle/>
              <a:p>
                <a:pPr>
                  <a:spcBef>
                    <a:spcPct val="50000"/>
                  </a:spcBef>
                </a:pPr>
                <a:r>
                  <a:rPr lang="en-US" altLang="zh-CN" sz="1350" dirty="0">
                    <a:solidFill>
                      <a:srgbClr val="FFFF00"/>
                    </a:solidFill>
                    <a:latin typeface="Times New Roman" panose="02020603050405020304" pitchFamily="18" charset="0"/>
                  </a:rPr>
                  <a:t>1</a:t>
                </a:r>
              </a:p>
            </p:txBody>
          </p:sp>
        </p:grpSp>
        <p:sp>
          <p:nvSpPr>
            <p:cNvPr id="129038" name="Text Box 359"/>
            <p:cNvSpPr txBox="1"/>
            <p:nvPr/>
          </p:nvSpPr>
          <p:spPr>
            <a:xfrm>
              <a:off x="1584" y="2064"/>
              <a:ext cx="384" cy="658"/>
            </a:xfrm>
            <a:prstGeom prst="rect">
              <a:avLst/>
            </a:prstGeom>
            <a:noFill/>
            <a:ln w="28575">
              <a:noFill/>
            </a:ln>
          </p:spPr>
          <p:txBody>
            <a:bodyPr>
              <a:spAutoFit/>
            </a:bodyPr>
            <a:lstStyle/>
            <a:p>
              <a:pPr>
                <a:spcBef>
                  <a:spcPct val="50000"/>
                </a:spcBef>
              </a:pPr>
              <a:r>
                <a:rPr lang="zh-CN" altLang="en-US" sz="1500" dirty="0">
                  <a:solidFill>
                    <a:srgbClr val="FF00FF"/>
                  </a:solidFill>
                  <a:latin typeface="Times New Roman" panose="02020603050405020304" pitchFamily="18" charset="0"/>
                </a:rPr>
                <a:t>计数值</a:t>
              </a:r>
            </a:p>
          </p:txBody>
        </p:sp>
        <p:sp>
          <p:nvSpPr>
            <p:cNvPr id="129039" name="Text Box 360"/>
            <p:cNvSpPr txBox="1"/>
            <p:nvPr/>
          </p:nvSpPr>
          <p:spPr>
            <a:xfrm>
              <a:off x="2064"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1111</a:t>
              </a:r>
            </a:p>
          </p:txBody>
        </p:sp>
        <p:sp>
          <p:nvSpPr>
            <p:cNvPr id="129040" name="Text Box 361"/>
            <p:cNvSpPr txBox="1"/>
            <p:nvPr/>
          </p:nvSpPr>
          <p:spPr>
            <a:xfrm>
              <a:off x="2256" y="2333"/>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1110</a:t>
              </a:r>
            </a:p>
          </p:txBody>
        </p:sp>
        <p:sp>
          <p:nvSpPr>
            <p:cNvPr id="129041" name="Text Box 362"/>
            <p:cNvSpPr txBox="1"/>
            <p:nvPr/>
          </p:nvSpPr>
          <p:spPr>
            <a:xfrm>
              <a:off x="2478"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1101</a:t>
              </a:r>
            </a:p>
          </p:txBody>
        </p:sp>
        <p:sp>
          <p:nvSpPr>
            <p:cNvPr id="129042" name="Text Box 363"/>
            <p:cNvSpPr txBox="1"/>
            <p:nvPr/>
          </p:nvSpPr>
          <p:spPr>
            <a:xfrm>
              <a:off x="2676" y="2339"/>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1100</a:t>
              </a:r>
            </a:p>
          </p:txBody>
        </p:sp>
        <p:sp>
          <p:nvSpPr>
            <p:cNvPr id="129043" name="Text Box 364"/>
            <p:cNvSpPr txBox="1"/>
            <p:nvPr/>
          </p:nvSpPr>
          <p:spPr>
            <a:xfrm>
              <a:off x="2880"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1011</a:t>
              </a:r>
            </a:p>
          </p:txBody>
        </p:sp>
        <p:sp>
          <p:nvSpPr>
            <p:cNvPr id="129044" name="Text Box 365"/>
            <p:cNvSpPr txBox="1"/>
            <p:nvPr/>
          </p:nvSpPr>
          <p:spPr>
            <a:xfrm>
              <a:off x="3060" y="2339"/>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1010</a:t>
              </a:r>
            </a:p>
          </p:txBody>
        </p:sp>
        <p:sp>
          <p:nvSpPr>
            <p:cNvPr id="129045" name="Text Box 366"/>
            <p:cNvSpPr txBox="1"/>
            <p:nvPr/>
          </p:nvSpPr>
          <p:spPr>
            <a:xfrm>
              <a:off x="3294"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1001</a:t>
              </a:r>
            </a:p>
          </p:txBody>
        </p:sp>
        <p:sp>
          <p:nvSpPr>
            <p:cNvPr id="129046" name="Text Box 367"/>
            <p:cNvSpPr txBox="1"/>
            <p:nvPr/>
          </p:nvSpPr>
          <p:spPr>
            <a:xfrm>
              <a:off x="3504" y="2352"/>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1000</a:t>
              </a:r>
            </a:p>
          </p:txBody>
        </p:sp>
        <p:sp>
          <p:nvSpPr>
            <p:cNvPr id="129047" name="Text Box 368"/>
            <p:cNvSpPr txBox="1"/>
            <p:nvPr/>
          </p:nvSpPr>
          <p:spPr>
            <a:xfrm>
              <a:off x="3684"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0111</a:t>
              </a:r>
            </a:p>
          </p:txBody>
        </p:sp>
        <p:sp>
          <p:nvSpPr>
            <p:cNvPr id="129048" name="Text Box 369"/>
            <p:cNvSpPr txBox="1"/>
            <p:nvPr/>
          </p:nvSpPr>
          <p:spPr>
            <a:xfrm>
              <a:off x="3876" y="2352"/>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0110</a:t>
              </a:r>
            </a:p>
          </p:txBody>
        </p:sp>
        <p:sp>
          <p:nvSpPr>
            <p:cNvPr id="129049" name="Text Box 370"/>
            <p:cNvSpPr txBox="1"/>
            <p:nvPr/>
          </p:nvSpPr>
          <p:spPr>
            <a:xfrm>
              <a:off x="4068"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0101</a:t>
              </a:r>
            </a:p>
          </p:txBody>
        </p:sp>
        <p:sp>
          <p:nvSpPr>
            <p:cNvPr id="129050" name="Text Box 371"/>
            <p:cNvSpPr txBox="1"/>
            <p:nvPr/>
          </p:nvSpPr>
          <p:spPr>
            <a:xfrm>
              <a:off x="4290" y="2333"/>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0100</a:t>
              </a:r>
            </a:p>
          </p:txBody>
        </p:sp>
        <p:sp>
          <p:nvSpPr>
            <p:cNvPr id="129051" name="Text Box 372"/>
            <p:cNvSpPr txBox="1"/>
            <p:nvPr/>
          </p:nvSpPr>
          <p:spPr>
            <a:xfrm>
              <a:off x="4500"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0011</a:t>
              </a:r>
            </a:p>
          </p:txBody>
        </p:sp>
        <p:sp>
          <p:nvSpPr>
            <p:cNvPr id="129052" name="Text Box 373"/>
            <p:cNvSpPr txBox="1"/>
            <p:nvPr/>
          </p:nvSpPr>
          <p:spPr>
            <a:xfrm>
              <a:off x="4692" y="2333"/>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0010</a:t>
              </a:r>
            </a:p>
          </p:txBody>
        </p:sp>
        <p:sp>
          <p:nvSpPr>
            <p:cNvPr id="129053" name="Text Box 374"/>
            <p:cNvSpPr txBox="1"/>
            <p:nvPr/>
          </p:nvSpPr>
          <p:spPr>
            <a:xfrm>
              <a:off x="4932"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0001</a:t>
              </a:r>
            </a:p>
          </p:txBody>
        </p:sp>
        <p:sp>
          <p:nvSpPr>
            <p:cNvPr id="129054" name="Text Box 375"/>
            <p:cNvSpPr txBox="1"/>
            <p:nvPr/>
          </p:nvSpPr>
          <p:spPr>
            <a:xfrm>
              <a:off x="5136" y="2333"/>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0000</a:t>
              </a:r>
            </a:p>
          </p:txBody>
        </p:sp>
        <p:sp>
          <p:nvSpPr>
            <p:cNvPr id="129055" name="Text Box 376"/>
            <p:cNvSpPr txBox="1"/>
            <p:nvPr/>
          </p:nvSpPr>
          <p:spPr>
            <a:xfrm>
              <a:off x="1788" y="2328"/>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0000</a:t>
              </a:r>
            </a:p>
          </p:txBody>
        </p:sp>
        <p:sp>
          <p:nvSpPr>
            <p:cNvPr id="129056" name="Text Box 377"/>
            <p:cNvSpPr txBox="1"/>
            <p:nvPr/>
          </p:nvSpPr>
          <p:spPr>
            <a:xfrm>
              <a:off x="5316" y="2160"/>
              <a:ext cx="384" cy="212"/>
            </a:xfrm>
            <a:prstGeom prst="rect">
              <a:avLst/>
            </a:prstGeom>
            <a:noFill/>
            <a:ln w="28575">
              <a:noFill/>
            </a:ln>
          </p:spPr>
          <p:txBody>
            <a:bodyPr>
              <a:spAutoFit/>
            </a:bodyPr>
            <a:lstStyle/>
            <a:p>
              <a:pPr algn="l">
                <a:spcBef>
                  <a:spcPct val="50000"/>
                </a:spcBef>
              </a:pPr>
              <a:r>
                <a:rPr lang="en-US" altLang="zh-CN" sz="1050" dirty="0">
                  <a:latin typeface="Times New Roman" panose="02020603050405020304" pitchFamily="18" charset="0"/>
                </a:rPr>
                <a:t>1111</a:t>
              </a:r>
            </a:p>
          </p:txBody>
        </p:sp>
      </p:grpSp>
      <p:sp>
        <p:nvSpPr>
          <p:cNvPr id="360" name="文本框 359">
            <a:extLst>
              <a:ext uri="{FF2B5EF4-FFF2-40B4-BE49-F238E27FC236}">
                <a16:creationId xmlns:a16="http://schemas.microsoft.com/office/drawing/2014/main" id="{A8ADFCA9-15F7-4CAF-98D8-9815C37934C1}"/>
              </a:ext>
            </a:extLst>
          </p:cNvPr>
          <p:cNvSpPr txBox="1"/>
          <p:nvPr/>
        </p:nvSpPr>
        <p:spPr>
          <a:xfrm>
            <a:off x="7086600" y="4429126"/>
            <a:ext cx="1993899" cy="400110"/>
          </a:xfrm>
          <a:prstGeom prst="rect">
            <a:avLst/>
          </a:prstGeom>
          <a:noFill/>
        </p:spPr>
        <p:txBody>
          <a:bodyPr wrap="square" rtlCol="0">
            <a:spAutoFit/>
          </a:bodyPr>
          <a:lstStyle/>
          <a:p>
            <a:r>
              <a:rPr lang="zh-CN" altLang="en-US" dirty="0">
                <a:solidFill>
                  <a:schemeClr val="bg1"/>
                </a:solidFill>
              </a:rPr>
              <a:t>后沿触发器呢？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p:cNvSpPr>
          <p:nvPr>
            <p:ph type="title"/>
          </p:nvPr>
        </p:nvSpPr>
        <p:spPr>
          <a:xfrm>
            <a:off x="685800" y="515938"/>
            <a:ext cx="7620000" cy="457200"/>
          </a:xfrm>
          <a:prstGeom prst="rect">
            <a:avLst/>
          </a:prstGeom>
          <a:noFill/>
          <a:ln w="9525">
            <a:noFill/>
          </a:ln>
        </p:spPr>
        <p:txBody>
          <a:bodyPr/>
          <a:lstStyle/>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小结：二进制串行计数器连接规律</a:t>
            </a:r>
          </a:p>
        </p:txBody>
      </p:sp>
      <p:sp>
        <p:nvSpPr>
          <p:cNvPr id="156675" name="Text Box 5"/>
          <p:cNvSpPr txBox="1"/>
          <p:nvPr/>
        </p:nvSpPr>
        <p:spPr>
          <a:xfrm>
            <a:off x="457200" y="1301750"/>
            <a:ext cx="7743190" cy="1783715"/>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加</a:t>
            </a:r>
            <a:r>
              <a:rPr lang="en-US" altLang="zh-CN" b="1" dirty="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dirty="0">
                <a:solidFill>
                  <a:srgbClr val="FF0000"/>
                </a:solidFill>
                <a:latin typeface="华文新魏" panose="02010800040101010101" pitchFamily="2" charset="-122"/>
                <a:ea typeface="华文新魏" panose="02010800040101010101" pitchFamily="2" charset="-122"/>
                <a:sym typeface="+mn-ea"/>
              </a:rPr>
              <a:t>（</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i-1</a:t>
            </a:r>
            <a:r>
              <a:rPr lang="zh-CN" altLang="en-US" b="1" dirty="0">
                <a:solidFill>
                  <a:srgbClr val="FF0000"/>
                </a:solidFill>
                <a:latin typeface="华文新魏" panose="02010800040101010101" pitchFamily="2" charset="-122"/>
                <a:ea typeface="华文新魏" panose="02010800040101010101" pitchFamily="2" charset="-122"/>
                <a:sym typeface="+mn-ea"/>
              </a:rPr>
              <a:t>由</a:t>
            </a:r>
            <a:r>
              <a:rPr lang="en-US" altLang="zh-CN" b="1" dirty="0">
                <a:solidFill>
                  <a:srgbClr val="FF0000"/>
                </a:solidFill>
                <a:latin typeface="华文新魏" panose="02010800040101010101" pitchFamily="2" charset="-122"/>
                <a:ea typeface="华文新魏" panose="02010800040101010101" pitchFamily="2" charset="-122"/>
                <a:sym typeface="+mn-ea"/>
              </a:rPr>
              <a:t>1</a:t>
            </a:r>
            <a:r>
              <a:rPr lang="en-US" altLang="zh-CN" dirty="0">
                <a:solidFill>
                  <a:srgbClr val="FF0000"/>
                </a:solidFill>
                <a:latin typeface="Times New Roman" panose="02020603050405020304" pitchFamily="18" charset="0"/>
                <a:sym typeface="+mn-ea"/>
              </a:rPr>
              <a:t>→</a:t>
            </a:r>
            <a:r>
              <a:rPr lang="en-US" altLang="zh-CN" b="1" dirty="0">
                <a:solidFill>
                  <a:srgbClr val="FF0000"/>
                </a:solidFill>
                <a:latin typeface="华文新魏" panose="02010800040101010101" pitchFamily="2" charset="-122"/>
                <a:ea typeface="华文新魏" panose="02010800040101010101" pitchFamily="2" charset="-122"/>
                <a:sym typeface="+mn-ea"/>
              </a:rPr>
              <a:t>0</a:t>
            </a:r>
            <a:r>
              <a:rPr lang="zh-CN" altLang="en-US" b="1" dirty="0">
                <a:solidFill>
                  <a:srgbClr val="FF0000"/>
                </a:solidFill>
                <a:latin typeface="华文新魏" panose="02010800040101010101" pitchFamily="2" charset="-122"/>
                <a:ea typeface="华文新魏" panose="02010800040101010101" pitchFamily="2" charset="-122"/>
                <a:sym typeface="+mn-ea"/>
              </a:rPr>
              <a:t>产生进位，</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a:t>
            </a:r>
            <a:r>
              <a:rPr lang="zh-CN" altLang="en-US" b="1" dirty="0">
                <a:solidFill>
                  <a:srgbClr val="FF0000"/>
                </a:solidFill>
                <a:latin typeface="华文新魏" panose="02010800040101010101" pitchFamily="2" charset="-122"/>
                <a:ea typeface="华文新魏" panose="02010800040101010101" pitchFamily="2" charset="-122"/>
                <a:sym typeface="+mn-ea"/>
              </a:rPr>
              <a:t>变化）</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dirty="0" err="1">
                <a:solidFill>
                  <a:srgbClr val="FF0000"/>
                </a:solidFill>
                <a:latin typeface="华文新魏" panose="02010800040101010101" pitchFamily="2" charset="-122"/>
                <a:ea typeface="华文新魏" panose="02010800040101010101" pitchFamily="2" charset="-122"/>
              </a:rPr>
              <a:t>CLK</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 </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dirty="0" err="1">
                <a:solidFill>
                  <a:srgbClr val="FF0000"/>
                </a:solidFill>
                <a:latin typeface="华文新魏" panose="02010800040101010101" pitchFamily="2" charset="-122"/>
                <a:ea typeface="华文新魏" panose="02010800040101010101" pitchFamily="2" charset="-122"/>
              </a:rPr>
              <a:t>CLK</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dirty="0">
                <a:solidFill>
                  <a:srgbClr val="FF0000"/>
                </a:solidFill>
                <a:latin typeface="华文新魏" panose="02010800040101010101" pitchFamily="2" charset="-122"/>
                <a:ea typeface="华文新魏" panose="02010800040101010101" pitchFamily="2" charset="-122"/>
              </a:rPr>
              <a:t>CLK</a:t>
            </a:r>
            <a:r>
              <a:rPr lang="en-US" altLang="zh-CN" b="1" baseline="-25000" dirty="0">
                <a:solidFill>
                  <a:srgbClr val="FF0000"/>
                </a:solidFill>
                <a:latin typeface="华文新魏" panose="02010800040101010101" pitchFamily="2" charset="-122"/>
                <a:ea typeface="华文新魏" panose="02010800040101010101" pitchFamily="2" charset="-122"/>
              </a:rPr>
              <a:t>1 </a:t>
            </a:r>
            <a:r>
              <a:rPr lang="en-US" altLang="zh-CN" b="1" dirty="0">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dirty="0">
                <a:solidFill>
                  <a:srgbClr val="FF0000"/>
                </a:solidFill>
                <a:latin typeface="华文新魏" panose="02010800040101010101" pitchFamily="2" charset="-122"/>
                <a:ea typeface="华文新魏" panose="02010800040101010101" pitchFamily="2" charset="-122"/>
              </a:rPr>
              <a:t>)</a:t>
            </a:r>
          </a:p>
        </p:txBody>
      </p:sp>
      <p:sp>
        <p:nvSpPr>
          <p:cNvPr id="156676" name="Rectangle 6"/>
          <p:cNvSpPr/>
          <p:nvPr/>
        </p:nvSpPr>
        <p:spPr>
          <a:xfrm>
            <a:off x="457200" y="3087370"/>
            <a:ext cx="8001000" cy="178371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减</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a:solidFill>
                  <a:srgbClr val="FF0000"/>
                </a:solidFill>
                <a:latin typeface="华文新魏" panose="02010800040101010101" pitchFamily="2" charset="-122"/>
                <a:ea typeface="华文新魏" panose="02010800040101010101" pitchFamily="2" charset="-122"/>
                <a:sym typeface="+mn-ea"/>
              </a:rPr>
              <a:t>（</a:t>
            </a:r>
            <a:r>
              <a:rPr lang="en-US" altLang="zh-CN" b="1">
                <a:solidFill>
                  <a:srgbClr val="FF0000"/>
                </a:solidFill>
                <a:latin typeface="华文新魏" panose="02010800040101010101" pitchFamily="2" charset="-122"/>
                <a:ea typeface="华文新魏" panose="02010800040101010101" pitchFamily="2" charset="-122"/>
                <a:sym typeface="+mn-ea"/>
              </a:rPr>
              <a:t>Q</a:t>
            </a:r>
            <a:r>
              <a:rPr lang="en-US" altLang="zh-CN" b="1" baseline="-25000">
                <a:solidFill>
                  <a:srgbClr val="FF0000"/>
                </a:solidFill>
                <a:latin typeface="华文新魏" panose="02010800040101010101" pitchFamily="2" charset="-122"/>
                <a:ea typeface="华文新魏" panose="02010800040101010101" pitchFamily="2" charset="-122"/>
                <a:sym typeface="+mn-ea"/>
              </a:rPr>
              <a:t>i-1</a:t>
            </a:r>
            <a:r>
              <a:rPr lang="zh-CN" altLang="en-US" b="1">
                <a:solidFill>
                  <a:srgbClr val="FF0000"/>
                </a:solidFill>
                <a:latin typeface="华文新魏" panose="02010800040101010101" pitchFamily="2" charset="-122"/>
                <a:ea typeface="华文新魏" panose="02010800040101010101" pitchFamily="2" charset="-122"/>
                <a:sym typeface="+mn-ea"/>
              </a:rPr>
              <a:t>由</a:t>
            </a:r>
            <a:r>
              <a:rPr lang="en-US" altLang="zh-CN" b="1">
                <a:solidFill>
                  <a:srgbClr val="FF0000"/>
                </a:solidFill>
                <a:latin typeface="华文新魏" panose="02010800040101010101" pitchFamily="2" charset="-122"/>
                <a:ea typeface="华文新魏" panose="02010800040101010101" pitchFamily="2" charset="-122"/>
                <a:sym typeface="+mn-ea"/>
              </a:rPr>
              <a:t>0</a:t>
            </a:r>
            <a:r>
              <a:rPr lang="en-US" altLang="zh-CN" dirty="0">
                <a:solidFill>
                  <a:srgbClr val="FF0000"/>
                </a:solidFill>
                <a:latin typeface="Times New Roman" panose="02020603050405020304" pitchFamily="18" charset="0"/>
                <a:sym typeface="+mn-ea"/>
              </a:rPr>
              <a:t>→</a:t>
            </a:r>
            <a:r>
              <a:rPr lang="en-US" altLang="zh-CN" b="1">
                <a:solidFill>
                  <a:srgbClr val="FF0000"/>
                </a:solidFill>
                <a:latin typeface="华文新魏" panose="02010800040101010101" pitchFamily="2" charset="-122"/>
                <a:ea typeface="华文新魏" panose="02010800040101010101" pitchFamily="2" charset="-122"/>
                <a:sym typeface="+mn-ea"/>
              </a:rPr>
              <a:t>1</a:t>
            </a:r>
            <a:r>
              <a:rPr lang="zh-CN" altLang="en-US" b="1">
                <a:solidFill>
                  <a:srgbClr val="FF0000"/>
                </a:solidFill>
                <a:latin typeface="华文新魏" panose="02010800040101010101" pitchFamily="2" charset="-122"/>
                <a:ea typeface="华文新魏" panose="02010800040101010101" pitchFamily="2" charset="-122"/>
                <a:sym typeface="+mn-ea"/>
              </a:rPr>
              <a:t>产生借位，</a:t>
            </a:r>
            <a:r>
              <a:rPr lang="en-US" altLang="zh-CN" b="1">
                <a:solidFill>
                  <a:srgbClr val="FF0000"/>
                </a:solidFill>
                <a:latin typeface="华文新魏" panose="02010800040101010101" pitchFamily="2" charset="-122"/>
                <a:ea typeface="华文新魏" panose="02010800040101010101" pitchFamily="2" charset="-122"/>
                <a:sym typeface="+mn-ea"/>
              </a:rPr>
              <a:t>Q</a:t>
            </a:r>
            <a:r>
              <a:rPr lang="en-US" altLang="zh-CN" b="1" baseline="-25000">
                <a:solidFill>
                  <a:srgbClr val="FF0000"/>
                </a:solidFill>
                <a:latin typeface="华文新魏" panose="02010800040101010101" pitchFamily="2" charset="-122"/>
                <a:ea typeface="华文新魏" panose="02010800040101010101" pitchFamily="2" charset="-122"/>
                <a:sym typeface="+mn-ea"/>
              </a:rPr>
              <a:t>i</a:t>
            </a:r>
            <a:r>
              <a:rPr lang="zh-CN" altLang="en-US" b="1">
                <a:solidFill>
                  <a:srgbClr val="FF0000"/>
                </a:solidFill>
                <a:latin typeface="华文新魏" panose="02010800040101010101" pitchFamily="2" charset="-122"/>
                <a:ea typeface="华文新魏" panose="02010800040101010101" pitchFamily="2" charset="-122"/>
                <a:sym typeface="+mn-ea"/>
              </a:rPr>
              <a:t>变化）</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a:solidFill>
                  <a:srgbClr val="FF0000"/>
                </a:solidFill>
                <a:latin typeface="华文新魏" panose="02010800040101010101" pitchFamily="2" charset="-122"/>
                <a:ea typeface="华文新魏" panose="02010800040101010101" pitchFamily="2" charset="-122"/>
              </a:rPr>
              <a:t>)</a:t>
            </a:r>
          </a:p>
        </p:txBody>
      </p:sp>
      <p:sp>
        <p:nvSpPr>
          <p:cNvPr id="2" name="Rectangle 2"/>
          <p:cNvSpPr>
            <a:spLocks noGrp="1"/>
          </p:cNvSpPr>
          <p:nvPr/>
        </p:nvSpPr>
        <p:spPr>
          <a:xfrm>
            <a:off x="904875" y="930275"/>
            <a:ext cx="7892415" cy="45720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solidFill>
                  <a:schemeClr val="tx1"/>
                </a:solidFill>
                <a:latin typeface="华文新魏" panose="02010800040101010101" pitchFamily="2" charset="-122"/>
                <a:ea typeface="华文新魏" panose="02010800040101010101" pitchFamily="2" charset="-122"/>
              </a:rPr>
              <a:t>触发器设置为计数方式（激励端）；各触发器的时钟信号产生方式为：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gtEl>
                                        <p:attrNameLst>
                                          <p:attrName>style.visibility</p:attrName>
                                        </p:attrNameLst>
                                      </p:cBhvr>
                                      <p:to>
                                        <p:strVal val="visible"/>
                                      </p:to>
                                    </p:set>
                                    <p:anim calcmode="lin" valueType="num">
                                      <p:cBhvr additive="base">
                                        <p:cTn id="13" dur="500" fill="hold"/>
                                        <p:tgtEl>
                                          <p:spTgt spid="156675"/>
                                        </p:tgtEl>
                                        <p:attrNameLst>
                                          <p:attrName>ppt_x</p:attrName>
                                        </p:attrNameLst>
                                      </p:cBhvr>
                                      <p:tavLst>
                                        <p:tav tm="0">
                                          <p:val>
                                            <p:strVal val="#ppt_x"/>
                                          </p:val>
                                        </p:tav>
                                        <p:tav tm="100000">
                                          <p:val>
                                            <p:strVal val="#ppt_x"/>
                                          </p:val>
                                        </p:tav>
                                      </p:tavLst>
                                    </p:anim>
                                    <p:anim calcmode="lin" valueType="num">
                                      <p:cBhvr additive="base">
                                        <p:cTn id="14" dur="500" fill="hold"/>
                                        <p:tgtEl>
                                          <p:spTgt spid="1566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6"/>
                                        </p:tgtEl>
                                        <p:attrNameLst>
                                          <p:attrName>style.visibility</p:attrName>
                                        </p:attrNameLst>
                                      </p:cBhvr>
                                      <p:to>
                                        <p:strVal val="visible"/>
                                      </p:to>
                                    </p:set>
                                    <p:anim calcmode="lin" valueType="num">
                                      <p:cBhvr additive="base">
                                        <p:cTn id="19" dur="500" fill="hold"/>
                                        <p:tgtEl>
                                          <p:spTgt spid="156676"/>
                                        </p:tgtEl>
                                        <p:attrNameLst>
                                          <p:attrName>ppt_x</p:attrName>
                                        </p:attrNameLst>
                                      </p:cBhvr>
                                      <p:tavLst>
                                        <p:tav tm="0">
                                          <p:val>
                                            <p:strVal val="#ppt_x"/>
                                          </p:val>
                                        </p:tav>
                                        <p:tav tm="100000">
                                          <p:val>
                                            <p:strVal val="#ppt_x"/>
                                          </p:val>
                                        </p:tav>
                                      </p:tavLst>
                                    </p:anim>
                                    <p:anim calcmode="lin" valueType="num">
                                      <p:cBhvr additive="base">
                                        <p:cTn id="20" dur="500" fill="hold"/>
                                        <p:tgtEl>
                                          <p:spTgt spid="156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p:bldP spid="156676"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p:cNvSpPr>
          <p:nvPr>
            <p:ph type="title"/>
          </p:nvPr>
        </p:nvSpPr>
        <p:spPr>
          <a:xfrm>
            <a:off x="395288" y="544513"/>
            <a:ext cx="4256087" cy="457200"/>
          </a:xfrm>
          <a:prstGeom prst="rect">
            <a:avLst/>
          </a:prstGeom>
          <a:noFill/>
          <a:ln w="9525">
            <a:noFill/>
          </a:ln>
        </p:spPr>
        <p:txBody>
          <a:bodyPr/>
          <a:lstStyle/>
          <a:p>
            <a:pPr eaLnBrk="1" hangingPunct="1"/>
            <a:r>
              <a:rPr lang="zh-CN" altLang="en-US" sz="1800" b="1" dirty="0">
                <a:solidFill>
                  <a:srgbClr val="FF0000"/>
                </a:solidFill>
                <a:latin typeface="黑体" panose="02010609060101010101" pitchFamily="2" charset="-122"/>
                <a:ea typeface="黑体" panose="02010609060101010101" pitchFamily="2" charset="-122"/>
              </a:rPr>
              <a:t>（</a:t>
            </a:r>
            <a:r>
              <a:rPr lang="en-US" altLang="zh-CN" sz="1800" b="1">
                <a:solidFill>
                  <a:srgbClr val="FF0000"/>
                </a:solidFill>
                <a:latin typeface="黑体" panose="02010609060101010101" pitchFamily="2" charset="-122"/>
                <a:ea typeface="黑体" panose="02010609060101010101" pitchFamily="2" charset="-122"/>
              </a:rPr>
              <a:t>2</a:t>
            </a:r>
            <a:r>
              <a:rPr lang="zh-CN" altLang="en-US" sz="1800" b="1" dirty="0">
                <a:solidFill>
                  <a:srgbClr val="FF0000"/>
                </a:solidFill>
                <a:latin typeface="黑体" panose="02010609060101010101" pitchFamily="2" charset="-122"/>
                <a:ea typeface="黑体" panose="02010609060101010101" pitchFamily="2" charset="-122"/>
              </a:rPr>
              <a:t>）</a:t>
            </a:r>
            <a:r>
              <a:rPr lang="zh-CN" altLang="en-US" sz="2000" b="1" dirty="0">
                <a:solidFill>
                  <a:srgbClr val="FF0000"/>
                </a:solidFill>
                <a:latin typeface="华文新魏" panose="02010800040101010101" pitchFamily="2" charset="-122"/>
                <a:ea typeface="华文新魏" panose="02010800040101010101" pitchFamily="2" charset="-122"/>
              </a:rPr>
              <a:t>二进制并行（同步）计数器</a:t>
            </a:r>
            <a:r>
              <a:rPr lang="zh-CN" altLang="en-US" sz="1800" b="1" dirty="0">
                <a:solidFill>
                  <a:srgbClr val="FF0000"/>
                </a:solidFill>
                <a:latin typeface="华文新魏" panose="02010800040101010101" pitchFamily="2" charset="-122"/>
                <a:ea typeface="华文新魏" panose="02010800040101010101" pitchFamily="2" charset="-122"/>
              </a:rPr>
              <a:t> </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57699" name="Rectangle 7"/>
          <p:cNvSpPr/>
          <p:nvPr/>
        </p:nvSpPr>
        <p:spPr>
          <a:xfrm>
            <a:off x="511175" y="787400"/>
            <a:ext cx="6700838" cy="500063"/>
          </a:xfrm>
          <a:prstGeom prst="rect">
            <a:avLst/>
          </a:prstGeom>
          <a:noFill/>
          <a:ln w="9525">
            <a:noFill/>
          </a:ln>
        </p:spPr>
        <p:txBody>
          <a:bodyPr anchor="ct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例</a:t>
            </a:r>
            <a:r>
              <a:rPr lang="en-US" altLang="zh-CN" sz="1800" b="1">
                <a:solidFill>
                  <a:schemeClr val="tx1"/>
                </a:solidFill>
                <a:latin typeface="华文新魏" panose="02010800040101010101" pitchFamily="2" charset="-122"/>
                <a:ea typeface="华文新魏" panose="02010800040101010101" pitchFamily="2" charset="-122"/>
              </a:rPr>
              <a:t>1  </a:t>
            </a: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触发器组成的</a:t>
            </a:r>
            <a:r>
              <a:rPr lang="en-US" altLang="zh-CN" sz="1800" b="1">
                <a:solidFill>
                  <a:schemeClr val="tx1"/>
                </a:solidFill>
                <a:latin typeface="华文新魏" panose="02010800040101010101" pitchFamily="2" charset="-122"/>
                <a:ea typeface="华文新魏" panose="02010800040101010101" pitchFamily="2" charset="-122"/>
              </a:rPr>
              <a:t>4 </a:t>
            </a:r>
            <a:r>
              <a:rPr lang="zh-CN" altLang="en-US" sz="1800" b="1" dirty="0">
                <a:solidFill>
                  <a:schemeClr val="tx1"/>
                </a:solidFill>
                <a:latin typeface="华文新魏" panose="02010800040101010101" pitchFamily="2" charset="-122"/>
                <a:ea typeface="华文新魏" panose="02010800040101010101" pitchFamily="2" charset="-122"/>
              </a:rPr>
              <a:t>位</a:t>
            </a:r>
            <a:r>
              <a:rPr lang="zh-CN" altLang="en-US" sz="1800" b="1" dirty="0">
                <a:solidFill>
                  <a:srgbClr val="FF0000"/>
                </a:solidFill>
                <a:latin typeface="华文新魏" panose="02010800040101010101" pitchFamily="2" charset="-122"/>
                <a:ea typeface="华文新魏" panose="02010800040101010101" pitchFamily="2" charset="-122"/>
              </a:rPr>
              <a:t>同步</a:t>
            </a:r>
            <a:r>
              <a:rPr lang="zh-CN" altLang="en-US" sz="1800" b="1" dirty="0">
                <a:solidFill>
                  <a:schemeClr val="tx1"/>
                </a:solidFill>
                <a:latin typeface="华文新魏" panose="02010800040101010101" pitchFamily="2" charset="-122"/>
                <a:ea typeface="华文新魏" panose="02010800040101010101" pitchFamily="2" charset="-122"/>
              </a:rPr>
              <a:t>二进制加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p>
        </p:txBody>
      </p:sp>
      <p:sp>
        <p:nvSpPr>
          <p:cNvPr id="157700" name="Line 10"/>
          <p:cNvSpPr/>
          <p:nvPr/>
        </p:nvSpPr>
        <p:spPr>
          <a:xfrm flipH="1">
            <a:off x="6745288" y="1597025"/>
            <a:ext cx="204787" cy="0"/>
          </a:xfrm>
          <a:prstGeom prst="line">
            <a:avLst/>
          </a:prstGeom>
          <a:ln w="9525">
            <a:noFill/>
          </a:ln>
        </p:spPr>
      </p:sp>
      <p:sp>
        <p:nvSpPr>
          <p:cNvPr id="157701" name="Line 17"/>
          <p:cNvSpPr/>
          <p:nvPr/>
        </p:nvSpPr>
        <p:spPr>
          <a:xfrm flipH="1">
            <a:off x="6754813" y="2665413"/>
            <a:ext cx="204787" cy="0"/>
          </a:xfrm>
          <a:prstGeom prst="line">
            <a:avLst/>
          </a:prstGeom>
          <a:ln w="9525">
            <a:noFill/>
          </a:ln>
        </p:spPr>
      </p:sp>
      <p:sp>
        <p:nvSpPr>
          <p:cNvPr id="157702" name="Line 20"/>
          <p:cNvSpPr/>
          <p:nvPr/>
        </p:nvSpPr>
        <p:spPr>
          <a:xfrm flipH="1">
            <a:off x="6764338" y="3694113"/>
            <a:ext cx="204787" cy="0"/>
          </a:xfrm>
          <a:prstGeom prst="line">
            <a:avLst/>
          </a:prstGeom>
          <a:ln w="9525">
            <a:noFill/>
          </a:ln>
        </p:spPr>
      </p:sp>
      <p:sp>
        <p:nvSpPr>
          <p:cNvPr id="157703" name="Line 23"/>
          <p:cNvSpPr/>
          <p:nvPr/>
        </p:nvSpPr>
        <p:spPr>
          <a:xfrm flipH="1">
            <a:off x="6764338" y="4691063"/>
            <a:ext cx="204787" cy="0"/>
          </a:xfrm>
          <a:prstGeom prst="line">
            <a:avLst/>
          </a:prstGeom>
          <a:ln w="9525">
            <a:noFill/>
          </a:ln>
        </p:spPr>
      </p:sp>
      <p:sp>
        <p:nvSpPr>
          <p:cNvPr id="157704" name="Line 15"/>
          <p:cNvSpPr/>
          <p:nvPr/>
        </p:nvSpPr>
        <p:spPr>
          <a:xfrm>
            <a:off x="6959600" y="731838"/>
            <a:ext cx="0" cy="869950"/>
          </a:xfrm>
          <a:prstGeom prst="line">
            <a:avLst/>
          </a:prstGeom>
          <a:ln w="9525">
            <a:noFill/>
          </a:ln>
        </p:spPr>
      </p:sp>
      <p:grpSp>
        <p:nvGrpSpPr>
          <p:cNvPr id="157706" name="Group 117"/>
          <p:cNvGrpSpPr/>
          <p:nvPr/>
        </p:nvGrpSpPr>
        <p:grpSpPr>
          <a:xfrm>
            <a:off x="677545" y="1369695"/>
            <a:ext cx="3644900" cy="3507740"/>
            <a:chOff x="0" y="0"/>
            <a:chExt cx="5717" cy="5524"/>
          </a:xfrm>
        </p:grpSpPr>
        <p:sp>
          <p:nvSpPr>
            <p:cNvPr id="157711" name="Text Box 130"/>
            <p:cNvSpPr txBox="1"/>
            <p:nvPr/>
          </p:nvSpPr>
          <p:spPr>
            <a:xfrm>
              <a:off x="0" y="0"/>
              <a:ext cx="5400" cy="2541"/>
            </a:xfrm>
            <a:prstGeom prst="rect">
              <a:avLst/>
            </a:prstGeom>
            <a:noFill/>
            <a:ln w="9525">
              <a:noFill/>
            </a:ln>
          </p:spPr>
          <p:txBody>
            <a:bodyPr>
              <a:spAutoFit/>
            </a:bodyPr>
            <a:lstStyle/>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①  </a:t>
              </a:r>
              <a:r>
                <a:rPr lang="zh-CN" altLang="en-US" sz="1800" b="1" dirty="0">
                  <a:solidFill>
                    <a:schemeClr val="tx1"/>
                  </a:solidFill>
                  <a:latin typeface="华文新魏" panose="02010800040101010101" pitchFamily="2" charset="-122"/>
                  <a:ea typeface="华文新魏" panose="02010800040101010101" pitchFamily="2" charset="-122"/>
                </a:rPr>
                <a:t>激励函数</a:t>
              </a: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D</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D</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p>
          </p:txBody>
        </p:sp>
        <p:sp>
          <p:nvSpPr>
            <p:cNvPr id="157712" name="Line 132"/>
            <p:cNvSpPr/>
            <p:nvPr/>
          </p:nvSpPr>
          <p:spPr>
            <a:xfrm>
              <a:off x="1276" y="496"/>
              <a:ext cx="360" cy="0"/>
            </a:xfrm>
            <a:prstGeom prst="line">
              <a:avLst/>
            </a:prstGeom>
            <a:ln w="19050" cap="flat" cmpd="sng">
              <a:solidFill>
                <a:srgbClr val="FF0000"/>
              </a:solidFill>
              <a:prstDash val="solid"/>
              <a:headEnd type="none" w="med" len="med"/>
              <a:tailEnd type="none" w="med" len="med"/>
            </a:ln>
          </p:spPr>
        </p:sp>
        <p:sp>
          <p:nvSpPr>
            <p:cNvPr id="157713" name="Text Box 131"/>
            <p:cNvSpPr txBox="1"/>
            <p:nvPr/>
          </p:nvSpPr>
          <p:spPr>
            <a:xfrm>
              <a:off x="23" y="2983"/>
              <a:ext cx="5694" cy="2541"/>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 ②  </a:t>
              </a:r>
              <a:r>
                <a:rPr lang="zh-CN" altLang="en-US" sz="1800" b="1" dirty="0">
                  <a:solidFill>
                    <a:schemeClr val="tx1"/>
                  </a:solidFill>
                  <a:latin typeface="华文新魏" panose="02010800040101010101" pitchFamily="2" charset="-122"/>
                  <a:ea typeface="华文新魏" panose="02010800040101010101" pitchFamily="2" charset="-122"/>
                </a:rPr>
                <a:t>次态方程</a:t>
              </a:r>
            </a:p>
            <a:p>
              <a:pPr eaLnBrk="1" hangingPunct="1">
                <a:lnSpc>
                  <a:spcPct val="70000"/>
                </a:lnSpc>
                <a:spcBef>
                  <a:spcPct val="50000"/>
                </a:spcBef>
                <a:buFont typeface="Arial" panose="020B0604020202020204" pitchFamily="34" charset="0"/>
              </a:pPr>
              <a:r>
                <a:rPr lang="zh-CN" altLang="en-US" sz="1800" b="1" dirty="0">
                  <a:solidFill>
                    <a:schemeClr val="tx1"/>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 </a:t>
              </a: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 Q</a:t>
              </a:r>
              <a:r>
                <a:rPr lang="en-US" altLang="zh-CN" sz="1800" b="1" baseline="-25000">
                  <a:solidFill>
                    <a:srgbClr val="FF0000"/>
                  </a:solidFill>
                  <a:latin typeface="黑体" panose="02010609060101010101" pitchFamily="2" charset="-122"/>
                  <a:ea typeface="黑体" panose="02010609060101010101" pitchFamily="2" charset="-122"/>
                </a:rPr>
                <a:t>1</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a:t>
              </a:r>
            </a:p>
            <a:p>
              <a:pPr eaLnBrk="1" hangingPunct="1">
                <a:lnSpc>
                  <a:spcPct val="70000"/>
                </a:lnSpc>
                <a:spcBef>
                  <a:spcPct val="50000"/>
                </a:spcBef>
                <a:buFont typeface="Arial" panose="020B0604020202020204" pitchFamily="34" charset="0"/>
              </a:pP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3</a:t>
              </a:r>
            </a:p>
            <a:p>
              <a:pPr eaLnBrk="1" hangingPunct="1">
                <a:lnSpc>
                  <a:spcPct val="70000"/>
                </a:lnSpc>
                <a:spcBef>
                  <a:spcPct val="50000"/>
                </a:spcBef>
                <a:buFont typeface="Arial" panose="020B0604020202020204" pitchFamily="34" charset="0"/>
              </a:pP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r>
                <a:rPr lang="en-US" altLang="zh-CN" sz="1800" b="1" baseline="30000">
                  <a:solidFill>
                    <a:srgbClr val="FF0000"/>
                  </a:solidFill>
                  <a:latin typeface="黑体" panose="02010609060101010101" pitchFamily="2" charset="-122"/>
                  <a:ea typeface="黑体" panose="02010609060101010101" pitchFamily="2" charset="-122"/>
                </a:rPr>
                <a:t>n+1</a:t>
              </a:r>
              <a:r>
                <a:rPr lang="en-US" altLang="zh-CN" sz="1800" b="1">
                  <a:solidFill>
                    <a:srgbClr val="FF0000"/>
                  </a:solidFill>
                  <a:latin typeface="黑体" panose="02010609060101010101" pitchFamily="2" charset="-122"/>
                  <a:ea typeface="黑体" panose="02010609060101010101" pitchFamily="2" charset="-122"/>
                </a:rPr>
                <a:t>= (Q</a:t>
              </a:r>
              <a:r>
                <a:rPr lang="en-US" altLang="zh-CN" sz="1800" b="1" baseline="-25000">
                  <a:solidFill>
                    <a:srgbClr val="FF0000"/>
                  </a:solidFill>
                  <a:latin typeface="黑体" panose="02010609060101010101" pitchFamily="2" charset="-122"/>
                  <a:ea typeface="黑体" panose="02010609060101010101" pitchFamily="2" charset="-122"/>
                </a:rPr>
                <a:t>3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2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1 </a:t>
              </a:r>
              <a:r>
                <a:rPr lang="en-US" altLang="zh-CN" sz="1800" b="1">
                  <a:solidFill>
                    <a:srgbClr val="FF0000"/>
                  </a:solidFill>
                  <a:latin typeface="黑体" panose="02010609060101010101" pitchFamily="2" charset="-122"/>
                  <a:ea typeface="黑体" panose="02010609060101010101" pitchFamily="2" charset="-122"/>
                </a:rPr>
                <a:t>)</a:t>
              </a:r>
              <a:r>
                <a:rPr lang="en-US" altLang="zh-CN" sz="1800" b="1" baseline="-25000">
                  <a:solidFill>
                    <a:srgbClr val="FF0000"/>
                  </a:solidFill>
                  <a:latin typeface="黑体" panose="02010609060101010101" pitchFamily="2" charset="-122"/>
                  <a:ea typeface="黑体" panose="02010609060101010101" pitchFamily="2" charset="-122"/>
                </a:rPr>
                <a:t> </a:t>
              </a:r>
              <a:r>
                <a:rPr lang="en-US" altLang="zh-CN" sz="1800" b="1">
                  <a:solidFill>
                    <a:srgbClr val="FF0000"/>
                  </a:solidFill>
                  <a:latin typeface="黑体" panose="02010609060101010101" pitchFamily="2" charset="-122"/>
                  <a:ea typeface="黑体" panose="02010609060101010101" pitchFamily="2" charset="-122"/>
                </a:rPr>
                <a:t>⊕Q</a:t>
              </a:r>
              <a:r>
                <a:rPr lang="en-US" altLang="zh-CN" sz="1800" b="1" baseline="-25000">
                  <a:solidFill>
                    <a:srgbClr val="FF0000"/>
                  </a:solidFill>
                  <a:latin typeface="黑体" panose="02010609060101010101" pitchFamily="2" charset="-122"/>
                  <a:ea typeface="黑体" panose="02010609060101010101" pitchFamily="2" charset="-122"/>
                </a:rPr>
                <a:t>4</a:t>
              </a:r>
            </a:p>
          </p:txBody>
        </p:sp>
        <p:sp>
          <p:nvSpPr>
            <p:cNvPr id="157714" name="Line 133"/>
            <p:cNvSpPr/>
            <p:nvPr/>
          </p:nvSpPr>
          <p:spPr>
            <a:xfrm>
              <a:off x="1643" y="3511"/>
              <a:ext cx="360" cy="0"/>
            </a:xfrm>
            <a:prstGeom prst="line">
              <a:avLst/>
            </a:prstGeom>
            <a:ln w="19050" cap="flat" cmpd="sng">
              <a:solidFill>
                <a:srgbClr val="FF0000"/>
              </a:solidFill>
              <a:prstDash val="solid"/>
              <a:headEnd type="none" w="med" len="med"/>
              <a:tailEnd type="none" w="med" len="med"/>
            </a:ln>
          </p:spPr>
        </p:sp>
      </p:grpSp>
      <p:grpSp>
        <p:nvGrpSpPr>
          <p:cNvPr id="3" name="组合 2"/>
          <p:cNvGrpSpPr/>
          <p:nvPr/>
        </p:nvGrpSpPr>
        <p:grpSpPr>
          <a:xfrm>
            <a:off x="3141980" y="506095"/>
            <a:ext cx="5245100" cy="4251960"/>
            <a:chOff x="4948" y="797"/>
            <a:chExt cx="8260" cy="6696"/>
          </a:xfrm>
        </p:grpSpPr>
        <p:grpSp>
          <p:nvGrpSpPr>
            <p:cNvPr id="157705" name="Group 129"/>
            <p:cNvGrpSpPr/>
            <p:nvPr/>
          </p:nvGrpSpPr>
          <p:grpSpPr>
            <a:xfrm>
              <a:off x="4948" y="797"/>
              <a:ext cx="8260" cy="6696"/>
              <a:chOff x="0" y="-2"/>
              <a:chExt cx="3592" cy="3571"/>
            </a:xfrm>
          </p:grpSpPr>
          <p:sp>
            <p:nvSpPr>
              <p:cNvPr id="157715" name="Text Box 8"/>
              <p:cNvSpPr txBox="1"/>
              <p:nvPr/>
            </p:nvSpPr>
            <p:spPr>
              <a:xfrm>
                <a:off x="536" y="524"/>
                <a:ext cx="36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CLK</a:t>
                </a:r>
              </a:p>
            </p:txBody>
          </p:sp>
          <p:sp>
            <p:nvSpPr>
              <p:cNvPr id="157716" name="Line 9"/>
              <p:cNvSpPr/>
              <p:nvPr/>
            </p:nvSpPr>
            <p:spPr>
              <a:xfrm flipH="1">
                <a:off x="900" y="709"/>
                <a:ext cx="1557" cy="0"/>
              </a:xfrm>
              <a:prstGeom prst="line">
                <a:avLst/>
              </a:prstGeom>
              <a:ln w="28575" cap="flat" cmpd="sng">
                <a:solidFill>
                  <a:srgbClr val="FF0000"/>
                </a:solidFill>
                <a:prstDash val="solid"/>
                <a:headEnd type="none" w="med" len="med"/>
                <a:tailEnd type="none" w="med" len="med"/>
              </a:ln>
            </p:spPr>
          </p:sp>
          <p:sp>
            <p:nvSpPr>
              <p:cNvPr id="157717" name="Line 11"/>
              <p:cNvSpPr/>
              <p:nvPr/>
            </p:nvSpPr>
            <p:spPr>
              <a:xfrm flipH="1">
                <a:off x="2171" y="317"/>
                <a:ext cx="288" cy="0"/>
              </a:xfrm>
              <a:prstGeom prst="line">
                <a:avLst/>
              </a:prstGeom>
              <a:ln w="28575" cap="flat" cmpd="sng">
                <a:solidFill>
                  <a:schemeClr val="tx1"/>
                </a:solidFill>
                <a:prstDash val="solid"/>
                <a:headEnd type="none" w="med" len="med"/>
                <a:tailEnd type="none" w="med" len="med"/>
              </a:ln>
            </p:spPr>
          </p:sp>
          <p:sp>
            <p:nvSpPr>
              <p:cNvPr id="157718" name="Line 12"/>
              <p:cNvSpPr/>
              <p:nvPr/>
            </p:nvSpPr>
            <p:spPr>
              <a:xfrm flipH="1">
                <a:off x="2879" y="309"/>
                <a:ext cx="424" cy="0"/>
              </a:xfrm>
              <a:prstGeom prst="line">
                <a:avLst/>
              </a:prstGeom>
              <a:ln w="28575" cap="flat" cmpd="sng">
                <a:solidFill>
                  <a:schemeClr val="tx1"/>
                </a:solidFill>
                <a:prstDash val="solid"/>
                <a:headEnd type="none" w="med" len="med"/>
                <a:tailEnd type="none" w="med" len="med"/>
              </a:ln>
            </p:spPr>
          </p:sp>
          <p:sp>
            <p:nvSpPr>
              <p:cNvPr id="157719" name="Line 13"/>
              <p:cNvSpPr/>
              <p:nvPr/>
            </p:nvSpPr>
            <p:spPr>
              <a:xfrm flipV="1">
                <a:off x="2171" y="0"/>
                <a:ext cx="0" cy="312"/>
              </a:xfrm>
              <a:prstGeom prst="line">
                <a:avLst/>
              </a:prstGeom>
              <a:ln w="28575" cap="flat" cmpd="sng">
                <a:solidFill>
                  <a:schemeClr val="tx1"/>
                </a:solidFill>
                <a:prstDash val="solid"/>
                <a:headEnd type="none" w="med" len="med"/>
                <a:tailEnd type="none" w="med" len="med"/>
              </a:ln>
            </p:spPr>
          </p:sp>
          <p:sp>
            <p:nvSpPr>
              <p:cNvPr id="157720" name="Line 14"/>
              <p:cNvSpPr/>
              <p:nvPr/>
            </p:nvSpPr>
            <p:spPr>
              <a:xfrm>
                <a:off x="2181" y="8"/>
                <a:ext cx="905" cy="0"/>
              </a:xfrm>
              <a:prstGeom prst="line">
                <a:avLst/>
              </a:prstGeom>
              <a:ln w="28575" cap="flat" cmpd="sng">
                <a:solidFill>
                  <a:schemeClr val="tx1"/>
                </a:solidFill>
                <a:prstDash val="solid"/>
                <a:headEnd type="none" w="med" len="med"/>
                <a:tailEnd type="none" w="med" len="med"/>
              </a:ln>
            </p:spPr>
          </p:sp>
          <p:sp>
            <p:nvSpPr>
              <p:cNvPr id="157721" name="Line 16"/>
              <p:cNvSpPr/>
              <p:nvPr/>
            </p:nvSpPr>
            <p:spPr>
              <a:xfrm flipH="1" flipV="1">
                <a:off x="2154" y="1603"/>
                <a:ext cx="305" cy="3"/>
              </a:xfrm>
              <a:prstGeom prst="line">
                <a:avLst/>
              </a:prstGeom>
              <a:ln w="28575" cap="flat" cmpd="sng">
                <a:solidFill>
                  <a:srgbClr val="FF0000"/>
                </a:solidFill>
                <a:prstDash val="solid"/>
                <a:headEnd type="none" w="med" len="med"/>
                <a:tailEnd type="none" w="med" len="med"/>
              </a:ln>
            </p:spPr>
          </p:sp>
          <p:sp>
            <p:nvSpPr>
              <p:cNvPr id="157722" name="Line 18"/>
              <p:cNvSpPr/>
              <p:nvPr/>
            </p:nvSpPr>
            <p:spPr>
              <a:xfrm flipH="1">
                <a:off x="2862" y="1206"/>
                <a:ext cx="424" cy="0"/>
              </a:xfrm>
              <a:prstGeom prst="line">
                <a:avLst/>
              </a:prstGeom>
              <a:ln w="28575" cap="flat" cmpd="sng">
                <a:solidFill>
                  <a:schemeClr val="tx1"/>
                </a:solidFill>
                <a:prstDash val="solid"/>
                <a:headEnd type="none" w="med" len="med"/>
                <a:tailEnd type="none" w="med" len="med"/>
              </a:ln>
            </p:spPr>
          </p:sp>
          <p:sp>
            <p:nvSpPr>
              <p:cNvPr id="157723" name="Line 19"/>
              <p:cNvSpPr/>
              <p:nvPr/>
            </p:nvSpPr>
            <p:spPr>
              <a:xfrm flipH="1">
                <a:off x="2151" y="2476"/>
                <a:ext cx="311" cy="3"/>
              </a:xfrm>
              <a:prstGeom prst="line">
                <a:avLst/>
              </a:prstGeom>
              <a:ln w="28575" cap="flat" cmpd="sng">
                <a:solidFill>
                  <a:srgbClr val="FF0000"/>
                </a:solidFill>
                <a:prstDash val="solid"/>
                <a:headEnd type="none" w="med" len="med"/>
                <a:tailEnd type="none" w="med" len="med"/>
              </a:ln>
            </p:spPr>
          </p:sp>
          <p:sp>
            <p:nvSpPr>
              <p:cNvPr id="157724" name="Line 21"/>
              <p:cNvSpPr/>
              <p:nvPr/>
            </p:nvSpPr>
            <p:spPr>
              <a:xfrm flipH="1">
                <a:off x="2897" y="2070"/>
                <a:ext cx="424" cy="0"/>
              </a:xfrm>
              <a:prstGeom prst="line">
                <a:avLst/>
              </a:prstGeom>
              <a:ln w="28575" cap="flat" cmpd="sng">
                <a:solidFill>
                  <a:schemeClr val="tx1"/>
                </a:solidFill>
                <a:prstDash val="solid"/>
                <a:headEnd type="none" w="med" len="med"/>
                <a:tailEnd type="none" w="med" len="med"/>
              </a:ln>
            </p:spPr>
          </p:sp>
          <p:sp>
            <p:nvSpPr>
              <p:cNvPr id="157725" name="Line 22"/>
              <p:cNvSpPr/>
              <p:nvPr/>
            </p:nvSpPr>
            <p:spPr>
              <a:xfrm flipH="1">
                <a:off x="2151" y="3316"/>
                <a:ext cx="288" cy="0"/>
              </a:xfrm>
              <a:prstGeom prst="line">
                <a:avLst/>
              </a:prstGeom>
              <a:ln>
                <a:headEnd type="none" w="med" len="med"/>
                <a:tailEnd type="none" w="med" len="med"/>
              </a:ln>
            </p:spPr>
            <p:style>
              <a:lnRef idx="2">
                <a:schemeClr val="accent6"/>
              </a:lnRef>
              <a:fillRef idx="0">
                <a:schemeClr val="accent6"/>
              </a:fillRef>
              <a:effectRef idx="1">
                <a:schemeClr val="accent6"/>
              </a:effectRef>
              <a:fontRef idx="minor">
                <a:schemeClr val="tx1"/>
              </a:fontRef>
            </p:style>
          </p:sp>
          <p:sp>
            <p:nvSpPr>
              <p:cNvPr id="157726" name="Line 24"/>
              <p:cNvSpPr/>
              <p:nvPr/>
            </p:nvSpPr>
            <p:spPr>
              <a:xfrm flipH="1">
                <a:off x="2868" y="2908"/>
                <a:ext cx="424" cy="0"/>
              </a:xfrm>
              <a:prstGeom prst="line">
                <a:avLst/>
              </a:prstGeom>
              <a:ln w="28575" cap="flat" cmpd="sng">
                <a:solidFill>
                  <a:schemeClr val="tx1"/>
                </a:solidFill>
                <a:prstDash val="solid"/>
                <a:headEnd type="none" w="med" len="med"/>
                <a:tailEnd type="none" w="med" len="med"/>
              </a:ln>
            </p:spPr>
          </p:sp>
          <p:sp>
            <p:nvSpPr>
              <p:cNvPr id="157727" name="AutoShape 27"/>
              <p:cNvSpPr/>
              <p:nvPr/>
            </p:nvSpPr>
            <p:spPr>
              <a:xfrm>
                <a:off x="297" y="1889"/>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28" name="Text Box 28"/>
              <p:cNvSpPr txBox="1"/>
              <p:nvPr/>
            </p:nvSpPr>
            <p:spPr>
              <a:xfrm>
                <a:off x="327" y="1974"/>
                <a:ext cx="194"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p>
            </p:txBody>
          </p:sp>
          <p:sp>
            <p:nvSpPr>
              <p:cNvPr id="157729" name="Line 29"/>
              <p:cNvSpPr/>
              <p:nvPr/>
            </p:nvSpPr>
            <p:spPr>
              <a:xfrm>
                <a:off x="2157" y="707"/>
                <a:ext cx="0" cy="2604"/>
              </a:xfrm>
              <a:prstGeom prst="line">
                <a:avLst/>
              </a:prstGeom>
              <a:ln w="28575" cap="flat" cmpd="sng">
                <a:solidFill>
                  <a:srgbClr val="FF0000"/>
                </a:solidFill>
                <a:prstDash val="solid"/>
                <a:headEnd type="none" w="med" len="med"/>
                <a:tailEnd type="none" w="med" len="med"/>
              </a:ln>
            </p:spPr>
          </p:sp>
          <p:sp>
            <p:nvSpPr>
              <p:cNvPr id="157730" name="Line 30"/>
              <p:cNvSpPr/>
              <p:nvPr/>
            </p:nvSpPr>
            <p:spPr>
              <a:xfrm flipH="1" flipV="1">
                <a:off x="1497" y="1224"/>
                <a:ext cx="955" cy="1"/>
              </a:xfrm>
              <a:prstGeom prst="line">
                <a:avLst/>
              </a:prstGeom>
              <a:ln w="28575" cap="flat" cmpd="sng">
                <a:solidFill>
                  <a:schemeClr val="tx1"/>
                </a:solidFill>
                <a:prstDash val="solid"/>
                <a:headEnd type="none" w="med" len="med"/>
                <a:tailEnd type="none" w="med" len="med"/>
              </a:ln>
            </p:spPr>
          </p:sp>
          <p:sp>
            <p:nvSpPr>
              <p:cNvPr id="157731" name="Line 31"/>
              <p:cNvSpPr/>
              <p:nvPr/>
            </p:nvSpPr>
            <p:spPr>
              <a:xfrm flipH="1">
                <a:off x="9" y="929"/>
                <a:ext cx="3190" cy="0"/>
              </a:xfrm>
              <a:prstGeom prst="line">
                <a:avLst/>
              </a:prstGeom>
              <a:ln w="28575" cap="flat" cmpd="sng">
                <a:solidFill>
                  <a:schemeClr val="tx1"/>
                </a:solidFill>
                <a:prstDash val="solid"/>
                <a:headEnd type="none" w="med" len="med"/>
                <a:tailEnd type="none" w="med" len="med"/>
              </a:ln>
            </p:spPr>
          </p:sp>
          <p:sp>
            <p:nvSpPr>
              <p:cNvPr id="157732" name="Line 32"/>
              <p:cNvSpPr/>
              <p:nvPr/>
            </p:nvSpPr>
            <p:spPr>
              <a:xfrm>
                <a:off x="0" y="929"/>
                <a:ext cx="0" cy="1247"/>
              </a:xfrm>
              <a:prstGeom prst="line">
                <a:avLst/>
              </a:prstGeom>
              <a:ln w="28575" cap="flat" cmpd="sng">
                <a:solidFill>
                  <a:schemeClr val="tx1"/>
                </a:solidFill>
                <a:prstDash val="solid"/>
                <a:headEnd type="none" w="med" len="med"/>
                <a:tailEnd type="none" w="med" len="med"/>
              </a:ln>
            </p:spPr>
          </p:sp>
          <p:sp>
            <p:nvSpPr>
              <p:cNvPr id="157733" name="Line 33"/>
              <p:cNvSpPr/>
              <p:nvPr/>
            </p:nvSpPr>
            <p:spPr>
              <a:xfrm>
                <a:off x="0" y="2177"/>
                <a:ext cx="288" cy="0"/>
              </a:xfrm>
              <a:prstGeom prst="line">
                <a:avLst/>
              </a:prstGeom>
              <a:ln w="28575" cap="flat" cmpd="sng">
                <a:solidFill>
                  <a:schemeClr val="tx1"/>
                </a:solidFill>
                <a:prstDash val="solid"/>
                <a:headEnd type="none" w="med" len="med"/>
                <a:tailEnd type="none" w="med" len="med"/>
              </a:ln>
            </p:spPr>
          </p:sp>
          <p:sp>
            <p:nvSpPr>
              <p:cNvPr id="157734" name="Line 35"/>
              <p:cNvSpPr/>
              <p:nvPr/>
            </p:nvSpPr>
            <p:spPr>
              <a:xfrm flipH="1">
                <a:off x="153" y="1830"/>
                <a:ext cx="3024" cy="0"/>
              </a:xfrm>
              <a:prstGeom prst="line">
                <a:avLst/>
              </a:prstGeom>
              <a:ln w="28575" cap="flat" cmpd="sng">
                <a:solidFill>
                  <a:schemeClr val="tx1"/>
                </a:solidFill>
                <a:prstDash val="solid"/>
                <a:headEnd type="none" w="med" len="med"/>
                <a:tailEnd type="none" w="med" len="med"/>
              </a:ln>
            </p:spPr>
          </p:sp>
          <p:sp>
            <p:nvSpPr>
              <p:cNvPr id="157735" name="Line 36"/>
              <p:cNvSpPr/>
              <p:nvPr/>
            </p:nvSpPr>
            <p:spPr>
              <a:xfrm>
                <a:off x="153" y="1838"/>
                <a:ext cx="0" cy="178"/>
              </a:xfrm>
              <a:prstGeom prst="line">
                <a:avLst/>
              </a:prstGeom>
              <a:ln w="28575" cap="flat" cmpd="sng">
                <a:solidFill>
                  <a:schemeClr val="tx1"/>
                </a:solidFill>
                <a:prstDash val="solid"/>
                <a:headEnd type="none" w="med" len="med"/>
                <a:tailEnd type="none" w="med" len="med"/>
              </a:ln>
            </p:spPr>
          </p:sp>
          <p:sp>
            <p:nvSpPr>
              <p:cNvPr id="157736" name="Line 37"/>
              <p:cNvSpPr/>
              <p:nvPr/>
            </p:nvSpPr>
            <p:spPr>
              <a:xfrm>
                <a:off x="153" y="2024"/>
                <a:ext cx="144" cy="0"/>
              </a:xfrm>
              <a:prstGeom prst="line">
                <a:avLst/>
              </a:prstGeom>
              <a:ln w="28575" cap="flat" cmpd="sng">
                <a:solidFill>
                  <a:schemeClr val="tx1"/>
                </a:solidFill>
                <a:prstDash val="solid"/>
                <a:headEnd type="none" w="med" len="med"/>
                <a:tailEnd type="none" w="med" len="med"/>
              </a:ln>
            </p:spPr>
          </p:sp>
          <p:sp>
            <p:nvSpPr>
              <p:cNvPr id="157737" name="Line 38"/>
              <p:cNvSpPr/>
              <p:nvPr/>
            </p:nvSpPr>
            <p:spPr>
              <a:xfrm>
                <a:off x="585" y="2081"/>
                <a:ext cx="624" cy="0"/>
              </a:xfrm>
              <a:prstGeom prst="line">
                <a:avLst/>
              </a:prstGeom>
              <a:ln w="28575" cap="flat" cmpd="sng">
                <a:solidFill>
                  <a:schemeClr val="tx1"/>
                </a:solidFill>
                <a:prstDash val="solid"/>
                <a:headEnd type="none" w="med" len="med"/>
                <a:tailEnd type="none" w="med" len="med"/>
              </a:ln>
            </p:spPr>
          </p:sp>
          <p:sp>
            <p:nvSpPr>
              <p:cNvPr id="157738" name="Line 39"/>
              <p:cNvSpPr/>
              <p:nvPr/>
            </p:nvSpPr>
            <p:spPr>
              <a:xfrm>
                <a:off x="729" y="2113"/>
                <a:ext cx="0" cy="311"/>
              </a:xfrm>
              <a:prstGeom prst="line">
                <a:avLst/>
              </a:prstGeom>
              <a:ln w="28575" cap="flat" cmpd="sng">
                <a:solidFill>
                  <a:schemeClr val="tx1"/>
                </a:solidFill>
                <a:prstDash val="solid"/>
                <a:headEnd type="none" w="med" len="med"/>
                <a:tailEnd type="none" w="med" len="med"/>
              </a:ln>
            </p:spPr>
          </p:sp>
          <p:sp>
            <p:nvSpPr>
              <p:cNvPr id="157739" name="Line 40"/>
              <p:cNvSpPr/>
              <p:nvPr/>
            </p:nvSpPr>
            <p:spPr>
              <a:xfrm flipH="1">
                <a:off x="9" y="2424"/>
                <a:ext cx="720" cy="0"/>
              </a:xfrm>
              <a:prstGeom prst="line">
                <a:avLst/>
              </a:prstGeom>
              <a:ln w="28575" cap="flat" cmpd="sng">
                <a:solidFill>
                  <a:schemeClr val="tx1"/>
                </a:solidFill>
                <a:prstDash val="solid"/>
                <a:headEnd type="none" w="med" len="med"/>
                <a:tailEnd type="none" w="med" len="med"/>
              </a:ln>
            </p:spPr>
          </p:sp>
          <p:sp>
            <p:nvSpPr>
              <p:cNvPr id="157740" name="Line 41"/>
              <p:cNvSpPr/>
              <p:nvPr/>
            </p:nvSpPr>
            <p:spPr>
              <a:xfrm>
                <a:off x="9" y="2424"/>
                <a:ext cx="0" cy="623"/>
              </a:xfrm>
              <a:prstGeom prst="line">
                <a:avLst/>
              </a:prstGeom>
              <a:ln w="28575" cap="flat" cmpd="sng">
                <a:solidFill>
                  <a:schemeClr val="tx1"/>
                </a:solidFill>
                <a:prstDash val="solid"/>
                <a:headEnd type="none" w="med" len="med"/>
                <a:tailEnd type="none" w="med" len="med"/>
              </a:ln>
            </p:spPr>
          </p:sp>
          <p:sp>
            <p:nvSpPr>
              <p:cNvPr id="157741" name="Line 42"/>
              <p:cNvSpPr/>
              <p:nvPr/>
            </p:nvSpPr>
            <p:spPr>
              <a:xfrm>
                <a:off x="9" y="3047"/>
                <a:ext cx="288" cy="0"/>
              </a:xfrm>
              <a:prstGeom prst="line">
                <a:avLst/>
              </a:prstGeom>
              <a:ln w="28575" cap="flat" cmpd="sng">
                <a:solidFill>
                  <a:schemeClr val="tx1"/>
                </a:solidFill>
                <a:prstDash val="solid"/>
                <a:headEnd type="none" w="med" len="med"/>
                <a:tailEnd type="none" w="med" len="med"/>
              </a:ln>
            </p:spPr>
          </p:sp>
          <p:sp>
            <p:nvSpPr>
              <p:cNvPr id="157742" name="Line 44"/>
              <p:cNvSpPr/>
              <p:nvPr/>
            </p:nvSpPr>
            <p:spPr>
              <a:xfrm flipH="1">
                <a:off x="162" y="2691"/>
                <a:ext cx="3011" cy="0"/>
              </a:xfrm>
              <a:prstGeom prst="line">
                <a:avLst/>
              </a:prstGeom>
              <a:ln w="28575" cap="flat" cmpd="sng">
                <a:solidFill>
                  <a:schemeClr val="tx1"/>
                </a:solidFill>
                <a:prstDash val="solid"/>
                <a:headEnd type="none" w="med" len="med"/>
                <a:tailEnd type="none" w="med" len="med"/>
              </a:ln>
            </p:spPr>
          </p:sp>
          <p:sp>
            <p:nvSpPr>
              <p:cNvPr id="157743" name="Line 45"/>
              <p:cNvSpPr/>
              <p:nvPr/>
            </p:nvSpPr>
            <p:spPr>
              <a:xfrm>
                <a:off x="156" y="2691"/>
                <a:ext cx="0" cy="222"/>
              </a:xfrm>
              <a:prstGeom prst="line">
                <a:avLst/>
              </a:prstGeom>
              <a:ln w="28575" cap="flat" cmpd="sng">
                <a:solidFill>
                  <a:schemeClr val="tx1"/>
                </a:solidFill>
                <a:prstDash val="solid"/>
                <a:headEnd type="none" w="med" len="med"/>
                <a:tailEnd type="none" w="med" len="med"/>
              </a:ln>
            </p:spPr>
          </p:sp>
          <p:sp>
            <p:nvSpPr>
              <p:cNvPr id="157744" name="Line 46"/>
              <p:cNvSpPr/>
              <p:nvPr/>
            </p:nvSpPr>
            <p:spPr>
              <a:xfrm>
                <a:off x="162" y="2913"/>
                <a:ext cx="136" cy="0"/>
              </a:xfrm>
              <a:prstGeom prst="line">
                <a:avLst/>
              </a:prstGeom>
              <a:ln w="28575" cap="flat" cmpd="sng">
                <a:solidFill>
                  <a:schemeClr val="tx1"/>
                </a:solidFill>
                <a:prstDash val="solid"/>
                <a:headEnd type="none" w="med" len="med"/>
                <a:tailEnd type="none" w="med" len="med"/>
              </a:ln>
            </p:spPr>
          </p:sp>
          <p:sp>
            <p:nvSpPr>
              <p:cNvPr id="157745" name="Line 47"/>
              <p:cNvSpPr/>
              <p:nvPr/>
            </p:nvSpPr>
            <p:spPr>
              <a:xfrm>
                <a:off x="585" y="2913"/>
                <a:ext cx="624" cy="0"/>
              </a:xfrm>
              <a:prstGeom prst="line">
                <a:avLst/>
              </a:prstGeom>
              <a:ln w="28575" cap="flat" cmpd="sng">
                <a:solidFill>
                  <a:schemeClr val="tx1"/>
                </a:solidFill>
                <a:prstDash val="solid"/>
                <a:headEnd type="none" w="med" len="med"/>
                <a:tailEnd type="none" w="med" len="med"/>
              </a:ln>
            </p:spPr>
          </p:sp>
          <p:sp>
            <p:nvSpPr>
              <p:cNvPr id="157746" name="Line 48"/>
              <p:cNvSpPr/>
              <p:nvPr/>
            </p:nvSpPr>
            <p:spPr>
              <a:xfrm flipH="1">
                <a:off x="873" y="2225"/>
                <a:ext cx="336" cy="0"/>
              </a:xfrm>
              <a:prstGeom prst="line">
                <a:avLst/>
              </a:prstGeom>
              <a:ln w="28575" cap="flat" cmpd="sng">
                <a:solidFill>
                  <a:schemeClr val="tx1"/>
                </a:solidFill>
                <a:prstDash val="solid"/>
                <a:headEnd type="none" w="med" len="med"/>
                <a:tailEnd type="none" w="med" len="med"/>
              </a:ln>
            </p:spPr>
          </p:sp>
          <p:sp>
            <p:nvSpPr>
              <p:cNvPr id="157747" name="Line 49"/>
              <p:cNvSpPr/>
              <p:nvPr/>
            </p:nvSpPr>
            <p:spPr>
              <a:xfrm>
                <a:off x="873" y="2225"/>
                <a:ext cx="0" cy="467"/>
              </a:xfrm>
              <a:prstGeom prst="line">
                <a:avLst/>
              </a:prstGeom>
              <a:ln w="28575" cap="flat" cmpd="sng">
                <a:solidFill>
                  <a:schemeClr val="tx1"/>
                </a:solidFill>
                <a:prstDash val="solid"/>
                <a:headEnd type="none" w="med" len="med"/>
                <a:tailEnd type="none" w="med" len="med"/>
              </a:ln>
            </p:spPr>
          </p:sp>
          <p:sp>
            <p:nvSpPr>
              <p:cNvPr id="157748" name="Line 50"/>
              <p:cNvSpPr/>
              <p:nvPr/>
            </p:nvSpPr>
            <p:spPr>
              <a:xfrm flipH="1">
                <a:off x="864" y="3041"/>
                <a:ext cx="355" cy="1"/>
              </a:xfrm>
              <a:prstGeom prst="line">
                <a:avLst/>
              </a:prstGeom>
              <a:ln w="28575" cap="flat" cmpd="sng">
                <a:solidFill>
                  <a:schemeClr val="tx1"/>
                </a:solidFill>
                <a:prstDash val="solid"/>
                <a:headEnd type="none" w="med" len="med"/>
                <a:tailEnd type="none" w="med" len="med"/>
              </a:ln>
            </p:spPr>
          </p:sp>
          <p:sp>
            <p:nvSpPr>
              <p:cNvPr id="157749" name="Line 51"/>
              <p:cNvSpPr/>
              <p:nvPr/>
            </p:nvSpPr>
            <p:spPr>
              <a:xfrm>
                <a:off x="864" y="3041"/>
                <a:ext cx="0" cy="526"/>
              </a:xfrm>
              <a:prstGeom prst="line">
                <a:avLst/>
              </a:prstGeom>
              <a:ln w="28575" cap="flat" cmpd="sng">
                <a:solidFill>
                  <a:schemeClr val="tx1"/>
                </a:solidFill>
                <a:prstDash val="solid"/>
                <a:headEnd type="none" w="med" len="med"/>
                <a:tailEnd type="none" w="med" len="med"/>
              </a:ln>
            </p:spPr>
          </p:sp>
          <p:sp>
            <p:nvSpPr>
              <p:cNvPr id="157750" name="Line 52"/>
              <p:cNvSpPr/>
              <p:nvPr/>
            </p:nvSpPr>
            <p:spPr>
              <a:xfrm>
                <a:off x="873" y="3569"/>
                <a:ext cx="2308" cy="0"/>
              </a:xfrm>
              <a:prstGeom prst="line">
                <a:avLst/>
              </a:prstGeom>
              <a:ln w="28575" cap="flat" cmpd="sng">
                <a:solidFill>
                  <a:schemeClr val="tx1"/>
                </a:solidFill>
                <a:prstDash val="solid"/>
                <a:headEnd type="none" w="med" len="med"/>
                <a:tailEnd type="none" w="med" len="med"/>
              </a:ln>
            </p:spPr>
          </p:sp>
          <p:sp>
            <p:nvSpPr>
              <p:cNvPr id="157751" name="Line 54"/>
              <p:cNvSpPr/>
              <p:nvPr/>
            </p:nvSpPr>
            <p:spPr>
              <a:xfrm flipH="1">
                <a:off x="864" y="1199"/>
                <a:ext cx="336" cy="0"/>
              </a:xfrm>
              <a:prstGeom prst="line">
                <a:avLst/>
              </a:prstGeom>
              <a:ln w="28575" cap="flat" cmpd="sng">
                <a:solidFill>
                  <a:schemeClr val="tx1"/>
                </a:solidFill>
                <a:prstDash val="solid"/>
                <a:headEnd type="none" w="med" len="med"/>
                <a:tailEnd type="none" w="med" len="med"/>
              </a:ln>
            </p:spPr>
          </p:sp>
          <p:sp>
            <p:nvSpPr>
              <p:cNvPr id="157752" name="Line 55"/>
              <p:cNvSpPr/>
              <p:nvPr/>
            </p:nvSpPr>
            <p:spPr>
              <a:xfrm flipH="1">
                <a:off x="864" y="1361"/>
                <a:ext cx="336" cy="0"/>
              </a:xfrm>
              <a:prstGeom prst="line">
                <a:avLst/>
              </a:prstGeom>
              <a:ln w="28575" cap="flat" cmpd="sng">
                <a:solidFill>
                  <a:schemeClr val="tx1"/>
                </a:solidFill>
                <a:prstDash val="solid"/>
                <a:headEnd type="none" w="med" len="med"/>
                <a:tailEnd type="none" w="med" len="med"/>
              </a:ln>
            </p:spPr>
          </p:sp>
          <p:sp>
            <p:nvSpPr>
              <p:cNvPr id="157753" name="Line 56"/>
              <p:cNvSpPr/>
              <p:nvPr/>
            </p:nvSpPr>
            <p:spPr>
              <a:xfrm>
                <a:off x="864" y="1361"/>
                <a:ext cx="0" cy="453"/>
              </a:xfrm>
              <a:prstGeom prst="line">
                <a:avLst/>
              </a:prstGeom>
              <a:ln w="28575" cap="flat" cmpd="sng">
                <a:solidFill>
                  <a:schemeClr val="tx1"/>
                </a:solidFill>
                <a:prstDash val="solid"/>
                <a:headEnd type="none" w="med" len="med"/>
                <a:tailEnd type="none" w="med" len="med"/>
              </a:ln>
            </p:spPr>
          </p:sp>
          <p:sp>
            <p:nvSpPr>
              <p:cNvPr id="157754" name="Line 57"/>
              <p:cNvSpPr/>
              <p:nvPr/>
            </p:nvSpPr>
            <p:spPr>
              <a:xfrm flipV="1">
                <a:off x="864" y="929"/>
                <a:ext cx="0" cy="263"/>
              </a:xfrm>
              <a:prstGeom prst="line">
                <a:avLst/>
              </a:prstGeom>
              <a:ln w="28575" cap="flat" cmpd="sng">
                <a:solidFill>
                  <a:schemeClr val="tx1"/>
                </a:solidFill>
                <a:prstDash val="solid"/>
                <a:headEnd type="none" w="med" len="med"/>
                <a:tailEnd type="none" w="med" len="med"/>
              </a:ln>
            </p:spPr>
          </p:sp>
          <p:sp>
            <p:nvSpPr>
              <p:cNvPr id="157755" name="Rectangle 58"/>
              <p:cNvSpPr/>
              <p:nvPr/>
            </p:nvSpPr>
            <p:spPr>
              <a:xfrm>
                <a:off x="3291" y="133"/>
                <a:ext cx="258"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1</a:t>
                </a:r>
              </a:p>
            </p:txBody>
          </p:sp>
          <p:sp>
            <p:nvSpPr>
              <p:cNvPr id="157756" name="Rectangle 59"/>
              <p:cNvSpPr/>
              <p:nvPr/>
            </p:nvSpPr>
            <p:spPr>
              <a:xfrm>
                <a:off x="3278" y="1020"/>
                <a:ext cx="307" cy="308"/>
              </a:xfrm>
              <a:prstGeom prst="rect">
                <a:avLst/>
              </a:prstGeom>
              <a:noFill/>
              <a:ln w="9525">
                <a:noFill/>
              </a:ln>
            </p:spPr>
            <p:txBody>
              <a:bodyPr>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2</a:t>
                </a:r>
              </a:p>
            </p:txBody>
          </p:sp>
          <p:sp>
            <p:nvSpPr>
              <p:cNvPr id="157757" name="Rectangle 60"/>
              <p:cNvSpPr/>
              <p:nvPr/>
            </p:nvSpPr>
            <p:spPr>
              <a:xfrm>
                <a:off x="3304" y="1889"/>
                <a:ext cx="288" cy="310"/>
              </a:xfrm>
              <a:prstGeom prst="rect">
                <a:avLst/>
              </a:prstGeom>
              <a:noFill/>
              <a:ln w="9525">
                <a:noFill/>
              </a:ln>
            </p:spPr>
            <p:txBody>
              <a:bodyPr>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3</a:t>
                </a:r>
              </a:p>
            </p:txBody>
          </p:sp>
          <p:sp>
            <p:nvSpPr>
              <p:cNvPr id="157758" name="Rectangle 61"/>
              <p:cNvSpPr/>
              <p:nvPr/>
            </p:nvSpPr>
            <p:spPr>
              <a:xfrm>
                <a:off x="3287" y="2722"/>
                <a:ext cx="257"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Q</a:t>
                </a:r>
                <a:r>
                  <a:rPr lang="en-US" altLang="zh-CN" sz="1800" b="1" baseline="-25000">
                    <a:solidFill>
                      <a:schemeClr val="tx1"/>
                    </a:solidFill>
                    <a:latin typeface="黑体" panose="02010609060101010101" pitchFamily="2" charset="-122"/>
                    <a:ea typeface="黑体" panose="02010609060101010101" pitchFamily="2" charset="-122"/>
                  </a:rPr>
                  <a:t>4</a:t>
                </a:r>
              </a:p>
            </p:txBody>
          </p:sp>
          <p:sp>
            <p:nvSpPr>
              <p:cNvPr id="157759" name="Rectangle 62"/>
              <p:cNvSpPr/>
              <p:nvPr/>
            </p:nvSpPr>
            <p:spPr>
              <a:xfrm>
                <a:off x="2192" y="314"/>
                <a:ext cx="258"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1</a:t>
                </a:r>
              </a:p>
            </p:txBody>
          </p:sp>
          <p:sp>
            <p:nvSpPr>
              <p:cNvPr id="157760" name="Rectangle 63"/>
              <p:cNvSpPr/>
              <p:nvPr/>
            </p:nvSpPr>
            <p:spPr>
              <a:xfrm>
                <a:off x="2169" y="1226"/>
                <a:ext cx="258"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2</a:t>
                </a:r>
              </a:p>
            </p:txBody>
          </p:sp>
          <p:sp>
            <p:nvSpPr>
              <p:cNvPr id="157761" name="Rectangle 64"/>
              <p:cNvSpPr/>
              <p:nvPr/>
            </p:nvSpPr>
            <p:spPr>
              <a:xfrm>
                <a:off x="2169" y="2090"/>
                <a:ext cx="258"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3</a:t>
                </a:r>
              </a:p>
            </p:txBody>
          </p:sp>
          <p:sp>
            <p:nvSpPr>
              <p:cNvPr id="157762" name="Rectangle 65"/>
              <p:cNvSpPr/>
              <p:nvPr/>
            </p:nvSpPr>
            <p:spPr>
              <a:xfrm>
                <a:off x="2169" y="2945"/>
                <a:ext cx="258"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D</a:t>
                </a:r>
                <a:r>
                  <a:rPr lang="en-US" altLang="zh-CN" sz="1800" b="1" baseline="-25000">
                    <a:solidFill>
                      <a:schemeClr val="tx1"/>
                    </a:solidFill>
                    <a:latin typeface="黑体" panose="02010609060101010101" pitchFamily="2" charset="-122"/>
                    <a:ea typeface="黑体" panose="02010609060101010101" pitchFamily="2" charset="-122"/>
                  </a:rPr>
                  <a:t>4</a:t>
                </a:r>
              </a:p>
            </p:txBody>
          </p:sp>
          <p:sp>
            <p:nvSpPr>
              <p:cNvPr id="157763" name="Rectangle 67"/>
              <p:cNvSpPr/>
              <p:nvPr/>
            </p:nvSpPr>
            <p:spPr>
              <a:xfrm>
                <a:off x="1209" y="107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4" name="Text Box 68"/>
              <p:cNvSpPr txBox="1"/>
              <p:nvPr/>
            </p:nvSpPr>
            <p:spPr>
              <a:xfrm>
                <a:off x="1209" y="1111"/>
                <a:ext cx="336"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p>
            </p:txBody>
          </p:sp>
          <p:sp>
            <p:nvSpPr>
              <p:cNvPr id="157765" name="Rectangle 70"/>
              <p:cNvSpPr/>
              <p:nvPr/>
            </p:nvSpPr>
            <p:spPr>
              <a:xfrm>
                <a:off x="1219" y="1898"/>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6" name="Text Box 71"/>
              <p:cNvSpPr txBox="1"/>
              <p:nvPr/>
            </p:nvSpPr>
            <p:spPr>
              <a:xfrm>
                <a:off x="1209" y="1936"/>
                <a:ext cx="336"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p>
            </p:txBody>
          </p:sp>
          <p:sp>
            <p:nvSpPr>
              <p:cNvPr id="157767" name="Rectangle 73"/>
              <p:cNvSpPr/>
              <p:nvPr/>
            </p:nvSpPr>
            <p:spPr>
              <a:xfrm>
                <a:off x="1219" y="2753"/>
                <a:ext cx="288" cy="43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68" name="Text Box 74"/>
              <p:cNvSpPr txBox="1"/>
              <p:nvPr/>
            </p:nvSpPr>
            <p:spPr>
              <a:xfrm>
                <a:off x="1209" y="2820"/>
                <a:ext cx="336" cy="30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=1</a:t>
                </a:r>
              </a:p>
            </p:txBody>
          </p:sp>
          <p:sp>
            <p:nvSpPr>
              <p:cNvPr id="157769" name="Line 75"/>
              <p:cNvSpPr/>
              <p:nvPr/>
            </p:nvSpPr>
            <p:spPr>
              <a:xfrm flipH="1" flipV="1">
                <a:off x="1507" y="2111"/>
                <a:ext cx="968" cy="4"/>
              </a:xfrm>
              <a:prstGeom prst="line">
                <a:avLst/>
              </a:prstGeom>
              <a:ln w="28575" cap="flat" cmpd="sng">
                <a:solidFill>
                  <a:schemeClr val="tx1"/>
                </a:solidFill>
                <a:prstDash val="solid"/>
                <a:headEnd type="none" w="med" len="med"/>
                <a:tailEnd type="none" w="med" len="med"/>
              </a:ln>
            </p:spPr>
          </p:sp>
          <p:sp>
            <p:nvSpPr>
              <p:cNvPr id="157770" name="Line 76"/>
              <p:cNvSpPr/>
              <p:nvPr/>
            </p:nvSpPr>
            <p:spPr>
              <a:xfrm flipH="1">
                <a:off x="1497" y="2940"/>
                <a:ext cx="942" cy="5"/>
              </a:xfrm>
              <a:prstGeom prst="line">
                <a:avLst/>
              </a:prstGeom>
              <a:ln w="28575" cap="flat" cmpd="sng">
                <a:solidFill>
                  <a:schemeClr val="tx1"/>
                </a:solidFill>
                <a:prstDash val="solid"/>
                <a:headEnd type="none" w="med" len="med"/>
                <a:tailEnd type="none" w="med" len="med"/>
              </a:ln>
            </p:spPr>
          </p:sp>
          <p:sp>
            <p:nvSpPr>
              <p:cNvPr id="157771" name="AutoShape 110"/>
              <p:cNvSpPr/>
              <p:nvPr/>
            </p:nvSpPr>
            <p:spPr>
              <a:xfrm>
                <a:off x="297" y="2772"/>
                <a:ext cx="288" cy="413"/>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2" name="Text Box 111"/>
              <p:cNvSpPr txBox="1"/>
              <p:nvPr/>
            </p:nvSpPr>
            <p:spPr>
              <a:xfrm>
                <a:off x="327" y="2790"/>
                <a:ext cx="194"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&amp;</a:t>
                </a:r>
              </a:p>
            </p:txBody>
          </p:sp>
          <p:sp>
            <p:nvSpPr>
              <p:cNvPr id="157773" name="Oval 112"/>
              <p:cNvSpPr/>
              <p:nvPr/>
            </p:nvSpPr>
            <p:spPr>
              <a:xfrm>
                <a:off x="2141" y="1591"/>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4" name="Oval 113"/>
              <p:cNvSpPr/>
              <p:nvPr/>
            </p:nvSpPr>
            <p:spPr>
              <a:xfrm>
                <a:off x="2136" y="68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5" name="Oval 114"/>
              <p:cNvSpPr/>
              <p:nvPr/>
            </p:nvSpPr>
            <p:spPr>
              <a:xfrm>
                <a:off x="2139" y="2457"/>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6" name="Oval 119"/>
              <p:cNvSpPr/>
              <p:nvPr/>
            </p:nvSpPr>
            <p:spPr>
              <a:xfrm>
                <a:off x="835" y="89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7" name="Oval 120"/>
              <p:cNvSpPr/>
              <p:nvPr/>
            </p:nvSpPr>
            <p:spPr>
              <a:xfrm>
                <a:off x="835" y="180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8" name="Oval 121"/>
              <p:cNvSpPr/>
              <p:nvPr/>
            </p:nvSpPr>
            <p:spPr>
              <a:xfrm>
                <a:off x="853" y="2668"/>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79" name="Oval 122"/>
              <p:cNvSpPr/>
              <p:nvPr/>
            </p:nvSpPr>
            <p:spPr>
              <a:xfrm>
                <a:off x="709" y="206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0" name="Line 25"/>
              <p:cNvSpPr/>
              <p:nvPr/>
            </p:nvSpPr>
            <p:spPr>
              <a:xfrm>
                <a:off x="3200" y="307"/>
                <a:ext cx="0" cy="621"/>
              </a:xfrm>
              <a:prstGeom prst="line">
                <a:avLst/>
              </a:prstGeom>
              <a:ln w="28575" cap="flat" cmpd="sng">
                <a:solidFill>
                  <a:schemeClr val="tx1"/>
                </a:solidFill>
                <a:prstDash val="solid"/>
                <a:headEnd type="none" w="med" len="med"/>
                <a:tailEnd type="none" w="med" len="med"/>
              </a:ln>
            </p:spPr>
          </p:sp>
          <p:sp>
            <p:nvSpPr>
              <p:cNvPr id="157781" name="Oval 115"/>
              <p:cNvSpPr/>
              <p:nvPr/>
            </p:nvSpPr>
            <p:spPr>
              <a:xfrm>
                <a:off x="3180" y="28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2" name="Oval 116"/>
              <p:cNvSpPr/>
              <p:nvPr/>
            </p:nvSpPr>
            <p:spPr>
              <a:xfrm>
                <a:off x="3157" y="118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3" name="Oval 117"/>
              <p:cNvSpPr/>
              <p:nvPr/>
            </p:nvSpPr>
            <p:spPr>
              <a:xfrm>
                <a:off x="3157" y="205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4" name="Oval 118"/>
              <p:cNvSpPr/>
              <p:nvPr/>
            </p:nvSpPr>
            <p:spPr>
              <a:xfrm>
                <a:off x="3157" y="2887"/>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5" name="Line 34"/>
              <p:cNvSpPr/>
              <p:nvPr/>
            </p:nvSpPr>
            <p:spPr>
              <a:xfrm>
                <a:off x="3177" y="1207"/>
                <a:ext cx="0" cy="623"/>
              </a:xfrm>
              <a:prstGeom prst="line">
                <a:avLst/>
              </a:prstGeom>
              <a:ln w="28575" cap="flat" cmpd="sng">
                <a:solidFill>
                  <a:schemeClr val="tx1"/>
                </a:solidFill>
                <a:prstDash val="solid"/>
                <a:headEnd type="none" w="med" len="med"/>
                <a:tailEnd type="none" w="med" len="med"/>
              </a:ln>
            </p:spPr>
          </p:sp>
          <p:sp>
            <p:nvSpPr>
              <p:cNvPr id="157786" name="Line 43"/>
              <p:cNvSpPr/>
              <p:nvPr/>
            </p:nvSpPr>
            <p:spPr>
              <a:xfrm>
                <a:off x="3177" y="2069"/>
                <a:ext cx="0" cy="622"/>
              </a:xfrm>
              <a:prstGeom prst="line">
                <a:avLst/>
              </a:prstGeom>
              <a:ln w="28575" cap="flat" cmpd="sng">
                <a:solidFill>
                  <a:schemeClr val="tx1"/>
                </a:solidFill>
                <a:prstDash val="solid"/>
                <a:headEnd type="none" w="med" len="med"/>
                <a:tailEnd type="none" w="med" len="med"/>
              </a:ln>
            </p:spPr>
          </p:sp>
          <p:sp>
            <p:nvSpPr>
              <p:cNvPr id="157787" name="Line 53"/>
              <p:cNvSpPr/>
              <p:nvPr/>
            </p:nvSpPr>
            <p:spPr>
              <a:xfrm>
                <a:off x="3180" y="2913"/>
                <a:ext cx="0" cy="651"/>
              </a:xfrm>
              <a:prstGeom prst="line">
                <a:avLst/>
              </a:prstGeom>
              <a:ln w="28575" cap="flat" cmpd="sng">
                <a:solidFill>
                  <a:schemeClr val="tx1"/>
                </a:solidFill>
                <a:prstDash val="solid"/>
                <a:headEnd type="none" w="med" len="med"/>
                <a:tailEnd type="none" w="med" len="med"/>
              </a:ln>
            </p:spPr>
          </p:sp>
          <p:sp>
            <p:nvSpPr>
              <p:cNvPr id="157788" name="Rectangle 84"/>
              <p:cNvSpPr/>
              <p:nvPr/>
            </p:nvSpPr>
            <p:spPr>
              <a:xfrm>
                <a:off x="2460" y="221"/>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89" name="Rectangle 92"/>
              <p:cNvSpPr/>
              <p:nvPr/>
            </p:nvSpPr>
            <p:spPr>
              <a:xfrm>
                <a:off x="2459" y="1119"/>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0" name="Rectangle 100"/>
              <p:cNvSpPr/>
              <p:nvPr/>
            </p:nvSpPr>
            <p:spPr>
              <a:xfrm>
                <a:off x="2469" y="2003"/>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1" name="Rectangle 108"/>
              <p:cNvSpPr/>
              <p:nvPr/>
            </p:nvSpPr>
            <p:spPr>
              <a:xfrm>
                <a:off x="2449" y="2817"/>
                <a:ext cx="432" cy="62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57792" name="Line 79"/>
              <p:cNvSpPr/>
              <p:nvPr/>
            </p:nvSpPr>
            <p:spPr>
              <a:xfrm>
                <a:off x="2459" y="659"/>
                <a:ext cx="48" cy="44"/>
              </a:xfrm>
              <a:prstGeom prst="line">
                <a:avLst/>
              </a:prstGeom>
              <a:ln w="28575" cap="flat" cmpd="sng">
                <a:solidFill>
                  <a:schemeClr val="tx1"/>
                </a:solidFill>
                <a:prstDash val="solid"/>
                <a:headEnd type="none" w="med" len="med"/>
                <a:tailEnd type="none" w="med" len="med"/>
              </a:ln>
            </p:spPr>
          </p:sp>
          <p:sp>
            <p:nvSpPr>
              <p:cNvPr id="157793" name="Line 80"/>
              <p:cNvSpPr/>
              <p:nvPr/>
            </p:nvSpPr>
            <p:spPr>
              <a:xfrm flipH="1">
                <a:off x="2459" y="712"/>
                <a:ext cx="48" cy="44"/>
              </a:xfrm>
              <a:prstGeom prst="line">
                <a:avLst/>
              </a:prstGeom>
              <a:ln w="28575" cap="flat" cmpd="sng">
                <a:solidFill>
                  <a:schemeClr val="tx1"/>
                </a:solidFill>
                <a:prstDash val="solid"/>
                <a:headEnd type="none" w="med" len="med"/>
                <a:tailEnd type="none" w="med" len="med"/>
              </a:ln>
            </p:spPr>
          </p:sp>
          <p:sp>
            <p:nvSpPr>
              <p:cNvPr id="157794" name="Text Box 81"/>
              <p:cNvSpPr txBox="1"/>
              <p:nvPr/>
            </p:nvSpPr>
            <p:spPr>
              <a:xfrm>
                <a:off x="2466" y="157"/>
                <a:ext cx="224"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p>
            </p:txBody>
          </p:sp>
          <p:sp>
            <p:nvSpPr>
              <p:cNvPr id="157795" name="Text Box 82"/>
              <p:cNvSpPr txBox="1"/>
              <p:nvPr/>
            </p:nvSpPr>
            <p:spPr>
              <a:xfrm>
                <a:off x="2701" y="151"/>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796" name="Text Box 83"/>
              <p:cNvSpPr txBox="1"/>
              <p:nvPr/>
            </p:nvSpPr>
            <p:spPr>
              <a:xfrm>
                <a:off x="2694" y="547"/>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797" name="Line 87"/>
              <p:cNvSpPr/>
              <p:nvPr/>
            </p:nvSpPr>
            <p:spPr>
              <a:xfrm>
                <a:off x="2458" y="1557"/>
                <a:ext cx="48" cy="44"/>
              </a:xfrm>
              <a:prstGeom prst="line">
                <a:avLst/>
              </a:prstGeom>
              <a:ln w="28575" cap="flat" cmpd="sng">
                <a:solidFill>
                  <a:schemeClr val="tx1"/>
                </a:solidFill>
                <a:prstDash val="solid"/>
                <a:headEnd type="none" w="med" len="med"/>
                <a:tailEnd type="none" w="med" len="med"/>
              </a:ln>
            </p:spPr>
          </p:sp>
          <p:sp>
            <p:nvSpPr>
              <p:cNvPr id="157798" name="Line 88"/>
              <p:cNvSpPr/>
              <p:nvPr/>
            </p:nvSpPr>
            <p:spPr>
              <a:xfrm flipH="1">
                <a:off x="2458" y="1610"/>
                <a:ext cx="48" cy="44"/>
              </a:xfrm>
              <a:prstGeom prst="line">
                <a:avLst/>
              </a:prstGeom>
              <a:ln w="28575" cap="flat" cmpd="sng">
                <a:solidFill>
                  <a:schemeClr val="tx1"/>
                </a:solidFill>
                <a:prstDash val="solid"/>
                <a:headEnd type="none" w="med" len="med"/>
                <a:tailEnd type="none" w="med" len="med"/>
              </a:ln>
            </p:spPr>
          </p:sp>
          <p:sp>
            <p:nvSpPr>
              <p:cNvPr id="157799" name="Text Box 89"/>
              <p:cNvSpPr txBox="1"/>
              <p:nvPr/>
            </p:nvSpPr>
            <p:spPr>
              <a:xfrm>
                <a:off x="2452" y="1075"/>
                <a:ext cx="299"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p>
            </p:txBody>
          </p:sp>
          <p:sp>
            <p:nvSpPr>
              <p:cNvPr id="157800" name="Text Box 90"/>
              <p:cNvSpPr txBox="1"/>
              <p:nvPr/>
            </p:nvSpPr>
            <p:spPr>
              <a:xfrm>
                <a:off x="2693" y="1065"/>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01" name="Text Box 91"/>
              <p:cNvSpPr txBox="1"/>
              <p:nvPr/>
            </p:nvSpPr>
            <p:spPr>
              <a:xfrm>
                <a:off x="2689" y="1435"/>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02" name="Line 95"/>
              <p:cNvSpPr/>
              <p:nvPr/>
            </p:nvSpPr>
            <p:spPr>
              <a:xfrm>
                <a:off x="2468" y="2441"/>
                <a:ext cx="48" cy="44"/>
              </a:xfrm>
              <a:prstGeom prst="line">
                <a:avLst/>
              </a:prstGeom>
              <a:ln w="28575" cap="flat" cmpd="sng">
                <a:solidFill>
                  <a:schemeClr val="tx1"/>
                </a:solidFill>
                <a:prstDash val="solid"/>
                <a:headEnd type="none" w="med" len="med"/>
                <a:tailEnd type="none" w="med" len="med"/>
              </a:ln>
            </p:spPr>
          </p:sp>
          <p:sp>
            <p:nvSpPr>
              <p:cNvPr id="157803" name="Line 96"/>
              <p:cNvSpPr/>
              <p:nvPr/>
            </p:nvSpPr>
            <p:spPr>
              <a:xfrm flipH="1">
                <a:off x="2468" y="2494"/>
                <a:ext cx="48" cy="44"/>
              </a:xfrm>
              <a:prstGeom prst="line">
                <a:avLst/>
              </a:prstGeom>
              <a:ln w="28575" cap="flat" cmpd="sng">
                <a:solidFill>
                  <a:schemeClr val="tx1"/>
                </a:solidFill>
                <a:prstDash val="solid"/>
                <a:headEnd type="none" w="med" len="med"/>
                <a:tailEnd type="none" w="med" len="med"/>
              </a:ln>
            </p:spPr>
          </p:sp>
          <p:sp>
            <p:nvSpPr>
              <p:cNvPr id="157804" name="Text Box 97"/>
              <p:cNvSpPr txBox="1"/>
              <p:nvPr/>
            </p:nvSpPr>
            <p:spPr>
              <a:xfrm>
                <a:off x="2466" y="1964"/>
                <a:ext cx="240"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p>
            </p:txBody>
          </p:sp>
          <p:sp>
            <p:nvSpPr>
              <p:cNvPr id="157805" name="Text Box 98"/>
              <p:cNvSpPr txBox="1"/>
              <p:nvPr/>
            </p:nvSpPr>
            <p:spPr>
              <a:xfrm>
                <a:off x="2699" y="1968"/>
                <a:ext cx="205"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06" name="Text Box 99"/>
              <p:cNvSpPr txBox="1"/>
              <p:nvPr/>
            </p:nvSpPr>
            <p:spPr>
              <a:xfrm>
                <a:off x="2707" y="2338"/>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07" name="Line 103"/>
              <p:cNvSpPr/>
              <p:nvPr/>
            </p:nvSpPr>
            <p:spPr>
              <a:xfrm>
                <a:off x="2448" y="3255"/>
                <a:ext cx="48" cy="44"/>
              </a:xfrm>
              <a:prstGeom prst="line">
                <a:avLst/>
              </a:prstGeom>
              <a:ln w="28575" cap="flat" cmpd="sng">
                <a:solidFill>
                  <a:schemeClr val="tx1"/>
                </a:solidFill>
                <a:prstDash val="solid"/>
                <a:headEnd type="none" w="med" len="med"/>
                <a:tailEnd type="none" w="med" len="med"/>
              </a:ln>
            </p:spPr>
          </p:sp>
          <p:sp>
            <p:nvSpPr>
              <p:cNvPr id="157808" name="Line 104"/>
              <p:cNvSpPr/>
              <p:nvPr/>
            </p:nvSpPr>
            <p:spPr>
              <a:xfrm flipH="1">
                <a:off x="2448" y="3308"/>
                <a:ext cx="48" cy="44"/>
              </a:xfrm>
              <a:prstGeom prst="line">
                <a:avLst/>
              </a:prstGeom>
              <a:ln w="28575" cap="flat" cmpd="sng">
                <a:solidFill>
                  <a:schemeClr val="tx1"/>
                </a:solidFill>
                <a:prstDash val="solid"/>
                <a:headEnd type="none" w="med" len="med"/>
                <a:tailEnd type="none" w="med" len="med"/>
              </a:ln>
            </p:spPr>
          </p:sp>
          <p:sp>
            <p:nvSpPr>
              <p:cNvPr id="157809" name="Text Box 105"/>
              <p:cNvSpPr txBox="1"/>
              <p:nvPr/>
            </p:nvSpPr>
            <p:spPr>
              <a:xfrm>
                <a:off x="2456" y="2800"/>
                <a:ext cx="260" cy="308"/>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D</a:t>
                </a:r>
              </a:p>
            </p:txBody>
          </p:sp>
          <p:sp>
            <p:nvSpPr>
              <p:cNvPr id="157810" name="Text Box 106"/>
              <p:cNvSpPr txBox="1"/>
              <p:nvPr/>
            </p:nvSpPr>
            <p:spPr>
              <a:xfrm>
                <a:off x="2679" y="2798"/>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11" name="Text Box 107"/>
              <p:cNvSpPr txBox="1"/>
              <p:nvPr/>
            </p:nvSpPr>
            <p:spPr>
              <a:xfrm>
                <a:off x="2689" y="3136"/>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Q</a:t>
                </a:r>
              </a:p>
            </p:txBody>
          </p:sp>
          <p:sp>
            <p:nvSpPr>
              <p:cNvPr id="157812" name="Line 123"/>
              <p:cNvSpPr/>
              <p:nvPr/>
            </p:nvSpPr>
            <p:spPr>
              <a:xfrm>
                <a:off x="2960" y="712"/>
                <a:ext cx="118" cy="0"/>
              </a:xfrm>
              <a:prstGeom prst="line">
                <a:avLst/>
              </a:prstGeom>
              <a:ln w="28575" cap="flat" cmpd="sng">
                <a:solidFill>
                  <a:schemeClr val="tx1"/>
                </a:solidFill>
                <a:prstDash val="solid"/>
                <a:headEnd type="none" w="med" len="med"/>
                <a:tailEnd type="none" w="med" len="med"/>
              </a:ln>
            </p:spPr>
          </p:sp>
          <p:sp>
            <p:nvSpPr>
              <p:cNvPr id="157813" name="Line 124"/>
              <p:cNvSpPr/>
              <p:nvPr/>
            </p:nvSpPr>
            <p:spPr>
              <a:xfrm>
                <a:off x="3086" y="-2"/>
                <a:ext cx="0" cy="725"/>
              </a:xfrm>
              <a:prstGeom prst="line">
                <a:avLst/>
              </a:prstGeom>
              <a:ln w="28575" cap="flat" cmpd="sng">
                <a:solidFill>
                  <a:schemeClr val="tx1"/>
                </a:solidFill>
                <a:prstDash val="solid"/>
                <a:headEnd type="none" w="med" len="med"/>
                <a:tailEnd type="none" w="med" len="med"/>
              </a:ln>
            </p:spPr>
          </p:sp>
          <p:sp>
            <p:nvSpPr>
              <p:cNvPr id="157814" name="Text Box 125"/>
              <p:cNvSpPr txBox="1"/>
              <p:nvPr/>
            </p:nvSpPr>
            <p:spPr>
              <a:xfrm>
                <a:off x="2457" y="1429"/>
                <a:ext cx="204"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p>
            </p:txBody>
          </p:sp>
          <p:sp>
            <p:nvSpPr>
              <p:cNvPr id="157815" name="Text Box 126"/>
              <p:cNvSpPr txBox="1"/>
              <p:nvPr/>
            </p:nvSpPr>
            <p:spPr>
              <a:xfrm>
                <a:off x="2462" y="539"/>
                <a:ext cx="205"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p>
            </p:txBody>
          </p:sp>
          <p:sp>
            <p:nvSpPr>
              <p:cNvPr id="157816" name="Text Box 127"/>
              <p:cNvSpPr txBox="1"/>
              <p:nvPr/>
            </p:nvSpPr>
            <p:spPr>
              <a:xfrm>
                <a:off x="2475" y="2314"/>
                <a:ext cx="205"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p>
            </p:txBody>
          </p:sp>
          <p:sp>
            <p:nvSpPr>
              <p:cNvPr id="157817" name="Text Box 128"/>
              <p:cNvSpPr txBox="1"/>
              <p:nvPr/>
            </p:nvSpPr>
            <p:spPr>
              <a:xfrm>
                <a:off x="2460" y="3144"/>
                <a:ext cx="205" cy="30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黑体" panose="02010609060101010101" pitchFamily="2" charset="-122"/>
                    <a:ea typeface="黑体" panose="02010609060101010101" pitchFamily="2" charset="-122"/>
                  </a:rPr>
                  <a:t>C</a:t>
                </a:r>
              </a:p>
            </p:txBody>
          </p:sp>
        </p:grpSp>
        <p:sp>
          <p:nvSpPr>
            <p:cNvPr id="157707" name="Oval 558"/>
            <p:cNvSpPr/>
            <p:nvPr/>
          </p:nvSpPr>
          <p:spPr>
            <a:xfrm flipH="1">
              <a:off x="11600" y="2070"/>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8" name="Oval 558"/>
            <p:cNvSpPr/>
            <p:nvPr/>
          </p:nvSpPr>
          <p:spPr>
            <a:xfrm flipH="1">
              <a:off x="11598" y="3695"/>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09" name="Oval 558"/>
            <p:cNvSpPr/>
            <p:nvPr/>
          </p:nvSpPr>
          <p:spPr>
            <a:xfrm flipH="1">
              <a:off x="11623" y="5398"/>
              <a:ext cx="135" cy="12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57710" name="Oval 558"/>
            <p:cNvSpPr/>
            <p:nvPr/>
          </p:nvSpPr>
          <p:spPr>
            <a:xfrm flipH="1">
              <a:off x="11573" y="6885"/>
              <a:ext cx="135" cy="12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Line 19"/>
            <p:cNvSpPr/>
            <p:nvPr/>
          </p:nvSpPr>
          <p:spPr>
            <a:xfrm flipH="1">
              <a:off x="9882" y="7009"/>
              <a:ext cx="715" cy="6"/>
            </a:xfrm>
            <a:prstGeom prst="line">
              <a:avLst/>
            </a:prstGeom>
            <a:ln w="28575" cap="flat" cmpd="sng">
              <a:solidFill>
                <a:srgbClr val="FF0000"/>
              </a:solidFill>
              <a:prstDash val="solid"/>
              <a:headEnd type="none" w="med" len="med"/>
              <a:tailEnd type="none" w="med" len="med"/>
            </a:ln>
          </p:spPr>
        </p:sp>
      </p:grpSp>
      <p:sp>
        <p:nvSpPr>
          <p:cNvPr id="4" name="文本框 3">
            <a:extLst>
              <a:ext uri="{FF2B5EF4-FFF2-40B4-BE49-F238E27FC236}">
                <a16:creationId xmlns:a16="http://schemas.microsoft.com/office/drawing/2014/main" id="{8C0DE6AB-49F7-43B7-B7CA-5D092BBE9DE2}"/>
              </a:ext>
            </a:extLst>
          </p:cNvPr>
          <p:cNvSpPr txBox="1"/>
          <p:nvPr/>
        </p:nvSpPr>
        <p:spPr>
          <a:xfrm>
            <a:off x="5415741" y="52326"/>
            <a:ext cx="3384376" cy="400110"/>
          </a:xfrm>
          <a:prstGeom prst="rect">
            <a:avLst/>
          </a:prstGeom>
          <a:noFill/>
        </p:spPr>
        <p:txBody>
          <a:bodyPr wrap="square" rtlCol="0">
            <a:spAutoFit/>
          </a:bodyPr>
          <a:lstStyle/>
          <a:p>
            <a:r>
              <a:rPr lang="zh-CN" altLang="en-US" b="1" dirty="0">
                <a:solidFill>
                  <a:srgbClr val="0000FF"/>
                </a:solidFill>
              </a:rPr>
              <a:t>和串行计数器相比如何？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77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Line 9"/>
          <p:cNvSpPr/>
          <p:nvPr/>
        </p:nvSpPr>
        <p:spPr>
          <a:xfrm>
            <a:off x="6775450" y="912813"/>
            <a:ext cx="0" cy="869950"/>
          </a:xfrm>
          <a:prstGeom prst="line">
            <a:avLst/>
          </a:prstGeom>
          <a:ln w="9525">
            <a:noFill/>
          </a:ln>
        </p:spPr>
      </p:sp>
      <p:sp>
        <p:nvSpPr>
          <p:cNvPr id="158723" name="Rectangle 124"/>
          <p:cNvSpPr/>
          <p:nvPr/>
        </p:nvSpPr>
        <p:spPr>
          <a:xfrm>
            <a:off x="612775" y="843280"/>
            <a:ext cx="7534910" cy="400050"/>
          </a:xfrm>
          <a:prstGeom prst="rect">
            <a:avLst/>
          </a:prstGeom>
          <a:noFill/>
          <a:ln w="9525">
            <a:noFill/>
          </a:ln>
        </p:spPr>
        <p:txBody>
          <a:bodyPr anchor="ctr"/>
          <a:lstStyle/>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③  </a:t>
            </a:r>
            <a:r>
              <a:rPr lang="zh-CN" altLang="en-US" b="1" dirty="0">
                <a:solidFill>
                  <a:schemeClr val="tx1"/>
                </a:solidFill>
                <a:latin typeface="华文新魏" panose="02010800040101010101" pitchFamily="2" charset="-122"/>
                <a:ea typeface="华文新魏" panose="02010800040101010101" pitchFamily="2" charset="-122"/>
              </a:rPr>
              <a:t>状态变化规律（</a:t>
            </a:r>
            <a:r>
              <a:rPr lang="zh-CN" altLang="en-US" b="1" dirty="0">
                <a:solidFill>
                  <a:srgbClr val="FF0000"/>
                </a:solidFill>
                <a:latin typeface="华文新魏" panose="02010800040101010101" pitchFamily="2" charset="-122"/>
                <a:ea typeface="华文新魏" panose="02010800040101010101" pitchFamily="2" charset="-122"/>
              </a:rPr>
              <a:t>进位传递链与本位状态是异或关系</a:t>
            </a:r>
            <a:r>
              <a:rPr lang="zh-CN" altLang="en-US" b="1" dirty="0">
                <a:solidFill>
                  <a:schemeClr val="tx1"/>
                </a:solidFill>
                <a:latin typeface="华文新魏" panose="02010800040101010101" pitchFamily="2" charset="-122"/>
                <a:ea typeface="华文新魏" panose="02010800040101010101" pitchFamily="2" charset="-122"/>
              </a:rPr>
              <a:t>）：</a:t>
            </a:r>
          </a:p>
        </p:txBody>
      </p:sp>
      <p:sp>
        <p:nvSpPr>
          <p:cNvPr id="158724" name="Text Box 230"/>
          <p:cNvSpPr txBox="1"/>
          <p:nvPr/>
        </p:nvSpPr>
        <p:spPr>
          <a:xfrm>
            <a:off x="898525" y="1443038"/>
            <a:ext cx="7345363" cy="1537970"/>
          </a:xfrm>
          <a:prstGeom prst="rect">
            <a:avLst/>
          </a:prstGeom>
          <a:noFill/>
          <a:ln w="9525">
            <a:noFill/>
          </a:ln>
        </p:spPr>
        <p:txBody>
          <a:bodyPr>
            <a:spAutoFit/>
          </a:bodyPr>
          <a:lstStyle/>
          <a:p>
            <a:pPr marL="381000" indent="-381000" eaLnBrk="1" hangingPunct="1">
              <a:lnSpc>
                <a:spcPct val="80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⑴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i-1</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i-2</a:t>
            </a:r>
            <a:r>
              <a:rPr lang="en-US" altLang="zh-CN" b="1">
                <a:solidFill>
                  <a:schemeClr val="tx1"/>
                </a:solidFill>
                <a:latin typeface="华文新魏" panose="02010800040101010101" pitchFamily="2" charset="-122"/>
                <a:ea typeface="华文新魏" panose="02010800040101010101" pitchFamily="2" charset="-122"/>
                <a:sym typeface="+mn-ea"/>
              </a:rPr>
              <a:t>… • Q</a:t>
            </a:r>
            <a:r>
              <a:rPr lang="en-US" altLang="zh-CN" b="1" baseline="-25000">
                <a:solidFill>
                  <a:schemeClr val="tx1"/>
                </a:solidFill>
                <a:latin typeface="华文新魏" panose="02010800040101010101" pitchFamily="2" charset="-122"/>
                <a:ea typeface="华文新魏" panose="02010800040101010101" pitchFamily="2" charset="-122"/>
                <a:sym typeface="+mn-ea"/>
              </a:rPr>
              <a:t>1</a:t>
            </a:r>
            <a:r>
              <a:rPr lang="en-US" altLang="zh-CN" b="1">
                <a:solidFill>
                  <a:schemeClr val="tx1"/>
                </a:solidFill>
                <a:latin typeface="华文新魏" panose="02010800040101010101" pitchFamily="2" charset="-122"/>
                <a:ea typeface="华文新魏" panose="02010800040101010101" pitchFamily="2" charset="-122"/>
                <a:sym typeface="+mn-ea"/>
              </a:rPr>
              <a:t>= 0 </a:t>
            </a:r>
            <a:r>
              <a:rPr lang="zh-CN" altLang="en-US"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err="1">
                <a:solidFill>
                  <a:schemeClr val="tx1"/>
                </a:solidFill>
                <a:latin typeface="华文新魏" panose="02010800040101010101" pitchFamily="2" charset="-122"/>
                <a:ea typeface="华文新魏" panose="02010800040101010101" pitchFamily="2" charset="-122"/>
                <a:sym typeface="+mn-ea"/>
              </a:rPr>
              <a:t>Q</a:t>
            </a:r>
            <a:r>
              <a:rPr lang="en-US" altLang="zh-CN" b="1" baseline="-25000" err="1">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时，低位无进位→</a:t>
            </a:r>
            <a:endParaRPr lang="zh-CN" altLang="en-US"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a:solidFill>
                  <a:schemeClr val="tx1"/>
                </a:solidFill>
                <a:latin typeface="华文新魏" panose="02010800040101010101" pitchFamily="2" charset="-122"/>
                <a:ea typeface="华文新魏" panose="02010800040101010101" pitchFamily="2" charset="-122"/>
                <a:sym typeface="+mn-ea"/>
              </a:rPr>
              <a:t>Q</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baseline="30000">
                <a:solidFill>
                  <a:schemeClr val="tx1"/>
                </a:solidFill>
                <a:latin typeface="华文新魏" panose="02010800040101010101" pitchFamily="2" charset="-122"/>
                <a:ea typeface="华文新魏" panose="02010800040101010101" pitchFamily="2" charset="-122"/>
                <a:sym typeface="+mn-ea"/>
              </a:rPr>
              <a:t>n+1</a:t>
            </a:r>
            <a:r>
              <a:rPr lang="en-US" altLang="zh-CN" b="1">
                <a:solidFill>
                  <a:schemeClr val="tx1"/>
                </a:solidFill>
                <a:latin typeface="华文新魏" panose="02010800040101010101" pitchFamily="2" charset="-122"/>
                <a:ea typeface="华文新魏" panose="02010800040101010101" pitchFamily="2" charset="-122"/>
                <a:sym typeface="+mn-ea"/>
              </a:rPr>
              <a:t>  = 0 </a:t>
            </a:r>
            <a:r>
              <a:rPr lang="zh-CN" altLang="en-US" b="1" dirty="0">
                <a:solidFill>
                  <a:schemeClr val="tx1"/>
                </a:solidFill>
                <a:latin typeface="华文新魏" panose="02010800040101010101" pitchFamily="2" charset="-122"/>
                <a:ea typeface="华文新魏" panose="02010800040101010101" pitchFamily="2" charset="-122"/>
                <a:sym typeface="+mn-ea"/>
              </a:rPr>
              <a:t>维持</a:t>
            </a:r>
            <a:r>
              <a:rPr lang="en-US" altLang="zh-CN" b="1">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a:solidFill>
                  <a:schemeClr val="tx1"/>
                </a:solidFill>
                <a:latin typeface="华文新魏" panose="02010800040101010101" pitchFamily="2" charset="-122"/>
                <a:ea typeface="华文新魏" panose="02010800040101010101" pitchFamily="2" charset="-122"/>
                <a:sym typeface="+mn-ea"/>
              </a:rPr>
              <a:t>D</a:t>
            </a:r>
            <a:r>
              <a:rPr lang="en-US" altLang="zh-CN" b="1" baseline="-25000">
                <a:solidFill>
                  <a:schemeClr val="tx1"/>
                </a:solidFill>
                <a:latin typeface="华文新魏" panose="02010800040101010101" pitchFamily="2" charset="-122"/>
                <a:ea typeface="华文新魏" panose="02010800040101010101" pitchFamily="2" charset="-122"/>
                <a:sym typeface="+mn-ea"/>
              </a:rPr>
              <a:t>i</a:t>
            </a:r>
            <a:r>
              <a:rPr lang="en-US" altLang="zh-CN" b="1">
                <a:solidFill>
                  <a:schemeClr val="tx1"/>
                </a:solidFill>
                <a:latin typeface="华文新魏" panose="02010800040101010101" pitchFamily="2" charset="-122"/>
                <a:ea typeface="华文新魏" panose="02010800040101010101" pitchFamily="2" charset="-122"/>
                <a:sym typeface="+mn-ea"/>
              </a:rPr>
              <a:t>=0)</a:t>
            </a: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⑵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i-1 </a:t>
            </a:r>
            <a:r>
              <a:rPr lang="en-US" altLang="zh-CN" b="1">
                <a:solidFill>
                  <a:schemeClr val="tx1"/>
                </a:solidFill>
                <a:latin typeface="华文新魏" panose="02010800040101010101" pitchFamily="2" charset="-122"/>
                <a:ea typeface="华文新魏" panose="02010800040101010101" pitchFamily="2" charset="-122"/>
              </a:rPr>
              <a:t>•</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i-2</a:t>
            </a:r>
            <a:r>
              <a:rPr lang="en-US" altLang="zh-CN" b="1">
                <a:solidFill>
                  <a:schemeClr val="tx1"/>
                </a:solidFill>
                <a:latin typeface="华文新魏" panose="02010800040101010101" pitchFamily="2" charset="-122"/>
                <a:ea typeface="华文新魏" panose="02010800040101010101" pitchFamily="2" charset="-122"/>
              </a:rPr>
              <a:t>… • Q</a:t>
            </a:r>
            <a:r>
              <a:rPr lang="en-US" altLang="zh-CN" b="1" baseline="-25000">
                <a:solidFill>
                  <a:schemeClr val="tx1"/>
                </a:solidFill>
                <a:latin typeface="华文新魏" panose="02010800040101010101" pitchFamily="2" charset="-122"/>
                <a:ea typeface="华文新魏" panose="02010800040101010101" pitchFamily="2" charset="-122"/>
              </a:rPr>
              <a:t>1 </a:t>
            </a:r>
            <a:r>
              <a:rPr lang="en-US" altLang="zh-CN" b="1">
                <a:solidFill>
                  <a:schemeClr val="tx1"/>
                </a:solidFill>
                <a:latin typeface="华文新魏" panose="02010800040101010101" pitchFamily="2" charset="-122"/>
                <a:ea typeface="华文新魏" panose="02010800040101010101" pitchFamily="2" charset="-122"/>
              </a:rPr>
              <a:t>= 0 </a:t>
            </a:r>
            <a:r>
              <a:rPr lang="zh-CN" altLang="en-US" b="1">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err="1">
                <a:solidFill>
                  <a:schemeClr val="tx1"/>
                </a:solidFill>
                <a:latin typeface="华文新魏" panose="02010800040101010101" pitchFamily="2" charset="-122"/>
                <a:ea typeface="华文新魏" panose="02010800040101010101" pitchFamily="2" charset="-122"/>
              </a:rPr>
              <a:t>Q</a:t>
            </a:r>
            <a:r>
              <a:rPr lang="en-US" altLang="zh-CN" b="1" baseline="-25000" err="1">
                <a:solidFill>
                  <a:schemeClr val="tx1"/>
                </a:solidFill>
                <a:latin typeface="华文新魏" panose="02010800040101010101" pitchFamily="2" charset="-122"/>
                <a:ea typeface="华文新魏" panose="02010800040101010101" pitchFamily="2" charset="-122"/>
              </a:rPr>
              <a:t>i</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时，低位无进位→</a:t>
            </a: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Q</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baseline="30000">
                <a:solidFill>
                  <a:schemeClr val="tx1"/>
                </a:solidFill>
                <a:latin typeface="华文新魏" panose="02010800040101010101" pitchFamily="2" charset="-122"/>
                <a:ea typeface="华文新魏" panose="02010800040101010101" pitchFamily="2" charset="-122"/>
              </a:rPr>
              <a:t>n+1</a:t>
            </a:r>
            <a:r>
              <a:rPr lang="en-US" altLang="zh-CN" b="1" baseline="-25000">
                <a:solidFill>
                  <a:schemeClr val="tx1"/>
                </a:solidFill>
                <a:latin typeface="华文新魏" panose="02010800040101010101" pitchFamily="2" charset="-122"/>
                <a:ea typeface="华文新魏" panose="02010800040101010101" pitchFamily="2" charset="-122"/>
              </a:rPr>
              <a:t>  </a:t>
            </a:r>
            <a:r>
              <a:rPr lang="en-US" altLang="zh-CN" b="1">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维持</a:t>
            </a:r>
            <a:r>
              <a:rPr lang="en-US" altLang="zh-CN" b="1">
                <a:solidFill>
                  <a:schemeClr val="tx1"/>
                </a:solidFill>
                <a:latin typeface="Calibri" panose="020F0502020204030204" pitchFamily="34" charset="0"/>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a:solidFill>
                  <a:schemeClr val="tx1"/>
                </a:solidFill>
                <a:latin typeface="华文新魏" panose="02010800040101010101" pitchFamily="2" charset="-122"/>
                <a:ea typeface="华文新魏" panose="02010800040101010101" pitchFamily="2" charset="-122"/>
              </a:rPr>
              <a:t>D</a:t>
            </a:r>
            <a:r>
              <a:rPr lang="en-US" altLang="zh-CN" b="1" baseline="-25000">
                <a:solidFill>
                  <a:schemeClr val="tx1"/>
                </a:solidFill>
                <a:latin typeface="华文新魏" panose="02010800040101010101" pitchFamily="2" charset="-122"/>
                <a:ea typeface="华文新魏" panose="02010800040101010101" pitchFamily="2" charset="-122"/>
              </a:rPr>
              <a:t>i</a:t>
            </a:r>
            <a:r>
              <a:rPr lang="en-US" altLang="zh-CN" b="1">
                <a:solidFill>
                  <a:schemeClr val="tx1"/>
                </a:solidFill>
                <a:latin typeface="华文新魏" panose="02010800040101010101" pitchFamily="2" charset="-122"/>
                <a:ea typeface="华文新魏" panose="02010800040101010101" pitchFamily="2" charset="-122"/>
              </a:rPr>
              <a:t>=1</a:t>
            </a:r>
            <a:r>
              <a:rPr lang="en-US" altLang="zh-CN" b="1">
                <a:solidFill>
                  <a:schemeClr val="tx1"/>
                </a:solidFill>
                <a:latin typeface="Calibri" panose="020F0502020204030204" pitchFamily="34" charset="0"/>
              </a:rPr>
              <a:t>)</a:t>
            </a:r>
            <a:endParaRPr lang="zh-CN" altLang="en-US" b="1" dirty="0">
              <a:solidFill>
                <a:schemeClr val="tx1"/>
              </a:solidFill>
              <a:latin typeface="Calibri" panose="020F0502020204030204" pitchFamily="34" charset="0"/>
            </a:endParaRPr>
          </a:p>
        </p:txBody>
      </p:sp>
      <p:sp>
        <p:nvSpPr>
          <p:cNvPr id="158725" name="Text Box 230"/>
          <p:cNvSpPr txBox="1"/>
          <p:nvPr/>
        </p:nvSpPr>
        <p:spPr>
          <a:xfrm>
            <a:off x="866775" y="3186113"/>
            <a:ext cx="7280275" cy="153797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⑶   </a:t>
            </a:r>
            <a:r>
              <a:rPr lang="en-US" altLang="zh-CN" b="1" dirty="0">
                <a:solidFill>
                  <a:schemeClr val="tx1"/>
                </a:solidFill>
                <a:latin typeface="Calibri" panose="020F0502020204030204" pitchFamily="34" charset="0"/>
              </a:rPr>
              <a:t>   </a:t>
            </a: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i-1 </a:t>
            </a:r>
            <a:r>
              <a:rPr lang="en-US" altLang="zh-CN" b="1" dirty="0">
                <a:solidFill>
                  <a:schemeClr val="tx1"/>
                </a:solidFill>
                <a:latin typeface="华文新魏" panose="02010800040101010101" pitchFamily="2" charset="-122"/>
                <a:ea typeface="华文新魏" panose="02010800040101010101" pitchFamily="2" charset="-122"/>
                <a:sym typeface="+mn-ea"/>
              </a:rPr>
              <a:t>•</a:t>
            </a:r>
            <a:r>
              <a:rPr lang="en-US" altLang="zh-CN" b="1" baseline="-25000" dirty="0">
                <a:solidFill>
                  <a:schemeClr val="tx1"/>
                </a:solidFill>
                <a:latin typeface="华文新魏" panose="02010800040101010101" pitchFamily="2" charset="-122"/>
                <a:ea typeface="华文新魏" panose="02010800040101010101" pitchFamily="2" charset="-122"/>
                <a:sym typeface="+mn-ea"/>
              </a:rPr>
              <a:t> </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i-2</a:t>
            </a:r>
            <a:r>
              <a:rPr lang="en-US" altLang="zh-CN" b="1" dirty="0">
                <a:solidFill>
                  <a:schemeClr val="tx1"/>
                </a:solidFill>
                <a:latin typeface="华文新魏" panose="02010800040101010101" pitchFamily="2" charset="-122"/>
                <a:ea typeface="华文新魏" panose="02010800040101010101" pitchFamily="2" charset="-122"/>
                <a:sym typeface="+mn-ea"/>
              </a:rPr>
              <a:t>… • 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1 </a:t>
            </a:r>
            <a:r>
              <a:rPr lang="en-US" altLang="zh-CN" b="1" dirty="0">
                <a:solidFill>
                  <a:schemeClr val="tx1"/>
                </a:solidFill>
                <a:latin typeface="华文新魏" panose="02010800040101010101" pitchFamily="2" charset="-122"/>
                <a:ea typeface="华文新魏" panose="02010800040101010101" pitchFamily="2" charset="-122"/>
                <a:sym typeface="+mn-ea"/>
              </a:rPr>
              <a:t>= 1  </a:t>
            </a:r>
            <a:r>
              <a:rPr lang="zh-CN" altLang="en-US" b="1" dirty="0">
                <a:solidFill>
                  <a:schemeClr val="tx1"/>
                </a:solidFill>
                <a:latin typeface="华文新魏" panose="02010800040101010101" pitchFamily="2" charset="-122"/>
                <a:ea typeface="华文新魏" panose="02010800040101010101" pitchFamily="2" charset="-122"/>
                <a:sym typeface="+mn-ea"/>
              </a:rPr>
              <a:t>，</a:t>
            </a:r>
            <a:r>
              <a:rPr lang="en-US" altLang="zh-CN" b="1" dirty="0">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rgbClr val="FF0000"/>
                </a:solidFill>
                <a:latin typeface="华文新魏" panose="02010800040101010101" pitchFamily="2" charset="-122"/>
                <a:ea typeface="华文新魏" panose="02010800040101010101" pitchFamily="2" charset="-122"/>
                <a:sym typeface="+mn-ea"/>
              </a:rPr>
              <a:t>且</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 </a:t>
            </a:r>
            <a:r>
              <a:rPr lang="en-US" altLang="zh-CN" b="1" dirty="0">
                <a:solidFill>
                  <a:schemeClr val="tx1"/>
                </a:solidFill>
                <a:latin typeface="华文新魏" panose="02010800040101010101" pitchFamily="2" charset="-122"/>
                <a:ea typeface="华文新魏" panose="02010800040101010101" pitchFamily="2" charset="-122"/>
                <a:sym typeface="+mn-ea"/>
              </a:rPr>
              <a:t>= 0 </a:t>
            </a:r>
            <a:r>
              <a:rPr lang="zh-CN" altLang="en-US" b="1" dirty="0">
                <a:solidFill>
                  <a:schemeClr val="tx1"/>
                </a:solidFill>
                <a:latin typeface="华文新魏" panose="02010800040101010101" pitchFamily="2" charset="-122"/>
                <a:ea typeface="华文新魏" panose="02010800040101010101" pitchFamily="2" charset="-122"/>
                <a:sym typeface="+mn-ea"/>
              </a:rPr>
              <a:t>时，低位</a:t>
            </a:r>
            <a:r>
              <a:rPr lang="zh-CN" altLang="en-US" b="1" dirty="0">
                <a:solidFill>
                  <a:srgbClr val="FF0000"/>
                </a:solidFill>
                <a:latin typeface="华文新魏" panose="02010800040101010101" pitchFamily="2" charset="-122"/>
                <a:ea typeface="华文新魏" panose="02010800040101010101" pitchFamily="2" charset="-122"/>
                <a:sym typeface="+mn-ea"/>
              </a:rPr>
              <a:t>有</a:t>
            </a:r>
            <a:r>
              <a:rPr lang="zh-CN" altLang="en-US" b="1" dirty="0">
                <a:solidFill>
                  <a:schemeClr val="tx1"/>
                </a:solidFill>
                <a:latin typeface="华文新魏" panose="02010800040101010101" pitchFamily="2" charset="-122"/>
                <a:ea typeface="华文新魏" panose="02010800040101010101" pitchFamily="2" charset="-122"/>
                <a:sym typeface="+mn-ea"/>
              </a:rPr>
              <a:t>进位→</a:t>
            </a:r>
            <a:endParaRPr lang="zh-CN" altLang="en-US"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          </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a:t>
            </a:r>
            <a:r>
              <a:rPr lang="en-US" altLang="zh-CN" b="1" baseline="30000" dirty="0">
                <a:solidFill>
                  <a:schemeClr val="tx1"/>
                </a:solidFill>
                <a:latin typeface="华文新魏" panose="02010800040101010101" pitchFamily="2" charset="-122"/>
                <a:ea typeface="华文新魏" panose="02010800040101010101" pitchFamily="2" charset="-122"/>
                <a:sym typeface="+mn-ea"/>
              </a:rPr>
              <a:t>n+1</a:t>
            </a:r>
            <a:r>
              <a:rPr lang="en-US" altLang="zh-CN" b="1" baseline="-25000" dirty="0">
                <a:solidFill>
                  <a:schemeClr val="tx1"/>
                </a:solidFill>
                <a:latin typeface="华文新魏" panose="02010800040101010101" pitchFamily="2" charset="-122"/>
                <a:ea typeface="华文新魏" panose="02010800040101010101" pitchFamily="2" charset="-122"/>
                <a:sym typeface="+mn-ea"/>
              </a:rPr>
              <a:t>  </a:t>
            </a:r>
            <a:r>
              <a:rPr lang="en-US" altLang="zh-CN" b="1" dirty="0">
                <a:solidFill>
                  <a:schemeClr val="tx1"/>
                </a:solidFill>
                <a:latin typeface="华文新魏" panose="02010800040101010101" pitchFamily="2" charset="-122"/>
                <a:ea typeface="华文新魏" panose="02010800040101010101" pitchFamily="2" charset="-122"/>
                <a:sym typeface="+mn-ea"/>
              </a:rPr>
              <a:t>= 1 </a:t>
            </a:r>
            <a:r>
              <a:rPr lang="zh-CN" altLang="en-US" b="1" dirty="0">
                <a:solidFill>
                  <a:schemeClr val="tx1"/>
                </a:solidFill>
                <a:latin typeface="华文新魏" panose="02010800040101010101" pitchFamily="2" charset="-122"/>
                <a:ea typeface="华文新魏" panose="02010800040101010101" pitchFamily="2" charset="-122"/>
                <a:sym typeface="+mn-ea"/>
              </a:rPr>
              <a:t>翻转</a:t>
            </a:r>
            <a:r>
              <a:rPr lang="en-US" altLang="zh-CN" b="1" dirty="0">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dirty="0">
                <a:solidFill>
                  <a:schemeClr val="tx1"/>
                </a:solidFill>
                <a:latin typeface="华文新魏" panose="02010800040101010101" pitchFamily="2" charset="-122"/>
                <a:ea typeface="华文新魏" panose="02010800040101010101" pitchFamily="2" charset="-122"/>
                <a:sym typeface="+mn-ea"/>
              </a:rPr>
              <a:t>D</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a:t>
            </a:r>
            <a:r>
              <a:rPr lang="en-US" altLang="zh-CN" b="1" dirty="0">
                <a:solidFill>
                  <a:schemeClr val="tx1"/>
                </a:solidFill>
                <a:latin typeface="华文新魏" panose="02010800040101010101" pitchFamily="2" charset="-122"/>
                <a:ea typeface="华文新魏" panose="02010800040101010101" pitchFamily="2" charset="-122"/>
                <a:sym typeface="+mn-ea"/>
              </a:rPr>
              <a:t>=1)</a:t>
            </a:r>
            <a:endParaRPr lang="en-US" altLang="zh-CN" b="1" dirty="0">
              <a:solidFill>
                <a:schemeClr val="tx1"/>
              </a:solidFill>
              <a:latin typeface="华文新魏" panose="02010800040101010101" pitchFamily="2" charset="-122"/>
              <a:ea typeface="华文新魏" panose="02010800040101010101" pitchFamily="2" charset="-122"/>
            </a:endParaRPr>
          </a:p>
          <a:p>
            <a:pPr marL="381000" indent="-381000" eaLnBrk="1" hangingPunct="1">
              <a:lnSpc>
                <a:spcPct val="80000"/>
              </a:lnSpc>
              <a:spcBef>
                <a:spcPct val="50000"/>
              </a:spcBef>
              <a:buFont typeface="Arial" panose="020B0604020202020204" pitchFamily="34" charset="0"/>
            </a:pPr>
            <a:r>
              <a:rPr lang="zh-CN" altLang="en-US" b="1" dirty="0">
                <a:solidFill>
                  <a:schemeClr val="tx1"/>
                </a:solidFill>
                <a:latin typeface="Calibri" panose="020F0502020204030204" pitchFamily="34" charset="0"/>
              </a:rPr>
              <a:t>⑷</a:t>
            </a:r>
            <a:r>
              <a:rPr lang="zh-CN" altLang="en-US" b="1"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dirty="0">
                <a:solidFill>
                  <a:schemeClr val="tx1"/>
                </a:solidFill>
                <a:latin typeface="华文新魏" panose="02010800040101010101" pitchFamily="2" charset="-122"/>
                <a:ea typeface="华文新魏" panose="02010800040101010101" pitchFamily="2" charset="-122"/>
              </a:rPr>
              <a:t>Q</a:t>
            </a:r>
            <a:r>
              <a:rPr lang="en-US" altLang="zh-CN" b="1" baseline="-25000" dirty="0">
                <a:solidFill>
                  <a:schemeClr val="tx1"/>
                </a:solidFill>
                <a:latin typeface="华文新魏" panose="02010800040101010101" pitchFamily="2" charset="-122"/>
                <a:ea typeface="华文新魏" panose="02010800040101010101" pitchFamily="2" charset="-122"/>
              </a:rPr>
              <a:t>i-1 </a:t>
            </a:r>
            <a:r>
              <a:rPr lang="en-US" altLang="zh-CN" b="1" dirty="0">
                <a:solidFill>
                  <a:schemeClr val="tx1"/>
                </a:solidFill>
                <a:latin typeface="华文新魏" panose="02010800040101010101" pitchFamily="2" charset="-122"/>
                <a:ea typeface="华文新魏" panose="02010800040101010101" pitchFamily="2" charset="-122"/>
              </a:rPr>
              <a:t>•</a:t>
            </a:r>
            <a:r>
              <a:rPr lang="en-US" altLang="zh-CN" b="1" baseline="-25000"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Q</a:t>
            </a:r>
            <a:r>
              <a:rPr lang="en-US" altLang="zh-CN" b="1" baseline="-25000" dirty="0">
                <a:solidFill>
                  <a:schemeClr val="tx1"/>
                </a:solidFill>
                <a:latin typeface="华文新魏" panose="02010800040101010101" pitchFamily="2" charset="-122"/>
                <a:ea typeface="华文新魏" panose="02010800040101010101" pitchFamily="2" charset="-122"/>
              </a:rPr>
              <a:t>i-2</a:t>
            </a:r>
            <a:r>
              <a:rPr lang="en-US" altLang="zh-CN" b="1" dirty="0">
                <a:solidFill>
                  <a:schemeClr val="tx1"/>
                </a:solidFill>
                <a:latin typeface="华文新魏" panose="02010800040101010101" pitchFamily="2" charset="-122"/>
                <a:ea typeface="华文新魏" panose="02010800040101010101" pitchFamily="2" charset="-122"/>
              </a:rPr>
              <a:t>… • Q</a:t>
            </a:r>
            <a:r>
              <a:rPr lang="en-US" altLang="zh-CN" b="1" baseline="-25000" dirty="0">
                <a:solidFill>
                  <a:schemeClr val="tx1"/>
                </a:solidFill>
                <a:latin typeface="华文新魏" panose="02010800040101010101" pitchFamily="2" charset="-122"/>
                <a:ea typeface="华文新魏" panose="02010800040101010101" pitchFamily="2" charset="-122"/>
              </a:rPr>
              <a:t>1 </a:t>
            </a:r>
            <a:r>
              <a:rPr lang="en-US" altLang="zh-CN" b="1" dirty="0">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且</a:t>
            </a:r>
            <a:r>
              <a:rPr lang="en-US" altLang="zh-CN" b="1" dirty="0">
                <a:solidFill>
                  <a:schemeClr val="tx1"/>
                </a:solidFill>
                <a:latin typeface="华文新魏" panose="02010800040101010101" pitchFamily="2" charset="-122"/>
                <a:ea typeface="华文新魏" panose="02010800040101010101" pitchFamily="2" charset="-122"/>
              </a:rPr>
              <a:t>Q</a:t>
            </a:r>
            <a:r>
              <a:rPr lang="en-US" altLang="zh-CN" b="1" baseline="-25000" dirty="0">
                <a:solidFill>
                  <a:schemeClr val="tx1"/>
                </a:solidFill>
                <a:latin typeface="华文新魏" panose="02010800040101010101" pitchFamily="2" charset="-122"/>
                <a:ea typeface="华文新魏" panose="02010800040101010101" pitchFamily="2" charset="-122"/>
              </a:rPr>
              <a:t>i </a:t>
            </a:r>
            <a:r>
              <a:rPr lang="en-US" altLang="zh-CN" b="1" dirty="0">
                <a:solidFill>
                  <a:schemeClr val="tx1"/>
                </a:solidFill>
                <a:latin typeface="华文新魏" panose="02010800040101010101" pitchFamily="2" charset="-122"/>
                <a:ea typeface="华文新魏" panose="02010800040101010101" pitchFamily="2" charset="-122"/>
              </a:rPr>
              <a:t>= 1 </a:t>
            </a:r>
            <a:r>
              <a:rPr lang="zh-CN" altLang="en-US" b="1" dirty="0">
                <a:solidFill>
                  <a:schemeClr val="tx1"/>
                </a:solidFill>
                <a:latin typeface="华文新魏" panose="02010800040101010101" pitchFamily="2" charset="-122"/>
                <a:ea typeface="华文新魏" panose="02010800040101010101" pitchFamily="2" charset="-122"/>
              </a:rPr>
              <a:t>时，低位</a:t>
            </a:r>
            <a:r>
              <a:rPr lang="zh-CN" altLang="en-US" b="1" dirty="0">
                <a:solidFill>
                  <a:srgbClr val="FF0000"/>
                </a:solidFill>
                <a:latin typeface="华文新魏" panose="02010800040101010101" pitchFamily="2" charset="-122"/>
                <a:ea typeface="华文新魏" panose="02010800040101010101" pitchFamily="2" charset="-122"/>
              </a:rPr>
              <a:t>有</a:t>
            </a:r>
            <a:r>
              <a:rPr lang="zh-CN" altLang="en-US" b="1" dirty="0">
                <a:solidFill>
                  <a:schemeClr val="tx1"/>
                </a:solidFill>
                <a:latin typeface="华文新魏" panose="02010800040101010101" pitchFamily="2" charset="-122"/>
                <a:ea typeface="华文新魏" panose="02010800040101010101" pitchFamily="2" charset="-122"/>
              </a:rPr>
              <a:t>进位→</a:t>
            </a:r>
          </a:p>
          <a:p>
            <a:pPr marL="381000" indent="-381000" eaLnBrk="1" hangingPunct="1">
              <a:lnSpc>
                <a:spcPct val="80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Q</a:t>
            </a:r>
            <a:r>
              <a:rPr lang="en-US" altLang="zh-CN" b="1" baseline="-25000" dirty="0">
                <a:solidFill>
                  <a:schemeClr val="tx1"/>
                </a:solidFill>
                <a:latin typeface="华文新魏" panose="02010800040101010101" pitchFamily="2" charset="-122"/>
                <a:ea typeface="华文新魏" panose="02010800040101010101" pitchFamily="2" charset="-122"/>
              </a:rPr>
              <a:t>i</a:t>
            </a:r>
            <a:r>
              <a:rPr lang="en-US" altLang="zh-CN" b="1" baseline="30000" dirty="0">
                <a:solidFill>
                  <a:schemeClr val="tx1"/>
                </a:solidFill>
                <a:latin typeface="华文新魏" panose="02010800040101010101" pitchFamily="2" charset="-122"/>
                <a:ea typeface="华文新魏" panose="02010800040101010101" pitchFamily="2" charset="-122"/>
              </a:rPr>
              <a:t>n+1</a:t>
            </a:r>
            <a:r>
              <a:rPr lang="en-US" altLang="zh-CN" b="1" baseline="-25000" dirty="0">
                <a:solidFill>
                  <a:schemeClr val="tx1"/>
                </a:solidFill>
                <a:latin typeface="华文新魏" panose="02010800040101010101" pitchFamily="2" charset="-122"/>
                <a:ea typeface="华文新魏" panose="02010800040101010101" pitchFamily="2" charset="-122"/>
              </a:rPr>
              <a:t>  </a:t>
            </a:r>
            <a:r>
              <a:rPr lang="en-US" altLang="zh-CN" b="1" dirty="0">
                <a:solidFill>
                  <a:schemeClr val="tx1"/>
                </a:solidFill>
                <a:latin typeface="华文新魏" panose="02010800040101010101" pitchFamily="2" charset="-122"/>
                <a:ea typeface="华文新魏" panose="02010800040101010101" pitchFamily="2" charset="-122"/>
              </a:rPr>
              <a:t>= 0 </a:t>
            </a:r>
            <a:r>
              <a:rPr lang="zh-CN" altLang="en-US" b="1" dirty="0">
                <a:solidFill>
                  <a:schemeClr val="tx1"/>
                </a:solidFill>
                <a:latin typeface="华文新魏" panose="02010800040101010101" pitchFamily="2" charset="-122"/>
                <a:ea typeface="华文新魏" panose="02010800040101010101" pitchFamily="2" charset="-122"/>
              </a:rPr>
              <a:t>翻转</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此时的</a:t>
            </a:r>
            <a:r>
              <a:rPr lang="en-US" altLang="zh-CN" b="1" dirty="0">
                <a:solidFill>
                  <a:schemeClr val="tx1"/>
                </a:solidFill>
                <a:latin typeface="华文新魏" panose="02010800040101010101" pitchFamily="2" charset="-122"/>
                <a:ea typeface="华文新魏" panose="02010800040101010101" pitchFamily="2" charset="-122"/>
              </a:rPr>
              <a:t>D</a:t>
            </a:r>
            <a:r>
              <a:rPr lang="en-US" altLang="zh-CN" b="1" baseline="-25000" dirty="0">
                <a:solidFill>
                  <a:schemeClr val="tx1"/>
                </a:solidFill>
                <a:latin typeface="华文新魏" panose="02010800040101010101" pitchFamily="2" charset="-122"/>
                <a:ea typeface="华文新魏" panose="02010800040101010101" pitchFamily="2" charset="-122"/>
              </a:rPr>
              <a:t>i</a:t>
            </a:r>
            <a:r>
              <a:rPr lang="en-US" altLang="zh-CN" b="1" dirty="0">
                <a:solidFill>
                  <a:schemeClr val="tx1"/>
                </a:solidFill>
                <a:latin typeface="华文新魏" panose="02010800040101010101" pitchFamily="2" charset="-122"/>
                <a:ea typeface="华文新魏" panose="02010800040101010101" pitchFamily="2" charset="-122"/>
              </a:rPr>
              <a:t>=0)</a:t>
            </a:r>
            <a:endParaRPr lang="zh-CN" altLang="en-US" b="1" dirty="0">
              <a:solidFill>
                <a:schemeClr val="tx1"/>
              </a:solidFill>
              <a:latin typeface="华文新魏" panose="02010800040101010101" pitchFamily="2" charset="-122"/>
              <a:ea typeface="华文新魏" panose="02010800040101010101" pitchFamily="2" charset="-122"/>
            </a:endParaRPr>
          </a:p>
        </p:txBody>
      </p:sp>
      <p:sp>
        <p:nvSpPr>
          <p:cNvPr id="2" name="文本框 1">
            <a:extLst>
              <a:ext uri="{FF2B5EF4-FFF2-40B4-BE49-F238E27FC236}">
                <a16:creationId xmlns:a16="http://schemas.microsoft.com/office/drawing/2014/main" id="{92923094-CA57-4C61-B2B0-8FC9497C0360}"/>
              </a:ext>
            </a:extLst>
          </p:cNvPr>
          <p:cNvSpPr txBox="1"/>
          <p:nvPr/>
        </p:nvSpPr>
        <p:spPr>
          <a:xfrm>
            <a:off x="5220072" y="99915"/>
            <a:ext cx="3600400" cy="707886"/>
          </a:xfrm>
          <a:prstGeom prst="rect">
            <a:avLst/>
          </a:prstGeom>
          <a:noFill/>
        </p:spPr>
        <p:txBody>
          <a:bodyPr wrap="square" rtlCol="0">
            <a:spAutoFit/>
          </a:bodyPr>
          <a:lstStyle/>
          <a:p>
            <a:r>
              <a:rPr lang="zh-CN" altLang="en-US" b="1" dirty="0">
                <a:solidFill>
                  <a:srgbClr val="0000FF"/>
                </a:solidFill>
              </a:rPr>
              <a:t>要掌握用</a:t>
            </a:r>
            <a:r>
              <a:rPr lang="en-US" altLang="zh-CN" b="1" dirty="0">
                <a:solidFill>
                  <a:srgbClr val="0000FF"/>
                </a:solidFill>
              </a:rPr>
              <a:t>JK</a:t>
            </a:r>
            <a:r>
              <a:rPr lang="zh-CN" altLang="en-US" b="1" dirty="0">
                <a:solidFill>
                  <a:srgbClr val="0000FF"/>
                </a:solidFill>
              </a:rPr>
              <a:t>、</a:t>
            </a:r>
            <a:r>
              <a:rPr lang="en-US" altLang="zh-CN" b="1" dirty="0">
                <a:solidFill>
                  <a:srgbClr val="0000FF"/>
                </a:solidFill>
              </a:rPr>
              <a:t>T</a:t>
            </a:r>
            <a:r>
              <a:rPr lang="zh-CN" altLang="en-US" b="1" dirty="0">
                <a:solidFill>
                  <a:srgbClr val="0000FF"/>
                </a:solidFill>
              </a:rPr>
              <a:t>触发器实现同步二进制加</a:t>
            </a:r>
            <a:r>
              <a:rPr lang="en-US" altLang="zh-CN" b="1" dirty="0">
                <a:solidFill>
                  <a:srgbClr val="0000FF"/>
                </a:solidFill>
              </a:rPr>
              <a:t>1</a:t>
            </a:r>
            <a:r>
              <a:rPr lang="zh-CN" altLang="en-US" b="1" dirty="0">
                <a:solidFill>
                  <a:srgbClr val="0000FF"/>
                </a:solidFill>
              </a:rPr>
              <a:t>计数器！</a:t>
            </a:r>
          </a:p>
        </p:txBody>
      </p:sp>
      <p:sp>
        <p:nvSpPr>
          <p:cNvPr id="7" name="文本框 6">
            <a:extLst>
              <a:ext uri="{FF2B5EF4-FFF2-40B4-BE49-F238E27FC236}">
                <a16:creationId xmlns:a16="http://schemas.microsoft.com/office/drawing/2014/main" id="{64135B47-1037-4D56-83A7-FAE73FBA76AE}"/>
              </a:ext>
            </a:extLst>
          </p:cNvPr>
          <p:cNvSpPr txBox="1"/>
          <p:nvPr/>
        </p:nvSpPr>
        <p:spPr>
          <a:xfrm>
            <a:off x="7308304" y="775585"/>
            <a:ext cx="1800200" cy="400110"/>
          </a:xfrm>
          <a:prstGeom prst="rect">
            <a:avLst/>
          </a:prstGeom>
          <a:noFill/>
        </p:spPr>
        <p:txBody>
          <a:bodyPr wrap="square" rtlCol="0">
            <a:spAutoFit/>
          </a:bodyPr>
          <a:lstStyle/>
          <a:p>
            <a:r>
              <a:rPr lang="zh-CN" altLang="en-US" b="1" dirty="0">
                <a:solidFill>
                  <a:srgbClr val="0000FF"/>
                </a:solidFill>
              </a:rPr>
              <a:t>考虑激励信号</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8724">
                                            <p:txEl>
                                              <p:pRg st="0" end="0"/>
                                            </p:txEl>
                                          </p:spTgt>
                                        </p:tgtEl>
                                        <p:attrNameLst>
                                          <p:attrName>style.visibility</p:attrName>
                                        </p:attrNameLst>
                                      </p:cBhvr>
                                      <p:to>
                                        <p:strVal val="visible"/>
                                      </p:to>
                                    </p:set>
                                    <p:animEffect transition="in" filter="blinds(horizontal)">
                                      <p:cBhvr>
                                        <p:cTn id="7" dur="500"/>
                                        <p:tgtEl>
                                          <p:spTgt spid="158724">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8724">
                                            <p:txEl>
                                              <p:pRg st="1" end="1"/>
                                            </p:txEl>
                                          </p:spTgt>
                                        </p:tgtEl>
                                        <p:attrNameLst>
                                          <p:attrName>style.visibility</p:attrName>
                                        </p:attrNameLst>
                                      </p:cBhvr>
                                      <p:to>
                                        <p:strVal val="visible"/>
                                      </p:to>
                                    </p:set>
                                    <p:animEffect transition="in" filter="blinds(horizontal)">
                                      <p:cBhvr>
                                        <p:cTn id="10" dur="500"/>
                                        <p:tgtEl>
                                          <p:spTgt spid="15872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58724">
                                            <p:txEl>
                                              <p:pRg st="2" end="2"/>
                                            </p:txEl>
                                          </p:spTgt>
                                        </p:tgtEl>
                                        <p:attrNameLst>
                                          <p:attrName>style.visibility</p:attrName>
                                        </p:attrNameLst>
                                      </p:cBhvr>
                                      <p:to>
                                        <p:strVal val="visible"/>
                                      </p:to>
                                    </p:set>
                                    <p:animEffect transition="in" filter="blinds(horizontal)">
                                      <p:cBhvr>
                                        <p:cTn id="15" dur="500"/>
                                        <p:tgtEl>
                                          <p:spTgt spid="158724">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58724">
                                            <p:txEl>
                                              <p:pRg st="3" end="3"/>
                                            </p:txEl>
                                          </p:spTgt>
                                        </p:tgtEl>
                                        <p:attrNameLst>
                                          <p:attrName>style.visibility</p:attrName>
                                        </p:attrNameLst>
                                      </p:cBhvr>
                                      <p:to>
                                        <p:strVal val="visible"/>
                                      </p:to>
                                    </p:set>
                                    <p:animEffect transition="in" filter="blinds(horizontal)">
                                      <p:cBhvr>
                                        <p:cTn id="18" dur="500"/>
                                        <p:tgtEl>
                                          <p:spTgt spid="15872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58725">
                                            <p:txEl>
                                              <p:pRg st="0" end="0"/>
                                            </p:txEl>
                                          </p:spTgt>
                                        </p:tgtEl>
                                        <p:attrNameLst>
                                          <p:attrName>style.visibility</p:attrName>
                                        </p:attrNameLst>
                                      </p:cBhvr>
                                      <p:to>
                                        <p:strVal val="visible"/>
                                      </p:to>
                                    </p:set>
                                    <p:animEffect transition="in" filter="blinds(horizontal)">
                                      <p:cBhvr>
                                        <p:cTn id="23" dur="500"/>
                                        <p:tgtEl>
                                          <p:spTgt spid="158725">
                                            <p:txEl>
                                              <p:pRg st="0" end="0"/>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58725">
                                            <p:txEl>
                                              <p:pRg st="1" end="1"/>
                                            </p:txEl>
                                          </p:spTgt>
                                        </p:tgtEl>
                                        <p:attrNameLst>
                                          <p:attrName>style.visibility</p:attrName>
                                        </p:attrNameLst>
                                      </p:cBhvr>
                                      <p:to>
                                        <p:strVal val="visible"/>
                                      </p:to>
                                    </p:set>
                                    <p:animEffect transition="in" filter="blinds(horizontal)">
                                      <p:cBhvr>
                                        <p:cTn id="26" dur="500"/>
                                        <p:tgtEl>
                                          <p:spTgt spid="15872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58725">
                                            <p:txEl>
                                              <p:pRg st="2" end="2"/>
                                            </p:txEl>
                                          </p:spTgt>
                                        </p:tgtEl>
                                        <p:attrNameLst>
                                          <p:attrName>style.visibility</p:attrName>
                                        </p:attrNameLst>
                                      </p:cBhvr>
                                      <p:to>
                                        <p:strVal val="visible"/>
                                      </p:to>
                                    </p:set>
                                    <p:animEffect transition="in" filter="blinds(horizontal)">
                                      <p:cBhvr>
                                        <p:cTn id="31" dur="500"/>
                                        <p:tgtEl>
                                          <p:spTgt spid="158725">
                                            <p:txEl>
                                              <p:pRg st="2" end="2"/>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158725">
                                            <p:txEl>
                                              <p:pRg st="3" end="3"/>
                                            </p:txEl>
                                          </p:spTgt>
                                        </p:tgtEl>
                                        <p:attrNameLst>
                                          <p:attrName>style.visibility</p:attrName>
                                        </p:attrNameLst>
                                      </p:cBhvr>
                                      <p:to>
                                        <p:strVal val="visible"/>
                                      </p:to>
                                    </p:set>
                                    <p:animEffect transition="in" filter="blinds(horizontal)">
                                      <p:cBhvr>
                                        <p:cTn id="34" dur="500"/>
                                        <p:tgtEl>
                                          <p:spTgt spid="158725">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23"/>
          <p:cNvSpPr txBox="1"/>
          <p:nvPr/>
        </p:nvSpPr>
        <p:spPr>
          <a:xfrm>
            <a:off x="3806190" y="3939540"/>
            <a:ext cx="5302885" cy="675640"/>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均为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4</a:t>
            </a:r>
          </a:p>
        </p:txBody>
      </p:sp>
      <p:sp>
        <p:nvSpPr>
          <p:cNvPr id="159747" name="Text Box 10"/>
          <p:cNvSpPr txBox="1"/>
          <p:nvPr/>
        </p:nvSpPr>
        <p:spPr>
          <a:xfrm>
            <a:off x="3779520" y="1351915"/>
            <a:ext cx="5081905" cy="306705"/>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最低位根据时钟信号的到来进行</a:t>
            </a:r>
            <a:r>
              <a:rPr lang="zh-CN" altLang="en-US" b="1" dirty="0">
                <a:solidFill>
                  <a:schemeClr val="tx1"/>
                </a:solidFill>
                <a:latin typeface="华文新魏" panose="02010800040101010101" pitchFamily="2" charset="-122"/>
                <a:ea typeface="华文新魏" panose="02010800040101010101" pitchFamily="2" charset="-122"/>
                <a:sym typeface="+mn-ea"/>
              </a:rPr>
              <a:t>减 </a:t>
            </a:r>
            <a:r>
              <a:rPr lang="en-US" altLang="zh-CN" b="1">
                <a:solidFill>
                  <a:schemeClr val="tx1"/>
                </a:solidFill>
                <a:latin typeface="华文新魏" panose="02010800040101010101" pitchFamily="2" charset="-122"/>
                <a:ea typeface="华文新魏" panose="02010800040101010101" pitchFamily="2" charset="-122"/>
                <a:sym typeface="+mn-ea"/>
              </a:rPr>
              <a:t>1 </a:t>
            </a:r>
            <a:r>
              <a:rPr lang="zh-CN" altLang="en-US" b="1" dirty="0">
                <a:solidFill>
                  <a:schemeClr val="tx1"/>
                </a:solidFill>
                <a:latin typeface="华文新魏" panose="02010800040101010101" pitchFamily="2" charset="-122"/>
                <a:ea typeface="华文新魏" panose="02010800040101010101" pitchFamily="2" charset="-122"/>
                <a:sym typeface="+mn-ea"/>
              </a:rPr>
              <a:t>计数</a:t>
            </a:r>
            <a:endParaRPr lang="zh-CN" altLang="en-US" b="1" baseline="-25000" dirty="0">
              <a:solidFill>
                <a:schemeClr val="tx1"/>
              </a:solidFill>
              <a:latin typeface="华文新魏" panose="02010800040101010101" pitchFamily="2" charset="-122"/>
              <a:ea typeface="华文新魏" panose="02010800040101010101" pitchFamily="2" charset="-122"/>
            </a:endParaRPr>
          </a:p>
        </p:txBody>
      </p:sp>
      <p:sp>
        <p:nvSpPr>
          <p:cNvPr id="159748" name="Line 5"/>
          <p:cNvSpPr/>
          <p:nvPr/>
        </p:nvSpPr>
        <p:spPr>
          <a:xfrm flipH="1">
            <a:off x="6451600" y="736600"/>
            <a:ext cx="204788" cy="0"/>
          </a:xfrm>
          <a:prstGeom prst="line">
            <a:avLst/>
          </a:prstGeom>
          <a:ln w="9525">
            <a:noFill/>
          </a:ln>
        </p:spPr>
      </p:sp>
      <p:sp>
        <p:nvSpPr>
          <p:cNvPr id="159749" name="Line 6"/>
          <p:cNvSpPr/>
          <p:nvPr/>
        </p:nvSpPr>
        <p:spPr>
          <a:xfrm flipH="1">
            <a:off x="6461125" y="1589088"/>
            <a:ext cx="204788" cy="0"/>
          </a:xfrm>
          <a:prstGeom prst="line">
            <a:avLst/>
          </a:prstGeom>
          <a:ln w="9525">
            <a:noFill/>
          </a:ln>
        </p:spPr>
      </p:sp>
      <p:sp>
        <p:nvSpPr>
          <p:cNvPr id="159750" name="Line 7"/>
          <p:cNvSpPr/>
          <p:nvPr/>
        </p:nvSpPr>
        <p:spPr>
          <a:xfrm flipH="1">
            <a:off x="6470650" y="2833688"/>
            <a:ext cx="204788" cy="0"/>
          </a:xfrm>
          <a:prstGeom prst="line">
            <a:avLst/>
          </a:prstGeom>
          <a:ln w="9525">
            <a:noFill/>
          </a:ln>
        </p:spPr>
      </p:sp>
      <p:sp>
        <p:nvSpPr>
          <p:cNvPr id="159751" name="Line 8"/>
          <p:cNvSpPr/>
          <p:nvPr/>
        </p:nvSpPr>
        <p:spPr>
          <a:xfrm flipH="1">
            <a:off x="6470650" y="4189413"/>
            <a:ext cx="204788" cy="0"/>
          </a:xfrm>
          <a:prstGeom prst="line">
            <a:avLst/>
          </a:prstGeom>
          <a:ln w="9525">
            <a:noFill/>
          </a:ln>
        </p:spPr>
      </p:sp>
      <p:sp>
        <p:nvSpPr>
          <p:cNvPr id="159752" name="Line 9"/>
          <p:cNvSpPr/>
          <p:nvPr/>
        </p:nvSpPr>
        <p:spPr>
          <a:xfrm>
            <a:off x="6665913" y="1019175"/>
            <a:ext cx="0" cy="869950"/>
          </a:xfrm>
          <a:prstGeom prst="line">
            <a:avLst/>
          </a:prstGeom>
          <a:ln w="9525">
            <a:noFill/>
          </a:ln>
        </p:spPr>
      </p:sp>
      <p:sp>
        <p:nvSpPr>
          <p:cNvPr id="159753" name="Rectangle 2"/>
          <p:cNvSpPr>
            <a:spLocks noGrp="1"/>
          </p:cNvSpPr>
          <p:nvPr>
            <p:ph type="title"/>
          </p:nvPr>
        </p:nvSpPr>
        <p:spPr>
          <a:xfrm>
            <a:off x="431800" y="771525"/>
            <a:ext cx="8567420" cy="365125"/>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例</a:t>
            </a:r>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D</a:t>
            </a:r>
            <a:r>
              <a:rPr lang="zh-CN" altLang="en-US" sz="2000" b="1" dirty="0">
                <a:latin typeface="华文新魏" panose="02010800040101010101" pitchFamily="2" charset="-122"/>
                <a:ea typeface="华文新魏" panose="02010800040101010101" pitchFamily="2" charset="-122"/>
              </a:rPr>
              <a:t>触发器组成的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a:t>
            </a:r>
            <a:r>
              <a:rPr lang="zh-CN" altLang="en-US" sz="2000" b="1" dirty="0">
                <a:solidFill>
                  <a:srgbClr val="FF0000"/>
                </a:solidFill>
                <a:latin typeface="华文新魏" panose="02010800040101010101" pitchFamily="2" charset="-122"/>
                <a:ea typeface="华文新魏" panose="02010800040101010101" pitchFamily="2" charset="-122"/>
              </a:rPr>
              <a:t>同步</a:t>
            </a:r>
            <a:r>
              <a:rPr lang="zh-CN" altLang="en-US" sz="2000" b="1" dirty="0">
                <a:latin typeface="华文新魏" panose="02010800040101010101" pitchFamily="2" charset="-122"/>
                <a:ea typeface="华文新魏" panose="02010800040101010101" pitchFamily="2" charset="-122"/>
              </a:rPr>
              <a:t>二进制减</a:t>
            </a:r>
            <a:r>
              <a:rPr lang="en-US" altLang="zh-CN" sz="2000" b="1">
                <a:latin typeface="华文新魏" panose="02010800040101010101" pitchFamily="2" charset="-122"/>
                <a:ea typeface="华文新魏" panose="02010800040101010101" pitchFamily="2" charset="-122"/>
              </a:rPr>
              <a:t>1</a:t>
            </a:r>
            <a:r>
              <a:rPr lang="zh-CN" altLang="en-US" sz="2000" b="1" dirty="0">
                <a:latin typeface="华文新魏" panose="02010800040101010101" pitchFamily="2" charset="-122"/>
                <a:ea typeface="华文新魏" panose="02010800040101010101" pitchFamily="2" charset="-122"/>
              </a:rPr>
              <a:t>计数器。按照“</a:t>
            </a:r>
            <a:r>
              <a:rPr lang="zh-CN" altLang="en-US" sz="2000" b="1" dirty="0">
                <a:solidFill>
                  <a:srgbClr val="FF0000"/>
                </a:solidFill>
                <a:latin typeface="华文新魏" panose="02010800040101010101" pitchFamily="2" charset="-122"/>
                <a:ea typeface="华文新魏" panose="02010800040101010101" pitchFamily="2" charset="-122"/>
              </a:rPr>
              <a:t>借位</a:t>
            </a:r>
            <a:r>
              <a:rPr lang="zh-CN" altLang="en-US" sz="2000" b="1" dirty="0">
                <a:latin typeface="华文新魏" panose="02010800040101010101" pitchFamily="2" charset="-122"/>
                <a:ea typeface="华文新魏" panose="02010800040101010101" pitchFamily="2" charset="-122"/>
              </a:rPr>
              <a:t>”的概念：</a:t>
            </a:r>
          </a:p>
        </p:txBody>
      </p:sp>
      <p:sp>
        <p:nvSpPr>
          <p:cNvPr id="159754" name="Text Box 11"/>
          <p:cNvSpPr txBox="1"/>
          <p:nvPr/>
        </p:nvSpPr>
        <p:spPr>
          <a:xfrm>
            <a:off x="3788410" y="1924685"/>
            <a:ext cx="4850765" cy="675640"/>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 0</a:t>
            </a:r>
            <a:r>
              <a:rPr lang="zh-CN" altLang="en-US" b="1" dirty="0">
                <a:solidFill>
                  <a:schemeClr val="tx1"/>
                </a:solidFill>
                <a:latin typeface="华文新魏" panose="02010800040101010101" pitchFamily="2" charset="-122"/>
                <a:ea typeface="华文新魏" panose="02010800040101010101" pitchFamily="2" charset="-122"/>
              </a:rPr>
              <a:t>时</a:t>
            </a:r>
            <a:r>
              <a:rPr lang="zh-CN" altLang="en-US" b="1" dirty="0">
                <a:solidFill>
                  <a:schemeClr val="tx1"/>
                </a:solidFill>
                <a:latin typeface="黑体" panose="02010609060101010101" pitchFamily="2" charset="-122"/>
                <a:ea typeface="黑体" panose="02010609060101010101" pitchFamily="2" charset="-122"/>
              </a:rPr>
              <a:t>，</a:t>
            </a: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低位向本位借位</a:t>
            </a:r>
            <a:r>
              <a:rPr lang="zh-CN" altLang="en-US" b="1" dirty="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p>
        </p:txBody>
      </p:sp>
      <p:sp>
        <p:nvSpPr>
          <p:cNvPr id="159755" name="Text Box 13"/>
          <p:cNvSpPr txBox="1"/>
          <p:nvPr/>
        </p:nvSpPr>
        <p:spPr>
          <a:xfrm>
            <a:off x="3779520" y="2935605"/>
            <a:ext cx="5220335" cy="675640"/>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同时为 </a:t>
            </a:r>
            <a:r>
              <a:rPr lang="en-US" altLang="zh-CN" b="1">
                <a:solidFill>
                  <a:srgbClr val="FF0000"/>
                </a:solidFill>
                <a:latin typeface="华文新魏" panose="02010800040101010101" pitchFamily="2" charset="-122"/>
                <a:ea typeface="华文新魏" panose="02010800040101010101" pitchFamily="2" charset="-122"/>
              </a:rPr>
              <a:t>0 </a:t>
            </a:r>
            <a:r>
              <a:rPr lang="zh-CN" altLang="en-US" b="1" dirty="0">
                <a:solidFill>
                  <a:schemeClr val="tx1"/>
                </a:solidFill>
                <a:latin typeface="华文新魏" panose="02010800040101010101" pitchFamily="2" charset="-122"/>
                <a:ea typeface="华文新魏" panose="02010800040101010101" pitchFamily="2" charset="-122"/>
              </a:rPr>
              <a:t>时，</a:t>
            </a: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低位向本位借位→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=Q</a:t>
            </a:r>
            <a:r>
              <a:rPr lang="en-US" altLang="zh-CN" b="1" baseline="-25000">
                <a:solidFill>
                  <a:srgbClr val="FF0000"/>
                </a:solidFill>
                <a:latin typeface="华文新魏" panose="02010800040101010101" pitchFamily="2" charset="-122"/>
                <a:ea typeface="华文新魏" panose="02010800040101010101" pitchFamily="2" charset="-122"/>
              </a:rPr>
              <a:t>3</a:t>
            </a:r>
          </a:p>
        </p:txBody>
      </p:sp>
      <p:sp>
        <p:nvSpPr>
          <p:cNvPr id="159760" name="Line 9"/>
          <p:cNvSpPr/>
          <p:nvPr/>
        </p:nvSpPr>
        <p:spPr>
          <a:xfrm>
            <a:off x="1619250" y="4155758"/>
            <a:ext cx="228600" cy="0"/>
          </a:xfrm>
          <a:prstGeom prst="line">
            <a:avLst/>
          </a:prstGeom>
          <a:ln w="19050" cap="flat" cmpd="sng">
            <a:solidFill>
              <a:srgbClr val="FF0000"/>
            </a:solidFill>
            <a:prstDash val="solid"/>
            <a:headEnd type="none" w="med" len="med"/>
            <a:tailEnd type="none" w="med" len="med"/>
          </a:ln>
        </p:spPr>
      </p:sp>
      <p:sp>
        <p:nvSpPr>
          <p:cNvPr id="159761" name="Line 9"/>
          <p:cNvSpPr/>
          <p:nvPr/>
        </p:nvSpPr>
        <p:spPr>
          <a:xfrm>
            <a:off x="1962150" y="4155758"/>
            <a:ext cx="228600" cy="0"/>
          </a:xfrm>
          <a:prstGeom prst="line">
            <a:avLst/>
          </a:prstGeom>
          <a:ln w="19050" cap="flat" cmpd="sng">
            <a:solidFill>
              <a:srgbClr val="FF0000"/>
            </a:solidFill>
            <a:prstDash val="solid"/>
            <a:headEnd type="none" w="med" len="med"/>
            <a:tailEnd type="none" w="med" len="med"/>
          </a:ln>
        </p:spPr>
      </p:sp>
      <p:sp>
        <p:nvSpPr>
          <p:cNvPr id="159762" name="Line 9"/>
          <p:cNvSpPr/>
          <p:nvPr/>
        </p:nvSpPr>
        <p:spPr>
          <a:xfrm>
            <a:off x="2267268" y="4155758"/>
            <a:ext cx="228600" cy="0"/>
          </a:xfrm>
          <a:prstGeom prst="line">
            <a:avLst/>
          </a:prstGeom>
          <a:ln w="19050" cap="flat" cmpd="sng">
            <a:solidFill>
              <a:srgbClr val="FF0000"/>
            </a:solidFill>
            <a:prstDash val="solid"/>
            <a:headEnd type="none" w="med" len="med"/>
            <a:tailEnd type="none" w="med" len="med"/>
          </a:ln>
        </p:spPr>
      </p:sp>
      <p:sp>
        <p:nvSpPr>
          <p:cNvPr id="159763" name="Line 9"/>
          <p:cNvSpPr/>
          <p:nvPr/>
        </p:nvSpPr>
        <p:spPr>
          <a:xfrm>
            <a:off x="6804025" y="2222818"/>
            <a:ext cx="228600" cy="0"/>
          </a:xfrm>
          <a:prstGeom prst="line">
            <a:avLst/>
          </a:prstGeom>
          <a:ln w="19050" cap="flat" cmpd="sng">
            <a:solidFill>
              <a:srgbClr val="FF0000"/>
            </a:solidFill>
            <a:prstDash val="solid"/>
            <a:headEnd type="none" w="med" len="med"/>
            <a:tailEnd type="none" w="med" len="med"/>
          </a:ln>
        </p:spPr>
      </p:sp>
      <p:sp>
        <p:nvSpPr>
          <p:cNvPr id="159764" name="Line 9"/>
          <p:cNvSpPr/>
          <p:nvPr/>
        </p:nvSpPr>
        <p:spPr>
          <a:xfrm>
            <a:off x="6763385" y="3260725"/>
            <a:ext cx="228600" cy="0"/>
          </a:xfrm>
          <a:prstGeom prst="line">
            <a:avLst/>
          </a:prstGeom>
          <a:ln w="19050" cap="flat" cmpd="sng">
            <a:solidFill>
              <a:srgbClr val="FF0000"/>
            </a:solidFill>
            <a:prstDash val="solid"/>
            <a:headEnd type="none" w="med" len="med"/>
            <a:tailEnd type="none" w="med" len="med"/>
          </a:ln>
        </p:spPr>
      </p:sp>
      <p:sp>
        <p:nvSpPr>
          <p:cNvPr id="159765" name="Line 9"/>
          <p:cNvSpPr/>
          <p:nvPr/>
        </p:nvSpPr>
        <p:spPr>
          <a:xfrm>
            <a:off x="6804025" y="4227830"/>
            <a:ext cx="228600" cy="0"/>
          </a:xfrm>
          <a:prstGeom prst="line">
            <a:avLst/>
          </a:prstGeom>
          <a:ln w="19050" cap="flat" cmpd="sng">
            <a:solidFill>
              <a:srgbClr val="FF0000"/>
            </a:solidFill>
            <a:prstDash val="solid"/>
            <a:headEnd type="none" w="med" len="med"/>
            <a:tailEnd type="none" w="med" len="med"/>
          </a:ln>
        </p:spPr>
      </p:sp>
      <p:grpSp>
        <p:nvGrpSpPr>
          <p:cNvPr id="4" name="组合 3"/>
          <p:cNvGrpSpPr/>
          <p:nvPr/>
        </p:nvGrpSpPr>
        <p:grpSpPr>
          <a:xfrm>
            <a:off x="356870" y="1321435"/>
            <a:ext cx="1833880" cy="374015"/>
            <a:chOff x="737" y="2153"/>
            <a:chExt cx="2888" cy="589"/>
          </a:xfrm>
        </p:grpSpPr>
        <p:sp>
          <p:nvSpPr>
            <p:cNvPr id="159756" name="Line 9"/>
            <p:cNvSpPr/>
            <p:nvPr/>
          </p:nvSpPr>
          <p:spPr>
            <a:xfrm>
              <a:off x="2437" y="2236"/>
              <a:ext cx="360" cy="0"/>
            </a:xfrm>
            <a:prstGeom prst="line">
              <a:avLst/>
            </a:prstGeom>
            <a:ln w="19050" cap="flat" cmpd="sng">
              <a:solidFill>
                <a:srgbClr val="FF0000"/>
              </a:solidFill>
              <a:prstDash val="solid"/>
              <a:headEnd type="none" w="med" len="med"/>
              <a:tailEnd type="none" w="med" len="med"/>
            </a:ln>
          </p:spPr>
        </p:sp>
        <p:sp>
          <p:nvSpPr>
            <p:cNvPr id="3" name="文本框 2"/>
            <p:cNvSpPr txBox="1"/>
            <p:nvPr/>
          </p:nvSpPr>
          <p:spPr>
            <a:xfrm>
              <a:off x="737" y="2153"/>
              <a:ext cx="2888" cy="589"/>
            </a:xfrm>
            <a:prstGeom prst="rect">
              <a:avLst/>
            </a:prstGeom>
            <a:noFill/>
          </p:spPr>
          <p:txBody>
            <a:bodyPr wrap="square" rtlCol="0">
              <a:noAutofit/>
            </a:bodyPr>
            <a:lstStyle/>
            <a:p>
              <a:r>
                <a:rPr lang="zh-CN" altLang="en-US"/>
                <a:t> </a:t>
              </a:r>
              <a:r>
                <a:rPr lang="en-US" altLang="zh-CN" b="1">
                  <a:solidFill>
                    <a:srgbClr val="FF0000"/>
                  </a:solidFill>
                  <a:latin typeface="黑体" panose="02010609060101010101" pitchFamily="2" charset="-122"/>
                  <a:ea typeface="黑体" panose="02010609060101010101" pitchFamily="2" charset="-122"/>
                  <a:sym typeface="+mn-ea"/>
                </a:rPr>
                <a:t> Q</a:t>
              </a:r>
              <a:r>
                <a:rPr lang="en-US" altLang="zh-CN" b="1" baseline="-25000">
                  <a:solidFill>
                    <a:srgbClr val="FF0000"/>
                  </a:solidFill>
                  <a:latin typeface="黑体" panose="02010609060101010101" pitchFamily="2" charset="-122"/>
                  <a:ea typeface="黑体" panose="02010609060101010101" pitchFamily="2" charset="-122"/>
                  <a:sym typeface="+mn-ea"/>
                </a:rPr>
                <a:t>1</a:t>
              </a:r>
              <a:r>
                <a:rPr lang="en-US" altLang="zh-CN" b="1" baseline="30000">
                  <a:solidFill>
                    <a:srgbClr val="FF0000"/>
                  </a:solidFill>
                  <a:latin typeface="黑体" panose="02010609060101010101" pitchFamily="2" charset="-122"/>
                  <a:ea typeface="黑体" panose="02010609060101010101" pitchFamily="2" charset="-122"/>
                  <a:sym typeface="+mn-ea"/>
                </a:rPr>
                <a:t>n+1</a:t>
              </a:r>
              <a:r>
                <a:rPr lang="en-US" altLang="zh-CN" b="1">
                  <a:solidFill>
                    <a:srgbClr val="FF0000"/>
                  </a:solidFill>
                  <a:latin typeface="黑体" panose="02010609060101010101" pitchFamily="2" charset="-122"/>
                  <a:ea typeface="黑体" panose="02010609060101010101" pitchFamily="2" charset="-122"/>
                  <a:sym typeface="+mn-ea"/>
                </a:rPr>
                <a:t> = Q</a:t>
              </a:r>
              <a:r>
                <a:rPr lang="en-US" altLang="zh-CN" b="1" baseline="-25000">
                  <a:solidFill>
                    <a:srgbClr val="FF0000"/>
                  </a:solidFill>
                  <a:latin typeface="黑体" panose="02010609060101010101" pitchFamily="2" charset="-122"/>
                  <a:ea typeface="黑体" panose="02010609060101010101" pitchFamily="2" charset="-122"/>
                  <a:sym typeface="+mn-ea"/>
                </a:rPr>
                <a:t>1 </a:t>
              </a:r>
              <a:r>
                <a:rPr lang="zh-CN" altLang="en-US"/>
                <a:t>  </a:t>
              </a:r>
            </a:p>
          </p:txBody>
        </p:sp>
      </p:grpSp>
      <p:grpSp>
        <p:nvGrpSpPr>
          <p:cNvPr id="5" name="组合 4"/>
          <p:cNvGrpSpPr/>
          <p:nvPr/>
        </p:nvGrpSpPr>
        <p:grpSpPr>
          <a:xfrm>
            <a:off x="356870" y="2089150"/>
            <a:ext cx="2080895" cy="478790"/>
            <a:chOff x="737" y="2153"/>
            <a:chExt cx="3277" cy="754"/>
          </a:xfrm>
        </p:grpSpPr>
        <p:sp>
          <p:nvSpPr>
            <p:cNvPr id="6" name="Line 9"/>
            <p:cNvSpPr/>
            <p:nvPr/>
          </p:nvSpPr>
          <p:spPr>
            <a:xfrm>
              <a:off x="2437" y="2236"/>
              <a:ext cx="360" cy="0"/>
            </a:xfrm>
            <a:prstGeom prst="line">
              <a:avLst/>
            </a:prstGeom>
            <a:ln w="19050" cap="flat" cmpd="sng">
              <a:solidFill>
                <a:srgbClr val="FF0000"/>
              </a:solidFill>
              <a:prstDash val="solid"/>
              <a:headEnd type="none" w="med" len="med"/>
              <a:tailEnd type="none" w="med" len="med"/>
            </a:ln>
          </p:spPr>
        </p:sp>
        <p:sp>
          <p:nvSpPr>
            <p:cNvPr id="7" name="文本框 6"/>
            <p:cNvSpPr txBox="1"/>
            <p:nvPr/>
          </p:nvSpPr>
          <p:spPr>
            <a:xfrm>
              <a:off x="737" y="2153"/>
              <a:ext cx="3277" cy="754"/>
            </a:xfrm>
            <a:prstGeom prst="rect">
              <a:avLst/>
            </a:prstGeom>
            <a:noFill/>
          </p:spPr>
          <p:txBody>
            <a:bodyPr wrap="square" rtlCol="0">
              <a:noAutofit/>
            </a:bodyPr>
            <a:lstStyle/>
            <a:p>
              <a:r>
                <a:rPr lang="zh-CN" altLang="en-US" dirty="0"/>
                <a:t> </a:t>
              </a:r>
              <a:r>
                <a:rPr lang="en-US" altLang="zh-CN" b="1" dirty="0">
                  <a:solidFill>
                    <a:srgbClr val="FF0000"/>
                  </a:solidFill>
                  <a:latin typeface="黑体" panose="02010609060101010101" pitchFamily="2" charset="-122"/>
                  <a:ea typeface="黑体" panose="02010609060101010101" pitchFamily="2" charset="-122"/>
                  <a:sym typeface="+mn-ea"/>
                </a:rPr>
                <a:t> Q</a:t>
              </a:r>
              <a:r>
                <a:rPr lang="en-US" altLang="zh-CN" b="1" baseline="-25000" dirty="0">
                  <a:solidFill>
                    <a:srgbClr val="FF0000"/>
                  </a:solidFill>
                  <a:latin typeface="黑体" panose="02010609060101010101" pitchFamily="2" charset="-122"/>
                  <a:ea typeface="黑体" panose="02010609060101010101" pitchFamily="2" charset="-122"/>
                  <a:sym typeface="+mn-ea"/>
                </a:rPr>
                <a:t>2</a:t>
              </a:r>
              <a:r>
                <a:rPr lang="en-US" altLang="zh-CN" b="1" baseline="30000" dirty="0">
                  <a:solidFill>
                    <a:srgbClr val="FF0000"/>
                  </a:solidFill>
                  <a:latin typeface="黑体" panose="02010609060101010101" pitchFamily="2" charset="-122"/>
                  <a:ea typeface="黑体" panose="02010609060101010101" pitchFamily="2" charset="-122"/>
                  <a:sym typeface="+mn-ea"/>
                </a:rPr>
                <a:t>n+1</a:t>
              </a:r>
              <a:r>
                <a:rPr lang="en-US" altLang="zh-CN" b="1" dirty="0">
                  <a:solidFill>
                    <a:srgbClr val="FF0000"/>
                  </a:solidFill>
                  <a:latin typeface="黑体" panose="02010609060101010101" pitchFamily="2" charset="-122"/>
                  <a:ea typeface="黑体" panose="02010609060101010101" pitchFamily="2" charset="-122"/>
                  <a:sym typeface="+mn-ea"/>
                </a:rPr>
                <a:t> = Q</a:t>
              </a:r>
              <a:r>
                <a:rPr lang="en-US" altLang="zh-CN" b="1" baseline="-25000" dirty="0">
                  <a:solidFill>
                    <a:srgbClr val="FF0000"/>
                  </a:solidFill>
                  <a:latin typeface="黑体" panose="02010609060101010101" pitchFamily="2" charset="-122"/>
                  <a:ea typeface="黑体" panose="02010609060101010101" pitchFamily="2" charset="-122"/>
                  <a:sym typeface="+mn-ea"/>
                </a:rPr>
                <a:t>1 </a:t>
              </a:r>
              <a:r>
                <a:rPr lang="en-US" altLang="zh-CN" b="1" dirty="0">
                  <a:solidFill>
                    <a:srgbClr val="FF0000"/>
                  </a:solidFill>
                  <a:latin typeface="黑体" panose="02010609060101010101" pitchFamily="2" charset="-122"/>
                  <a:ea typeface="黑体" panose="02010609060101010101" pitchFamily="2" charset="-122"/>
                  <a:sym typeface="+mn-ea"/>
                </a:rPr>
                <a:t>⊕Q</a:t>
              </a:r>
              <a:r>
                <a:rPr lang="en-US" altLang="zh-CN" b="1" baseline="-25000" dirty="0">
                  <a:solidFill>
                    <a:srgbClr val="FF0000"/>
                  </a:solidFill>
                  <a:latin typeface="黑体" panose="02010609060101010101" pitchFamily="2" charset="-122"/>
                  <a:ea typeface="黑体" panose="02010609060101010101" pitchFamily="2" charset="-122"/>
                  <a:sym typeface="+mn-ea"/>
                </a:rPr>
                <a:t>2</a:t>
              </a:r>
              <a:r>
                <a:rPr lang="zh-CN" altLang="en-US" dirty="0"/>
                <a:t>  </a:t>
              </a:r>
            </a:p>
          </p:txBody>
        </p:sp>
      </p:grpSp>
      <p:grpSp>
        <p:nvGrpSpPr>
          <p:cNvPr id="8" name="组合 7"/>
          <p:cNvGrpSpPr/>
          <p:nvPr/>
        </p:nvGrpSpPr>
        <p:grpSpPr>
          <a:xfrm>
            <a:off x="323214" y="2992755"/>
            <a:ext cx="2880633" cy="497840"/>
            <a:chOff x="-1304" y="4309"/>
            <a:chExt cx="4400" cy="784"/>
          </a:xfrm>
        </p:grpSpPr>
        <p:sp>
          <p:nvSpPr>
            <p:cNvPr id="9" name="Line 9"/>
            <p:cNvSpPr/>
            <p:nvPr/>
          </p:nvSpPr>
          <p:spPr>
            <a:xfrm>
              <a:off x="809" y="4339"/>
              <a:ext cx="360" cy="0"/>
            </a:xfrm>
            <a:prstGeom prst="line">
              <a:avLst/>
            </a:prstGeom>
            <a:ln w="19050" cap="flat" cmpd="sng">
              <a:solidFill>
                <a:srgbClr val="FF0000"/>
              </a:solidFill>
              <a:prstDash val="solid"/>
              <a:headEnd type="none" w="med" len="med"/>
              <a:tailEnd type="none" w="med" len="med"/>
            </a:ln>
          </p:spPr>
        </p:sp>
        <p:sp>
          <p:nvSpPr>
            <p:cNvPr id="10" name="文本框 9"/>
            <p:cNvSpPr txBox="1"/>
            <p:nvPr/>
          </p:nvSpPr>
          <p:spPr>
            <a:xfrm>
              <a:off x="-1304" y="4309"/>
              <a:ext cx="4400" cy="784"/>
            </a:xfrm>
            <a:prstGeom prst="rect">
              <a:avLst/>
            </a:prstGeom>
            <a:noFill/>
          </p:spPr>
          <p:txBody>
            <a:bodyPr wrap="square" rtlCol="0">
              <a:noAutofit/>
            </a:bodyPr>
            <a:lstStyle/>
            <a:p>
              <a:r>
                <a:rPr lang="zh-CN" altLang="en-US" dirty="0"/>
                <a:t> </a:t>
              </a:r>
              <a:r>
                <a:rPr lang="en-US" altLang="zh-CN" b="1" dirty="0">
                  <a:solidFill>
                    <a:srgbClr val="FF0000"/>
                  </a:solidFill>
                  <a:latin typeface="黑体" panose="02010609060101010101" pitchFamily="2" charset="-122"/>
                  <a:ea typeface="黑体" panose="02010609060101010101" pitchFamily="2" charset="-122"/>
                  <a:sym typeface="+mn-ea"/>
                </a:rPr>
                <a:t> Q</a:t>
              </a:r>
              <a:r>
                <a:rPr lang="en-US" altLang="zh-CN" b="1" baseline="-25000" dirty="0">
                  <a:solidFill>
                    <a:srgbClr val="FF0000"/>
                  </a:solidFill>
                  <a:latin typeface="黑体" panose="02010609060101010101" pitchFamily="2" charset="-122"/>
                  <a:ea typeface="黑体" panose="02010609060101010101" pitchFamily="2" charset="-122"/>
                  <a:sym typeface="+mn-ea"/>
                </a:rPr>
                <a:t>3</a:t>
              </a:r>
              <a:r>
                <a:rPr lang="en-US" altLang="zh-CN" b="1" baseline="30000" dirty="0">
                  <a:solidFill>
                    <a:srgbClr val="FF0000"/>
                  </a:solidFill>
                  <a:latin typeface="黑体" panose="02010609060101010101" pitchFamily="2" charset="-122"/>
                  <a:ea typeface="黑体" panose="02010609060101010101" pitchFamily="2" charset="-122"/>
                  <a:sym typeface="+mn-ea"/>
                </a:rPr>
                <a:t>n+1</a:t>
              </a:r>
              <a:r>
                <a:rPr lang="en-US" altLang="zh-CN" b="1" dirty="0">
                  <a:solidFill>
                    <a:srgbClr val="FF0000"/>
                  </a:solidFill>
                  <a:latin typeface="黑体" panose="02010609060101010101" pitchFamily="2" charset="-122"/>
                  <a:ea typeface="黑体" panose="02010609060101010101" pitchFamily="2" charset="-122"/>
                  <a:sym typeface="+mn-ea"/>
                </a:rPr>
                <a:t> =</a:t>
              </a:r>
              <a:r>
                <a:rPr lang="zh-CN" altLang="en-US" b="1" dirty="0">
                  <a:solidFill>
                    <a:srgbClr val="FF0000"/>
                  </a:solidFill>
                  <a:latin typeface="黑体" panose="02010609060101010101" pitchFamily="2" charset="-122"/>
                  <a:ea typeface="黑体" panose="02010609060101010101" pitchFamily="2" charset="-122"/>
                  <a:sym typeface="+mn-ea"/>
                </a:rPr>
                <a:t>（</a:t>
              </a:r>
              <a:r>
                <a:rPr lang="en-US" altLang="zh-CN" b="1" dirty="0">
                  <a:solidFill>
                    <a:srgbClr val="FF0000"/>
                  </a:solidFill>
                  <a:latin typeface="黑体" panose="02010609060101010101" pitchFamily="2" charset="-122"/>
                  <a:ea typeface="黑体" panose="02010609060101010101" pitchFamily="2" charset="-122"/>
                  <a:sym typeface="+mn-ea"/>
                </a:rPr>
                <a:t> Q</a:t>
              </a:r>
              <a:r>
                <a:rPr lang="en-US" altLang="zh-CN" b="1" baseline="-25000" dirty="0">
                  <a:solidFill>
                    <a:srgbClr val="FF0000"/>
                  </a:solidFill>
                  <a:latin typeface="黑体" panose="02010609060101010101" pitchFamily="2" charset="-122"/>
                  <a:ea typeface="黑体" panose="02010609060101010101" pitchFamily="2" charset="-122"/>
                  <a:sym typeface="+mn-ea"/>
                </a:rPr>
                <a:t>1 </a:t>
              </a:r>
              <a:r>
                <a:rPr lang="en-US" altLang="zh-CN" b="1" dirty="0">
                  <a:solidFill>
                    <a:srgbClr val="FF0000"/>
                  </a:solidFill>
                  <a:latin typeface="黑体" panose="02010609060101010101" pitchFamily="2" charset="-122"/>
                  <a:ea typeface="黑体" panose="02010609060101010101" pitchFamily="2" charset="-122"/>
                  <a:sym typeface="+mn-ea"/>
                </a:rPr>
                <a:t>Q</a:t>
              </a:r>
              <a:r>
                <a:rPr lang="en-US" altLang="zh-CN" b="1" baseline="-25000" dirty="0">
                  <a:solidFill>
                    <a:srgbClr val="FF0000"/>
                  </a:solidFill>
                  <a:latin typeface="黑体" panose="02010609060101010101" pitchFamily="2" charset="-122"/>
                  <a:ea typeface="黑体" panose="02010609060101010101" pitchFamily="2" charset="-122"/>
                  <a:sym typeface="+mn-ea"/>
                </a:rPr>
                <a:t>2 </a:t>
              </a:r>
              <a:r>
                <a:rPr lang="zh-CN" altLang="en-US" b="1" dirty="0">
                  <a:solidFill>
                    <a:srgbClr val="FF0000"/>
                  </a:solidFill>
                  <a:latin typeface="黑体" panose="02010609060101010101" pitchFamily="2" charset="-122"/>
                  <a:ea typeface="黑体" panose="02010609060101010101" pitchFamily="2" charset="-122"/>
                  <a:sym typeface="+mn-ea"/>
                </a:rPr>
                <a:t>）</a:t>
              </a:r>
              <a:r>
                <a:rPr lang="en-US" altLang="zh-CN" b="1" dirty="0">
                  <a:solidFill>
                    <a:srgbClr val="FF0000"/>
                  </a:solidFill>
                  <a:latin typeface="黑体" panose="02010609060101010101" pitchFamily="2" charset="-122"/>
                  <a:ea typeface="黑体" panose="02010609060101010101" pitchFamily="2" charset="-122"/>
                  <a:sym typeface="+mn-ea"/>
                </a:rPr>
                <a:t>⊕Q</a:t>
              </a:r>
              <a:r>
                <a:rPr lang="en-US" altLang="zh-CN" b="1" baseline="-25000" dirty="0">
                  <a:solidFill>
                    <a:srgbClr val="FF0000"/>
                  </a:solidFill>
                  <a:latin typeface="黑体" panose="02010609060101010101" pitchFamily="2" charset="-122"/>
                  <a:ea typeface="黑体" panose="02010609060101010101" pitchFamily="2" charset="-122"/>
                  <a:sym typeface="+mn-ea"/>
                </a:rPr>
                <a:t>3</a:t>
              </a:r>
              <a:r>
                <a:rPr lang="zh-CN" altLang="en-US" dirty="0"/>
                <a:t>  </a:t>
              </a:r>
            </a:p>
          </p:txBody>
        </p:sp>
      </p:grpSp>
      <p:sp>
        <p:nvSpPr>
          <p:cNvPr id="11" name="Line 9"/>
          <p:cNvSpPr/>
          <p:nvPr/>
        </p:nvSpPr>
        <p:spPr>
          <a:xfrm>
            <a:off x="1978978" y="3003233"/>
            <a:ext cx="228600" cy="0"/>
          </a:xfrm>
          <a:prstGeom prst="line">
            <a:avLst/>
          </a:prstGeom>
          <a:ln w="19050" cap="flat" cmpd="sng">
            <a:solidFill>
              <a:srgbClr val="FF0000"/>
            </a:solidFill>
            <a:prstDash val="solid"/>
            <a:headEnd type="none" w="med" len="med"/>
            <a:tailEnd type="none" w="med" len="med"/>
          </a:ln>
        </p:spPr>
      </p:sp>
      <p:sp>
        <p:nvSpPr>
          <p:cNvPr id="13" name="文本框 12"/>
          <p:cNvSpPr txBox="1"/>
          <p:nvPr/>
        </p:nvSpPr>
        <p:spPr>
          <a:xfrm>
            <a:off x="323215" y="4111625"/>
            <a:ext cx="3448050" cy="267970"/>
          </a:xfrm>
          <a:prstGeom prst="rect">
            <a:avLst/>
          </a:prstGeom>
          <a:noFill/>
        </p:spPr>
        <p:txBody>
          <a:bodyPr wrap="square" rtlCol="0">
            <a:noAutofit/>
          </a:bodyPr>
          <a:lstStyle/>
          <a:p>
            <a:r>
              <a:rPr lang="zh-CN" altLang="en-US"/>
              <a:t> </a:t>
            </a:r>
            <a:r>
              <a:rPr lang="en-US" altLang="zh-CN" b="1">
                <a:solidFill>
                  <a:srgbClr val="FF0000"/>
                </a:solidFill>
                <a:latin typeface="黑体" panose="02010609060101010101" pitchFamily="2" charset="-122"/>
                <a:ea typeface="黑体" panose="02010609060101010101" pitchFamily="2" charset="-122"/>
                <a:sym typeface="+mn-ea"/>
              </a:rPr>
              <a:t> Q</a:t>
            </a:r>
            <a:r>
              <a:rPr lang="en-US" altLang="zh-CN" b="1" baseline="-25000">
                <a:solidFill>
                  <a:srgbClr val="FF0000"/>
                </a:solidFill>
                <a:latin typeface="黑体" panose="02010609060101010101" pitchFamily="2" charset="-122"/>
                <a:ea typeface="黑体" panose="02010609060101010101" pitchFamily="2" charset="-122"/>
                <a:sym typeface="+mn-ea"/>
              </a:rPr>
              <a:t>4</a:t>
            </a:r>
            <a:r>
              <a:rPr lang="en-US" altLang="zh-CN" b="1" baseline="30000">
                <a:solidFill>
                  <a:srgbClr val="FF0000"/>
                </a:solidFill>
                <a:latin typeface="黑体" panose="02010609060101010101" pitchFamily="2" charset="-122"/>
                <a:ea typeface="黑体" panose="02010609060101010101" pitchFamily="2" charset="-122"/>
                <a:sym typeface="+mn-ea"/>
              </a:rPr>
              <a:t>n+1</a:t>
            </a:r>
            <a:r>
              <a:rPr lang="en-US" altLang="zh-CN" b="1">
                <a:solidFill>
                  <a:srgbClr val="FF0000"/>
                </a:solidFill>
                <a:latin typeface="黑体" panose="02010609060101010101" pitchFamily="2" charset="-122"/>
                <a:ea typeface="黑体" panose="02010609060101010101" pitchFamily="2" charset="-122"/>
                <a:sym typeface="+mn-ea"/>
              </a:rPr>
              <a:t> =</a:t>
            </a:r>
            <a:r>
              <a:rPr lang="zh-CN" altLang="en-US" b="1">
                <a:solidFill>
                  <a:srgbClr val="FF0000"/>
                </a:solidFill>
                <a:latin typeface="黑体" panose="02010609060101010101" pitchFamily="2" charset="-122"/>
                <a:ea typeface="黑体" panose="02010609060101010101" pitchFamily="2" charset="-122"/>
                <a:sym typeface="+mn-ea"/>
              </a:rPr>
              <a:t>（</a:t>
            </a:r>
            <a:r>
              <a:rPr lang="en-US" altLang="zh-CN" b="1">
                <a:solidFill>
                  <a:srgbClr val="FF0000"/>
                </a:solidFill>
                <a:latin typeface="黑体" panose="02010609060101010101" pitchFamily="2" charset="-122"/>
                <a:ea typeface="黑体" panose="02010609060101010101" pitchFamily="2" charset="-122"/>
                <a:sym typeface="+mn-ea"/>
              </a:rPr>
              <a:t> Q</a:t>
            </a:r>
            <a:r>
              <a:rPr lang="en-US" altLang="zh-CN" b="1" baseline="-25000">
                <a:solidFill>
                  <a:srgbClr val="FF0000"/>
                </a:solidFill>
                <a:latin typeface="黑体" panose="02010609060101010101" pitchFamily="2" charset="-122"/>
                <a:ea typeface="黑体" panose="02010609060101010101" pitchFamily="2" charset="-122"/>
                <a:sym typeface="+mn-ea"/>
              </a:rPr>
              <a:t>1 </a:t>
            </a:r>
            <a:r>
              <a:rPr lang="en-US" altLang="zh-CN" b="1">
                <a:solidFill>
                  <a:srgbClr val="FF0000"/>
                </a:solidFill>
                <a:latin typeface="黑体" panose="02010609060101010101" pitchFamily="2" charset="-122"/>
                <a:ea typeface="黑体" panose="02010609060101010101" pitchFamily="2" charset="-122"/>
                <a:sym typeface="+mn-ea"/>
              </a:rPr>
              <a:t>Q</a:t>
            </a:r>
            <a:r>
              <a:rPr lang="en-US" altLang="zh-CN" b="1" baseline="-25000">
                <a:solidFill>
                  <a:srgbClr val="FF0000"/>
                </a:solidFill>
                <a:latin typeface="黑体" panose="02010609060101010101" pitchFamily="2" charset="-122"/>
                <a:ea typeface="黑体" panose="02010609060101010101" pitchFamily="2" charset="-122"/>
                <a:sym typeface="+mn-ea"/>
              </a:rPr>
              <a:t>2 </a:t>
            </a:r>
            <a:r>
              <a:rPr lang="en-US" altLang="zh-CN" b="1">
                <a:solidFill>
                  <a:srgbClr val="FF0000"/>
                </a:solidFill>
                <a:latin typeface="黑体" panose="02010609060101010101" pitchFamily="2" charset="-122"/>
                <a:ea typeface="黑体" panose="02010609060101010101" pitchFamily="2" charset="-122"/>
                <a:sym typeface="+mn-ea"/>
              </a:rPr>
              <a:t>Q</a:t>
            </a:r>
            <a:r>
              <a:rPr lang="en-US" altLang="zh-CN" b="1" baseline="-25000">
                <a:solidFill>
                  <a:srgbClr val="FF0000"/>
                </a:solidFill>
                <a:latin typeface="黑体" panose="02010609060101010101" pitchFamily="2" charset="-122"/>
                <a:ea typeface="黑体" panose="02010609060101010101" pitchFamily="2" charset="-122"/>
                <a:sym typeface="+mn-ea"/>
              </a:rPr>
              <a:t>3</a:t>
            </a:r>
            <a:r>
              <a:rPr lang="zh-CN" altLang="en-US" b="1">
                <a:solidFill>
                  <a:srgbClr val="FF0000"/>
                </a:solidFill>
                <a:latin typeface="黑体" panose="02010609060101010101" pitchFamily="2" charset="-122"/>
                <a:ea typeface="黑体" panose="02010609060101010101" pitchFamily="2" charset="-122"/>
                <a:sym typeface="+mn-ea"/>
              </a:rPr>
              <a:t>）</a:t>
            </a:r>
            <a:r>
              <a:rPr lang="en-US" altLang="zh-CN" b="1">
                <a:solidFill>
                  <a:srgbClr val="FF0000"/>
                </a:solidFill>
                <a:latin typeface="黑体" panose="02010609060101010101" pitchFamily="2" charset="-122"/>
                <a:ea typeface="黑体" panose="02010609060101010101" pitchFamily="2" charset="-122"/>
                <a:sym typeface="+mn-ea"/>
              </a:rPr>
              <a:t>⊕Q</a:t>
            </a:r>
            <a:r>
              <a:rPr lang="en-US" altLang="zh-CN" b="1" baseline="-25000">
                <a:solidFill>
                  <a:srgbClr val="FF0000"/>
                </a:solidFill>
                <a:latin typeface="黑体" panose="02010609060101010101" pitchFamily="2" charset="-122"/>
                <a:ea typeface="黑体" panose="02010609060101010101" pitchFamily="2" charset="-122"/>
                <a:sym typeface="+mn-ea"/>
              </a:rPr>
              <a:t>4</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976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976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97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3"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Line 163"/>
          <p:cNvSpPr>
            <a:spLocks noChangeShapeType="1"/>
          </p:cNvSpPr>
          <p:nvPr/>
        </p:nvSpPr>
        <p:spPr bwMode="auto">
          <a:xfrm>
            <a:off x="8880475" y="506413"/>
            <a:ext cx="2286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0772" name="Rectangle 160"/>
          <p:cNvSpPr txBox="1"/>
          <p:nvPr/>
        </p:nvSpPr>
        <p:spPr>
          <a:xfrm>
            <a:off x="896938" y="525463"/>
            <a:ext cx="6915150" cy="685800"/>
          </a:xfrm>
          <a:prstGeom prst="rect">
            <a:avLst/>
          </a:prstGeom>
          <a:noFill/>
          <a:ln w="9525">
            <a:noFill/>
          </a:ln>
        </p:spPr>
        <p:txBody>
          <a:bodyPr/>
          <a:lstStyle/>
          <a:p>
            <a:pPr defTabSz="685800" eaLnBrk="1" hangingPunct="1">
              <a:lnSpc>
                <a:spcPct val="90000"/>
              </a:lnSpc>
            </a:pPr>
            <a:r>
              <a:rPr lang="zh-CN" altLang="en-US" b="1" dirty="0">
                <a:solidFill>
                  <a:schemeClr val="tx1"/>
                </a:solidFill>
                <a:latin typeface="华文新魏" panose="02010800040101010101" pitchFamily="2" charset="-122"/>
                <a:ea typeface="华文新魏" panose="02010800040101010101" pitchFamily="2" charset="-122"/>
              </a:rPr>
              <a:t>例</a:t>
            </a:r>
            <a:r>
              <a:rPr lang="en-US" altLang="zh-CN" b="1">
                <a:solidFill>
                  <a:schemeClr val="tx1"/>
                </a:solidFill>
                <a:latin typeface="华文新魏" panose="02010800040101010101" pitchFamily="2" charset="-122"/>
                <a:ea typeface="华文新魏" panose="02010800040101010101" pitchFamily="2" charset="-122"/>
              </a:rPr>
              <a:t>3  </a:t>
            </a:r>
            <a:r>
              <a:rPr lang="zh-CN" altLang="en-US" b="1" dirty="0">
                <a:solidFill>
                  <a:schemeClr val="tx1"/>
                </a:solidFill>
                <a:latin typeface="华文新魏" panose="02010800040101010101" pitchFamily="2" charset="-122"/>
                <a:ea typeface="华文新魏" panose="02010800040101010101" pitchFamily="2" charset="-122"/>
              </a:rPr>
              <a:t>用 </a:t>
            </a:r>
            <a:r>
              <a:rPr lang="en-US" altLang="zh-CN" b="1">
                <a:solidFill>
                  <a:schemeClr val="tx1"/>
                </a:solidFill>
                <a:latin typeface="华文新魏" panose="02010800040101010101" pitchFamily="2" charset="-122"/>
                <a:ea typeface="华文新魏" panose="02010800040101010101" pitchFamily="2" charset="-122"/>
              </a:rPr>
              <a:t>JK</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T </a:t>
            </a:r>
            <a:r>
              <a:rPr lang="zh-CN" altLang="en-US" b="1" dirty="0">
                <a:solidFill>
                  <a:schemeClr val="tx1"/>
                </a:solidFill>
                <a:latin typeface="华文新魏" panose="02010800040101010101" pitchFamily="2" charset="-122"/>
                <a:ea typeface="华文新魏" panose="02010800040101010101" pitchFamily="2" charset="-122"/>
              </a:rPr>
              <a:t>触发器组成的 </a:t>
            </a:r>
            <a:r>
              <a:rPr lang="en-US" altLang="zh-CN" b="1">
                <a:solidFill>
                  <a:schemeClr val="tx1"/>
                </a:solidFill>
                <a:latin typeface="华文新魏" panose="02010800040101010101" pitchFamily="2" charset="-122"/>
                <a:ea typeface="华文新魏" panose="02010800040101010101" pitchFamily="2" charset="-122"/>
              </a:rPr>
              <a:t>4 </a:t>
            </a:r>
            <a:r>
              <a:rPr lang="zh-CN" altLang="en-US" b="1" dirty="0">
                <a:solidFill>
                  <a:schemeClr val="tx1"/>
                </a:solidFill>
                <a:latin typeface="华文新魏" panose="02010800040101010101" pitchFamily="2" charset="-122"/>
                <a:ea typeface="华文新魏" panose="02010800040101010101" pitchFamily="2" charset="-122"/>
              </a:rPr>
              <a:t>位二进制</a:t>
            </a:r>
            <a:r>
              <a:rPr lang="zh-CN" altLang="en-US" b="1" dirty="0">
                <a:solidFill>
                  <a:srgbClr val="FF0000"/>
                </a:solidFill>
                <a:latin typeface="华文新魏" panose="02010800040101010101" pitchFamily="2" charset="-122"/>
                <a:ea typeface="华文新魏" panose="02010800040101010101" pitchFamily="2" charset="-122"/>
              </a:rPr>
              <a:t>减 </a:t>
            </a:r>
            <a:r>
              <a:rPr lang="en-US" altLang="zh-CN" b="1">
                <a:solidFill>
                  <a:srgbClr val="FF0000"/>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计数器。按照“借位”的概念，同理推出</a:t>
            </a:r>
            <a:r>
              <a:rPr lang="en-US" altLang="zh-CN" b="1">
                <a:solidFill>
                  <a:schemeClr val="tx1"/>
                </a:solidFill>
                <a:latin typeface="华文新魏" panose="02010800040101010101" pitchFamily="2" charset="-122"/>
                <a:ea typeface="华文新魏" panose="02010800040101010101" pitchFamily="2" charset="-122"/>
              </a:rPr>
              <a:t>JK </a:t>
            </a:r>
            <a:r>
              <a:rPr lang="zh-CN" altLang="en-US" b="1">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T</a:t>
            </a:r>
            <a:r>
              <a:rPr lang="zh-CN" altLang="en-US" b="1" dirty="0">
                <a:solidFill>
                  <a:schemeClr val="tx1"/>
                </a:solidFill>
                <a:latin typeface="华文新魏" panose="02010800040101010101" pitchFamily="2" charset="-122"/>
                <a:ea typeface="华文新魏" panose="02010800040101010101" pitchFamily="2" charset="-122"/>
              </a:rPr>
              <a:t>触发器的连接规律：</a:t>
            </a:r>
          </a:p>
        </p:txBody>
      </p:sp>
      <p:sp>
        <p:nvSpPr>
          <p:cNvPr id="160774" name="Rectangle 3"/>
          <p:cNvSpPr/>
          <p:nvPr/>
        </p:nvSpPr>
        <p:spPr>
          <a:xfrm>
            <a:off x="8027988" y="627063"/>
            <a:ext cx="647700" cy="51435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stStyle>
          <a:p>
            <a:pPr lvl="0" eaLnBrk="1" hangingPunct="1"/>
            <a:r>
              <a:rPr lang="zh-CN" altLang="en-US" sz="2000" b="1" dirty="0">
                <a:solidFill>
                  <a:srgbClr val="FF0000"/>
                </a:solidFill>
                <a:latin typeface="华文新魏" panose="02010800040101010101" pitchFamily="2" charset="-122"/>
                <a:ea typeface="华文新魏" panose="02010800040101010101" pitchFamily="2" charset="-122"/>
              </a:rPr>
              <a:t>同学们可以自行补充相应的电路图</a:t>
            </a:r>
          </a:p>
        </p:txBody>
      </p:sp>
      <p:pic>
        <p:nvPicPr>
          <p:cNvPr id="3" name="图片 2"/>
          <p:cNvPicPr>
            <a:picLocks noChangeAspect="1"/>
          </p:cNvPicPr>
          <p:nvPr/>
        </p:nvPicPr>
        <p:blipFill>
          <a:blip r:embed="rId3"/>
          <a:stretch>
            <a:fillRect/>
          </a:stretch>
        </p:blipFill>
        <p:spPr>
          <a:xfrm>
            <a:off x="1475740" y="1211580"/>
            <a:ext cx="4838700" cy="615950"/>
          </a:xfrm>
          <a:prstGeom prst="rect">
            <a:avLst/>
          </a:prstGeom>
        </p:spPr>
      </p:pic>
      <p:pic>
        <p:nvPicPr>
          <p:cNvPr id="5" name="图片 4"/>
          <p:cNvPicPr>
            <a:picLocks noChangeAspect="1"/>
          </p:cNvPicPr>
          <p:nvPr/>
        </p:nvPicPr>
        <p:blipFill>
          <a:blip r:embed="rId4"/>
          <a:stretch>
            <a:fillRect/>
          </a:stretch>
        </p:blipFill>
        <p:spPr>
          <a:xfrm>
            <a:off x="1440180" y="3024505"/>
            <a:ext cx="4972050" cy="673100"/>
          </a:xfrm>
          <a:prstGeom prst="rect">
            <a:avLst/>
          </a:prstGeom>
        </p:spPr>
      </p:pic>
      <p:pic>
        <p:nvPicPr>
          <p:cNvPr id="8" name="图片 7"/>
          <p:cNvPicPr>
            <a:picLocks noChangeAspect="1"/>
          </p:cNvPicPr>
          <p:nvPr/>
        </p:nvPicPr>
        <p:blipFill>
          <a:blip r:embed="rId5"/>
          <a:stretch>
            <a:fillRect/>
          </a:stretch>
        </p:blipFill>
        <p:spPr>
          <a:xfrm>
            <a:off x="1430020" y="3756660"/>
            <a:ext cx="5422900" cy="787400"/>
          </a:xfrm>
          <a:prstGeom prst="rect">
            <a:avLst/>
          </a:prstGeom>
        </p:spPr>
      </p:pic>
      <p:pic>
        <p:nvPicPr>
          <p:cNvPr id="9" name="图片 8"/>
          <p:cNvPicPr>
            <a:picLocks noChangeAspect="1"/>
          </p:cNvPicPr>
          <p:nvPr/>
        </p:nvPicPr>
        <p:blipFill>
          <a:blip r:embed="rId6"/>
          <a:stretch>
            <a:fillRect/>
          </a:stretch>
        </p:blipFill>
        <p:spPr>
          <a:xfrm>
            <a:off x="3203575" y="2715895"/>
            <a:ext cx="1073150" cy="298450"/>
          </a:xfrm>
          <a:prstGeom prst="rect">
            <a:avLst/>
          </a:prstGeom>
        </p:spPr>
      </p:pic>
      <p:pic>
        <p:nvPicPr>
          <p:cNvPr id="10" name="图片 9"/>
          <p:cNvPicPr>
            <a:picLocks noChangeAspect="1"/>
          </p:cNvPicPr>
          <p:nvPr/>
        </p:nvPicPr>
        <p:blipFill>
          <a:blip r:embed="rId5"/>
          <a:stretch>
            <a:fillRect/>
          </a:stretch>
        </p:blipFill>
        <p:spPr>
          <a:xfrm>
            <a:off x="1475740" y="1923415"/>
            <a:ext cx="5422900" cy="787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blinds(horizontal)">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60774"/>
                                        </p:tgtEl>
                                        <p:attrNameLst>
                                          <p:attrName>style.visibility</p:attrName>
                                        </p:attrNameLst>
                                      </p:cBhvr>
                                      <p:to>
                                        <p:strVal val="visible"/>
                                      </p:to>
                                    </p:set>
                                    <p:animEffect transition="in" filter="blinds(horizontal)">
                                      <p:cBhvr>
                                        <p:cTn id="32" dur="500"/>
                                        <p:tgtEl>
                                          <p:spTgt spid="1607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4" grpId="0"/>
      <p:bldP spid="16077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3"/>
          <p:cNvSpPr>
            <a:spLocks noGrp="1"/>
          </p:cNvSpPr>
          <p:nvPr>
            <p:ph type="title"/>
          </p:nvPr>
        </p:nvSpPr>
        <p:spPr>
          <a:xfrm>
            <a:off x="138532" y="858520"/>
            <a:ext cx="1752600" cy="514350"/>
          </a:xfrm>
          <a:prstGeom prst="rect">
            <a:avLst/>
          </a:prstGeom>
          <a:noFill/>
          <a:ln w="9525">
            <a:noFill/>
          </a:ln>
        </p:spPr>
        <p:txBody>
          <a:bodyPr/>
          <a:lstStyle/>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电路图：</a:t>
            </a:r>
          </a:p>
        </p:txBody>
      </p:sp>
      <p:sp>
        <p:nvSpPr>
          <p:cNvPr id="161795" name="Text Box 102"/>
          <p:cNvSpPr txBox="1"/>
          <p:nvPr/>
        </p:nvSpPr>
        <p:spPr>
          <a:xfrm>
            <a:off x="2638723" y="379413"/>
            <a:ext cx="3016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1</a:t>
            </a:r>
          </a:p>
        </p:txBody>
      </p:sp>
      <p:sp>
        <p:nvSpPr>
          <p:cNvPr id="161796" name="AutoShape 103"/>
          <p:cNvSpPr/>
          <p:nvPr/>
        </p:nvSpPr>
        <p:spPr>
          <a:xfrm>
            <a:off x="3935710" y="488950"/>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797" name="Text Box 104"/>
          <p:cNvSpPr txBox="1"/>
          <p:nvPr/>
        </p:nvSpPr>
        <p:spPr>
          <a:xfrm>
            <a:off x="3908723" y="463550"/>
            <a:ext cx="404812" cy="368300"/>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J</a:t>
            </a:r>
          </a:p>
        </p:txBody>
      </p:sp>
      <p:sp>
        <p:nvSpPr>
          <p:cNvPr id="161798" name="Text Box 105"/>
          <p:cNvSpPr txBox="1"/>
          <p:nvPr/>
        </p:nvSpPr>
        <p:spPr>
          <a:xfrm>
            <a:off x="3951585" y="760413"/>
            <a:ext cx="793750" cy="338137"/>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61799" name="Text Box 106"/>
          <p:cNvSpPr txBox="1"/>
          <p:nvPr/>
        </p:nvSpPr>
        <p:spPr>
          <a:xfrm>
            <a:off x="4302423" y="466725"/>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00" name="Text Box 107"/>
          <p:cNvSpPr txBox="1"/>
          <p:nvPr/>
        </p:nvSpPr>
        <p:spPr>
          <a:xfrm>
            <a:off x="4307185" y="987425"/>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01" name="Line 108"/>
          <p:cNvSpPr/>
          <p:nvPr/>
        </p:nvSpPr>
        <p:spPr>
          <a:xfrm flipH="1" flipV="1">
            <a:off x="2103735" y="875665"/>
            <a:ext cx="1831975" cy="9525"/>
          </a:xfrm>
          <a:prstGeom prst="line">
            <a:avLst/>
          </a:prstGeom>
          <a:ln w="28575" cap="flat" cmpd="sng">
            <a:solidFill>
              <a:srgbClr val="FF0000"/>
            </a:solidFill>
            <a:prstDash val="solid"/>
            <a:headEnd type="none" w="med" len="med"/>
            <a:tailEnd type="none" w="med" len="med"/>
          </a:ln>
        </p:spPr>
      </p:sp>
      <p:sp>
        <p:nvSpPr>
          <p:cNvPr id="161802" name="Line 109"/>
          <p:cNvSpPr/>
          <p:nvPr/>
        </p:nvSpPr>
        <p:spPr>
          <a:xfrm flipH="1" flipV="1">
            <a:off x="2873990" y="593090"/>
            <a:ext cx="1065530" cy="15240"/>
          </a:xfrm>
          <a:prstGeom prst="line">
            <a:avLst/>
          </a:prstGeom>
          <a:ln w="28575" cap="flat" cmpd="sng">
            <a:solidFill>
              <a:schemeClr val="tx1"/>
            </a:solidFill>
            <a:prstDash val="solid"/>
            <a:headEnd type="none" w="med" len="med"/>
            <a:tailEnd type="none" w="med" len="med"/>
          </a:ln>
        </p:spPr>
      </p:sp>
      <p:sp>
        <p:nvSpPr>
          <p:cNvPr id="161803" name="Line 111"/>
          <p:cNvSpPr/>
          <p:nvPr/>
        </p:nvSpPr>
        <p:spPr>
          <a:xfrm flipH="1">
            <a:off x="4634210" y="588963"/>
            <a:ext cx="792163" cy="0"/>
          </a:xfrm>
          <a:prstGeom prst="line">
            <a:avLst/>
          </a:prstGeom>
          <a:ln w="28575" cap="flat" cmpd="sng">
            <a:solidFill>
              <a:schemeClr val="tx1"/>
            </a:solidFill>
            <a:prstDash val="solid"/>
            <a:headEnd type="none" w="med" len="med"/>
            <a:tailEnd type="none" w="med" len="med"/>
          </a:ln>
        </p:spPr>
      </p:sp>
      <p:sp>
        <p:nvSpPr>
          <p:cNvPr id="161804" name="Line 112"/>
          <p:cNvSpPr/>
          <p:nvPr/>
        </p:nvSpPr>
        <p:spPr>
          <a:xfrm flipH="1">
            <a:off x="4723110" y="1149350"/>
            <a:ext cx="360363" cy="0"/>
          </a:xfrm>
          <a:prstGeom prst="line">
            <a:avLst/>
          </a:prstGeom>
          <a:ln w="28575" cap="flat" cmpd="sng">
            <a:solidFill>
              <a:schemeClr val="tx1"/>
            </a:solidFill>
            <a:prstDash val="solid"/>
            <a:headEnd type="none" w="med" len="med"/>
            <a:tailEnd type="none" w="med" len="med"/>
          </a:ln>
        </p:spPr>
      </p:sp>
      <p:sp>
        <p:nvSpPr>
          <p:cNvPr id="161805" name="AutoShape 113"/>
          <p:cNvSpPr/>
          <p:nvPr/>
        </p:nvSpPr>
        <p:spPr>
          <a:xfrm>
            <a:off x="3959523" y="1566863"/>
            <a:ext cx="685800" cy="800100"/>
          </a:xfrm>
          <a:prstGeom prst="flowChartProcess">
            <a:avLst/>
          </a:prstGeom>
          <a:solidFill>
            <a:schemeClr val="accent1"/>
          </a:solidFill>
          <a:ln w="25400" cap="flat" cmpd="sng">
            <a:solidFill>
              <a:srgbClr val="000000"/>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06" name="Text Box 114"/>
          <p:cNvSpPr txBox="1"/>
          <p:nvPr/>
        </p:nvSpPr>
        <p:spPr>
          <a:xfrm>
            <a:off x="3932535" y="1543050"/>
            <a:ext cx="404813" cy="368300"/>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J</a:t>
            </a:r>
          </a:p>
        </p:txBody>
      </p:sp>
      <p:sp>
        <p:nvSpPr>
          <p:cNvPr id="161807" name="Text Box 115"/>
          <p:cNvSpPr txBox="1"/>
          <p:nvPr/>
        </p:nvSpPr>
        <p:spPr>
          <a:xfrm>
            <a:off x="3975398" y="1838325"/>
            <a:ext cx="793750" cy="338138"/>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61808" name="Text Box 116"/>
          <p:cNvSpPr txBox="1"/>
          <p:nvPr/>
        </p:nvSpPr>
        <p:spPr>
          <a:xfrm>
            <a:off x="4326235" y="1546225"/>
            <a:ext cx="3397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09" name="Text Box 117"/>
          <p:cNvSpPr txBox="1"/>
          <p:nvPr/>
        </p:nvSpPr>
        <p:spPr>
          <a:xfrm>
            <a:off x="4353223" y="2014538"/>
            <a:ext cx="3397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10" name="Line 118"/>
          <p:cNvSpPr/>
          <p:nvPr/>
        </p:nvSpPr>
        <p:spPr>
          <a:xfrm flipH="1">
            <a:off x="3213715" y="1670050"/>
            <a:ext cx="737870" cy="4445"/>
          </a:xfrm>
          <a:prstGeom prst="line">
            <a:avLst/>
          </a:prstGeom>
          <a:ln w="28575" cap="flat" cmpd="sng">
            <a:solidFill>
              <a:schemeClr val="tx1"/>
            </a:solidFill>
            <a:prstDash val="solid"/>
            <a:headEnd type="none" w="med" len="med"/>
            <a:tailEnd type="none" w="med" len="med"/>
          </a:ln>
        </p:spPr>
      </p:sp>
      <p:sp>
        <p:nvSpPr>
          <p:cNvPr id="161811" name="Line 119"/>
          <p:cNvSpPr/>
          <p:nvPr/>
        </p:nvSpPr>
        <p:spPr>
          <a:xfrm flipH="1">
            <a:off x="4659610" y="1666875"/>
            <a:ext cx="792163" cy="0"/>
          </a:xfrm>
          <a:prstGeom prst="line">
            <a:avLst/>
          </a:prstGeom>
          <a:ln w="28575" cap="flat" cmpd="sng">
            <a:solidFill>
              <a:schemeClr val="tx1"/>
            </a:solidFill>
            <a:prstDash val="solid"/>
            <a:headEnd type="none" w="med" len="med"/>
            <a:tailEnd type="none" w="med" len="med"/>
          </a:ln>
        </p:spPr>
      </p:sp>
      <p:sp>
        <p:nvSpPr>
          <p:cNvPr id="161812" name="Line 120"/>
          <p:cNvSpPr/>
          <p:nvPr/>
        </p:nvSpPr>
        <p:spPr>
          <a:xfrm flipH="1">
            <a:off x="4754860" y="2228850"/>
            <a:ext cx="360363" cy="0"/>
          </a:xfrm>
          <a:prstGeom prst="line">
            <a:avLst/>
          </a:prstGeom>
          <a:ln w="28575" cap="flat" cmpd="sng">
            <a:solidFill>
              <a:schemeClr val="tx1"/>
            </a:solidFill>
            <a:prstDash val="solid"/>
            <a:headEnd type="none" w="med" len="med"/>
            <a:tailEnd type="none" w="med" len="med"/>
          </a:ln>
        </p:spPr>
      </p:sp>
      <p:sp>
        <p:nvSpPr>
          <p:cNvPr id="161813" name="AutoShape 121"/>
          <p:cNvSpPr/>
          <p:nvPr/>
        </p:nvSpPr>
        <p:spPr>
          <a:xfrm>
            <a:off x="3953173" y="2651125"/>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14" name="Text Box 122"/>
          <p:cNvSpPr txBox="1"/>
          <p:nvPr/>
        </p:nvSpPr>
        <p:spPr>
          <a:xfrm>
            <a:off x="3926185" y="2625725"/>
            <a:ext cx="404813" cy="368300"/>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J</a:t>
            </a:r>
          </a:p>
        </p:txBody>
      </p:sp>
      <p:sp>
        <p:nvSpPr>
          <p:cNvPr id="161815" name="Text Box 123"/>
          <p:cNvSpPr txBox="1"/>
          <p:nvPr/>
        </p:nvSpPr>
        <p:spPr>
          <a:xfrm>
            <a:off x="3969048" y="2922588"/>
            <a:ext cx="793750" cy="338137"/>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61816" name="Text Box 124"/>
          <p:cNvSpPr txBox="1"/>
          <p:nvPr/>
        </p:nvSpPr>
        <p:spPr>
          <a:xfrm>
            <a:off x="4319885" y="2628900"/>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17" name="Text Box 125"/>
          <p:cNvSpPr txBox="1"/>
          <p:nvPr/>
        </p:nvSpPr>
        <p:spPr>
          <a:xfrm>
            <a:off x="4311948" y="3124200"/>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18" name="Line 126"/>
          <p:cNvSpPr/>
          <p:nvPr/>
        </p:nvSpPr>
        <p:spPr>
          <a:xfrm flipH="1">
            <a:off x="4653260" y="2751138"/>
            <a:ext cx="792163" cy="0"/>
          </a:xfrm>
          <a:prstGeom prst="line">
            <a:avLst/>
          </a:prstGeom>
          <a:ln w="28575" cap="flat" cmpd="sng">
            <a:solidFill>
              <a:schemeClr val="tx1"/>
            </a:solidFill>
            <a:prstDash val="solid"/>
            <a:headEnd type="none" w="med" len="med"/>
            <a:tailEnd type="none" w="med" len="med"/>
          </a:ln>
        </p:spPr>
      </p:sp>
      <p:sp>
        <p:nvSpPr>
          <p:cNvPr id="161819" name="Line 127"/>
          <p:cNvSpPr/>
          <p:nvPr/>
        </p:nvSpPr>
        <p:spPr>
          <a:xfrm flipH="1">
            <a:off x="4726285" y="3303588"/>
            <a:ext cx="360363" cy="0"/>
          </a:xfrm>
          <a:prstGeom prst="line">
            <a:avLst/>
          </a:prstGeom>
          <a:ln w="28575" cap="flat" cmpd="sng">
            <a:solidFill>
              <a:schemeClr val="tx1"/>
            </a:solidFill>
            <a:prstDash val="solid"/>
            <a:headEnd type="none" w="med" len="med"/>
            <a:tailEnd type="none" w="med" len="med"/>
          </a:ln>
        </p:spPr>
      </p:sp>
      <p:sp>
        <p:nvSpPr>
          <p:cNvPr id="161820" name="AutoShape 128"/>
          <p:cNvSpPr/>
          <p:nvPr/>
        </p:nvSpPr>
        <p:spPr>
          <a:xfrm>
            <a:off x="3948410" y="3700463"/>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21" name="Text Box 129"/>
          <p:cNvSpPr txBox="1"/>
          <p:nvPr/>
        </p:nvSpPr>
        <p:spPr>
          <a:xfrm>
            <a:off x="3921423" y="3676650"/>
            <a:ext cx="404812" cy="368300"/>
          </a:xfrm>
          <a:prstGeom prst="rect">
            <a:avLst/>
          </a:prstGeom>
          <a:noFill/>
          <a:ln w="9525">
            <a:noFill/>
          </a:ln>
        </p:spPr>
        <p:txBody>
          <a:bodyPr>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J</a:t>
            </a:r>
          </a:p>
        </p:txBody>
      </p:sp>
      <p:sp>
        <p:nvSpPr>
          <p:cNvPr id="161822" name="Text Box 130"/>
          <p:cNvSpPr txBox="1"/>
          <p:nvPr/>
        </p:nvSpPr>
        <p:spPr>
          <a:xfrm>
            <a:off x="3964285" y="3971925"/>
            <a:ext cx="793750" cy="338138"/>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61823" name="Text Box 131"/>
          <p:cNvSpPr txBox="1"/>
          <p:nvPr/>
        </p:nvSpPr>
        <p:spPr>
          <a:xfrm>
            <a:off x="4315123" y="3679825"/>
            <a:ext cx="3397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24" name="Text Box 132"/>
          <p:cNvSpPr txBox="1"/>
          <p:nvPr/>
        </p:nvSpPr>
        <p:spPr>
          <a:xfrm>
            <a:off x="4329410" y="4191000"/>
            <a:ext cx="3397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1825" name="Line 133"/>
          <p:cNvSpPr/>
          <p:nvPr/>
        </p:nvSpPr>
        <p:spPr>
          <a:xfrm flipH="1">
            <a:off x="3472160" y="4371975"/>
            <a:ext cx="457200" cy="0"/>
          </a:xfrm>
          <a:prstGeom prst="line">
            <a:avLst/>
          </a:prstGeom>
          <a:ln w="28575" cap="flat" cmpd="sng">
            <a:solidFill>
              <a:schemeClr val="tx1"/>
            </a:solidFill>
            <a:prstDash val="solid"/>
            <a:headEnd type="none" w="med" len="med"/>
            <a:tailEnd type="none" w="med" len="med"/>
          </a:ln>
        </p:spPr>
      </p:sp>
      <p:sp>
        <p:nvSpPr>
          <p:cNvPr id="161826" name="Line 134"/>
          <p:cNvSpPr/>
          <p:nvPr/>
        </p:nvSpPr>
        <p:spPr>
          <a:xfrm flipH="1">
            <a:off x="4646910" y="3800475"/>
            <a:ext cx="792163" cy="0"/>
          </a:xfrm>
          <a:prstGeom prst="line">
            <a:avLst/>
          </a:prstGeom>
          <a:ln w="28575" cap="flat" cmpd="sng">
            <a:solidFill>
              <a:schemeClr val="tx1"/>
            </a:solidFill>
            <a:prstDash val="solid"/>
            <a:headEnd type="none" w="med" len="med"/>
            <a:tailEnd type="none" w="med" len="med"/>
          </a:ln>
        </p:spPr>
      </p:sp>
      <p:sp>
        <p:nvSpPr>
          <p:cNvPr id="161827" name="Line 135"/>
          <p:cNvSpPr/>
          <p:nvPr/>
        </p:nvSpPr>
        <p:spPr>
          <a:xfrm flipH="1">
            <a:off x="4735810" y="4340225"/>
            <a:ext cx="360363" cy="0"/>
          </a:xfrm>
          <a:prstGeom prst="line">
            <a:avLst/>
          </a:prstGeom>
          <a:ln w="28575" cap="flat" cmpd="sng">
            <a:solidFill>
              <a:schemeClr val="tx1"/>
            </a:solidFill>
            <a:prstDash val="solid"/>
            <a:headEnd type="none" w="med" len="med"/>
            <a:tailEnd type="none" w="med" len="med"/>
          </a:ln>
        </p:spPr>
      </p:sp>
      <p:sp>
        <p:nvSpPr>
          <p:cNvPr id="161828" name="Line 136"/>
          <p:cNvSpPr/>
          <p:nvPr/>
        </p:nvSpPr>
        <p:spPr>
          <a:xfrm flipV="1">
            <a:off x="3216573" y="608013"/>
            <a:ext cx="0" cy="561975"/>
          </a:xfrm>
          <a:prstGeom prst="line">
            <a:avLst/>
          </a:prstGeom>
          <a:ln w="28575" cap="flat" cmpd="sng">
            <a:solidFill>
              <a:schemeClr val="tx1"/>
            </a:solidFill>
            <a:prstDash val="solid"/>
            <a:headEnd type="none" w="med" len="med"/>
            <a:tailEnd type="none" w="med" len="med"/>
          </a:ln>
        </p:spPr>
      </p:sp>
      <p:sp>
        <p:nvSpPr>
          <p:cNvPr id="161829" name="AutoShape 137"/>
          <p:cNvSpPr/>
          <p:nvPr/>
        </p:nvSpPr>
        <p:spPr>
          <a:xfrm>
            <a:off x="2264708" y="2779713"/>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0" name="Text Box 138"/>
          <p:cNvSpPr txBox="1"/>
          <p:nvPr/>
        </p:nvSpPr>
        <p:spPr>
          <a:xfrm>
            <a:off x="2279948" y="2836863"/>
            <a:ext cx="358775" cy="461962"/>
          </a:xfrm>
          <a:prstGeom prst="rect">
            <a:avLst/>
          </a:prstGeom>
          <a:noFill/>
          <a:ln w="9525">
            <a:noFill/>
          </a:ln>
        </p:spPr>
        <p:txBody>
          <a:bodyPr>
            <a:spAutoFit/>
          </a:bodyPr>
          <a:lstStyle/>
          <a:p>
            <a:pPr>
              <a:buFont typeface="Arial" panose="020B0604020202020204" pitchFamily="34" charset="0"/>
            </a:pPr>
            <a:r>
              <a:rPr lang="en-US" altLang="zh-CN" sz="2400">
                <a:solidFill>
                  <a:schemeClr val="tx1"/>
                </a:solidFill>
                <a:latin typeface="Calibri" panose="020F0502020204030204" pitchFamily="34" charset="0"/>
              </a:rPr>
              <a:t>&amp;</a:t>
            </a:r>
          </a:p>
        </p:txBody>
      </p:sp>
      <p:sp>
        <p:nvSpPr>
          <p:cNvPr id="161831" name="AutoShape 139"/>
          <p:cNvSpPr/>
          <p:nvPr/>
        </p:nvSpPr>
        <p:spPr>
          <a:xfrm>
            <a:off x="2257723" y="3816350"/>
            <a:ext cx="460375" cy="587375"/>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1832" name="Text Box 140"/>
          <p:cNvSpPr txBox="1"/>
          <p:nvPr/>
        </p:nvSpPr>
        <p:spPr>
          <a:xfrm>
            <a:off x="2279948" y="3922713"/>
            <a:ext cx="358775" cy="461962"/>
          </a:xfrm>
          <a:prstGeom prst="rect">
            <a:avLst/>
          </a:prstGeom>
          <a:noFill/>
          <a:ln w="9525">
            <a:noFill/>
          </a:ln>
        </p:spPr>
        <p:txBody>
          <a:bodyPr>
            <a:spAutoFit/>
          </a:bodyPr>
          <a:lstStyle/>
          <a:p>
            <a:pPr>
              <a:buFont typeface="Arial" panose="020B0604020202020204" pitchFamily="34" charset="0"/>
            </a:pPr>
            <a:r>
              <a:rPr lang="en-US" altLang="zh-CN" sz="2400">
                <a:solidFill>
                  <a:schemeClr val="tx1"/>
                </a:solidFill>
                <a:latin typeface="Calibri" panose="020F0502020204030204" pitchFamily="34" charset="0"/>
              </a:rPr>
              <a:t>&amp;</a:t>
            </a:r>
          </a:p>
        </p:txBody>
      </p:sp>
      <p:sp>
        <p:nvSpPr>
          <p:cNvPr id="161833" name="Line 141"/>
          <p:cNvSpPr/>
          <p:nvPr/>
        </p:nvSpPr>
        <p:spPr>
          <a:xfrm>
            <a:off x="5193010" y="603885"/>
            <a:ext cx="0" cy="800100"/>
          </a:xfrm>
          <a:prstGeom prst="line">
            <a:avLst/>
          </a:prstGeom>
          <a:ln w="28575" cap="flat" cmpd="sng">
            <a:solidFill>
              <a:schemeClr val="tx1"/>
            </a:solidFill>
            <a:prstDash val="solid"/>
            <a:headEnd type="none" w="med" len="med"/>
            <a:tailEnd type="none" w="med" len="med"/>
          </a:ln>
        </p:spPr>
      </p:sp>
      <p:sp>
        <p:nvSpPr>
          <p:cNvPr id="161834" name="Line 142"/>
          <p:cNvSpPr/>
          <p:nvPr/>
        </p:nvSpPr>
        <p:spPr>
          <a:xfrm flipH="1" flipV="1">
            <a:off x="1783060" y="1409065"/>
            <a:ext cx="3420745" cy="1270"/>
          </a:xfrm>
          <a:prstGeom prst="line">
            <a:avLst/>
          </a:prstGeom>
          <a:ln w="28575" cap="flat" cmpd="sng">
            <a:solidFill>
              <a:schemeClr val="tx1"/>
            </a:solidFill>
            <a:prstDash val="solid"/>
            <a:headEnd type="none" w="med" len="med"/>
            <a:tailEnd type="none" w="med" len="med"/>
          </a:ln>
        </p:spPr>
      </p:sp>
      <p:sp>
        <p:nvSpPr>
          <p:cNvPr id="161835" name="Line 143"/>
          <p:cNvSpPr/>
          <p:nvPr/>
        </p:nvSpPr>
        <p:spPr>
          <a:xfrm>
            <a:off x="1800523" y="1411288"/>
            <a:ext cx="0" cy="1781175"/>
          </a:xfrm>
          <a:prstGeom prst="line">
            <a:avLst/>
          </a:prstGeom>
          <a:ln w="28575" cap="flat" cmpd="sng">
            <a:solidFill>
              <a:schemeClr val="tx1"/>
            </a:solidFill>
            <a:prstDash val="solid"/>
            <a:headEnd type="none" w="med" len="med"/>
            <a:tailEnd type="none" w="med" len="med"/>
          </a:ln>
        </p:spPr>
      </p:sp>
      <p:sp>
        <p:nvSpPr>
          <p:cNvPr id="161836" name="Line 144"/>
          <p:cNvSpPr/>
          <p:nvPr/>
        </p:nvSpPr>
        <p:spPr>
          <a:xfrm>
            <a:off x="1816715" y="3180080"/>
            <a:ext cx="452755" cy="11430"/>
          </a:xfrm>
          <a:prstGeom prst="line">
            <a:avLst/>
          </a:prstGeom>
          <a:ln w="28575" cap="flat" cmpd="sng">
            <a:solidFill>
              <a:schemeClr val="tx1"/>
            </a:solidFill>
            <a:prstDash val="solid"/>
            <a:headEnd type="none" w="med" len="med"/>
            <a:tailEnd type="none" w="med" len="med"/>
          </a:ln>
        </p:spPr>
      </p:sp>
      <p:sp>
        <p:nvSpPr>
          <p:cNvPr id="161837" name="Line 145"/>
          <p:cNvSpPr/>
          <p:nvPr/>
        </p:nvSpPr>
        <p:spPr>
          <a:xfrm>
            <a:off x="5245398" y="1692275"/>
            <a:ext cx="0" cy="800100"/>
          </a:xfrm>
          <a:prstGeom prst="line">
            <a:avLst/>
          </a:prstGeom>
          <a:ln w="28575" cap="flat" cmpd="sng">
            <a:solidFill>
              <a:schemeClr val="tx1"/>
            </a:solidFill>
            <a:prstDash val="solid"/>
            <a:headEnd type="none" w="med" len="med"/>
            <a:tailEnd type="none" w="med" len="med"/>
          </a:ln>
        </p:spPr>
      </p:sp>
      <p:sp>
        <p:nvSpPr>
          <p:cNvPr id="161838" name="Line 146"/>
          <p:cNvSpPr/>
          <p:nvPr/>
        </p:nvSpPr>
        <p:spPr>
          <a:xfrm flipH="1">
            <a:off x="2013565" y="2480945"/>
            <a:ext cx="3232150" cy="2540"/>
          </a:xfrm>
          <a:prstGeom prst="line">
            <a:avLst/>
          </a:prstGeom>
          <a:ln w="28575" cap="flat" cmpd="sng">
            <a:solidFill>
              <a:schemeClr val="tx1"/>
            </a:solidFill>
            <a:prstDash val="solid"/>
            <a:headEnd type="none" w="med" len="med"/>
            <a:tailEnd type="none" w="med" len="med"/>
          </a:ln>
        </p:spPr>
      </p:sp>
      <p:sp>
        <p:nvSpPr>
          <p:cNvPr id="161839" name="Line 147"/>
          <p:cNvSpPr/>
          <p:nvPr/>
        </p:nvSpPr>
        <p:spPr>
          <a:xfrm>
            <a:off x="2027218" y="2478088"/>
            <a:ext cx="0" cy="473075"/>
          </a:xfrm>
          <a:prstGeom prst="line">
            <a:avLst/>
          </a:prstGeom>
          <a:ln w="28575" cap="flat" cmpd="sng">
            <a:solidFill>
              <a:schemeClr val="tx1"/>
            </a:solidFill>
            <a:prstDash val="solid"/>
            <a:headEnd type="none" w="med" len="med"/>
            <a:tailEnd type="none" w="med" len="med"/>
          </a:ln>
        </p:spPr>
      </p:sp>
      <p:sp>
        <p:nvSpPr>
          <p:cNvPr id="161840" name="Line 148"/>
          <p:cNvSpPr/>
          <p:nvPr/>
        </p:nvSpPr>
        <p:spPr>
          <a:xfrm>
            <a:off x="2013565" y="2951480"/>
            <a:ext cx="255270" cy="3175"/>
          </a:xfrm>
          <a:prstGeom prst="line">
            <a:avLst/>
          </a:prstGeom>
          <a:ln w="28575" cap="flat" cmpd="sng">
            <a:solidFill>
              <a:schemeClr val="tx1"/>
            </a:solidFill>
            <a:prstDash val="solid"/>
            <a:headEnd type="none" w="med" len="med"/>
            <a:tailEnd type="none" w="med" len="med"/>
          </a:ln>
        </p:spPr>
      </p:sp>
      <p:sp>
        <p:nvSpPr>
          <p:cNvPr id="161841" name="Line 149"/>
          <p:cNvSpPr/>
          <p:nvPr/>
        </p:nvSpPr>
        <p:spPr>
          <a:xfrm>
            <a:off x="5245398" y="2770188"/>
            <a:ext cx="0" cy="862012"/>
          </a:xfrm>
          <a:prstGeom prst="line">
            <a:avLst/>
          </a:prstGeom>
          <a:ln w="28575" cap="flat" cmpd="sng">
            <a:solidFill>
              <a:schemeClr val="tx1"/>
            </a:solidFill>
            <a:prstDash val="solid"/>
            <a:headEnd type="none" w="med" len="med"/>
            <a:tailEnd type="none" w="med" len="med"/>
          </a:ln>
        </p:spPr>
      </p:sp>
      <p:sp>
        <p:nvSpPr>
          <p:cNvPr id="161842" name="Line 150"/>
          <p:cNvSpPr/>
          <p:nvPr/>
        </p:nvSpPr>
        <p:spPr>
          <a:xfrm flipV="1">
            <a:off x="3205460" y="1413510"/>
            <a:ext cx="0" cy="809625"/>
          </a:xfrm>
          <a:prstGeom prst="line">
            <a:avLst/>
          </a:prstGeom>
          <a:ln w="28575" cap="flat" cmpd="sng">
            <a:solidFill>
              <a:schemeClr val="tx1"/>
            </a:solidFill>
            <a:prstDash val="solid"/>
            <a:headEnd type="none" w="med" len="med"/>
            <a:tailEnd type="none" w="med" len="med"/>
          </a:ln>
        </p:spPr>
      </p:sp>
      <p:sp>
        <p:nvSpPr>
          <p:cNvPr id="161843" name="Line 151"/>
          <p:cNvSpPr/>
          <p:nvPr/>
        </p:nvSpPr>
        <p:spPr>
          <a:xfrm>
            <a:off x="3227050" y="3839210"/>
            <a:ext cx="0" cy="554038"/>
          </a:xfrm>
          <a:prstGeom prst="line">
            <a:avLst/>
          </a:prstGeom>
          <a:ln w="28575" cap="flat" cmpd="sng">
            <a:solidFill>
              <a:schemeClr val="tx1"/>
            </a:solidFill>
            <a:prstDash val="solid"/>
            <a:headEnd type="none" w="med" len="med"/>
            <a:tailEnd type="none" w="med" len="med"/>
          </a:ln>
        </p:spPr>
      </p:sp>
      <p:sp>
        <p:nvSpPr>
          <p:cNvPr id="161844" name="Line 152"/>
          <p:cNvSpPr/>
          <p:nvPr/>
        </p:nvSpPr>
        <p:spPr>
          <a:xfrm>
            <a:off x="2738100" y="3065463"/>
            <a:ext cx="503238" cy="0"/>
          </a:xfrm>
          <a:prstGeom prst="line">
            <a:avLst/>
          </a:prstGeom>
          <a:ln w="28575" cap="flat" cmpd="sng">
            <a:solidFill>
              <a:schemeClr val="tx1"/>
            </a:solidFill>
            <a:prstDash val="solid"/>
            <a:headEnd type="none" w="med" len="med"/>
            <a:tailEnd type="none" w="med" len="med"/>
          </a:ln>
        </p:spPr>
      </p:sp>
      <p:sp>
        <p:nvSpPr>
          <p:cNvPr id="161845" name="Line 153"/>
          <p:cNvSpPr/>
          <p:nvPr/>
        </p:nvSpPr>
        <p:spPr>
          <a:xfrm>
            <a:off x="2914948" y="3065463"/>
            <a:ext cx="0" cy="457200"/>
          </a:xfrm>
          <a:prstGeom prst="line">
            <a:avLst/>
          </a:prstGeom>
          <a:ln w="28575" cap="flat" cmpd="sng">
            <a:solidFill>
              <a:schemeClr val="tx1"/>
            </a:solidFill>
            <a:prstDash val="solid"/>
            <a:headEnd type="none" w="med" len="med"/>
            <a:tailEnd type="none" w="med" len="med"/>
          </a:ln>
        </p:spPr>
      </p:sp>
      <p:sp>
        <p:nvSpPr>
          <p:cNvPr id="161846" name="Line 154"/>
          <p:cNvSpPr/>
          <p:nvPr/>
        </p:nvSpPr>
        <p:spPr>
          <a:xfrm flipH="1">
            <a:off x="1786235" y="3522663"/>
            <a:ext cx="1116013" cy="0"/>
          </a:xfrm>
          <a:prstGeom prst="line">
            <a:avLst/>
          </a:prstGeom>
          <a:ln w="28575" cap="flat" cmpd="sng">
            <a:solidFill>
              <a:schemeClr val="tx1"/>
            </a:solidFill>
            <a:prstDash val="solid"/>
            <a:headEnd type="none" w="med" len="med"/>
            <a:tailEnd type="none" w="med" len="med"/>
          </a:ln>
        </p:spPr>
      </p:sp>
      <p:sp>
        <p:nvSpPr>
          <p:cNvPr id="161847" name="Line 155"/>
          <p:cNvSpPr/>
          <p:nvPr/>
        </p:nvSpPr>
        <p:spPr>
          <a:xfrm>
            <a:off x="1800523" y="3522663"/>
            <a:ext cx="0" cy="800100"/>
          </a:xfrm>
          <a:prstGeom prst="line">
            <a:avLst/>
          </a:prstGeom>
          <a:ln w="28575" cap="flat" cmpd="sng">
            <a:solidFill>
              <a:schemeClr val="tx1"/>
            </a:solidFill>
            <a:prstDash val="solid"/>
            <a:headEnd type="none" w="med" len="med"/>
            <a:tailEnd type="none" w="med" len="med"/>
          </a:ln>
        </p:spPr>
      </p:sp>
      <p:sp>
        <p:nvSpPr>
          <p:cNvPr id="161848" name="Line 156"/>
          <p:cNvSpPr/>
          <p:nvPr/>
        </p:nvSpPr>
        <p:spPr>
          <a:xfrm>
            <a:off x="1800523" y="4322763"/>
            <a:ext cx="468312" cy="0"/>
          </a:xfrm>
          <a:prstGeom prst="line">
            <a:avLst/>
          </a:prstGeom>
          <a:ln w="28575" cap="flat" cmpd="sng">
            <a:solidFill>
              <a:schemeClr val="tx1"/>
            </a:solidFill>
            <a:prstDash val="solid"/>
            <a:headEnd type="none" w="med" len="med"/>
            <a:tailEnd type="none" w="med" len="med"/>
          </a:ln>
        </p:spPr>
      </p:sp>
      <p:sp>
        <p:nvSpPr>
          <p:cNvPr id="161849" name="Line 157"/>
          <p:cNvSpPr/>
          <p:nvPr/>
        </p:nvSpPr>
        <p:spPr>
          <a:xfrm flipH="1">
            <a:off x="2006898" y="3617913"/>
            <a:ext cx="3238500" cy="0"/>
          </a:xfrm>
          <a:prstGeom prst="line">
            <a:avLst/>
          </a:prstGeom>
          <a:ln w="28575" cap="flat" cmpd="sng">
            <a:solidFill>
              <a:schemeClr val="tx1"/>
            </a:solidFill>
            <a:prstDash val="solid"/>
            <a:headEnd type="none" w="med" len="med"/>
            <a:tailEnd type="none" w="med" len="med"/>
          </a:ln>
        </p:spPr>
      </p:sp>
      <p:sp>
        <p:nvSpPr>
          <p:cNvPr id="161850" name="Line 158"/>
          <p:cNvSpPr/>
          <p:nvPr/>
        </p:nvSpPr>
        <p:spPr>
          <a:xfrm>
            <a:off x="2027218" y="3636963"/>
            <a:ext cx="0" cy="400050"/>
          </a:xfrm>
          <a:prstGeom prst="line">
            <a:avLst/>
          </a:prstGeom>
          <a:ln w="28575" cap="flat" cmpd="sng">
            <a:solidFill>
              <a:schemeClr val="tx1"/>
            </a:solidFill>
            <a:prstDash val="solid"/>
            <a:headEnd type="none" w="med" len="med"/>
            <a:tailEnd type="none" w="med" len="med"/>
          </a:ln>
        </p:spPr>
      </p:sp>
      <p:sp>
        <p:nvSpPr>
          <p:cNvPr id="161851" name="Line 159"/>
          <p:cNvSpPr/>
          <p:nvPr/>
        </p:nvSpPr>
        <p:spPr>
          <a:xfrm>
            <a:off x="2013248" y="4037013"/>
            <a:ext cx="266700" cy="0"/>
          </a:xfrm>
          <a:prstGeom prst="line">
            <a:avLst/>
          </a:prstGeom>
          <a:ln w="28575" cap="flat" cmpd="sng">
            <a:solidFill>
              <a:schemeClr val="tx1"/>
            </a:solidFill>
            <a:prstDash val="solid"/>
            <a:headEnd type="none" w="med" len="med"/>
            <a:tailEnd type="none" w="med" len="med"/>
          </a:ln>
        </p:spPr>
      </p:sp>
      <p:sp>
        <p:nvSpPr>
          <p:cNvPr id="161852" name="Text Box 160"/>
          <p:cNvSpPr txBox="1"/>
          <p:nvPr/>
        </p:nvSpPr>
        <p:spPr>
          <a:xfrm>
            <a:off x="1403648" y="619125"/>
            <a:ext cx="5302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CLK</a:t>
            </a:r>
          </a:p>
        </p:txBody>
      </p:sp>
      <p:sp>
        <p:nvSpPr>
          <p:cNvPr id="161853" name="Rectangle 161"/>
          <p:cNvSpPr/>
          <p:nvPr/>
        </p:nvSpPr>
        <p:spPr>
          <a:xfrm>
            <a:off x="5294610" y="314325"/>
            <a:ext cx="42227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p>
        </p:txBody>
      </p:sp>
      <p:sp>
        <p:nvSpPr>
          <p:cNvPr id="161854" name="Rectangle 162"/>
          <p:cNvSpPr/>
          <p:nvPr/>
        </p:nvSpPr>
        <p:spPr>
          <a:xfrm>
            <a:off x="5332710" y="1377950"/>
            <a:ext cx="42227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p>
        </p:txBody>
      </p:sp>
      <p:sp>
        <p:nvSpPr>
          <p:cNvPr id="161855" name="Rectangle 163"/>
          <p:cNvSpPr/>
          <p:nvPr/>
        </p:nvSpPr>
        <p:spPr>
          <a:xfrm>
            <a:off x="5318423" y="2463800"/>
            <a:ext cx="42227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p>
        </p:txBody>
      </p:sp>
      <p:sp>
        <p:nvSpPr>
          <p:cNvPr id="161856" name="Rectangle 164"/>
          <p:cNvSpPr/>
          <p:nvPr/>
        </p:nvSpPr>
        <p:spPr>
          <a:xfrm>
            <a:off x="5289848" y="3514725"/>
            <a:ext cx="42227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p>
        </p:txBody>
      </p:sp>
      <p:sp>
        <p:nvSpPr>
          <p:cNvPr id="161857" name="Text Box 165"/>
          <p:cNvSpPr txBox="1"/>
          <p:nvPr/>
        </p:nvSpPr>
        <p:spPr>
          <a:xfrm>
            <a:off x="1902123" y="4527550"/>
            <a:ext cx="3058160" cy="368300"/>
          </a:xfrm>
          <a:prstGeom prst="rect">
            <a:avLst/>
          </a:prstGeom>
          <a:noFill/>
          <a:ln w="9525">
            <a:noFill/>
          </a:ln>
        </p:spPr>
        <p:txBody>
          <a:bodyPr wrap="none">
            <a:spAutoFit/>
          </a:bodyPr>
          <a:lstStyle/>
          <a:p>
            <a:pPr eaLnBrk="1" hangingPunct="1">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p>
        </p:txBody>
      </p:sp>
      <p:sp>
        <p:nvSpPr>
          <p:cNvPr id="161858" name="Oval 166"/>
          <p:cNvSpPr/>
          <p:nvPr/>
        </p:nvSpPr>
        <p:spPr>
          <a:xfrm>
            <a:off x="3172123" y="5746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161859" name="Group 167"/>
          <p:cNvGrpSpPr/>
          <p:nvPr/>
        </p:nvGrpSpPr>
        <p:grpSpPr>
          <a:xfrm>
            <a:off x="3553123" y="817563"/>
            <a:ext cx="679450" cy="3729037"/>
            <a:chOff x="0" y="0"/>
            <a:chExt cx="428" cy="3132"/>
          </a:xfrm>
        </p:grpSpPr>
        <p:sp>
          <p:nvSpPr>
            <p:cNvPr id="161880" name="Line 168"/>
            <p:cNvSpPr/>
            <p:nvPr/>
          </p:nvSpPr>
          <p:spPr>
            <a:xfrm>
              <a:off x="241" y="0"/>
              <a:ext cx="48" cy="48"/>
            </a:xfrm>
            <a:prstGeom prst="line">
              <a:avLst/>
            </a:prstGeom>
            <a:ln w="28575" cap="flat" cmpd="sng">
              <a:solidFill>
                <a:srgbClr val="FF0000"/>
              </a:solidFill>
              <a:prstDash val="solid"/>
              <a:headEnd type="none" w="med" len="med"/>
              <a:tailEnd type="none" w="med" len="med"/>
            </a:ln>
          </p:spPr>
        </p:sp>
        <p:sp>
          <p:nvSpPr>
            <p:cNvPr id="161881" name="Line 169"/>
            <p:cNvSpPr/>
            <p:nvPr/>
          </p:nvSpPr>
          <p:spPr>
            <a:xfrm flipH="1">
              <a:off x="241" y="57"/>
              <a:ext cx="48" cy="48"/>
            </a:xfrm>
            <a:prstGeom prst="line">
              <a:avLst/>
            </a:prstGeom>
            <a:ln w="28575" cap="flat" cmpd="sng">
              <a:solidFill>
                <a:srgbClr val="FF0000"/>
              </a:solidFill>
              <a:prstDash val="solid"/>
              <a:headEnd type="none" w="med" len="med"/>
              <a:tailEnd type="none" w="med" len="med"/>
            </a:ln>
          </p:spPr>
        </p:sp>
        <p:sp>
          <p:nvSpPr>
            <p:cNvPr id="161882" name="Text Box 170"/>
            <p:cNvSpPr txBox="1"/>
            <p:nvPr/>
          </p:nvSpPr>
          <p:spPr>
            <a:xfrm>
              <a:off x="217" y="142"/>
              <a:ext cx="19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K</a:t>
              </a:r>
            </a:p>
          </p:txBody>
        </p:sp>
        <p:sp>
          <p:nvSpPr>
            <p:cNvPr id="161883" name="Line 171"/>
            <p:cNvSpPr/>
            <p:nvPr/>
          </p:nvSpPr>
          <p:spPr>
            <a:xfrm>
              <a:off x="256" y="906"/>
              <a:ext cx="48" cy="48"/>
            </a:xfrm>
            <a:prstGeom prst="line">
              <a:avLst/>
            </a:prstGeom>
            <a:ln w="28575" cap="flat" cmpd="sng">
              <a:solidFill>
                <a:srgbClr val="FF0000"/>
              </a:solidFill>
              <a:prstDash val="solid"/>
              <a:headEnd type="none" w="med" len="med"/>
              <a:tailEnd type="none" w="med" len="med"/>
            </a:ln>
          </p:spPr>
        </p:sp>
        <p:sp>
          <p:nvSpPr>
            <p:cNvPr id="161884" name="Line 172"/>
            <p:cNvSpPr/>
            <p:nvPr/>
          </p:nvSpPr>
          <p:spPr>
            <a:xfrm flipH="1">
              <a:off x="256" y="963"/>
              <a:ext cx="48" cy="48"/>
            </a:xfrm>
            <a:prstGeom prst="line">
              <a:avLst/>
            </a:prstGeom>
            <a:ln w="28575" cap="flat" cmpd="sng">
              <a:solidFill>
                <a:srgbClr val="FF0000"/>
              </a:solidFill>
              <a:prstDash val="solid"/>
              <a:headEnd type="none" w="med" len="med"/>
              <a:tailEnd type="none" w="med" len="med"/>
            </a:ln>
          </p:spPr>
        </p:sp>
        <p:sp>
          <p:nvSpPr>
            <p:cNvPr id="161885" name="Text Box 173"/>
            <p:cNvSpPr txBox="1"/>
            <p:nvPr/>
          </p:nvSpPr>
          <p:spPr>
            <a:xfrm>
              <a:off x="236" y="1002"/>
              <a:ext cx="19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K</a:t>
              </a:r>
            </a:p>
          </p:txBody>
        </p:sp>
        <p:sp>
          <p:nvSpPr>
            <p:cNvPr id="161886" name="Line 174"/>
            <p:cNvSpPr/>
            <p:nvPr/>
          </p:nvSpPr>
          <p:spPr>
            <a:xfrm flipH="1">
              <a:off x="29" y="954"/>
              <a:ext cx="227" cy="0"/>
            </a:xfrm>
            <a:prstGeom prst="line">
              <a:avLst/>
            </a:prstGeom>
            <a:ln w="28575" cap="flat" cmpd="sng">
              <a:solidFill>
                <a:srgbClr val="FF0000"/>
              </a:solidFill>
              <a:prstDash val="solid"/>
              <a:headEnd type="none" w="med" len="med"/>
              <a:tailEnd type="none" w="med" len="med"/>
            </a:ln>
          </p:spPr>
        </p:sp>
        <p:sp>
          <p:nvSpPr>
            <p:cNvPr id="161887" name="Line 175"/>
            <p:cNvSpPr/>
            <p:nvPr/>
          </p:nvSpPr>
          <p:spPr>
            <a:xfrm>
              <a:off x="252" y="1816"/>
              <a:ext cx="48" cy="48"/>
            </a:xfrm>
            <a:prstGeom prst="line">
              <a:avLst/>
            </a:prstGeom>
            <a:ln w="28575" cap="flat" cmpd="sng">
              <a:solidFill>
                <a:srgbClr val="FF0000"/>
              </a:solidFill>
              <a:prstDash val="solid"/>
              <a:headEnd type="none" w="med" len="med"/>
              <a:tailEnd type="none" w="med" len="med"/>
            </a:ln>
          </p:spPr>
        </p:sp>
        <p:sp>
          <p:nvSpPr>
            <p:cNvPr id="161888" name="Line 176"/>
            <p:cNvSpPr/>
            <p:nvPr/>
          </p:nvSpPr>
          <p:spPr>
            <a:xfrm flipH="1">
              <a:off x="252" y="1873"/>
              <a:ext cx="48" cy="48"/>
            </a:xfrm>
            <a:prstGeom prst="line">
              <a:avLst/>
            </a:prstGeom>
            <a:ln w="28575" cap="flat" cmpd="sng">
              <a:solidFill>
                <a:srgbClr val="FF0000"/>
              </a:solidFill>
              <a:prstDash val="solid"/>
              <a:headEnd type="none" w="med" len="med"/>
              <a:tailEnd type="none" w="med" len="med"/>
            </a:ln>
          </p:spPr>
        </p:sp>
        <p:sp>
          <p:nvSpPr>
            <p:cNvPr id="161889" name="Text Box 177"/>
            <p:cNvSpPr txBox="1"/>
            <p:nvPr/>
          </p:nvSpPr>
          <p:spPr>
            <a:xfrm>
              <a:off x="232" y="1940"/>
              <a:ext cx="19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K</a:t>
              </a:r>
            </a:p>
          </p:txBody>
        </p:sp>
        <p:sp>
          <p:nvSpPr>
            <p:cNvPr id="161890" name="Line 178"/>
            <p:cNvSpPr/>
            <p:nvPr/>
          </p:nvSpPr>
          <p:spPr>
            <a:xfrm flipH="1">
              <a:off x="25" y="1864"/>
              <a:ext cx="227" cy="0"/>
            </a:xfrm>
            <a:prstGeom prst="line">
              <a:avLst/>
            </a:prstGeom>
            <a:ln w="28575" cap="flat" cmpd="sng">
              <a:solidFill>
                <a:srgbClr val="FF0000"/>
              </a:solidFill>
              <a:prstDash val="solid"/>
              <a:headEnd type="none" w="med" len="med"/>
              <a:tailEnd type="none" w="med" len="med"/>
            </a:ln>
          </p:spPr>
        </p:sp>
        <p:sp>
          <p:nvSpPr>
            <p:cNvPr id="161891" name="Line 179"/>
            <p:cNvSpPr/>
            <p:nvPr/>
          </p:nvSpPr>
          <p:spPr>
            <a:xfrm>
              <a:off x="249" y="2698"/>
              <a:ext cx="48" cy="48"/>
            </a:xfrm>
            <a:prstGeom prst="line">
              <a:avLst/>
            </a:prstGeom>
            <a:ln w="28575" cap="flat" cmpd="sng">
              <a:solidFill>
                <a:srgbClr val="FF0000"/>
              </a:solidFill>
              <a:prstDash val="solid"/>
              <a:headEnd type="none" w="med" len="med"/>
              <a:tailEnd type="none" w="med" len="med"/>
            </a:ln>
          </p:spPr>
        </p:sp>
        <p:sp>
          <p:nvSpPr>
            <p:cNvPr id="161892" name="Line 180"/>
            <p:cNvSpPr/>
            <p:nvPr/>
          </p:nvSpPr>
          <p:spPr>
            <a:xfrm flipH="1">
              <a:off x="249" y="2755"/>
              <a:ext cx="48" cy="48"/>
            </a:xfrm>
            <a:prstGeom prst="line">
              <a:avLst/>
            </a:prstGeom>
            <a:ln w="28575" cap="flat" cmpd="sng">
              <a:solidFill>
                <a:srgbClr val="FF0000"/>
              </a:solidFill>
              <a:prstDash val="solid"/>
              <a:headEnd type="none" w="med" len="med"/>
              <a:tailEnd type="none" w="med" len="med"/>
            </a:ln>
          </p:spPr>
        </p:sp>
        <p:sp>
          <p:nvSpPr>
            <p:cNvPr id="161893" name="Text Box 181"/>
            <p:cNvSpPr txBox="1"/>
            <p:nvPr/>
          </p:nvSpPr>
          <p:spPr>
            <a:xfrm>
              <a:off x="228" y="2822"/>
              <a:ext cx="192" cy="31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K</a:t>
              </a:r>
            </a:p>
          </p:txBody>
        </p:sp>
        <p:sp>
          <p:nvSpPr>
            <p:cNvPr id="161894" name="Line 182"/>
            <p:cNvSpPr/>
            <p:nvPr/>
          </p:nvSpPr>
          <p:spPr>
            <a:xfrm flipH="1">
              <a:off x="22" y="2746"/>
              <a:ext cx="227" cy="0"/>
            </a:xfrm>
            <a:prstGeom prst="line">
              <a:avLst/>
            </a:prstGeom>
            <a:ln w="28575" cap="flat" cmpd="sng">
              <a:solidFill>
                <a:srgbClr val="FF0000"/>
              </a:solidFill>
              <a:prstDash val="solid"/>
              <a:headEnd type="none" w="med" len="med"/>
              <a:tailEnd type="none" w="med" len="med"/>
            </a:ln>
          </p:spPr>
        </p:sp>
        <p:sp>
          <p:nvSpPr>
            <p:cNvPr id="161895" name="Line 183"/>
            <p:cNvSpPr/>
            <p:nvPr/>
          </p:nvSpPr>
          <p:spPr>
            <a:xfrm>
              <a:off x="28" y="64"/>
              <a:ext cx="0" cy="2688"/>
            </a:xfrm>
            <a:prstGeom prst="line">
              <a:avLst/>
            </a:prstGeom>
            <a:ln w="28575" cap="flat" cmpd="sng">
              <a:solidFill>
                <a:srgbClr val="FF0000"/>
              </a:solidFill>
              <a:prstDash val="solid"/>
              <a:headEnd type="none" w="med" len="med"/>
              <a:tailEnd type="none" w="med" len="med"/>
            </a:ln>
          </p:spPr>
        </p:sp>
        <p:sp>
          <p:nvSpPr>
            <p:cNvPr id="161896" name="Oval 184"/>
            <p:cNvSpPr/>
            <p:nvPr/>
          </p:nvSpPr>
          <p:spPr>
            <a:xfrm>
              <a:off x="0" y="26"/>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7" name="Oval 185"/>
            <p:cNvSpPr/>
            <p:nvPr/>
          </p:nvSpPr>
          <p:spPr>
            <a:xfrm>
              <a:off x="0" y="928"/>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98" name="Oval 186"/>
            <p:cNvSpPr/>
            <p:nvPr/>
          </p:nvSpPr>
          <p:spPr>
            <a:xfrm>
              <a:off x="8" y="1840"/>
              <a:ext cx="48" cy="48"/>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grpSp>
      <p:sp>
        <p:nvSpPr>
          <p:cNvPr id="161860" name="Oval 187"/>
          <p:cNvSpPr/>
          <p:nvPr/>
        </p:nvSpPr>
        <p:spPr>
          <a:xfrm>
            <a:off x="3175298" y="16478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1" name="Oval 188"/>
          <p:cNvSpPr/>
          <p:nvPr/>
        </p:nvSpPr>
        <p:spPr>
          <a:xfrm>
            <a:off x="2884785" y="304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2" name="Oval 189"/>
          <p:cNvSpPr/>
          <p:nvPr/>
        </p:nvSpPr>
        <p:spPr>
          <a:xfrm>
            <a:off x="5213648" y="272097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3" name="Oval 190"/>
          <p:cNvSpPr/>
          <p:nvPr/>
        </p:nvSpPr>
        <p:spPr>
          <a:xfrm>
            <a:off x="5213648" y="1636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4" name="Oval 191"/>
          <p:cNvSpPr/>
          <p:nvPr/>
        </p:nvSpPr>
        <p:spPr>
          <a:xfrm>
            <a:off x="5153323" y="555625"/>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5" name="Line 196"/>
          <p:cNvSpPr/>
          <p:nvPr/>
        </p:nvSpPr>
        <p:spPr>
          <a:xfrm flipH="1" flipV="1">
            <a:off x="3213715" y="2209165"/>
            <a:ext cx="734695" cy="6350"/>
          </a:xfrm>
          <a:prstGeom prst="line">
            <a:avLst/>
          </a:prstGeom>
          <a:ln w="28575" cap="flat" cmpd="sng">
            <a:solidFill>
              <a:schemeClr val="tx1"/>
            </a:solidFill>
            <a:prstDash val="solid"/>
            <a:headEnd type="none" w="med" len="med"/>
            <a:tailEnd type="none" w="med" len="med"/>
          </a:ln>
        </p:spPr>
      </p:sp>
      <p:sp>
        <p:nvSpPr>
          <p:cNvPr id="161866" name="Line 197"/>
          <p:cNvSpPr/>
          <p:nvPr/>
        </p:nvSpPr>
        <p:spPr>
          <a:xfrm flipH="1">
            <a:off x="3210540" y="2770505"/>
            <a:ext cx="737870" cy="5080"/>
          </a:xfrm>
          <a:prstGeom prst="line">
            <a:avLst/>
          </a:prstGeom>
          <a:ln w="28575" cap="flat" cmpd="sng">
            <a:solidFill>
              <a:schemeClr val="tx1"/>
            </a:solidFill>
            <a:prstDash val="solid"/>
            <a:headEnd type="none" w="med" len="med"/>
            <a:tailEnd type="none" w="med" len="med"/>
          </a:ln>
        </p:spPr>
      </p:sp>
      <p:sp>
        <p:nvSpPr>
          <p:cNvPr id="161867" name="Oval 198"/>
          <p:cNvSpPr/>
          <p:nvPr/>
        </p:nvSpPr>
        <p:spPr>
          <a:xfrm>
            <a:off x="3172123" y="303371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68" name="Line 199"/>
          <p:cNvSpPr/>
          <p:nvPr/>
        </p:nvSpPr>
        <p:spPr>
          <a:xfrm flipH="1">
            <a:off x="3219748" y="3324225"/>
            <a:ext cx="719137" cy="0"/>
          </a:xfrm>
          <a:prstGeom prst="line">
            <a:avLst/>
          </a:prstGeom>
          <a:ln w="28575" cap="flat" cmpd="sng">
            <a:solidFill>
              <a:schemeClr val="tx1"/>
            </a:solidFill>
            <a:prstDash val="solid"/>
            <a:headEnd type="none" w="med" len="med"/>
            <a:tailEnd type="none" w="med" len="med"/>
          </a:ln>
        </p:spPr>
      </p:sp>
      <p:sp>
        <p:nvSpPr>
          <p:cNvPr id="161869" name="Line 200"/>
          <p:cNvSpPr/>
          <p:nvPr/>
        </p:nvSpPr>
        <p:spPr>
          <a:xfrm flipH="1" flipV="1">
            <a:off x="3210540" y="3831590"/>
            <a:ext cx="748665" cy="6985"/>
          </a:xfrm>
          <a:prstGeom prst="line">
            <a:avLst/>
          </a:prstGeom>
          <a:ln w="28575" cap="flat" cmpd="sng">
            <a:solidFill>
              <a:schemeClr val="tx1"/>
            </a:solidFill>
            <a:prstDash val="solid"/>
            <a:headEnd type="none" w="med" len="med"/>
            <a:tailEnd type="none" w="med" len="med"/>
          </a:ln>
        </p:spPr>
      </p:sp>
      <p:sp>
        <p:nvSpPr>
          <p:cNvPr id="161870" name="Oval 201"/>
          <p:cNvSpPr/>
          <p:nvPr/>
        </p:nvSpPr>
        <p:spPr>
          <a:xfrm>
            <a:off x="3191173" y="40941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1" name="Line 202"/>
          <p:cNvSpPr/>
          <p:nvPr/>
        </p:nvSpPr>
        <p:spPr>
          <a:xfrm flipH="1">
            <a:off x="3219748" y="4371975"/>
            <a:ext cx="719137" cy="0"/>
          </a:xfrm>
          <a:prstGeom prst="line">
            <a:avLst/>
          </a:prstGeom>
          <a:ln w="28575" cap="flat" cmpd="sng">
            <a:solidFill>
              <a:schemeClr val="tx1"/>
            </a:solidFill>
            <a:prstDash val="solid"/>
            <a:headEnd type="none" w="med" len="med"/>
            <a:tailEnd type="none" w="med" len="med"/>
          </a:ln>
        </p:spPr>
      </p:sp>
      <p:sp>
        <p:nvSpPr>
          <p:cNvPr id="161872" name="Line 203"/>
          <p:cNvSpPr/>
          <p:nvPr/>
        </p:nvSpPr>
        <p:spPr>
          <a:xfrm flipH="1">
            <a:off x="3208000" y="2763520"/>
            <a:ext cx="1905" cy="577850"/>
          </a:xfrm>
          <a:prstGeom prst="line">
            <a:avLst/>
          </a:prstGeom>
          <a:ln w="28575" cap="flat" cmpd="sng">
            <a:solidFill>
              <a:schemeClr val="tx1"/>
            </a:solidFill>
            <a:prstDash val="solid"/>
            <a:headEnd type="none" w="med" len="med"/>
            <a:tailEnd type="none" w="med" len="med"/>
          </a:ln>
        </p:spPr>
      </p:sp>
      <p:sp>
        <p:nvSpPr>
          <p:cNvPr id="161873" name="Line 204"/>
          <p:cNvSpPr/>
          <p:nvPr/>
        </p:nvSpPr>
        <p:spPr>
          <a:xfrm>
            <a:off x="2730798" y="4117975"/>
            <a:ext cx="503237" cy="0"/>
          </a:xfrm>
          <a:prstGeom prst="line">
            <a:avLst/>
          </a:prstGeom>
          <a:ln w="28575" cap="flat" cmpd="sng">
            <a:solidFill>
              <a:schemeClr val="tx1"/>
            </a:solidFill>
            <a:prstDash val="solid"/>
            <a:headEnd type="none" w="med" len="med"/>
            <a:tailEnd type="none" w="med" len="med"/>
          </a:ln>
        </p:spPr>
      </p:sp>
      <p:sp>
        <p:nvSpPr>
          <p:cNvPr id="161874" name="Oval 205"/>
          <p:cNvSpPr/>
          <p:nvPr/>
        </p:nvSpPr>
        <p:spPr>
          <a:xfrm>
            <a:off x="3172123" y="13779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1875" name="Line 213"/>
          <p:cNvSpPr/>
          <p:nvPr/>
        </p:nvSpPr>
        <p:spPr>
          <a:xfrm flipH="1">
            <a:off x="3213398" y="1171575"/>
            <a:ext cx="719137" cy="0"/>
          </a:xfrm>
          <a:prstGeom prst="line">
            <a:avLst/>
          </a:prstGeom>
          <a:ln w="28575" cap="flat" cmpd="sng">
            <a:solidFill>
              <a:schemeClr val="tx1"/>
            </a:solidFill>
            <a:prstDash val="solid"/>
            <a:headEnd type="none" w="med" len="med"/>
            <a:tailEnd type="none" w="med" len="med"/>
          </a:ln>
        </p:spPr>
      </p:sp>
      <p:sp>
        <p:nvSpPr>
          <p:cNvPr id="161876" name="Oval 558"/>
          <p:cNvSpPr/>
          <p:nvPr/>
        </p:nvSpPr>
        <p:spPr>
          <a:xfrm flipH="1">
            <a:off x="4627860" y="1116013"/>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7" name="Oval 558"/>
          <p:cNvSpPr/>
          <p:nvPr/>
        </p:nvSpPr>
        <p:spPr>
          <a:xfrm flipH="1">
            <a:off x="4662785" y="2187575"/>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8" name="Oval 558"/>
          <p:cNvSpPr/>
          <p:nvPr/>
        </p:nvSpPr>
        <p:spPr>
          <a:xfrm flipH="1">
            <a:off x="4635798" y="3267075"/>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1879" name="Oval 558"/>
          <p:cNvSpPr/>
          <p:nvPr/>
        </p:nvSpPr>
        <p:spPr>
          <a:xfrm flipH="1">
            <a:off x="4640560" y="4300538"/>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文本框 1"/>
          <p:cNvSpPr txBox="1"/>
          <p:nvPr/>
        </p:nvSpPr>
        <p:spPr>
          <a:xfrm>
            <a:off x="5750223" y="2992514"/>
            <a:ext cx="3736480" cy="400110"/>
          </a:xfrm>
          <a:prstGeom prst="rect">
            <a:avLst/>
          </a:prstGeom>
          <a:noFill/>
        </p:spPr>
        <p:txBody>
          <a:bodyPr wrap="square" rtlCol="0">
            <a:spAutoFit/>
          </a:bodyPr>
          <a:lstStyle/>
          <a:p>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用</a:t>
            </a:r>
            <a:r>
              <a:rPr lang="en-US" alt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JK</a:t>
            </a:r>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触发器构成减</a:t>
            </a:r>
            <a:r>
              <a:rPr lang="en-US" alt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1</a:t>
            </a:r>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计数器呢？</a:t>
            </a:r>
          </a:p>
        </p:txBody>
      </p:sp>
      <p:sp>
        <p:nvSpPr>
          <p:cNvPr id="3" name="文本框 2"/>
          <p:cNvSpPr txBox="1"/>
          <p:nvPr/>
        </p:nvSpPr>
        <p:spPr>
          <a:xfrm>
            <a:off x="5659100" y="463550"/>
            <a:ext cx="230505"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4" name="文本框 3"/>
          <p:cNvSpPr txBox="1"/>
          <p:nvPr/>
        </p:nvSpPr>
        <p:spPr>
          <a:xfrm>
            <a:off x="5684500" y="1491615"/>
            <a:ext cx="230505"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5" name="文本框 4"/>
          <p:cNvSpPr txBox="1"/>
          <p:nvPr/>
        </p:nvSpPr>
        <p:spPr>
          <a:xfrm>
            <a:off x="5712440" y="2571750"/>
            <a:ext cx="230505"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6" name="文本框 5"/>
          <p:cNvSpPr txBox="1"/>
          <p:nvPr/>
        </p:nvSpPr>
        <p:spPr>
          <a:xfrm>
            <a:off x="5712440" y="3579495"/>
            <a:ext cx="230505" cy="337185"/>
          </a:xfrm>
          <a:prstGeom prst="rect">
            <a:avLst/>
          </a:prstGeom>
          <a:noFill/>
        </p:spPr>
        <p:txBody>
          <a:bodyPr wrap="square" rtlCol="0">
            <a:spAutoFit/>
          </a:bodyPr>
          <a:lstStyle/>
          <a:p>
            <a:r>
              <a:rPr lang="en-US" altLang="zh-CN" sz="1600">
                <a:solidFill>
                  <a:srgbClr val="0000FF"/>
                </a:solidFill>
                <a:latin typeface="华文新魏" panose="02010800040101010101" pitchFamily="2" charset="-122"/>
                <a:ea typeface="华文新魏" panose="02010800040101010101" pitchFamily="2" charset="-122"/>
              </a:rPr>
              <a:t>0</a:t>
            </a:r>
          </a:p>
        </p:txBody>
      </p:sp>
      <p:sp>
        <p:nvSpPr>
          <p:cNvPr id="7" name="矩形 6"/>
          <p:cNvSpPr/>
          <p:nvPr/>
        </p:nvSpPr>
        <p:spPr>
          <a:xfrm>
            <a:off x="5684500" y="483235"/>
            <a:ext cx="216535" cy="28829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8" name="矩形 7"/>
          <p:cNvSpPr/>
          <p:nvPr/>
        </p:nvSpPr>
        <p:spPr>
          <a:xfrm>
            <a:off x="5741015" y="1540510"/>
            <a:ext cx="216535" cy="28829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sp>
        <p:nvSpPr>
          <p:cNvPr id="10" name="矩形 9"/>
          <p:cNvSpPr/>
          <p:nvPr/>
        </p:nvSpPr>
        <p:spPr>
          <a:xfrm>
            <a:off x="2804775" y="2691765"/>
            <a:ext cx="216535" cy="28829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sp>
        <p:nvSpPr>
          <p:cNvPr id="11" name="矩形 10"/>
          <p:cNvSpPr/>
          <p:nvPr/>
        </p:nvSpPr>
        <p:spPr>
          <a:xfrm>
            <a:off x="5754985" y="2596515"/>
            <a:ext cx="216535" cy="288290"/>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0000"/>
                </a:solidFill>
                <a:effectLst/>
                <a:latin typeface="华文新魏" panose="02010800040101010101" pitchFamily="2" charset="-122"/>
                <a:ea typeface="华文新魏" panose="02010800040101010101" pitchFamily="2" charset="-122"/>
              </a:rPr>
              <a:t>1</a:t>
            </a:r>
          </a:p>
        </p:txBody>
      </p:sp>
      <p:cxnSp>
        <p:nvCxnSpPr>
          <p:cNvPr id="12" name="直接连接符 11"/>
          <p:cNvCxnSpPr/>
          <p:nvPr/>
        </p:nvCxnSpPr>
        <p:spPr>
          <a:xfrm>
            <a:off x="5086965" y="1131570"/>
            <a:ext cx="0" cy="303530"/>
          </a:xfrm>
          <a:prstGeom prst="line">
            <a:avLst/>
          </a:prstGeom>
          <a:solidFill>
            <a:schemeClr val="accent1"/>
          </a:solidFill>
          <a:ln w="19050" cap="flat" cmpd="sng" algn="ctr">
            <a:solidFill>
              <a:schemeClr val="accent2"/>
            </a:solidFill>
            <a:prstDash val="solid"/>
            <a:round/>
            <a:headEnd type="none" w="med" len="med"/>
            <a:tailEnd type="none" w="med" len="med"/>
          </a:ln>
        </p:spPr>
      </p:cxnSp>
      <p:cxnSp>
        <p:nvCxnSpPr>
          <p:cNvPr id="13" name="直接连接符 12"/>
          <p:cNvCxnSpPr/>
          <p:nvPr/>
        </p:nvCxnSpPr>
        <p:spPr>
          <a:xfrm>
            <a:off x="5108555" y="2209165"/>
            <a:ext cx="0" cy="290195"/>
          </a:xfrm>
          <a:prstGeom prst="line">
            <a:avLst/>
          </a:prstGeom>
          <a:solidFill>
            <a:schemeClr val="accent1"/>
          </a:solidFill>
          <a:ln w="19050" cap="flat" cmpd="sng" algn="ctr">
            <a:solidFill>
              <a:schemeClr val="accent2"/>
            </a:solidFill>
            <a:prstDash val="solid"/>
            <a:round/>
            <a:headEnd type="none" w="med" len="med"/>
            <a:tailEnd type="none" w="med" len="med"/>
          </a:ln>
        </p:spPr>
      </p:cxnSp>
      <p:cxnSp>
        <p:nvCxnSpPr>
          <p:cNvPr id="14" name="直接连接符 13"/>
          <p:cNvCxnSpPr/>
          <p:nvPr/>
        </p:nvCxnSpPr>
        <p:spPr>
          <a:xfrm>
            <a:off x="5086965" y="3314700"/>
            <a:ext cx="0" cy="303530"/>
          </a:xfrm>
          <a:prstGeom prst="line">
            <a:avLst/>
          </a:prstGeom>
          <a:solidFill>
            <a:schemeClr val="accent1"/>
          </a:solidFill>
          <a:ln w="19050" cap="flat" cmpd="sng" algn="ctr">
            <a:solidFill>
              <a:schemeClr val="accent2"/>
            </a:solidFill>
            <a:prstDash val="solid"/>
            <a:round/>
            <a:headEnd type="none" w="med" len="med"/>
            <a:tailEnd type="none" w="med" len="med"/>
          </a:ln>
        </p:spPr>
      </p:cxnSp>
      <p:sp>
        <p:nvSpPr>
          <p:cNvPr id="9" name="文本框 8"/>
          <p:cNvSpPr txBox="1"/>
          <p:nvPr/>
        </p:nvSpPr>
        <p:spPr>
          <a:xfrm>
            <a:off x="6092488" y="1750901"/>
            <a:ext cx="3177231" cy="1138773"/>
          </a:xfrm>
          <a:prstGeom prst="rect">
            <a:avLst/>
          </a:prstGeom>
          <a:noFill/>
        </p:spPr>
        <p:txBody>
          <a:bodyPr wrap="square" rtlCol="0">
            <a:spAutoFit/>
          </a:bodyPr>
          <a:lstStyle/>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sym typeface="+mn-ea"/>
              </a:rPr>
              <a:t>当</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i-1 </a:t>
            </a:r>
            <a:r>
              <a:rPr lang="en-US" altLang="zh-CN" b="1" dirty="0">
                <a:solidFill>
                  <a:schemeClr val="tx1"/>
                </a:solidFill>
                <a:latin typeface="华文新魏" panose="02010800040101010101" pitchFamily="2" charset="-122"/>
                <a:ea typeface="华文新魏" panose="02010800040101010101" pitchFamily="2" charset="-122"/>
                <a:sym typeface="+mn-ea"/>
              </a:rPr>
              <a:t>•</a:t>
            </a:r>
            <a:r>
              <a:rPr lang="en-US" altLang="zh-CN" b="1" baseline="-25000" dirty="0">
                <a:solidFill>
                  <a:schemeClr val="tx1"/>
                </a:solidFill>
                <a:latin typeface="华文新魏" panose="02010800040101010101" pitchFamily="2" charset="-122"/>
                <a:ea typeface="华文新魏" panose="02010800040101010101" pitchFamily="2" charset="-122"/>
                <a:sym typeface="+mn-ea"/>
              </a:rPr>
              <a:t> </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i-2</a:t>
            </a:r>
            <a:r>
              <a:rPr lang="en-US" altLang="zh-CN" b="1" dirty="0">
                <a:solidFill>
                  <a:schemeClr val="tx1"/>
                </a:solidFill>
                <a:latin typeface="华文新魏" panose="02010800040101010101" pitchFamily="2" charset="-122"/>
                <a:ea typeface="华文新魏" panose="02010800040101010101" pitchFamily="2" charset="-122"/>
                <a:sym typeface="+mn-ea"/>
              </a:rPr>
              <a:t>… • 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1 </a:t>
            </a:r>
            <a:r>
              <a:rPr lang="en-US" altLang="zh-CN" b="1" dirty="0">
                <a:solidFill>
                  <a:schemeClr val="tx1"/>
                </a:solidFill>
                <a:latin typeface="华文新魏" panose="02010800040101010101" pitchFamily="2" charset="-122"/>
                <a:ea typeface="华文新魏" panose="02010800040101010101" pitchFamily="2" charset="-122"/>
                <a:sym typeface="+mn-ea"/>
              </a:rPr>
              <a:t>= 1  </a:t>
            </a:r>
            <a:r>
              <a:rPr lang="zh-CN" altLang="en-US" b="1" dirty="0">
                <a:solidFill>
                  <a:schemeClr val="tx1"/>
                </a:solidFill>
                <a:latin typeface="华文新魏" panose="02010800040101010101" pitchFamily="2" charset="-122"/>
                <a:ea typeface="华文新魏" panose="02010800040101010101" pitchFamily="2" charset="-122"/>
                <a:sym typeface="+mn-ea"/>
              </a:rPr>
              <a:t>，</a:t>
            </a:r>
            <a:r>
              <a:rPr lang="en-US" altLang="zh-CN" b="1" dirty="0">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chemeClr val="tx1"/>
                </a:solidFill>
                <a:latin typeface="华文新魏" panose="02010800040101010101" pitchFamily="2" charset="-122"/>
                <a:ea typeface="华文新魏" panose="02010800040101010101" pitchFamily="2" charset="-122"/>
                <a:sym typeface="+mn-ea"/>
              </a:rPr>
              <a:t>低位</a:t>
            </a:r>
            <a:r>
              <a:rPr lang="zh-CN" altLang="en-US" b="1" dirty="0">
                <a:solidFill>
                  <a:srgbClr val="FF0000"/>
                </a:solidFill>
                <a:latin typeface="华文新魏" panose="02010800040101010101" pitchFamily="2" charset="-122"/>
                <a:ea typeface="华文新魏" panose="02010800040101010101" pitchFamily="2" charset="-122"/>
                <a:sym typeface="+mn-ea"/>
              </a:rPr>
              <a:t>有</a:t>
            </a:r>
            <a:r>
              <a:rPr lang="zh-CN" altLang="en-US" b="1" dirty="0">
                <a:solidFill>
                  <a:schemeClr val="tx1"/>
                </a:solidFill>
                <a:latin typeface="华文新魏" panose="02010800040101010101" pitchFamily="2" charset="-122"/>
                <a:ea typeface="华文新魏" panose="02010800040101010101" pitchFamily="2" charset="-122"/>
                <a:sym typeface="+mn-ea"/>
              </a:rPr>
              <a:t>进位→  </a:t>
            </a:r>
            <a:r>
              <a:rPr lang="en-US" altLang="zh-CN" b="1" dirty="0">
                <a:solidFill>
                  <a:schemeClr val="tx1"/>
                </a:solidFill>
                <a:latin typeface="华文新魏" panose="02010800040101010101" pitchFamily="2" charset="-122"/>
                <a:ea typeface="华文新魏" panose="02010800040101010101" pitchFamily="2" charset="-122"/>
                <a:sym typeface="+mn-ea"/>
              </a:rPr>
              <a:t>Q</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a:t>
            </a:r>
            <a:r>
              <a:rPr lang="en-US" altLang="zh-CN" b="1" baseline="30000" dirty="0">
                <a:solidFill>
                  <a:schemeClr val="tx1"/>
                </a:solidFill>
                <a:latin typeface="华文新魏" panose="02010800040101010101" pitchFamily="2" charset="-122"/>
                <a:ea typeface="华文新魏" panose="02010800040101010101" pitchFamily="2" charset="-122"/>
                <a:sym typeface="+mn-ea"/>
              </a:rPr>
              <a:t>n+1</a:t>
            </a:r>
            <a:r>
              <a:rPr lang="en-US" altLang="zh-CN" b="1" baseline="-25000" dirty="0">
                <a:solidFill>
                  <a:schemeClr val="tx1"/>
                </a:solidFill>
                <a:latin typeface="华文新魏" panose="02010800040101010101" pitchFamily="2" charset="-122"/>
                <a:ea typeface="华文新魏" panose="02010800040101010101" pitchFamily="2" charset="-122"/>
                <a:sym typeface="+mn-ea"/>
              </a:rPr>
              <a:t> </a:t>
            </a:r>
            <a:r>
              <a:rPr lang="zh-CN" altLang="en-US" b="1" dirty="0">
                <a:solidFill>
                  <a:schemeClr val="tx1"/>
                </a:solidFill>
                <a:latin typeface="华文新魏" panose="02010800040101010101" pitchFamily="2" charset="-122"/>
                <a:ea typeface="华文新魏" panose="02010800040101010101" pitchFamily="2" charset="-122"/>
                <a:sym typeface="+mn-ea"/>
              </a:rPr>
              <a:t>翻转</a:t>
            </a:r>
            <a:r>
              <a:rPr lang="en-US" altLang="zh-CN" b="1" dirty="0">
                <a:solidFill>
                  <a:schemeClr val="tx1"/>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此时的</a:t>
            </a:r>
            <a:r>
              <a:rPr lang="en-US" altLang="zh-CN" b="1" dirty="0">
                <a:solidFill>
                  <a:schemeClr val="tx1"/>
                </a:solidFill>
                <a:latin typeface="华文新魏" panose="02010800040101010101" pitchFamily="2" charset="-122"/>
                <a:ea typeface="华文新魏" panose="02010800040101010101" pitchFamily="2" charset="-122"/>
                <a:sym typeface="+mn-ea"/>
              </a:rPr>
              <a:t>J</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a:t>
            </a:r>
            <a:r>
              <a:rPr lang="en-US" altLang="zh-CN" b="1" dirty="0">
                <a:solidFill>
                  <a:schemeClr val="tx1"/>
                </a:solidFill>
                <a:latin typeface="华文新魏" panose="02010800040101010101" pitchFamily="2" charset="-122"/>
                <a:ea typeface="华文新魏" panose="02010800040101010101" pitchFamily="2" charset="-122"/>
                <a:sym typeface="+mn-ea"/>
              </a:rPr>
              <a:t>= K</a:t>
            </a:r>
            <a:r>
              <a:rPr lang="en-US" altLang="zh-CN" b="1" baseline="-25000" dirty="0">
                <a:solidFill>
                  <a:schemeClr val="tx1"/>
                </a:solidFill>
                <a:latin typeface="华文新魏" panose="02010800040101010101" pitchFamily="2" charset="-122"/>
                <a:ea typeface="华文新魏" panose="02010800040101010101" pitchFamily="2" charset="-122"/>
                <a:sym typeface="+mn-ea"/>
              </a:rPr>
              <a:t>i</a:t>
            </a:r>
            <a:r>
              <a:rPr lang="en-US" altLang="zh-CN" b="1" dirty="0">
                <a:solidFill>
                  <a:schemeClr val="tx1"/>
                </a:solidFill>
                <a:latin typeface="华文新魏" panose="02010800040101010101" pitchFamily="2" charset="-122"/>
                <a:ea typeface="华文新魏" panose="02010800040101010101" pitchFamily="2" charset="-122"/>
                <a:sym typeface="+mn-ea"/>
              </a:rPr>
              <a:t>= 1)</a:t>
            </a:r>
            <a:endParaRPr lang="en-US" altLang="zh-CN" b="1" dirty="0">
              <a:solidFill>
                <a:schemeClr val="tx1"/>
              </a:solidFill>
              <a:latin typeface="华文新魏" panose="02010800040101010101" pitchFamily="2" charset="-122"/>
              <a:ea typeface="华文新魏" panose="02010800040101010101" pitchFamily="2" charset="-122"/>
            </a:endParaRPr>
          </a:p>
          <a:p>
            <a:endParaRPr lang="zh-CN" altLang="en-US" dirty="0"/>
          </a:p>
        </p:txBody>
      </p:sp>
      <p:pic>
        <p:nvPicPr>
          <p:cNvPr id="16" name="图片 15"/>
          <p:cNvPicPr>
            <a:picLocks noChangeAspect="1"/>
          </p:cNvPicPr>
          <p:nvPr/>
        </p:nvPicPr>
        <p:blipFill>
          <a:blip r:embed="rId3"/>
          <a:stretch>
            <a:fillRect/>
          </a:stretch>
        </p:blipFill>
        <p:spPr>
          <a:xfrm>
            <a:off x="5724478" y="3860800"/>
            <a:ext cx="3413759" cy="965206"/>
          </a:xfrm>
          <a:prstGeom prst="rect">
            <a:avLst/>
          </a:prstGeom>
        </p:spPr>
      </p:pic>
      <p:sp>
        <p:nvSpPr>
          <p:cNvPr id="15" name="矩形 14">
            <a:extLst>
              <a:ext uri="{FF2B5EF4-FFF2-40B4-BE49-F238E27FC236}">
                <a16:creationId xmlns:a16="http://schemas.microsoft.com/office/drawing/2014/main" id="{51C68D55-289B-41D7-BE79-6706ADBD812A}"/>
              </a:ext>
            </a:extLst>
          </p:cNvPr>
          <p:cNvSpPr/>
          <p:nvPr/>
        </p:nvSpPr>
        <p:spPr bwMode="auto">
          <a:xfrm>
            <a:off x="5115223" y="612775"/>
            <a:ext cx="133032" cy="82899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22" name="矩形 121">
            <a:extLst>
              <a:ext uri="{FF2B5EF4-FFF2-40B4-BE49-F238E27FC236}">
                <a16:creationId xmlns:a16="http://schemas.microsoft.com/office/drawing/2014/main" id="{72C123F4-D2EF-48A3-B94D-493831F514D7}"/>
              </a:ext>
            </a:extLst>
          </p:cNvPr>
          <p:cNvSpPr/>
          <p:nvPr/>
        </p:nvSpPr>
        <p:spPr bwMode="auto">
          <a:xfrm>
            <a:off x="5183645" y="1690479"/>
            <a:ext cx="133032" cy="828991"/>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123" name="矩形 122">
            <a:extLst>
              <a:ext uri="{FF2B5EF4-FFF2-40B4-BE49-F238E27FC236}">
                <a16:creationId xmlns:a16="http://schemas.microsoft.com/office/drawing/2014/main" id="{4AE07672-A801-4F85-B5BA-197242C2A9DE}"/>
              </a:ext>
            </a:extLst>
          </p:cNvPr>
          <p:cNvSpPr/>
          <p:nvPr/>
        </p:nvSpPr>
        <p:spPr bwMode="auto">
          <a:xfrm>
            <a:off x="5167928" y="2788723"/>
            <a:ext cx="113347" cy="88792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xit" presetSubtype="10" fill="hold" grpId="2" nodeType="clickEffect">
                                  <p:stCondLst>
                                    <p:cond delay="0"/>
                                  </p:stCondLst>
                                  <p:childTnLst>
                                    <p:animEffect transition="out" filter="blinds(horizontal)">
                                      <p:cBhvr>
                                        <p:cTn id="10" dur="500"/>
                                        <p:tgtEl>
                                          <p:spTgt spid="7"/>
                                        </p:tgtEl>
                                      </p:cBhvr>
                                    </p:animEffect>
                                    <p:set>
                                      <p:cBhvr>
                                        <p:cTn id="11" dur="1" fill="hold">
                                          <p:stCondLst>
                                            <p:cond delay="499"/>
                                          </p:stCondLst>
                                        </p:cTn>
                                        <p:tgtEl>
                                          <p:spTgt spid="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3" nodeType="clickEffect">
                                  <p:stCondLst>
                                    <p:cond delay="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500" fill="hold"/>
                                        <p:tgtEl>
                                          <p:spTgt spid="7"/>
                                        </p:tgtEl>
                                        <p:attrNameLst>
                                          <p:attrName>ppt_x</p:attrName>
                                        </p:attrNameLst>
                                      </p:cBhvr>
                                      <p:tavLst>
                                        <p:tav tm="0">
                                          <p:val>
                                            <p:strVal val="#ppt_x"/>
                                          </p:val>
                                        </p:tav>
                                        <p:tav tm="100000">
                                          <p:val>
                                            <p:strVal val="#ppt_x"/>
                                          </p:val>
                                        </p:tav>
                                      </p:tavLst>
                                    </p:anim>
                                    <p:anim calcmode="lin" valueType="num">
                                      <p:cBhvr additive="base">
                                        <p:cTn id="2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3" presetClass="exit" presetSubtype="10" fill="hold" grpId="4" nodeType="clickEffect">
                                  <p:stCondLst>
                                    <p:cond delay="0"/>
                                  </p:stCondLst>
                                  <p:childTnLst>
                                    <p:animEffect transition="out" filter="blinds(horizontal)">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3" presetClass="exit" presetSubtype="10" fill="hold" grpId="2" nodeType="clickEffect">
                                  <p:stCondLst>
                                    <p:cond delay="0"/>
                                  </p:stCondLst>
                                  <p:childTnLst>
                                    <p:animEffect transition="out" filter="blinds(horizontal)">
                                      <p:cBhvr>
                                        <p:cTn id="34" dur="500"/>
                                        <p:tgtEl>
                                          <p:spTgt spid="8"/>
                                        </p:tgtEl>
                                      </p:cBhvr>
                                    </p:animEffect>
                                    <p:set>
                                      <p:cBhvr>
                                        <p:cTn id="35" dur="1" fill="hold">
                                          <p:stCondLst>
                                            <p:cond delay="499"/>
                                          </p:stCondLst>
                                        </p:cTn>
                                        <p:tgtEl>
                                          <p:spTgt spid="8"/>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 calcmode="lin" valueType="num">
                                      <p:cBhvr additive="base">
                                        <p:cTn id="56" dur="500" fill="hold"/>
                                        <p:tgtEl>
                                          <p:spTgt spid="12"/>
                                        </p:tgtEl>
                                        <p:attrNameLst>
                                          <p:attrName>ppt_x</p:attrName>
                                        </p:attrNameLst>
                                      </p:cBhvr>
                                      <p:tavLst>
                                        <p:tav tm="0">
                                          <p:val>
                                            <p:strVal val="#ppt_x"/>
                                          </p:val>
                                        </p:tav>
                                        <p:tav tm="100000">
                                          <p:val>
                                            <p:strVal val="#ppt_x"/>
                                          </p:val>
                                        </p:tav>
                                      </p:tavLst>
                                    </p:anim>
                                    <p:anim calcmode="lin" valueType="num">
                                      <p:cBhvr additive="base">
                                        <p:cTn id="57" dur="500" fill="hold"/>
                                        <p:tgtEl>
                                          <p:spTgt spid="12"/>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13"/>
                                        </p:tgtEl>
                                        <p:attrNameLst>
                                          <p:attrName>style.visibility</p:attrName>
                                        </p:attrNameLst>
                                      </p:cBhvr>
                                      <p:to>
                                        <p:strVal val="visible"/>
                                      </p:to>
                                    </p:set>
                                    <p:anim calcmode="lin" valueType="num">
                                      <p:cBhvr additive="base">
                                        <p:cTn id="60" dur="500" fill="hold"/>
                                        <p:tgtEl>
                                          <p:spTgt spid="13"/>
                                        </p:tgtEl>
                                        <p:attrNameLst>
                                          <p:attrName>ppt_x</p:attrName>
                                        </p:attrNameLst>
                                      </p:cBhvr>
                                      <p:tavLst>
                                        <p:tav tm="0">
                                          <p:val>
                                            <p:strVal val="#ppt_x"/>
                                          </p:val>
                                        </p:tav>
                                        <p:tav tm="100000">
                                          <p:val>
                                            <p:strVal val="#ppt_x"/>
                                          </p:val>
                                        </p:tav>
                                      </p:tavLst>
                                    </p:anim>
                                    <p:anim calcmode="lin" valueType="num">
                                      <p:cBhvr additive="base">
                                        <p:cTn id="61" dur="500" fill="hold"/>
                                        <p:tgtEl>
                                          <p:spTgt spid="13"/>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14"/>
                                        </p:tgtEl>
                                        <p:attrNameLst>
                                          <p:attrName>style.visibility</p:attrName>
                                        </p:attrNameLst>
                                      </p:cBhvr>
                                      <p:to>
                                        <p:strVal val="visible"/>
                                      </p:to>
                                    </p:set>
                                    <p:anim calcmode="lin" valueType="num">
                                      <p:cBhvr additive="base">
                                        <p:cTn id="64" dur="500" fill="hold"/>
                                        <p:tgtEl>
                                          <p:spTgt spid="14"/>
                                        </p:tgtEl>
                                        <p:attrNameLst>
                                          <p:attrName>ppt_x</p:attrName>
                                        </p:attrNameLst>
                                      </p:cBhvr>
                                      <p:tavLst>
                                        <p:tav tm="0">
                                          <p:val>
                                            <p:strVal val="#ppt_x"/>
                                          </p:val>
                                        </p:tav>
                                        <p:tav tm="100000">
                                          <p:val>
                                            <p:strVal val="#ppt_x"/>
                                          </p:val>
                                        </p:tav>
                                      </p:tavLst>
                                    </p:anim>
                                    <p:anim calcmode="lin" valueType="num">
                                      <p:cBhvr additive="base">
                                        <p:cTn id="65"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22"/>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7" grpId="0" animBg="1"/>
      <p:bldP spid="7" grpId="1" animBg="1"/>
      <p:bldP spid="7" grpId="2" animBg="1"/>
      <p:bldP spid="7" grpId="3" animBg="1"/>
      <p:bldP spid="7" grpId="4" animBg="1"/>
      <p:bldP spid="8" grpId="0" bldLvl="0" animBg="1"/>
      <p:bldP spid="8" grpId="1" animBg="1"/>
      <p:bldP spid="8" grpId="2" animBg="1"/>
      <p:bldP spid="10" grpId="0" bldLvl="0" animBg="1"/>
      <p:bldP spid="10" grpId="1" animBg="1"/>
      <p:bldP spid="11" grpId="0" bldLvl="0" animBg="1"/>
      <p:bldP spid="11" grpId="1" animBg="1"/>
      <p:bldP spid="9" grpId="0"/>
      <p:bldP spid="15" grpId="0" animBg="1"/>
      <p:bldP spid="122" grpId="0" animBg="1"/>
      <p:bldP spid="12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Line 14"/>
          <p:cNvSpPr/>
          <p:nvPr/>
        </p:nvSpPr>
        <p:spPr>
          <a:xfrm>
            <a:off x="5065713" y="692150"/>
            <a:ext cx="604837" cy="0"/>
          </a:xfrm>
          <a:prstGeom prst="line">
            <a:avLst/>
          </a:prstGeom>
          <a:ln w="28575" cap="flat" cmpd="sng">
            <a:solidFill>
              <a:schemeClr val="tx1"/>
            </a:solidFill>
            <a:prstDash val="solid"/>
            <a:headEnd type="none" w="med" len="med"/>
            <a:tailEnd type="none" w="med" len="med"/>
          </a:ln>
        </p:spPr>
      </p:sp>
      <p:sp>
        <p:nvSpPr>
          <p:cNvPr id="162819" name="Line 22"/>
          <p:cNvSpPr/>
          <p:nvPr/>
        </p:nvSpPr>
        <p:spPr>
          <a:xfrm>
            <a:off x="5056188" y="1720850"/>
            <a:ext cx="604837" cy="0"/>
          </a:xfrm>
          <a:prstGeom prst="line">
            <a:avLst/>
          </a:prstGeom>
          <a:ln w="28575" cap="flat" cmpd="sng">
            <a:solidFill>
              <a:schemeClr val="tx1"/>
            </a:solidFill>
            <a:prstDash val="solid"/>
            <a:headEnd type="none" w="med" len="med"/>
            <a:tailEnd type="none" w="med" len="med"/>
          </a:ln>
        </p:spPr>
      </p:sp>
      <p:sp>
        <p:nvSpPr>
          <p:cNvPr id="162820" name="Line 30"/>
          <p:cNvSpPr/>
          <p:nvPr/>
        </p:nvSpPr>
        <p:spPr>
          <a:xfrm>
            <a:off x="5075238" y="3835400"/>
            <a:ext cx="604837" cy="0"/>
          </a:xfrm>
          <a:prstGeom prst="line">
            <a:avLst/>
          </a:prstGeom>
          <a:ln w="28575" cap="flat" cmpd="sng">
            <a:solidFill>
              <a:schemeClr val="tx1"/>
            </a:solidFill>
            <a:prstDash val="solid"/>
            <a:headEnd type="none" w="med" len="med"/>
            <a:tailEnd type="none" w="med" len="med"/>
          </a:ln>
        </p:spPr>
      </p:sp>
      <p:sp>
        <p:nvSpPr>
          <p:cNvPr id="162821" name="Line 38"/>
          <p:cNvSpPr/>
          <p:nvPr/>
        </p:nvSpPr>
        <p:spPr>
          <a:xfrm>
            <a:off x="5075238" y="2749550"/>
            <a:ext cx="604837" cy="0"/>
          </a:xfrm>
          <a:prstGeom prst="line">
            <a:avLst/>
          </a:prstGeom>
          <a:ln w="28575" cap="flat" cmpd="sng">
            <a:solidFill>
              <a:schemeClr val="tx1"/>
            </a:solidFill>
            <a:prstDash val="solid"/>
            <a:headEnd type="none" w="med" len="med"/>
            <a:tailEnd type="none" w="med" len="med"/>
          </a:ln>
        </p:spPr>
      </p:sp>
      <p:sp>
        <p:nvSpPr>
          <p:cNvPr id="162822" name="Line 39"/>
          <p:cNvSpPr/>
          <p:nvPr/>
        </p:nvSpPr>
        <p:spPr>
          <a:xfrm flipH="1">
            <a:off x="2219325" y="706438"/>
            <a:ext cx="2159000" cy="0"/>
          </a:xfrm>
          <a:prstGeom prst="line">
            <a:avLst/>
          </a:prstGeom>
          <a:ln w="28575" cap="flat" cmpd="sng">
            <a:solidFill>
              <a:srgbClr val="FF0000"/>
            </a:solidFill>
            <a:prstDash val="solid"/>
            <a:headEnd type="none" w="med" len="med"/>
            <a:tailEnd type="none" w="med" len="med"/>
          </a:ln>
        </p:spPr>
      </p:sp>
      <p:sp>
        <p:nvSpPr>
          <p:cNvPr id="162823" name="AutoShape 41"/>
          <p:cNvSpPr/>
          <p:nvPr/>
        </p:nvSpPr>
        <p:spPr>
          <a:xfrm>
            <a:off x="3136900" y="1619250"/>
            <a:ext cx="460375" cy="6096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4" name="Text Box 42"/>
          <p:cNvSpPr txBox="1"/>
          <p:nvPr/>
        </p:nvSpPr>
        <p:spPr>
          <a:xfrm>
            <a:off x="3192463" y="1714500"/>
            <a:ext cx="358775" cy="461963"/>
          </a:xfrm>
          <a:prstGeom prst="rect">
            <a:avLst/>
          </a:prstGeom>
          <a:noFill/>
          <a:ln w="9525">
            <a:noFill/>
          </a:ln>
        </p:spPr>
        <p:txBody>
          <a:bodyPr>
            <a:spAutoFit/>
          </a:bodyPr>
          <a:lstStyle/>
          <a:p>
            <a:pPr>
              <a:buFont typeface="Arial" panose="020B0604020202020204" pitchFamily="34" charset="0"/>
            </a:pPr>
            <a:r>
              <a:rPr lang="en-US" altLang="zh-CN" sz="2400">
                <a:solidFill>
                  <a:schemeClr val="tx1"/>
                </a:solidFill>
                <a:latin typeface="Calibri" panose="020F0502020204030204" pitchFamily="34" charset="0"/>
              </a:rPr>
              <a:t>&amp;</a:t>
            </a:r>
          </a:p>
        </p:txBody>
      </p:sp>
      <p:sp>
        <p:nvSpPr>
          <p:cNvPr id="162825" name="AutoShape 44"/>
          <p:cNvSpPr/>
          <p:nvPr/>
        </p:nvSpPr>
        <p:spPr>
          <a:xfrm>
            <a:off x="3136900" y="2636838"/>
            <a:ext cx="460375" cy="642937"/>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6" name="Text Box 45"/>
          <p:cNvSpPr txBox="1"/>
          <p:nvPr/>
        </p:nvSpPr>
        <p:spPr>
          <a:xfrm>
            <a:off x="3192463" y="2743200"/>
            <a:ext cx="358775" cy="461963"/>
          </a:xfrm>
          <a:prstGeom prst="rect">
            <a:avLst/>
          </a:prstGeom>
          <a:noFill/>
          <a:ln w="9525">
            <a:noFill/>
          </a:ln>
        </p:spPr>
        <p:txBody>
          <a:bodyPr>
            <a:spAutoFit/>
          </a:bodyPr>
          <a:lstStyle/>
          <a:p>
            <a:pPr>
              <a:buFont typeface="Arial" panose="020B0604020202020204" pitchFamily="34" charset="0"/>
            </a:pPr>
            <a:r>
              <a:rPr lang="en-US" altLang="zh-CN" sz="2400">
                <a:solidFill>
                  <a:schemeClr val="tx1"/>
                </a:solidFill>
                <a:latin typeface="Calibri" panose="020F0502020204030204" pitchFamily="34" charset="0"/>
              </a:rPr>
              <a:t>&amp;</a:t>
            </a:r>
          </a:p>
        </p:txBody>
      </p:sp>
      <p:sp>
        <p:nvSpPr>
          <p:cNvPr id="162827" name="AutoShape 47"/>
          <p:cNvSpPr/>
          <p:nvPr/>
        </p:nvSpPr>
        <p:spPr>
          <a:xfrm>
            <a:off x="3184525" y="3754438"/>
            <a:ext cx="460375" cy="588962"/>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28" name="Text Box 48"/>
          <p:cNvSpPr txBox="1"/>
          <p:nvPr/>
        </p:nvSpPr>
        <p:spPr>
          <a:xfrm>
            <a:off x="3240088" y="3829050"/>
            <a:ext cx="358775" cy="463550"/>
          </a:xfrm>
          <a:prstGeom prst="rect">
            <a:avLst/>
          </a:prstGeom>
          <a:noFill/>
          <a:ln w="9525">
            <a:noFill/>
          </a:ln>
        </p:spPr>
        <p:txBody>
          <a:bodyPr>
            <a:spAutoFit/>
          </a:bodyPr>
          <a:lstStyle/>
          <a:p>
            <a:pPr>
              <a:buFont typeface="Arial" panose="020B0604020202020204" pitchFamily="34" charset="0"/>
            </a:pPr>
            <a:r>
              <a:rPr lang="en-US" altLang="zh-CN" sz="2400">
                <a:solidFill>
                  <a:schemeClr val="tx1"/>
                </a:solidFill>
                <a:latin typeface="Calibri" panose="020F0502020204030204" pitchFamily="34" charset="0"/>
              </a:rPr>
              <a:t>&amp;</a:t>
            </a:r>
          </a:p>
        </p:txBody>
      </p:sp>
      <p:sp>
        <p:nvSpPr>
          <p:cNvPr id="162829" name="Line 49"/>
          <p:cNvSpPr/>
          <p:nvPr/>
        </p:nvSpPr>
        <p:spPr>
          <a:xfrm flipH="1">
            <a:off x="2298700" y="1184275"/>
            <a:ext cx="2073275" cy="0"/>
          </a:xfrm>
          <a:prstGeom prst="line">
            <a:avLst/>
          </a:prstGeom>
          <a:ln w="28575" cap="flat" cmpd="sng">
            <a:solidFill>
              <a:srgbClr val="0000FF"/>
            </a:solidFill>
            <a:prstDash val="solid"/>
            <a:headEnd type="none" w="med" len="med"/>
            <a:tailEnd type="none" w="med" len="med"/>
          </a:ln>
        </p:spPr>
      </p:sp>
      <p:sp>
        <p:nvSpPr>
          <p:cNvPr id="162830" name="Line 50"/>
          <p:cNvSpPr/>
          <p:nvPr/>
        </p:nvSpPr>
        <p:spPr>
          <a:xfrm>
            <a:off x="2433638" y="693738"/>
            <a:ext cx="0" cy="3549650"/>
          </a:xfrm>
          <a:prstGeom prst="line">
            <a:avLst/>
          </a:prstGeom>
          <a:ln w="28575" cap="flat" cmpd="sng">
            <a:solidFill>
              <a:srgbClr val="FF0000"/>
            </a:solidFill>
            <a:prstDash val="solid"/>
            <a:headEnd type="none" w="med" len="med"/>
            <a:tailEnd type="none" w="med" len="med"/>
          </a:ln>
        </p:spPr>
      </p:sp>
      <p:sp>
        <p:nvSpPr>
          <p:cNvPr id="162831" name="Line 51"/>
          <p:cNvSpPr/>
          <p:nvPr/>
        </p:nvSpPr>
        <p:spPr>
          <a:xfrm>
            <a:off x="5346700" y="708025"/>
            <a:ext cx="0" cy="742950"/>
          </a:xfrm>
          <a:prstGeom prst="line">
            <a:avLst/>
          </a:prstGeom>
          <a:ln w="28575" cap="flat" cmpd="sng">
            <a:solidFill>
              <a:schemeClr val="tx1"/>
            </a:solidFill>
            <a:prstDash val="solid"/>
            <a:headEnd type="none" w="med" len="med"/>
            <a:tailEnd type="none" w="med" len="med"/>
          </a:ln>
        </p:spPr>
      </p:sp>
      <p:sp>
        <p:nvSpPr>
          <p:cNvPr id="162832" name="Line 52"/>
          <p:cNvSpPr/>
          <p:nvPr/>
        </p:nvSpPr>
        <p:spPr>
          <a:xfrm flipH="1">
            <a:off x="2603500" y="1449388"/>
            <a:ext cx="2735263" cy="0"/>
          </a:xfrm>
          <a:prstGeom prst="line">
            <a:avLst/>
          </a:prstGeom>
          <a:ln w="28575" cap="flat" cmpd="sng">
            <a:solidFill>
              <a:schemeClr val="tx1"/>
            </a:solidFill>
            <a:prstDash val="solid"/>
            <a:headEnd type="none" w="med" len="med"/>
            <a:tailEnd type="none" w="med" len="med"/>
          </a:ln>
        </p:spPr>
      </p:sp>
      <p:sp>
        <p:nvSpPr>
          <p:cNvPr id="162833" name="Line 53"/>
          <p:cNvSpPr/>
          <p:nvPr/>
        </p:nvSpPr>
        <p:spPr>
          <a:xfrm>
            <a:off x="2619375" y="1447800"/>
            <a:ext cx="0" cy="2662238"/>
          </a:xfrm>
          <a:prstGeom prst="line">
            <a:avLst/>
          </a:prstGeom>
          <a:ln w="28575" cap="flat" cmpd="sng">
            <a:solidFill>
              <a:schemeClr val="tx1"/>
            </a:solidFill>
            <a:prstDash val="solid"/>
            <a:headEnd type="none" w="med" len="med"/>
            <a:tailEnd type="none" w="med" len="med"/>
          </a:ln>
        </p:spPr>
      </p:sp>
      <p:sp>
        <p:nvSpPr>
          <p:cNvPr id="162834" name="Line 54"/>
          <p:cNvSpPr/>
          <p:nvPr/>
        </p:nvSpPr>
        <p:spPr>
          <a:xfrm>
            <a:off x="2435225" y="4238625"/>
            <a:ext cx="755650" cy="0"/>
          </a:xfrm>
          <a:prstGeom prst="line">
            <a:avLst/>
          </a:prstGeom>
          <a:ln w="28575" cap="flat" cmpd="sng">
            <a:solidFill>
              <a:srgbClr val="FF0000"/>
            </a:solidFill>
            <a:prstDash val="solid"/>
            <a:headEnd type="none" w="med" len="med"/>
            <a:tailEnd type="none" w="med" len="med"/>
          </a:ln>
        </p:spPr>
      </p:sp>
      <p:sp>
        <p:nvSpPr>
          <p:cNvPr id="162835" name="Line 55"/>
          <p:cNvSpPr/>
          <p:nvPr/>
        </p:nvSpPr>
        <p:spPr>
          <a:xfrm>
            <a:off x="2619375" y="4114800"/>
            <a:ext cx="576263" cy="0"/>
          </a:xfrm>
          <a:prstGeom prst="line">
            <a:avLst/>
          </a:prstGeom>
          <a:ln w="28575" cap="flat" cmpd="sng">
            <a:solidFill>
              <a:schemeClr val="tx1"/>
            </a:solidFill>
            <a:prstDash val="solid"/>
            <a:headEnd type="none" w="med" len="med"/>
            <a:tailEnd type="none" w="med" len="med"/>
          </a:ln>
        </p:spPr>
      </p:sp>
      <p:sp>
        <p:nvSpPr>
          <p:cNvPr id="162836" name="Line 56"/>
          <p:cNvSpPr/>
          <p:nvPr/>
        </p:nvSpPr>
        <p:spPr>
          <a:xfrm>
            <a:off x="5362575" y="1758950"/>
            <a:ext cx="0" cy="701675"/>
          </a:xfrm>
          <a:prstGeom prst="line">
            <a:avLst/>
          </a:prstGeom>
          <a:ln w="28575" cap="flat" cmpd="sng">
            <a:solidFill>
              <a:schemeClr val="tx1"/>
            </a:solidFill>
            <a:prstDash val="solid"/>
            <a:headEnd type="none" w="med" len="med"/>
            <a:tailEnd type="none" w="med" len="med"/>
          </a:ln>
        </p:spPr>
      </p:sp>
      <p:sp>
        <p:nvSpPr>
          <p:cNvPr id="162837" name="Line 57"/>
          <p:cNvSpPr/>
          <p:nvPr/>
        </p:nvSpPr>
        <p:spPr>
          <a:xfrm flipH="1">
            <a:off x="2755900" y="2457450"/>
            <a:ext cx="2590800" cy="0"/>
          </a:xfrm>
          <a:prstGeom prst="line">
            <a:avLst/>
          </a:prstGeom>
          <a:ln w="28575" cap="flat" cmpd="sng">
            <a:solidFill>
              <a:schemeClr val="tx1"/>
            </a:solidFill>
            <a:prstDash val="solid"/>
            <a:headEnd type="none" w="med" len="med"/>
            <a:tailEnd type="none" w="med" len="med"/>
          </a:ln>
        </p:spPr>
      </p:sp>
      <p:sp>
        <p:nvSpPr>
          <p:cNvPr id="162838" name="Line 58"/>
          <p:cNvSpPr/>
          <p:nvPr/>
        </p:nvSpPr>
        <p:spPr>
          <a:xfrm>
            <a:off x="2755900" y="2457450"/>
            <a:ext cx="0" cy="1552575"/>
          </a:xfrm>
          <a:prstGeom prst="line">
            <a:avLst/>
          </a:prstGeom>
          <a:ln w="28575" cap="flat" cmpd="sng">
            <a:solidFill>
              <a:schemeClr val="tx1"/>
            </a:solidFill>
            <a:prstDash val="solid"/>
            <a:headEnd type="none" w="med" len="med"/>
            <a:tailEnd type="none" w="med" len="med"/>
          </a:ln>
        </p:spPr>
      </p:sp>
      <p:sp>
        <p:nvSpPr>
          <p:cNvPr id="162839" name="Line 59"/>
          <p:cNvSpPr/>
          <p:nvPr/>
        </p:nvSpPr>
        <p:spPr>
          <a:xfrm>
            <a:off x="2755900" y="4000500"/>
            <a:ext cx="434975" cy="0"/>
          </a:xfrm>
          <a:prstGeom prst="line">
            <a:avLst/>
          </a:prstGeom>
          <a:ln w="28575" cap="flat" cmpd="sng">
            <a:solidFill>
              <a:schemeClr val="tx1"/>
            </a:solidFill>
            <a:prstDash val="solid"/>
            <a:headEnd type="none" w="med" len="med"/>
            <a:tailEnd type="none" w="med" len="med"/>
          </a:ln>
        </p:spPr>
      </p:sp>
      <p:sp>
        <p:nvSpPr>
          <p:cNvPr id="162840" name="Line 60"/>
          <p:cNvSpPr/>
          <p:nvPr/>
        </p:nvSpPr>
        <p:spPr>
          <a:xfrm>
            <a:off x="5346700" y="2754313"/>
            <a:ext cx="0" cy="742950"/>
          </a:xfrm>
          <a:prstGeom prst="line">
            <a:avLst/>
          </a:prstGeom>
          <a:ln w="28575" cap="flat" cmpd="sng">
            <a:solidFill>
              <a:schemeClr val="tx1"/>
            </a:solidFill>
            <a:prstDash val="solid"/>
            <a:headEnd type="none" w="med" len="med"/>
            <a:tailEnd type="none" w="med" len="med"/>
          </a:ln>
        </p:spPr>
      </p:sp>
      <p:sp>
        <p:nvSpPr>
          <p:cNvPr id="162841" name="Line 61"/>
          <p:cNvSpPr/>
          <p:nvPr/>
        </p:nvSpPr>
        <p:spPr>
          <a:xfrm flipH="1">
            <a:off x="2906713" y="3495675"/>
            <a:ext cx="2438400" cy="0"/>
          </a:xfrm>
          <a:prstGeom prst="line">
            <a:avLst/>
          </a:prstGeom>
          <a:ln w="28575" cap="flat" cmpd="sng">
            <a:solidFill>
              <a:schemeClr val="tx1"/>
            </a:solidFill>
            <a:prstDash val="solid"/>
            <a:headEnd type="none" w="med" len="med"/>
            <a:tailEnd type="none" w="med" len="med"/>
          </a:ln>
        </p:spPr>
      </p:sp>
      <p:sp>
        <p:nvSpPr>
          <p:cNvPr id="162842" name="Line 62"/>
          <p:cNvSpPr/>
          <p:nvPr/>
        </p:nvSpPr>
        <p:spPr>
          <a:xfrm>
            <a:off x="2908300" y="3506788"/>
            <a:ext cx="0" cy="396875"/>
          </a:xfrm>
          <a:prstGeom prst="line">
            <a:avLst/>
          </a:prstGeom>
          <a:ln w="28575" cap="flat" cmpd="sng">
            <a:solidFill>
              <a:schemeClr val="tx1"/>
            </a:solidFill>
            <a:prstDash val="solid"/>
            <a:headEnd type="none" w="med" len="med"/>
            <a:tailEnd type="none" w="med" len="med"/>
          </a:ln>
        </p:spPr>
      </p:sp>
      <p:sp>
        <p:nvSpPr>
          <p:cNvPr id="162843" name="Line 63"/>
          <p:cNvSpPr/>
          <p:nvPr/>
        </p:nvSpPr>
        <p:spPr>
          <a:xfrm>
            <a:off x="2908300" y="3886200"/>
            <a:ext cx="287338" cy="0"/>
          </a:xfrm>
          <a:prstGeom prst="line">
            <a:avLst/>
          </a:prstGeom>
          <a:ln w="28575" cap="flat" cmpd="sng">
            <a:solidFill>
              <a:schemeClr val="tx1"/>
            </a:solidFill>
            <a:prstDash val="solid"/>
            <a:headEnd type="none" w="med" len="med"/>
            <a:tailEnd type="none" w="med" len="med"/>
          </a:ln>
        </p:spPr>
      </p:sp>
      <p:sp>
        <p:nvSpPr>
          <p:cNvPr id="162844" name="Line 64"/>
          <p:cNvSpPr/>
          <p:nvPr/>
        </p:nvSpPr>
        <p:spPr>
          <a:xfrm>
            <a:off x="2603500" y="1792288"/>
            <a:ext cx="533400" cy="0"/>
          </a:xfrm>
          <a:prstGeom prst="line">
            <a:avLst/>
          </a:prstGeom>
          <a:ln w="28575" cap="flat" cmpd="sng">
            <a:solidFill>
              <a:schemeClr val="tx1"/>
            </a:solidFill>
            <a:prstDash val="solid"/>
            <a:headEnd type="none" w="med" len="med"/>
            <a:tailEnd type="none" w="med" len="med"/>
          </a:ln>
        </p:spPr>
      </p:sp>
      <p:sp>
        <p:nvSpPr>
          <p:cNvPr id="162845" name="Line 65"/>
          <p:cNvSpPr/>
          <p:nvPr/>
        </p:nvSpPr>
        <p:spPr>
          <a:xfrm>
            <a:off x="2451100" y="2078038"/>
            <a:ext cx="685800" cy="0"/>
          </a:xfrm>
          <a:prstGeom prst="line">
            <a:avLst/>
          </a:prstGeom>
          <a:ln w="28575" cap="flat" cmpd="sng">
            <a:solidFill>
              <a:srgbClr val="FF0000"/>
            </a:solidFill>
            <a:prstDash val="solid"/>
            <a:headEnd type="none" w="med" len="med"/>
            <a:tailEnd type="none" w="med" len="med"/>
          </a:ln>
        </p:spPr>
      </p:sp>
      <p:sp>
        <p:nvSpPr>
          <p:cNvPr id="162846" name="Line 66"/>
          <p:cNvSpPr/>
          <p:nvPr/>
        </p:nvSpPr>
        <p:spPr>
          <a:xfrm>
            <a:off x="2755900" y="2820988"/>
            <a:ext cx="381000" cy="0"/>
          </a:xfrm>
          <a:prstGeom prst="line">
            <a:avLst/>
          </a:prstGeom>
          <a:ln w="28575" cap="flat" cmpd="sng">
            <a:solidFill>
              <a:schemeClr val="tx1"/>
            </a:solidFill>
            <a:prstDash val="solid"/>
            <a:headEnd type="none" w="med" len="med"/>
            <a:tailEnd type="none" w="med" len="med"/>
          </a:ln>
        </p:spPr>
      </p:sp>
      <p:sp>
        <p:nvSpPr>
          <p:cNvPr id="162847" name="Line 67"/>
          <p:cNvSpPr/>
          <p:nvPr/>
        </p:nvSpPr>
        <p:spPr>
          <a:xfrm>
            <a:off x="2603500" y="2992438"/>
            <a:ext cx="533400" cy="0"/>
          </a:xfrm>
          <a:prstGeom prst="line">
            <a:avLst/>
          </a:prstGeom>
          <a:ln w="28575" cap="flat" cmpd="sng">
            <a:solidFill>
              <a:schemeClr val="tx1"/>
            </a:solidFill>
            <a:prstDash val="solid"/>
            <a:headEnd type="none" w="med" len="med"/>
            <a:tailEnd type="none" w="med" len="med"/>
          </a:ln>
        </p:spPr>
      </p:sp>
      <p:sp>
        <p:nvSpPr>
          <p:cNvPr id="162848" name="Line 68"/>
          <p:cNvSpPr/>
          <p:nvPr/>
        </p:nvSpPr>
        <p:spPr>
          <a:xfrm>
            <a:off x="2451100" y="3163888"/>
            <a:ext cx="685800" cy="0"/>
          </a:xfrm>
          <a:prstGeom prst="line">
            <a:avLst/>
          </a:prstGeom>
          <a:ln w="28575" cap="flat" cmpd="sng">
            <a:solidFill>
              <a:srgbClr val="FF0000"/>
            </a:solidFill>
            <a:prstDash val="solid"/>
            <a:headEnd type="none" w="med" len="med"/>
            <a:tailEnd type="none" w="med" len="med"/>
          </a:ln>
        </p:spPr>
      </p:sp>
      <p:sp>
        <p:nvSpPr>
          <p:cNvPr id="162849" name="Line 69"/>
          <p:cNvSpPr/>
          <p:nvPr/>
        </p:nvSpPr>
        <p:spPr>
          <a:xfrm>
            <a:off x="3600450" y="2820988"/>
            <a:ext cx="808038" cy="0"/>
          </a:xfrm>
          <a:prstGeom prst="line">
            <a:avLst/>
          </a:prstGeom>
          <a:ln w="28575" cap="flat" cmpd="sng">
            <a:solidFill>
              <a:schemeClr val="tx1"/>
            </a:solidFill>
            <a:prstDash val="solid"/>
            <a:headEnd type="none" w="med" len="med"/>
            <a:tailEnd type="none" w="med" len="med"/>
          </a:ln>
        </p:spPr>
      </p:sp>
      <p:sp>
        <p:nvSpPr>
          <p:cNvPr id="162850" name="Line 70"/>
          <p:cNvSpPr/>
          <p:nvPr/>
        </p:nvSpPr>
        <p:spPr>
          <a:xfrm>
            <a:off x="3635375" y="3906838"/>
            <a:ext cx="766763" cy="0"/>
          </a:xfrm>
          <a:prstGeom prst="line">
            <a:avLst/>
          </a:prstGeom>
          <a:ln w="28575" cap="flat" cmpd="sng">
            <a:solidFill>
              <a:schemeClr val="tx1"/>
            </a:solidFill>
            <a:prstDash val="solid"/>
            <a:headEnd type="none" w="med" len="med"/>
            <a:tailEnd type="none" w="med" len="med"/>
          </a:ln>
        </p:spPr>
      </p:sp>
      <p:sp>
        <p:nvSpPr>
          <p:cNvPr id="162851" name="Line 71"/>
          <p:cNvSpPr/>
          <p:nvPr/>
        </p:nvSpPr>
        <p:spPr>
          <a:xfrm>
            <a:off x="3594100" y="1714500"/>
            <a:ext cx="784225" cy="6350"/>
          </a:xfrm>
          <a:prstGeom prst="line">
            <a:avLst/>
          </a:prstGeom>
          <a:ln w="28575" cap="flat" cmpd="sng">
            <a:solidFill>
              <a:schemeClr val="tx1"/>
            </a:solidFill>
            <a:prstDash val="solid"/>
            <a:headEnd type="none" w="med" len="med"/>
            <a:tailEnd type="none" w="med" len="med"/>
          </a:ln>
        </p:spPr>
      </p:sp>
      <p:sp>
        <p:nvSpPr>
          <p:cNvPr id="162852" name="Line 72"/>
          <p:cNvSpPr/>
          <p:nvPr/>
        </p:nvSpPr>
        <p:spPr>
          <a:xfrm flipH="1">
            <a:off x="3946525" y="4327525"/>
            <a:ext cx="457200" cy="0"/>
          </a:xfrm>
          <a:prstGeom prst="line">
            <a:avLst/>
          </a:prstGeom>
          <a:ln w="28575" cap="flat" cmpd="sng">
            <a:solidFill>
              <a:schemeClr val="tx1"/>
            </a:solidFill>
            <a:prstDash val="solid"/>
            <a:headEnd type="none" w="med" len="med"/>
            <a:tailEnd type="none" w="med" len="med"/>
          </a:ln>
        </p:spPr>
      </p:sp>
      <p:sp>
        <p:nvSpPr>
          <p:cNvPr id="162853" name="Line 73"/>
          <p:cNvSpPr/>
          <p:nvPr/>
        </p:nvSpPr>
        <p:spPr>
          <a:xfrm flipV="1">
            <a:off x="3946525" y="1184275"/>
            <a:ext cx="0" cy="3143250"/>
          </a:xfrm>
          <a:prstGeom prst="line">
            <a:avLst/>
          </a:prstGeom>
          <a:ln w="28575" cap="flat" cmpd="sng">
            <a:solidFill>
              <a:srgbClr val="0000FF"/>
            </a:solidFill>
            <a:prstDash val="solid"/>
            <a:headEnd type="none" w="med" len="med"/>
            <a:tailEnd type="none" w="med" len="med"/>
          </a:ln>
        </p:spPr>
      </p:sp>
      <p:sp>
        <p:nvSpPr>
          <p:cNvPr id="162854" name="Line 74"/>
          <p:cNvSpPr/>
          <p:nvPr/>
        </p:nvSpPr>
        <p:spPr>
          <a:xfrm flipH="1">
            <a:off x="3960813" y="2212975"/>
            <a:ext cx="431800" cy="0"/>
          </a:xfrm>
          <a:prstGeom prst="line">
            <a:avLst/>
          </a:prstGeom>
          <a:ln w="28575" cap="flat" cmpd="sng">
            <a:solidFill>
              <a:srgbClr val="0000FF"/>
            </a:solidFill>
            <a:prstDash val="solid"/>
            <a:headEnd type="none" w="med" len="med"/>
            <a:tailEnd type="none" w="med" len="med"/>
          </a:ln>
        </p:spPr>
      </p:sp>
      <p:sp>
        <p:nvSpPr>
          <p:cNvPr id="162855" name="Line 75"/>
          <p:cNvSpPr/>
          <p:nvPr/>
        </p:nvSpPr>
        <p:spPr>
          <a:xfrm flipH="1">
            <a:off x="3960813" y="3257550"/>
            <a:ext cx="439737" cy="0"/>
          </a:xfrm>
          <a:prstGeom prst="line">
            <a:avLst/>
          </a:prstGeom>
          <a:ln w="28575" cap="flat" cmpd="sng">
            <a:solidFill>
              <a:srgbClr val="0000FF"/>
            </a:solidFill>
            <a:prstDash val="solid"/>
            <a:headEnd type="none" w="med" len="med"/>
            <a:tailEnd type="none" w="med" len="med"/>
          </a:ln>
        </p:spPr>
      </p:sp>
      <p:sp>
        <p:nvSpPr>
          <p:cNvPr id="162856" name="Text Box 76"/>
          <p:cNvSpPr txBox="1"/>
          <p:nvPr/>
        </p:nvSpPr>
        <p:spPr>
          <a:xfrm>
            <a:off x="1735138" y="512763"/>
            <a:ext cx="449262"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EN</a:t>
            </a:r>
          </a:p>
        </p:txBody>
      </p:sp>
      <p:sp>
        <p:nvSpPr>
          <p:cNvPr id="162857" name="Text Box 77"/>
          <p:cNvSpPr txBox="1"/>
          <p:nvPr/>
        </p:nvSpPr>
        <p:spPr>
          <a:xfrm>
            <a:off x="1655763" y="998538"/>
            <a:ext cx="53022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CLK</a:t>
            </a:r>
          </a:p>
        </p:txBody>
      </p:sp>
      <p:sp>
        <p:nvSpPr>
          <p:cNvPr id="162858" name="Rectangle 78"/>
          <p:cNvSpPr/>
          <p:nvPr/>
        </p:nvSpPr>
        <p:spPr>
          <a:xfrm>
            <a:off x="5495925" y="390525"/>
            <a:ext cx="42227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p>
        </p:txBody>
      </p:sp>
      <p:sp>
        <p:nvSpPr>
          <p:cNvPr id="162859" name="Rectangle 79"/>
          <p:cNvSpPr/>
          <p:nvPr/>
        </p:nvSpPr>
        <p:spPr>
          <a:xfrm>
            <a:off x="5476875" y="1398588"/>
            <a:ext cx="42227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p>
        </p:txBody>
      </p:sp>
      <p:sp>
        <p:nvSpPr>
          <p:cNvPr id="162860" name="Rectangle 80"/>
          <p:cNvSpPr/>
          <p:nvPr/>
        </p:nvSpPr>
        <p:spPr>
          <a:xfrm>
            <a:off x="5500688" y="2436813"/>
            <a:ext cx="42227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p>
        </p:txBody>
      </p:sp>
      <p:sp>
        <p:nvSpPr>
          <p:cNvPr id="162861" name="Rectangle 81"/>
          <p:cNvSpPr/>
          <p:nvPr/>
        </p:nvSpPr>
        <p:spPr>
          <a:xfrm>
            <a:off x="5476875" y="3516313"/>
            <a:ext cx="42227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4</a:t>
            </a:r>
          </a:p>
        </p:txBody>
      </p:sp>
      <p:sp>
        <p:nvSpPr>
          <p:cNvPr id="162862" name="Text Box 82"/>
          <p:cNvSpPr txBox="1"/>
          <p:nvPr/>
        </p:nvSpPr>
        <p:spPr>
          <a:xfrm>
            <a:off x="2278063" y="4445000"/>
            <a:ext cx="37338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a:t>
            </a:r>
            <a:r>
              <a:rPr lang="en-US" altLang="zh-CN" sz="1800" b="1">
                <a:solidFill>
                  <a:schemeClr val="tx1"/>
                </a:solidFill>
                <a:latin typeface="华文新魏" panose="02010800040101010101" pitchFamily="2" charset="-122"/>
                <a:ea typeface="华文新魏" panose="02010800040101010101" pitchFamily="2" charset="-122"/>
              </a:rPr>
              <a:t>T </a:t>
            </a:r>
            <a:r>
              <a:rPr lang="zh-CN" altLang="en-US" sz="1800" b="1" dirty="0">
                <a:solidFill>
                  <a:schemeClr val="tx1"/>
                </a:solidFill>
                <a:latin typeface="华文新魏" panose="02010800040101010101" pitchFamily="2" charset="-122"/>
                <a:ea typeface="华文新魏" panose="02010800040101010101" pitchFamily="2" charset="-122"/>
              </a:rPr>
              <a:t>触发器构成的加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计数器</a:t>
            </a:r>
          </a:p>
        </p:txBody>
      </p:sp>
      <p:sp>
        <p:nvSpPr>
          <p:cNvPr id="162863" name="Oval 83"/>
          <p:cNvSpPr/>
          <p:nvPr/>
        </p:nvSpPr>
        <p:spPr>
          <a:xfrm>
            <a:off x="2584450" y="1771650"/>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4" name="Oval 84"/>
          <p:cNvSpPr/>
          <p:nvPr/>
        </p:nvSpPr>
        <p:spPr>
          <a:xfrm>
            <a:off x="2400300" y="68580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5" name="Oval 85"/>
          <p:cNvSpPr/>
          <p:nvPr/>
        </p:nvSpPr>
        <p:spPr>
          <a:xfrm>
            <a:off x="3911600" y="11557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6" name="Oval 86"/>
          <p:cNvSpPr/>
          <p:nvPr/>
        </p:nvSpPr>
        <p:spPr>
          <a:xfrm>
            <a:off x="3911600" y="2184400"/>
            <a:ext cx="76200" cy="57150"/>
          </a:xfrm>
          <a:prstGeom prst="ellipse">
            <a:avLst/>
          </a:prstGeom>
          <a:solidFill>
            <a:schemeClr val="tx1"/>
          </a:solidFill>
          <a:ln w="28575" cap="flat" cmpd="sng">
            <a:solidFill>
              <a:srgbClr val="0000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7" name="Oval 87"/>
          <p:cNvSpPr/>
          <p:nvPr/>
        </p:nvSpPr>
        <p:spPr>
          <a:xfrm>
            <a:off x="3908425" y="3224213"/>
            <a:ext cx="76200" cy="58737"/>
          </a:xfrm>
          <a:prstGeom prst="ellipse">
            <a:avLst/>
          </a:prstGeom>
          <a:solidFill>
            <a:schemeClr val="tx1"/>
          </a:solidFill>
          <a:ln w="28575" cap="flat" cmpd="sng">
            <a:solidFill>
              <a:srgbClr val="0000FF"/>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8" name="Oval 88"/>
          <p:cNvSpPr/>
          <p:nvPr/>
        </p:nvSpPr>
        <p:spPr>
          <a:xfrm>
            <a:off x="2387600" y="2055813"/>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69" name="Oval 89"/>
          <p:cNvSpPr/>
          <p:nvPr/>
        </p:nvSpPr>
        <p:spPr>
          <a:xfrm>
            <a:off x="2400300" y="3143250"/>
            <a:ext cx="76200" cy="57150"/>
          </a:xfrm>
          <a:prstGeom prst="ellipse">
            <a:avLst/>
          </a:prstGeom>
          <a:solidFill>
            <a:srgbClr val="FF00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0" name="Oval 90"/>
          <p:cNvSpPr/>
          <p:nvPr/>
        </p:nvSpPr>
        <p:spPr>
          <a:xfrm>
            <a:off x="2584450" y="296386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1" name="Oval 91"/>
          <p:cNvSpPr/>
          <p:nvPr/>
        </p:nvSpPr>
        <p:spPr>
          <a:xfrm>
            <a:off x="2720975" y="278923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2" name="Oval 92"/>
          <p:cNvSpPr/>
          <p:nvPr/>
        </p:nvSpPr>
        <p:spPr>
          <a:xfrm>
            <a:off x="5325745" y="1697673"/>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3" name="Oval 93"/>
          <p:cNvSpPr/>
          <p:nvPr/>
        </p:nvSpPr>
        <p:spPr>
          <a:xfrm>
            <a:off x="5311775" y="27320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4" name="Oval 94"/>
          <p:cNvSpPr/>
          <p:nvPr/>
        </p:nvSpPr>
        <p:spPr>
          <a:xfrm>
            <a:off x="5311775" y="674688"/>
            <a:ext cx="7620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62875" name="AutoShape 8"/>
          <p:cNvSpPr/>
          <p:nvPr/>
        </p:nvSpPr>
        <p:spPr>
          <a:xfrm>
            <a:off x="4398963" y="5349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76" name="Line 9"/>
          <p:cNvSpPr/>
          <p:nvPr/>
        </p:nvSpPr>
        <p:spPr>
          <a:xfrm>
            <a:off x="4398963" y="1123950"/>
            <a:ext cx="76200" cy="57150"/>
          </a:xfrm>
          <a:prstGeom prst="line">
            <a:avLst/>
          </a:prstGeom>
          <a:ln w="28575" cap="flat" cmpd="sng">
            <a:solidFill>
              <a:schemeClr val="tx1"/>
            </a:solidFill>
            <a:prstDash val="solid"/>
            <a:headEnd type="none" w="med" len="med"/>
            <a:tailEnd type="none" w="med" len="med"/>
          </a:ln>
        </p:spPr>
      </p:sp>
      <p:sp>
        <p:nvSpPr>
          <p:cNvPr id="162877" name="Line 10"/>
          <p:cNvSpPr/>
          <p:nvPr/>
        </p:nvSpPr>
        <p:spPr>
          <a:xfrm flipH="1">
            <a:off x="4398963" y="1195388"/>
            <a:ext cx="76200" cy="57150"/>
          </a:xfrm>
          <a:prstGeom prst="line">
            <a:avLst/>
          </a:prstGeom>
          <a:ln w="28575" cap="flat" cmpd="sng">
            <a:solidFill>
              <a:schemeClr val="tx1"/>
            </a:solidFill>
            <a:prstDash val="solid"/>
            <a:headEnd type="none" w="med" len="med"/>
            <a:tailEnd type="none" w="med" len="med"/>
          </a:ln>
        </p:spPr>
      </p:sp>
      <p:sp>
        <p:nvSpPr>
          <p:cNvPr id="162878" name="Text Box 11"/>
          <p:cNvSpPr txBox="1"/>
          <p:nvPr/>
        </p:nvSpPr>
        <p:spPr>
          <a:xfrm>
            <a:off x="4351338" y="525463"/>
            <a:ext cx="793750" cy="338137"/>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T</a:t>
            </a:r>
          </a:p>
        </p:txBody>
      </p:sp>
      <p:sp>
        <p:nvSpPr>
          <p:cNvPr id="162879" name="Text Box 12"/>
          <p:cNvSpPr txBox="1"/>
          <p:nvPr/>
        </p:nvSpPr>
        <p:spPr>
          <a:xfrm>
            <a:off x="4779963" y="498475"/>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2880" name="Text Box 13"/>
          <p:cNvSpPr txBox="1"/>
          <p:nvPr/>
        </p:nvSpPr>
        <p:spPr>
          <a:xfrm>
            <a:off x="4405313" y="1008063"/>
            <a:ext cx="525462"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CLK</a:t>
            </a:r>
          </a:p>
        </p:txBody>
      </p:sp>
      <p:sp>
        <p:nvSpPr>
          <p:cNvPr id="162881" name="AutoShape 16"/>
          <p:cNvSpPr/>
          <p:nvPr/>
        </p:nvSpPr>
        <p:spPr>
          <a:xfrm>
            <a:off x="4389438" y="15636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2" name="Line 17"/>
          <p:cNvSpPr/>
          <p:nvPr/>
        </p:nvSpPr>
        <p:spPr>
          <a:xfrm>
            <a:off x="4389438" y="2152650"/>
            <a:ext cx="76200" cy="57150"/>
          </a:xfrm>
          <a:prstGeom prst="line">
            <a:avLst/>
          </a:prstGeom>
          <a:ln w="28575" cap="flat" cmpd="sng">
            <a:solidFill>
              <a:schemeClr val="tx1"/>
            </a:solidFill>
            <a:prstDash val="solid"/>
            <a:headEnd type="none" w="med" len="med"/>
            <a:tailEnd type="none" w="med" len="med"/>
          </a:ln>
        </p:spPr>
      </p:sp>
      <p:sp>
        <p:nvSpPr>
          <p:cNvPr id="162883" name="Line 18"/>
          <p:cNvSpPr/>
          <p:nvPr/>
        </p:nvSpPr>
        <p:spPr>
          <a:xfrm flipH="1">
            <a:off x="4389438" y="2224088"/>
            <a:ext cx="76200" cy="57150"/>
          </a:xfrm>
          <a:prstGeom prst="line">
            <a:avLst/>
          </a:prstGeom>
          <a:ln w="28575" cap="flat" cmpd="sng">
            <a:solidFill>
              <a:schemeClr val="tx1"/>
            </a:solidFill>
            <a:prstDash val="solid"/>
            <a:headEnd type="none" w="med" len="med"/>
            <a:tailEnd type="none" w="med" len="med"/>
          </a:ln>
        </p:spPr>
      </p:sp>
      <p:sp>
        <p:nvSpPr>
          <p:cNvPr id="162884" name="Text Box 19"/>
          <p:cNvSpPr txBox="1"/>
          <p:nvPr/>
        </p:nvSpPr>
        <p:spPr>
          <a:xfrm>
            <a:off x="4348163" y="1562100"/>
            <a:ext cx="793750" cy="338138"/>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T</a:t>
            </a:r>
          </a:p>
        </p:txBody>
      </p:sp>
      <p:sp>
        <p:nvSpPr>
          <p:cNvPr id="162885" name="Text Box 20"/>
          <p:cNvSpPr txBox="1"/>
          <p:nvPr/>
        </p:nvSpPr>
        <p:spPr>
          <a:xfrm>
            <a:off x="4784725" y="1546225"/>
            <a:ext cx="339725" cy="369888"/>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2886" name="Text Box 21"/>
          <p:cNvSpPr txBox="1"/>
          <p:nvPr/>
        </p:nvSpPr>
        <p:spPr>
          <a:xfrm>
            <a:off x="4398963" y="2016125"/>
            <a:ext cx="525462"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CLK</a:t>
            </a:r>
          </a:p>
        </p:txBody>
      </p:sp>
      <p:sp>
        <p:nvSpPr>
          <p:cNvPr id="162887" name="AutoShape 24"/>
          <p:cNvSpPr/>
          <p:nvPr/>
        </p:nvSpPr>
        <p:spPr>
          <a:xfrm>
            <a:off x="4408488" y="367823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88" name="Line 25"/>
          <p:cNvSpPr/>
          <p:nvPr/>
        </p:nvSpPr>
        <p:spPr>
          <a:xfrm>
            <a:off x="4408488" y="4267200"/>
            <a:ext cx="76200" cy="57150"/>
          </a:xfrm>
          <a:prstGeom prst="line">
            <a:avLst/>
          </a:prstGeom>
          <a:ln w="28575" cap="flat" cmpd="sng">
            <a:solidFill>
              <a:schemeClr val="tx1"/>
            </a:solidFill>
            <a:prstDash val="solid"/>
            <a:headEnd type="none" w="med" len="med"/>
            <a:tailEnd type="none" w="med" len="med"/>
          </a:ln>
        </p:spPr>
      </p:sp>
      <p:sp>
        <p:nvSpPr>
          <p:cNvPr id="162889" name="Line 26"/>
          <p:cNvSpPr/>
          <p:nvPr/>
        </p:nvSpPr>
        <p:spPr>
          <a:xfrm flipH="1">
            <a:off x="4408488" y="4340225"/>
            <a:ext cx="76200" cy="57150"/>
          </a:xfrm>
          <a:prstGeom prst="line">
            <a:avLst/>
          </a:prstGeom>
          <a:ln w="28575" cap="flat" cmpd="sng">
            <a:solidFill>
              <a:schemeClr val="tx1"/>
            </a:solidFill>
            <a:prstDash val="solid"/>
            <a:headEnd type="none" w="med" len="med"/>
            <a:tailEnd type="none" w="med" len="med"/>
          </a:ln>
        </p:spPr>
      </p:sp>
      <p:sp>
        <p:nvSpPr>
          <p:cNvPr id="162890" name="Text Box 27"/>
          <p:cNvSpPr txBox="1"/>
          <p:nvPr/>
        </p:nvSpPr>
        <p:spPr>
          <a:xfrm>
            <a:off x="4360863" y="3711575"/>
            <a:ext cx="793750" cy="336550"/>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T</a:t>
            </a:r>
          </a:p>
        </p:txBody>
      </p:sp>
      <p:sp>
        <p:nvSpPr>
          <p:cNvPr id="162891" name="Text Box 28"/>
          <p:cNvSpPr txBox="1"/>
          <p:nvPr/>
        </p:nvSpPr>
        <p:spPr>
          <a:xfrm>
            <a:off x="4789488" y="3678238"/>
            <a:ext cx="339725"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2892" name="Text Box 29"/>
          <p:cNvSpPr txBox="1"/>
          <p:nvPr/>
        </p:nvSpPr>
        <p:spPr>
          <a:xfrm>
            <a:off x="4414838" y="4129088"/>
            <a:ext cx="525462"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CLK</a:t>
            </a:r>
          </a:p>
        </p:txBody>
      </p:sp>
      <p:sp>
        <p:nvSpPr>
          <p:cNvPr id="162893" name="AutoShape 32"/>
          <p:cNvSpPr/>
          <p:nvPr/>
        </p:nvSpPr>
        <p:spPr>
          <a:xfrm>
            <a:off x="4408488" y="2592388"/>
            <a:ext cx="685800" cy="80010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Arial" panose="020B0604020202020204" pitchFamily="34" charset="0"/>
            </a:endParaRPr>
          </a:p>
        </p:txBody>
      </p:sp>
      <p:sp>
        <p:nvSpPr>
          <p:cNvPr id="162894" name="Line 33"/>
          <p:cNvSpPr/>
          <p:nvPr/>
        </p:nvSpPr>
        <p:spPr>
          <a:xfrm>
            <a:off x="4408488" y="3181350"/>
            <a:ext cx="76200" cy="57150"/>
          </a:xfrm>
          <a:prstGeom prst="line">
            <a:avLst/>
          </a:prstGeom>
          <a:ln w="28575" cap="flat" cmpd="sng">
            <a:solidFill>
              <a:schemeClr val="tx1"/>
            </a:solidFill>
            <a:prstDash val="solid"/>
            <a:headEnd type="none" w="med" len="med"/>
            <a:tailEnd type="none" w="med" len="med"/>
          </a:ln>
        </p:spPr>
      </p:sp>
      <p:sp>
        <p:nvSpPr>
          <p:cNvPr id="162895" name="Line 34"/>
          <p:cNvSpPr/>
          <p:nvPr/>
        </p:nvSpPr>
        <p:spPr>
          <a:xfrm flipH="1">
            <a:off x="4408488" y="3254375"/>
            <a:ext cx="76200" cy="57150"/>
          </a:xfrm>
          <a:prstGeom prst="line">
            <a:avLst/>
          </a:prstGeom>
          <a:ln w="28575" cap="flat" cmpd="sng">
            <a:solidFill>
              <a:schemeClr val="tx1"/>
            </a:solidFill>
            <a:prstDash val="solid"/>
            <a:headEnd type="none" w="med" len="med"/>
            <a:tailEnd type="none" w="med" len="med"/>
          </a:ln>
        </p:spPr>
      </p:sp>
      <p:sp>
        <p:nvSpPr>
          <p:cNvPr id="162896" name="Text Box 35"/>
          <p:cNvSpPr txBox="1"/>
          <p:nvPr/>
        </p:nvSpPr>
        <p:spPr>
          <a:xfrm>
            <a:off x="4360863" y="2624138"/>
            <a:ext cx="793750" cy="338137"/>
          </a:xfrm>
          <a:prstGeom prst="rect">
            <a:avLst/>
          </a:prstGeom>
          <a:noFill/>
          <a:ln w="9525">
            <a:noFill/>
          </a:ln>
        </p:spPr>
        <p:txBody>
          <a:bodyPr>
            <a:spAutoFit/>
          </a:bodyPr>
          <a:lstStyle/>
          <a:p>
            <a:pPr eaLnBrk="1" hangingPunct="1">
              <a:buFont typeface="Arial" panose="020B0604020202020204" pitchFamily="34" charset="0"/>
            </a:pPr>
            <a:r>
              <a:rPr lang="en-US" altLang="zh-CN" sz="1600">
                <a:solidFill>
                  <a:schemeClr val="tx1"/>
                </a:solidFill>
                <a:latin typeface="Calibri" panose="020F0502020204030204" pitchFamily="34" charset="0"/>
              </a:rPr>
              <a:t>T</a:t>
            </a:r>
          </a:p>
        </p:txBody>
      </p:sp>
      <p:sp>
        <p:nvSpPr>
          <p:cNvPr id="162897" name="Text Box 36"/>
          <p:cNvSpPr txBox="1"/>
          <p:nvPr/>
        </p:nvSpPr>
        <p:spPr>
          <a:xfrm>
            <a:off x="4791075" y="2586038"/>
            <a:ext cx="339725" cy="369887"/>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Q</a:t>
            </a:r>
          </a:p>
        </p:txBody>
      </p:sp>
      <p:sp>
        <p:nvSpPr>
          <p:cNvPr id="162898" name="Text Box 37"/>
          <p:cNvSpPr txBox="1"/>
          <p:nvPr/>
        </p:nvSpPr>
        <p:spPr>
          <a:xfrm>
            <a:off x="4421188" y="3068638"/>
            <a:ext cx="525462" cy="368300"/>
          </a:xfrm>
          <a:prstGeom prst="rect">
            <a:avLst/>
          </a:prstGeom>
          <a:noFill/>
          <a:ln w="9525">
            <a:noFill/>
          </a:ln>
        </p:spPr>
        <p:txBody>
          <a:bodyPr wrap="none">
            <a:spAutoFit/>
          </a:bodyPr>
          <a:lstStyle/>
          <a:p>
            <a:pPr eaLnBrk="1" hangingPunct="1">
              <a:buFont typeface="Arial" panose="020B0604020202020204" pitchFamily="34" charset="0"/>
            </a:pPr>
            <a:r>
              <a:rPr lang="en-US" altLang="zh-CN" sz="1800">
                <a:solidFill>
                  <a:schemeClr val="tx1"/>
                </a:solidFill>
                <a:latin typeface="Calibri" panose="020F0502020204030204" pitchFamily="34" charset="0"/>
              </a:rPr>
              <a:t>CLK</a:t>
            </a:r>
          </a:p>
        </p:txBody>
      </p:sp>
      <p:sp>
        <p:nvSpPr>
          <p:cNvPr id="162899" name="Rectangle 3"/>
          <p:cNvSpPr>
            <a:spLocks noGrp="1" noChangeArrowheads="1"/>
          </p:cNvSpPr>
          <p:nvPr/>
        </p:nvSpPr>
        <p:spPr bwMode="auto">
          <a:xfrm>
            <a:off x="263526" y="889886"/>
            <a:ext cx="175260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lvl1pPr defTabSz="685800">
              <a:defRPr sz="2000">
                <a:solidFill>
                  <a:srgbClr val="FFFF00"/>
                </a:solidFill>
                <a:latin typeface="Calibri" panose="020F0502020204030204" pitchFamily="34" charset="0"/>
                <a:ea typeface="宋体" panose="02010600030101010101" pitchFamily="2" charset="-122"/>
              </a:defRPr>
            </a:lvl1pPr>
            <a:lvl2pPr marL="742950" indent="-285750" defTabSz="685800">
              <a:defRPr sz="2000">
                <a:solidFill>
                  <a:srgbClr val="FFFF00"/>
                </a:solidFill>
                <a:latin typeface="Calibri" panose="020F0502020204030204" pitchFamily="34" charset="0"/>
                <a:ea typeface="宋体" panose="02010600030101010101" pitchFamily="2" charset="-122"/>
              </a:defRPr>
            </a:lvl2pPr>
            <a:lvl3pPr marL="1143000" indent="-228600" defTabSz="685800">
              <a:defRPr sz="2000">
                <a:solidFill>
                  <a:srgbClr val="FFFF00"/>
                </a:solidFill>
                <a:latin typeface="Calibri" panose="020F0502020204030204" pitchFamily="34" charset="0"/>
                <a:ea typeface="宋体" panose="02010600030101010101" pitchFamily="2" charset="-122"/>
              </a:defRPr>
            </a:lvl3pPr>
            <a:lvl4pPr marL="1600200" indent="-228600" defTabSz="685800">
              <a:defRPr sz="2000">
                <a:solidFill>
                  <a:srgbClr val="FFFF00"/>
                </a:solidFill>
                <a:latin typeface="Calibri" panose="020F0502020204030204" pitchFamily="34" charset="0"/>
                <a:ea typeface="宋体" panose="02010600030101010101" pitchFamily="2" charset="-122"/>
              </a:defRPr>
            </a:lvl4pPr>
            <a:lvl5pPr marL="2057400" indent="-228600" defTabSz="685800">
              <a:defRPr sz="2000">
                <a:solidFill>
                  <a:srgbClr val="FFFF00"/>
                </a:solidFill>
                <a:latin typeface="Calibri" panose="020F0502020204030204" pitchFamily="34" charset="0"/>
                <a:ea typeface="宋体" panose="02010600030101010101" pitchFamily="2" charset="-122"/>
              </a:defRPr>
            </a:lvl5pPr>
            <a:lvl6pPr marL="25146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defTabSz="6858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cs typeface="+mn-cs"/>
              </a:rPr>
              <a:t>电路图：</a:t>
            </a:r>
          </a:p>
        </p:txBody>
      </p:sp>
      <p:sp>
        <p:nvSpPr>
          <p:cNvPr id="162900" name="Oval 558"/>
          <p:cNvSpPr/>
          <p:nvPr/>
        </p:nvSpPr>
        <p:spPr>
          <a:xfrm flipH="1">
            <a:off x="5089525" y="1131888"/>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1" name="Oval 558"/>
          <p:cNvSpPr/>
          <p:nvPr/>
        </p:nvSpPr>
        <p:spPr>
          <a:xfrm flipH="1">
            <a:off x="5089525" y="2139950"/>
            <a:ext cx="85725" cy="809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2" name="Oval 558"/>
          <p:cNvSpPr/>
          <p:nvPr/>
        </p:nvSpPr>
        <p:spPr>
          <a:xfrm flipH="1">
            <a:off x="5089525" y="3138488"/>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2903" name="Oval 558"/>
          <p:cNvSpPr/>
          <p:nvPr/>
        </p:nvSpPr>
        <p:spPr>
          <a:xfrm flipH="1">
            <a:off x="5089525" y="4291013"/>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文本框 1"/>
          <p:cNvSpPr txBox="1"/>
          <p:nvPr/>
        </p:nvSpPr>
        <p:spPr>
          <a:xfrm>
            <a:off x="6228184" y="2563495"/>
            <a:ext cx="2679065" cy="398780"/>
          </a:xfrm>
          <a:prstGeom prst="rect">
            <a:avLst/>
          </a:prstGeom>
          <a:noFill/>
        </p:spPr>
        <p:txBody>
          <a:bodyPr wrap="square" rtlCol="0">
            <a:spAutoFit/>
          </a:bodyPr>
          <a:lstStyle/>
          <a:p>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用无使能</a:t>
            </a:r>
            <a:r>
              <a:rPr lang="en-US" alt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T</a:t>
            </a:r>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触发器呢？</a:t>
            </a:r>
          </a:p>
        </p:txBody>
      </p:sp>
      <p:sp>
        <p:nvSpPr>
          <p:cNvPr id="3" name="文本框 2"/>
          <p:cNvSpPr txBox="1"/>
          <p:nvPr/>
        </p:nvSpPr>
        <p:spPr>
          <a:xfrm>
            <a:off x="6256157" y="3205356"/>
            <a:ext cx="2679065" cy="398780"/>
          </a:xfrm>
          <a:prstGeom prst="rect">
            <a:avLst/>
          </a:prstGeom>
          <a:noFill/>
        </p:spPr>
        <p:txBody>
          <a:bodyPr wrap="square" rtlCol="0">
            <a:spAutoFit/>
          </a:bodyPr>
          <a:lstStyle/>
          <a:p>
            <a:r>
              <a:rPr 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减</a:t>
            </a:r>
            <a:r>
              <a:rPr lang="en-US" altLang="zh-CN"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1</a:t>
            </a:r>
            <a:r>
              <a:rPr lang="zh-CN" altLang="en-US" dirty="0">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计数器呢？</a:t>
            </a:r>
          </a:p>
        </p:txBody>
      </p:sp>
      <p:sp>
        <p:nvSpPr>
          <p:cNvPr id="4" name="文本框 3"/>
          <p:cNvSpPr txBox="1"/>
          <p:nvPr/>
        </p:nvSpPr>
        <p:spPr>
          <a:xfrm>
            <a:off x="5789930" y="4106545"/>
            <a:ext cx="3367405" cy="706755"/>
          </a:xfrm>
          <a:prstGeom prst="rect">
            <a:avLst/>
          </a:prstGeom>
          <a:noFill/>
        </p:spPr>
        <p:txBody>
          <a:bodyPr wrap="square" rtlCol="0">
            <a:spAutoFit/>
          </a:bodyPr>
          <a:lstStyle/>
          <a:p>
            <a:r>
              <a:rPr lang="en-US" altLang="zh-CN">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JK</a:t>
            </a:r>
            <a:r>
              <a:rPr lang="zh-CN" altLang="en-US">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和</a:t>
            </a:r>
            <a:r>
              <a:rPr lang="en-US" altLang="zh-CN">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T</a:t>
            </a:r>
            <a:r>
              <a:rPr lang="zh-CN" altLang="en-US">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触发器比</a:t>
            </a:r>
            <a:r>
              <a:rPr lang="en-US" altLang="zh-CN">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D</a:t>
            </a:r>
            <a:r>
              <a:rPr lang="zh-CN" altLang="en-US">
                <a:solidFill>
                  <a:srgbClr val="0000FF"/>
                </a:solidFill>
                <a:latin typeface="华文新魏" panose="02010800040101010101" pitchFamily="2" charset="-122"/>
                <a:ea typeface="华文新魏" panose="02010800040101010101" pitchFamily="2" charset="-122"/>
                <a:cs typeface="华文新魏" panose="02010800040101010101" pitchFamily="2" charset="-122"/>
              </a:rPr>
              <a:t>触发器实现计数器电路更简单。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p:cNvSpPr>
          <p:nvPr>
            <p:ph type="title"/>
          </p:nvPr>
        </p:nvSpPr>
        <p:spPr>
          <a:xfrm>
            <a:off x="395536" y="473075"/>
            <a:ext cx="7620000" cy="457200"/>
          </a:xfrm>
          <a:prstGeom prst="rect">
            <a:avLst/>
          </a:prstGeom>
          <a:noFill/>
          <a:ln w="9525">
            <a:noFill/>
          </a:ln>
        </p:spPr>
        <p:txBody>
          <a:bodyPr/>
          <a:lstStyle/>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二进制串行（异步）计数器连接规律</a:t>
            </a:r>
          </a:p>
        </p:txBody>
      </p:sp>
      <p:sp>
        <p:nvSpPr>
          <p:cNvPr id="156675" name="Text Box 5"/>
          <p:cNvSpPr txBox="1"/>
          <p:nvPr/>
        </p:nvSpPr>
        <p:spPr>
          <a:xfrm>
            <a:off x="457200" y="1301750"/>
            <a:ext cx="7743190" cy="1783715"/>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加</a:t>
            </a:r>
            <a:r>
              <a:rPr lang="en-US" altLang="zh-CN" b="1" dirty="0">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dirty="0">
                <a:solidFill>
                  <a:srgbClr val="FF0000"/>
                </a:solidFill>
                <a:latin typeface="华文新魏" panose="02010800040101010101" pitchFamily="2" charset="-122"/>
                <a:ea typeface="华文新魏" panose="02010800040101010101" pitchFamily="2" charset="-122"/>
                <a:sym typeface="+mn-ea"/>
              </a:rPr>
              <a:t>（</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i-1</a:t>
            </a:r>
            <a:r>
              <a:rPr lang="zh-CN" altLang="en-US" b="1" dirty="0">
                <a:solidFill>
                  <a:srgbClr val="FF0000"/>
                </a:solidFill>
                <a:latin typeface="华文新魏" panose="02010800040101010101" pitchFamily="2" charset="-122"/>
                <a:ea typeface="华文新魏" panose="02010800040101010101" pitchFamily="2" charset="-122"/>
                <a:sym typeface="+mn-ea"/>
              </a:rPr>
              <a:t>由</a:t>
            </a:r>
            <a:r>
              <a:rPr lang="en-US" altLang="zh-CN" b="1" dirty="0">
                <a:solidFill>
                  <a:srgbClr val="FF0000"/>
                </a:solidFill>
                <a:latin typeface="华文新魏" panose="02010800040101010101" pitchFamily="2" charset="-122"/>
                <a:ea typeface="华文新魏" panose="02010800040101010101" pitchFamily="2" charset="-122"/>
                <a:sym typeface="+mn-ea"/>
              </a:rPr>
              <a:t>1</a:t>
            </a:r>
            <a:r>
              <a:rPr lang="en-US" altLang="zh-CN" dirty="0">
                <a:solidFill>
                  <a:srgbClr val="FF0000"/>
                </a:solidFill>
                <a:latin typeface="Times New Roman" panose="02020603050405020304" pitchFamily="18" charset="0"/>
                <a:sym typeface="+mn-ea"/>
              </a:rPr>
              <a:t>→</a:t>
            </a:r>
            <a:r>
              <a:rPr lang="en-US" altLang="zh-CN" b="1" dirty="0">
                <a:solidFill>
                  <a:srgbClr val="FF0000"/>
                </a:solidFill>
                <a:latin typeface="华文新魏" panose="02010800040101010101" pitchFamily="2" charset="-122"/>
                <a:ea typeface="华文新魏" panose="02010800040101010101" pitchFamily="2" charset="-122"/>
                <a:sym typeface="+mn-ea"/>
              </a:rPr>
              <a:t>0</a:t>
            </a:r>
            <a:r>
              <a:rPr lang="zh-CN" altLang="en-US" b="1" dirty="0">
                <a:solidFill>
                  <a:srgbClr val="FF0000"/>
                </a:solidFill>
                <a:latin typeface="华文新魏" panose="02010800040101010101" pitchFamily="2" charset="-122"/>
                <a:ea typeface="华文新魏" panose="02010800040101010101" pitchFamily="2" charset="-122"/>
                <a:sym typeface="+mn-ea"/>
              </a:rPr>
              <a:t>产生进位，</a:t>
            </a:r>
            <a:r>
              <a:rPr lang="en-US" altLang="zh-CN" b="1" dirty="0">
                <a:solidFill>
                  <a:srgbClr val="FF0000"/>
                </a:solidFill>
                <a:latin typeface="华文新魏" panose="02010800040101010101" pitchFamily="2" charset="-122"/>
                <a:ea typeface="华文新魏" panose="02010800040101010101" pitchFamily="2" charset="-122"/>
                <a:sym typeface="+mn-ea"/>
              </a:rPr>
              <a:t>Q</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i</a:t>
            </a:r>
            <a:r>
              <a:rPr lang="zh-CN" altLang="en-US" b="1" dirty="0">
                <a:solidFill>
                  <a:srgbClr val="FF0000"/>
                </a:solidFill>
                <a:latin typeface="华文新魏" panose="02010800040101010101" pitchFamily="2" charset="-122"/>
                <a:ea typeface="华文新魏" panose="02010800040101010101" pitchFamily="2" charset="-122"/>
                <a:sym typeface="+mn-ea"/>
              </a:rPr>
              <a:t>变化）</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dirty="0" err="1">
                <a:solidFill>
                  <a:srgbClr val="FF0000"/>
                </a:solidFill>
                <a:latin typeface="华文新魏" panose="02010800040101010101" pitchFamily="2" charset="-122"/>
                <a:ea typeface="华文新魏" panose="02010800040101010101" pitchFamily="2" charset="-122"/>
              </a:rPr>
              <a:t>CLK</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 </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dirty="0" err="1">
                <a:solidFill>
                  <a:srgbClr val="FF0000"/>
                </a:solidFill>
                <a:latin typeface="华文新魏" panose="02010800040101010101" pitchFamily="2" charset="-122"/>
                <a:ea typeface="华文新魏" panose="02010800040101010101" pitchFamily="2" charset="-122"/>
              </a:rPr>
              <a:t>CLK</a:t>
            </a:r>
            <a:r>
              <a:rPr lang="en-US" altLang="zh-CN" b="1" baseline="-25000" dirty="0" err="1">
                <a:solidFill>
                  <a:srgbClr val="FF0000"/>
                </a:solidFill>
                <a:latin typeface="华文新魏" panose="02010800040101010101" pitchFamily="2" charset="-122"/>
                <a:ea typeface="华文新魏" panose="02010800040101010101" pitchFamily="2" charset="-122"/>
              </a:rPr>
              <a:t>i</a:t>
            </a:r>
            <a:r>
              <a:rPr lang="en-US" altLang="zh-CN" b="1" baseline="-25000" dirty="0">
                <a:solidFill>
                  <a:srgbClr val="FF0000"/>
                </a:solidFill>
                <a:latin typeface="华文新魏" panose="02010800040101010101" pitchFamily="2" charset="-122"/>
                <a:ea typeface="华文新魏" panose="02010800040101010101" pitchFamily="2" charset="-122"/>
              </a:rPr>
              <a:t> </a:t>
            </a:r>
            <a:r>
              <a:rPr lang="en-US" altLang="zh-CN" b="1" dirty="0">
                <a:solidFill>
                  <a:srgbClr val="FF0000"/>
                </a:solidFill>
                <a:latin typeface="华文新魏" panose="02010800040101010101" pitchFamily="2" charset="-122"/>
                <a:ea typeface="华文新魏" panose="02010800040101010101" pitchFamily="2" charset="-122"/>
              </a:rPr>
              <a:t>= Q</a:t>
            </a:r>
            <a:r>
              <a:rPr lang="en-US" altLang="zh-CN" b="1" baseline="-25000" dirty="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dirty="0">
                <a:solidFill>
                  <a:srgbClr val="FF0000"/>
                </a:solidFill>
                <a:latin typeface="华文新魏" panose="02010800040101010101" pitchFamily="2" charset="-122"/>
                <a:ea typeface="华文新魏" panose="02010800040101010101" pitchFamily="2" charset="-122"/>
              </a:rPr>
              <a:t>CLK</a:t>
            </a:r>
            <a:r>
              <a:rPr lang="en-US" altLang="zh-CN" b="1" baseline="-25000" dirty="0">
                <a:solidFill>
                  <a:srgbClr val="FF0000"/>
                </a:solidFill>
                <a:latin typeface="华文新魏" panose="02010800040101010101" pitchFamily="2" charset="-122"/>
                <a:ea typeface="华文新魏" panose="02010800040101010101" pitchFamily="2" charset="-122"/>
              </a:rPr>
              <a:t>1 </a:t>
            </a:r>
            <a:r>
              <a:rPr lang="en-US" altLang="zh-CN" b="1" dirty="0">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dirty="0">
                <a:solidFill>
                  <a:srgbClr val="FF0000"/>
                </a:solidFill>
                <a:latin typeface="华文新魏" panose="02010800040101010101" pitchFamily="2" charset="-122"/>
                <a:ea typeface="华文新魏" panose="02010800040101010101" pitchFamily="2" charset="-122"/>
              </a:rPr>
              <a:t>)</a:t>
            </a:r>
          </a:p>
        </p:txBody>
      </p:sp>
      <p:sp>
        <p:nvSpPr>
          <p:cNvPr id="156676" name="Rectangle 6"/>
          <p:cNvSpPr/>
          <p:nvPr/>
        </p:nvSpPr>
        <p:spPr>
          <a:xfrm>
            <a:off x="457200" y="3087370"/>
            <a:ext cx="8001000" cy="178371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减</a:t>
            </a:r>
            <a:r>
              <a:rPr lang="en-US" altLang="zh-CN" b="1">
                <a:solidFill>
                  <a:srgbClr val="FF0000"/>
                </a:solidFill>
                <a:latin typeface="华文新魏" panose="02010800040101010101" pitchFamily="2" charset="-122"/>
                <a:ea typeface="华文新魏" panose="02010800040101010101" pitchFamily="2" charset="-122"/>
              </a:rPr>
              <a:t>1</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a:solidFill>
                  <a:srgbClr val="FF0000"/>
                </a:solidFill>
                <a:latin typeface="华文新魏" panose="02010800040101010101" pitchFamily="2" charset="-122"/>
                <a:ea typeface="华文新魏" panose="02010800040101010101" pitchFamily="2" charset="-122"/>
                <a:sym typeface="+mn-ea"/>
              </a:rPr>
              <a:t>（</a:t>
            </a:r>
            <a:r>
              <a:rPr lang="en-US" altLang="zh-CN" b="1">
                <a:solidFill>
                  <a:srgbClr val="FF0000"/>
                </a:solidFill>
                <a:latin typeface="华文新魏" panose="02010800040101010101" pitchFamily="2" charset="-122"/>
                <a:ea typeface="华文新魏" panose="02010800040101010101" pitchFamily="2" charset="-122"/>
                <a:sym typeface="+mn-ea"/>
              </a:rPr>
              <a:t>Q</a:t>
            </a:r>
            <a:r>
              <a:rPr lang="en-US" altLang="zh-CN" b="1" baseline="-25000">
                <a:solidFill>
                  <a:srgbClr val="FF0000"/>
                </a:solidFill>
                <a:latin typeface="华文新魏" panose="02010800040101010101" pitchFamily="2" charset="-122"/>
                <a:ea typeface="华文新魏" panose="02010800040101010101" pitchFamily="2" charset="-122"/>
                <a:sym typeface="+mn-ea"/>
              </a:rPr>
              <a:t>i-1</a:t>
            </a:r>
            <a:r>
              <a:rPr lang="zh-CN" altLang="en-US" b="1">
                <a:solidFill>
                  <a:srgbClr val="FF0000"/>
                </a:solidFill>
                <a:latin typeface="华文新魏" panose="02010800040101010101" pitchFamily="2" charset="-122"/>
                <a:ea typeface="华文新魏" panose="02010800040101010101" pitchFamily="2" charset="-122"/>
                <a:sym typeface="+mn-ea"/>
              </a:rPr>
              <a:t>由</a:t>
            </a:r>
            <a:r>
              <a:rPr lang="en-US" altLang="zh-CN" b="1">
                <a:solidFill>
                  <a:srgbClr val="FF0000"/>
                </a:solidFill>
                <a:latin typeface="华文新魏" panose="02010800040101010101" pitchFamily="2" charset="-122"/>
                <a:ea typeface="华文新魏" panose="02010800040101010101" pitchFamily="2" charset="-122"/>
                <a:sym typeface="+mn-ea"/>
              </a:rPr>
              <a:t>0</a:t>
            </a:r>
            <a:r>
              <a:rPr lang="en-US" altLang="zh-CN" dirty="0">
                <a:solidFill>
                  <a:srgbClr val="FF0000"/>
                </a:solidFill>
                <a:latin typeface="Times New Roman" panose="02020603050405020304" pitchFamily="18" charset="0"/>
                <a:sym typeface="+mn-ea"/>
              </a:rPr>
              <a:t>→</a:t>
            </a:r>
            <a:r>
              <a:rPr lang="en-US" altLang="zh-CN" b="1">
                <a:solidFill>
                  <a:srgbClr val="FF0000"/>
                </a:solidFill>
                <a:latin typeface="华文新魏" panose="02010800040101010101" pitchFamily="2" charset="-122"/>
                <a:ea typeface="华文新魏" panose="02010800040101010101" pitchFamily="2" charset="-122"/>
                <a:sym typeface="+mn-ea"/>
              </a:rPr>
              <a:t>1</a:t>
            </a:r>
            <a:r>
              <a:rPr lang="zh-CN" altLang="en-US" b="1">
                <a:solidFill>
                  <a:srgbClr val="FF0000"/>
                </a:solidFill>
                <a:latin typeface="华文新魏" panose="02010800040101010101" pitchFamily="2" charset="-122"/>
                <a:ea typeface="华文新魏" panose="02010800040101010101" pitchFamily="2" charset="-122"/>
                <a:sym typeface="+mn-ea"/>
              </a:rPr>
              <a:t>产生借位，</a:t>
            </a:r>
            <a:r>
              <a:rPr lang="en-US" altLang="zh-CN" b="1">
                <a:solidFill>
                  <a:srgbClr val="FF0000"/>
                </a:solidFill>
                <a:latin typeface="华文新魏" panose="02010800040101010101" pitchFamily="2" charset="-122"/>
                <a:ea typeface="华文新魏" panose="02010800040101010101" pitchFamily="2" charset="-122"/>
                <a:sym typeface="+mn-ea"/>
              </a:rPr>
              <a:t>Q</a:t>
            </a:r>
            <a:r>
              <a:rPr lang="en-US" altLang="zh-CN" b="1" baseline="-25000">
                <a:solidFill>
                  <a:srgbClr val="FF0000"/>
                </a:solidFill>
                <a:latin typeface="华文新魏" panose="02010800040101010101" pitchFamily="2" charset="-122"/>
                <a:ea typeface="华文新魏" panose="02010800040101010101" pitchFamily="2" charset="-122"/>
                <a:sym typeface="+mn-ea"/>
              </a:rPr>
              <a:t>i</a:t>
            </a:r>
            <a:r>
              <a:rPr lang="zh-CN" altLang="en-US" b="1">
                <a:solidFill>
                  <a:srgbClr val="FF0000"/>
                </a:solidFill>
                <a:latin typeface="华文新魏" panose="02010800040101010101" pitchFamily="2" charset="-122"/>
                <a:ea typeface="华文新魏" panose="02010800040101010101" pitchFamily="2" charset="-122"/>
                <a:sym typeface="+mn-ea"/>
              </a:rPr>
              <a:t>变化）</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前沿触发的触发器：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后沿触发的触发器：</a:t>
            </a:r>
            <a:r>
              <a:rPr lang="en-US" altLang="zh-CN" b="1" err="1">
                <a:solidFill>
                  <a:srgbClr val="FF0000"/>
                </a:solidFill>
                <a:latin typeface="华文新魏" panose="02010800040101010101" pitchFamily="2" charset="-122"/>
                <a:ea typeface="华文新魏" panose="02010800040101010101" pitchFamily="2" charset="-122"/>
              </a:rPr>
              <a:t>CLK</a:t>
            </a:r>
            <a:r>
              <a:rPr lang="en-US" altLang="zh-CN" b="1" baseline="-25000" err="1">
                <a:solidFill>
                  <a:srgbClr val="FF0000"/>
                </a:solidFill>
                <a:latin typeface="华文新魏" panose="02010800040101010101" pitchFamily="2" charset="-122"/>
                <a:ea typeface="华文新魏" panose="02010800040101010101" pitchFamily="2" charset="-122"/>
              </a:rPr>
              <a:t>i</a:t>
            </a:r>
            <a:r>
              <a:rPr lang="en-US" altLang="zh-CN" b="1" baseline="-25000">
                <a:solidFill>
                  <a:srgbClr val="FF0000"/>
                </a:solidFill>
                <a:latin typeface="华文新魏" panose="02010800040101010101" pitchFamily="2" charset="-122"/>
                <a:ea typeface="华文新魏" panose="02010800040101010101" pitchFamily="2" charset="-122"/>
              </a:rPr>
              <a:t> </a:t>
            </a:r>
            <a:r>
              <a:rPr lang="en-US" altLang="zh-CN" b="1">
                <a:solidFill>
                  <a:srgbClr val="FF0000"/>
                </a:solidFill>
                <a:latin typeface="华文新魏" panose="02010800040101010101" pitchFamily="2" charset="-122"/>
                <a:ea typeface="华文新魏" panose="02010800040101010101" pitchFamily="2" charset="-122"/>
              </a:rPr>
              <a:t>= /Q</a:t>
            </a:r>
            <a:r>
              <a:rPr lang="en-US" altLang="zh-CN" b="1" baseline="-25000">
                <a:solidFill>
                  <a:srgbClr val="FF0000"/>
                </a:solidFill>
                <a:latin typeface="华文新魏" panose="02010800040101010101" pitchFamily="2" charset="-122"/>
                <a:ea typeface="华文新魏" panose="02010800040101010101" pitchFamily="2" charset="-122"/>
              </a:rPr>
              <a:t>i-1</a:t>
            </a:r>
          </a:p>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最低位的触发器：  </a:t>
            </a:r>
            <a:r>
              <a:rPr lang="en-US" altLang="zh-CN" b="1">
                <a:solidFill>
                  <a:srgbClr val="FF0000"/>
                </a:solidFill>
                <a:latin typeface="华文新魏" panose="02010800040101010101" pitchFamily="2" charset="-122"/>
                <a:ea typeface="华文新魏" panose="02010800040101010101" pitchFamily="2" charset="-122"/>
              </a:rPr>
              <a:t>CLK</a:t>
            </a:r>
            <a:r>
              <a:rPr lang="en-US" altLang="zh-CN" b="1" baseline="-25000">
                <a:solidFill>
                  <a:srgbClr val="FF0000"/>
                </a:solidFill>
                <a:latin typeface="华文新魏" panose="02010800040101010101" pitchFamily="2" charset="-122"/>
                <a:ea typeface="华文新魏" panose="02010800040101010101" pitchFamily="2" charset="-122"/>
              </a:rPr>
              <a:t>1 </a:t>
            </a:r>
            <a:r>
              <a:rPr lang="en-US" altLang="zh-CN" b="1">
                <a:solidFill>
                  <a:srgbClr val="FF0000"/>
                </a:solidFill>
                <a:latin typeface="华文新魏" panose="02010800040101010101" pitchFamily="2" charset="-122"/>
                <a:ea typeface="华文新魏" panose="02010800040101010101" pitchFamily="2" charset="-122"/>
              </a:rPr>
              <a:t>= CLK (</a:t>
            </a:r>
            <a:r>
              <a:rPr lang="zh-CN" altLang="en-US" b="1" dirty="0">
                <a:solidFill>
                  <a:srgbClr val="FF0000"/>
                </a:solidFill>
                <a:latin typeface="华文新魏" panose="02010800040101010101" pitchFamily="2" charset="-122"/>
                <a:ea typeface="华文新魏" panose="02010800040101010101" pitchFamily="2" charset="-122"/>
              </a:rPr>
              <a:t>外加计数脉冲</a:t>
            </a:r>
            <a:r>
              <a:rPr lang="en-US" altLang="zh-CN" b="1">
                <a:solidFill>
                  <a:srgbClr val="FF0000"/>
                </a:solidFill>
                <a:latin typeface="华文新魏" panose="02010800040101010101" pitchFamily="2" charset="-122"/>
                <a:ea typeface="华文新魏" panose="02010800040101010101" pitchFamily="2" charset="-122"/>
              </a:rPr>
              <a:t>)</a:t>
            </a:r>
          </a:p>
        </p:txBody>
      </p:sp>
      <p:sp>
        <p:nvSpPr>
          <p:cNvPr id="2" name="Rectangle 2"/>
          <p:cNvSpPr>
            <a:spLocks noGrp="1"/>
          </p:cNvSpPr>
          <p:nvPr/>
        </p:nvSpPr>
        <p:spPr>
          <a:xfrm>
            <a:off x="904875" y="930275"/>
            <a:ext cx="7892415" cy="45720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2000" b="1" dirty="0">
                <a:solidFill>
                  <a:schemeClr val="tx1"/>
                </a:solidFill>
                <a:latin typeface="华文新魏" panose="02010800040101010101" pitchFamily="2" charset="-122"/>
                <a:ea typeface="华文新魏" panose="02010800040101010101" pitchFamily="2" charset="-122"/>
              </a:rPr>
              <a:t>触发器设置为计数方式（激励端）；各触发器的时钟信号产生方式为：</a:t>
            </a:r>
          </a:p>
        </p:txBody>
      </p:sp>
    </p:spTree>
    <p:extLst>
      <p:ext uri="{BB962C8B-B14F-4D97-AF65-F5344CB8AC3E}">
        <p14:creationId xmlns:p14="http://schemas.microsoft.com/office/powerpoint/2010/main" val="585216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gtEl>
                                        <p:attrNameLst>
                                          <p:attrName>style.visibility</p:attrName>
                                        </p:attrNameLst>
                                      </p:cBhvr>
                                      <p:to>
                                        <p:strVal val="visible"/>
                                      </p:to>
                                    </p:set>
                                    <p:anim calcmode="lin" valueType="num">
                                      <p:cBhvr additive="base">
                                        <p:cTn id="13" dur="500" fill="hold"/>
                                        <p:tgtEl>
                                          <p:spTgt spid="156675"/>
                                        </p:tgtEl>
                                        <p:attrNameLst>
                                          <p:attrName>ppt_x</p:attrName>
                                        </p:attrNameLst>
                                      </p:cBhvr>
                                      <p:tavLst>
                                        <p:tav tm="0">
                                          <p:val>
                                            <p:strVal val="#ppt_x"/>
                                          </p:val>
                                        </p:tav>
                                        <p:tav tm="100000">
                                          <p:val>
                                            <p:strVal val="#ppt_x"/>
                                          </p:val>
                                        </p:tav>
                                      </p:tavLst>
                                    </p:anim>
                                    <p:anim calcmode="lin" valueType="num">
                                      <p:cBhvr additive="base">
                                        <p:cTn id="14" dur="500" fill="hold"/>
                                        <p:tgtEl>
                                          <p:spTgt spid="1566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6"/>
                                        </p:tgtEl>
                                        <p:attrNameLst>
                                          <p:attrName>style.visibility</p:attrName>
                                        </p:attrNameLst>
                                      </p:cBhvr>
                                      <p:to>
                                        <p:strVal val="visible"/>
                                      </p:to>
                                    </p:set>
                                    <p:anim calcmode="lin" valueType="num">
                                      <p:cBhvr additive="base">
                                        <p:cTn id="19" dur="500" fill="hold"/>
                                        <p:tgtEl>
                                          <p:spTgt spid="156676"/>
                                        </p:tgtEl>
                                        <p:attrNameLst>
                                          <p:attrName>ppt_x</p:attrName>
                                        </p:attrNameLst>
                                      </p:cBhvr>
                                      <p:tavLst>
                                        <p:tav tm="0">
                                          <p:val>
                                            <p:strVal val="#ppt_x"/>
                                          </p:val>
                                        </p:tav>
                                        <p:tav tm="100000">
                                          <p:val>
                                            <p:strVal val="#ppt_x"/>
                                          </p:val>
                                        </p:tav>
                                      </p:tavLst>
                                    </p:anim>
                                    <p:anim calcmode="lin" valueType="num">
                                      <p:cBhvr additive="base">
                                        <p:cTn id="20" dur="500" fill="hold"/>
                                        <p:tgtEl>
                                          <p:spTgt spid="156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p:bldP spid="156676" grpId="0"/>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p:cNvSpPr>
          <p:nvPr>
            <p:ph type="title"/>
          </p:nvPr>
        </p:nvSpPr>
        <p:spPr>
          <a:xfrm>
            <a:off x="201942" y="483518"/>
            <a:ext cx="7620000" cy="457200"/>
          </a:xfrm>
          <a:prstGeom prst="rect">
            <a:avLst/>
          </a:prstGeom>
          <a:noFill/>
          <a:ln w="9525">
            <a:noFill/>
          </a:ln>
        </p:spPr>
        <p:txBody>
          <a:bodyPr/>
          <a:lstStyle/>
          <a:p>
            <a:pPr eaLnBrk="1" hangingPunct="1"/>
            <a:r>
              <a:rPr lang="zh-CN" altLang="en-US" sz="2400" b="1" dirty="0">
                <a:solidFill>
                  <a:srgbClr val="FF0000"/>
                </a:solidFill>
                <a:latin typeface="华文新魏" panose="02010800040101010101" pitchFamily="2" charset="-122"/>
                <a:ea typeface="华文新魏" panose="02010800040101010101" pitchFamily="2" charset="-122"/>
              </a:rPr>
              <a:t>二进制并行（同步）计数器连接规律</a:t>
            </a:r>
          </a:p>
        </p:txBody>
      </p:sp>
      <p:sp>
        <p:nvSpPr>
          <p:cNvPr id="156675" name="Text Box 5"/>
          <p:cNvSpPr txBox="1"/>
          <p:nvPr/>
        </p:nvSpPr>
        <p:spPr>
          <a:xfrm>
            <a:off x="449241" y="843558"/>
            <a:ext cx="7743190" cy="2062103"/>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加</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计数器：进位链</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r>
              <a:rPr lang="en-US" altLang="zh-CN" sz="1800" b="1" dirty="0">
                <a:solidFill>
                  <a:srgbClr val="FF0000"/>
                </a:solidFill>
                <a:latin typeface="华文新魏" panose="02010800040101010101" pitchFamily="2" charset="-122"/>
                <a:ea typeface="华文新魏" panose="02010800040101010101" pitchFamily="2" charset="-122"/>
                <a:sym typeface="+mn-ea"/>
              </a:rPr>
              <a:t>= 1</a:t>
            </a:r>
            <a:r>
              <a:rPr lang="zh-CN" altLang="en-US"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dirty="0">
                <a:solidFill>
                  <a:srgbClr val="FF0000"/>
                </a:solidFill>
                <a:latin typeface="华文新魏" panose="02010800040101010101" pitchFamily="2" charset="-122"/>
                <a:ea typeface="华文新魏" panose="02010800040101010101" pitchFamily="2" charset="-122"/>
              </a:rPr>
              <a:t> Q</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baseline="-25000"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翻转</a:t>
            </a:r>
            <a:endParaRPr lang="en-US" altLang="zh-CN" sz="1800" b="1" dirty="0">
              <a:solidFill>
                <a:srgbClr val="FF0000"/>
              </a:solidFill>
              <a:latin typeface="华文新魏" panose="02010800040101010101" pitchFamily="2" charset="-122"/>
              <a:ea typeface="华文新魏" panose="02010800040101010101" pitchFamily="2" charset="-122"/>
              <a:sym typeface="+mn-ea"/>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a:solidFill>
                  <a:srgbClr val="FF0000"/>
                </a:solidFill>
                <a:latin typeface="华文新魏" panose="02010800040101010101" pitchFamily="2" charset="-122"/>
                <a:ea typeface="华文新魏" panose="02010800040101010101" pitchFamily="2" charset="-122"/>
              </a:rPr>
              <a:t> D</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baseline="30000" dirty="0">
                <a:solidFill>
                  <a:srgbClr val="FF0000"/>
                </a:solidFill>
                <a:latin typeface="华文新魏" panose="02010800040101010101" pitchFamily="2" charset="-122"/>
                <a:ea typeface="华文新魏" panose="02010800040101010101" pitchFamily="2" charset="-122"/>
              </a:rPr>
              <a:t>n+1 </a:t>
            </a:r>
            <a:r>
              <a:rPr lang="en-US" altLang="zh-CN" sz="1800" b="1" baseline="-250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黑体" panose="02010609060101010101" pitchFamily="2" charset="-122"/>
                <a:ea typeface="黑体" panose="02010609060101010101" pitchFamily="2" charset="-122"/>
                <a:sym typeface="+mn-ea"/>
              </a:rPr>
              <a:t>⊕</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a:t>
            </a:r>
            <a:r>
              <a:rPr lang="zh-CN" altLang="en-US" sz="1800" dirty="0"/>
              <a:t> </a:t>
            </a:r>
            <a:endParaRPr lang="en-US" altLang="zh-CN" sz="1800" b="1" baseline="-25000"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a:solidFill>
                  <a:srgbClr val="FF0000"/>
                </a:solidFill>
                <a:latin typeface="华文新魏" panose="02010800040101010101" pitchFamily="2" charset="-122"/>
                <a:ea typeface="华文新魏" panose="02010800040101010101" pitchFamily="2" charset="-122"/>
              </a:rPr>
              <a:t>J</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dirty="0">
                <a:solidFill>
                  <a:srgbClr val="FF0000"/>
                </a:solidFill>
                <a:latin typeface="华文新魏" panose="02010800040101010101" pitchFamily="2" charset="-122"/>
                <a:ea typeface="华文新魏" panose="02010800040101010101" pitchFamily="2" charset="-122"/>
              </a:rPr>
              <a:t>=K</a:t>
            </a:r>
            <a:r>
              <a:rPr lang="en-US" altLang="zh-CN" sz="1800" b="1" baseline="-25000" dirty="0">
                <a:solidFill>
                  <a:srgbClr val="FF0000"/>
                </a:solidFill>
                <a:latin typeface="华文新魏" panose="02010800040101010101" pitchFamily="2" charset="-122"/>
                <a:ea typeface="华文新魏" panose="02010800040101010101" pitchFamily="2" charset="-122"/>
              </a:rPr>
              <a:t>i </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a:t>
            </a:r>
          </a:p>
          <a:p>
            <a:pPr eaLnBrk="1" hangingPunct="1">
              <a:spcBef>
                <a:spcPct val="50000"/>
              </a:spcBef>
              <a:buFont typeface="Arial" panose="020B0604020202020204" pitchFamily="34" charset="0"/>
            </a:pP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err="1">
                <a:solidFill>
                  <a:srgbClr val="FF0000"/>
                </a:solidFill>
                <a:latin typeface="华文新魏" panose="02010800040101010101" pitchFamily="2" charset="-122"/>
                <a:ea typeface="华文新魏" panose="02010800040101010101" pitchFamily="2" charset="-122"/>
              </a:rPr>
              <a:t>T</a:t>
            </a:r>
            <a:r>
              <a:rPr lang="en-US" altLang="zh-CN" sz="1800" b="1" baseline="-25000" dirty="0" err="1">
                <a:solidFill>
                  <a:srgbClr val="FF0000"/>
                </a:solidFill>
                <a:latin typeface="华文新魏" panose="02010800040101010101" pitchFamily="2" charset="-122"/>
                <a:ea typeface="华文新魏" panose="02010800040101010101" pitchFamily="2" charset="-122"/>
              </a:rPr>
              <a:t>i</a:t>
            </a:r>
            <a:r>
              <a:rPr lang="en-US" altLang="zh-CN" sz="1800" b="1" dirty="0">
                <a:solidFill>
                  <a:srgbClr val="FF0000"/>
                </a:solidFill>
                <a:latin typeface="华文新魏" panose="02010800040101010101" pitchFamily="2" charset="-122"/>
                <a:ea typeface="华文新魏" panose="02010800040101010101" pitchFamily="2" charset="-122"/>
              </a:rPr>
              <a:t> =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a:t>
            </a:r>
            <a:r>
              <a:rPr lang="en-US" altLang="zh-CN" sz="1800" b="1" dirty="0">
                <a:solidFill>
                  <a:srgbClr val="FF0000"/>
                </a:solidFill>
                <a:latin typeface="华文新魏" panose="02010800040101010101" pitchFamily="2" charset="-122"/>
                <a:ea typeface="华文新魏" panose="02010800040101010101" pitchFamily="2" charset="-122"/>
                <a:sym typeface="+mn-ea"/>
              </a:rPr>
              <a:t> • EN</a:t>
            </a:r>
            <a:endParaRPr lang="en-US" altLang="zh-CN" sz="1800" b="1" baseline="-25000"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最低位的触发器：  </a:t>
            </a:r>
            <a:r>
              <a:rPr lang="zh-CN" altLang="en-US" sz="1800" b="1" dirty="0">
                <a:solidFill>
                  <a:srgbClr val="FF0000"/>
                </a:solidFill>
                <a:latin typeface="华文新魏" panose="02010800040101010101" pitchFamily="2" charset="-122"/>
                <a:ea typeface="华文新魏" panose="02010800040101010101" pitchFamily="2" charset="-122"/>
              </a:rPr>
              <a:t>计数模式</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156676" name="Rectangle 6"/>
          <p:cNvSpPr/>
          <p:nvPr/>
        </p:nvSpPr>
        <p:spPr>
          <a:xfrm>
            <a:off x="452937" y="2859782"/>
            <a:ext cx="8001000" cy="206210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减</a:t>
            </a:r>
            <a:r>
              <a:rPr lang="en-US" altLang="zh-CN" sz="1800" b="1" dirty="0">
                <a:solidFill>
                  <a:srgbClr val="FF0000"/>
                </a:solidFill>
                <a:latin typeface="华文新魏" panose="02010800040101010101" pitchFamily="2" charset="-122"/>
                <a:ea typeface="华文新魏" panose="02010800040101010101" pitchFamily="2" charset="-122"/>
              </a:rPr>
              <a:t>1</a:t>
            </a:r>
            <a:r>
              <a:rPr lang="zh-CN" altLang="en-US" sz="1800" b="1" dirty="0">
                <a:solidFill>
                  <a:srgbClr val="FF0000"/>
                </a:solidFill>
                <a:latin typeface="华文新魏" panose="02010800040101010101" pitchFamily="2" charset="-122"/>
                <a:ea typeface="华文新魏" panose="02010800040101010101" pitchFamily="2" charset="-122"/>
              </a:rPr>
              <a:t>计数器：</a:t>
            </a:r>
            <a:r>
              <a:rPr lang="zh-CN" altLang="en-US" sz="1800" b="1" dirty="0">
                <a:solidFill>
                  <a:srgbClr val="FF0000"/>
                </a:solidFill>
                <a:latin typeface="华文新魏" panose="02010800040101010101" pitchFamily="2" charset="-122"/>
                <a:ea typeface="华文新魏" panose="02010800040101010101" pitchFamily="2" charset="-122"/>
                <a:sym typeface="+mn-ea"/>
              </a:rPr>
              <a:t>借位</a:t>
            </a:r>
            <a:r>
              <a:rPr lang="zh-CN" altLang="en-US" sz="1800" b="1" dirty="0">
                <a:solidFill>
                  <a:srgbClr val="FF0000"/>
                </a:solidFill>
                <a:latin typeface="华文新魏" panose="02010800040101010101" pitchFamily="2" charset="-122"/>
                <a:ea typeface="华文新魏" panose="02010800040101010101" pitchFamily="2" charset="-122"/>
              </a:rPr>
              <a:t>链</a:t>
            </a:r>
            <a:r>
              <a:rPr lang="en-US" altLang="zh-CN" sz="1800" b="1" dirty="0">
                <a:solidFill>
                  <a:srgbClr val="FF0000"/>
                </a:solidFill>
                <a:latin typeface="华文新魏" panose="02010800040101010101" pitchFamily="2" charset="-122"/>
                <a:ea typeface="华文新魏" panose="02010800040101010101" pitchFamily="2" charset="-122"/>
                <a:sym typeface="+mn-ea"/>
              </a:rPr>
              <a:t> </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r>
              <a:rPr lang="en-US" altLang="zh-CN" sz="1800" b="1" dirty="0">
                <a:solidFill>
                  <a:srgbClr val="FF0000"/>
                </a:solidFill>
                <a:latin typeface="华文新魏" panose="02010800040101010101" pitchFamily="2" charset="-122"/>
                <a:ea typeface="华文新魏" panose="02010800040101010101" pitchFamily="2" charset="-122"/>
                <a:sym typeface="+mn-ea"/>
              </a:rPr>
              <a:t>= 1</a:t>
            </a:r>
            <a:r>
              <a:rPr lang="zh-CN" altLang="en-US" sz="1800" b="1" dirty="0">
                <a:solidFill>
                  <a:srgbClr val="FF0000"/>
                </a:solidFill>
                <a:latin typeface="华文新魏" panose="02010800040101010101" pitchFamily="2" charset="-122"/>
                <a:ea typeface="华文新魏" panose="02010800040101010101" pitchFamily="2" charset="-122"/>
                <a:sym typeface="+mn-ea"/>
              </a:rPr>
              <a:t>，</a:t>
            </a:r>
            <a:r>
              <a:rPr lang="en-US" altLang="zh-CN" sz="1800" b="1" dirty="0">
                <a:solidFill>
                  <a:srgbClr val="FF0000"/>
                </a:solidFill>
                <a:latin typeface="华文新魏" panose="02010800040101010101" pitchFamily="2" charset="-122"/>
                <a:ea typeface="华文新魏" panose="02010800040101010101" pitchFamily="2" charset="-122"/>
              </a:rPr>
              <a:t> Q</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baseline="30000" dirty="0">
                <a:solidFill>
                  <a:srgbClr val="FF0000"/>
                </a:solidFill>
                <a:latin typeface="华文新魏" panose="02010800040101010101" pitchFamily="2" charset="-122"/>
                <a:ea typeface="华文新魏" panose="02010800040101010101" pitchFamily="2" charset="-122"/>
              </a:rPr>
              <a:t>n+1</a:t>
            </a:r>
            <a:r>
              <a:rPr lang="en-US" altLang="zh-CN" sz="1800" b="1" baseline="-25000" dirty="0">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翻转</a:t>
            </a:r>
            <a:endParaRPr lang="en-US" altLang="zh-CN" sz="1800" b="1"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a:solidFill>
                  <a:srgbClr val="FF0000"/>
                </a:solidFill>
                <a:latin typeface="华文新魏" panose="02010800040101010101" pitchFamily="2" charset="-122"/>
                <a:ea typeface="华文新魏" panose="02010800040101010101" pitchFamily="2" charset="-122"/>
              </a:rPr>
              <a:t> D</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baseline="30000" dirty="0">
                <a:solidFill>
                  <a:srgbClr val="FF0000"/>
                </a:solidFill>
                <a:latin typeface="华文新魏" panose="02010800040101010101" pitchFamily="2" charset="-122"/>
                <a:ea typeface="华文新魏" panose="02010800040101010101" pitchFamily="2" charset="-122"/>
              </a:rPr>
              <a:t>n+1 </a:t>
            </a:r>
            <a:r>
              <a:rPr lang="en-US" altLang="zh-CN" sz="1800" b="1" baseline="-25000"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r>
              <a:rPr lang="zh-CN" altLang="en-US" sz="1800" b="1" dirty="0">
                <a:solidFill>
                  <a:srgbClr val="FF0000"/>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黑体" panose="02010609060101010101" pitchFamily="2" charset="-122"/>
                <a:ea typeface="黑体" panose="02010609060101010101" pitchFamily="2" charset="-122"/>
                <a:sym typeface="+mn-ea"/>
              </a:rPr>
              <a:t>⊕</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a:t>
            </a:r>
            <a:r>
              <a:rPr lang="zh-CN" altLang="en-US" sz="1800" dirty="0"/>
              <a:t> </a:t>
            </a:r>
            <a:endParaRPr lang="en-US" altLang="zh-CN" sz="1800" b="1" baseline="-25000"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JK</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a:solidFill>
                  <a:srgbClr val="FF0000"/>
                </a:solidFill>
                <a:latin typeface="华文新魏" panose="02010800040101010101" pitchFamily="2" charset="-122"/>
                <a:ea typeface="华文新魏" panose="02010800040101010101" pitchFamily="2" charset="-122"/>
              </a:rPr>
              <a:t> J</a:t>
            </a:r>
            <a:r>
              <a:rPr lang="en-US" altLang="zh-CN" sz="1800" b="1" baseline="-25000" dirty="0">
                <a:solidFill>
                  <a:srgbClr val="FF0000"/>
                </a:solidFill>
                <a:latin typeface="华文新魏" panose="02010800040101010101" pitchFamily="2" charset="-122"/>
                <a:ea typeface="华文新魏" panose="02010800040101010101" pitchFamily="2" charset="-122"/>
              </a:rPr>
              <a:t>i</a:t>
            </a:r>
            <a:r>
              <a:rPr lang="en-US" altLang="zh-CN" sz="1800" b="1" dirty="0">
                <a:solidFill>
                  <a:srgbClr val="FF0000"/>
                </a:solidFill>
                <a:latin typeface="华文新魏" panose="02010800040101010101" pitchFamily="2" charset="-122"/>
                <a:ea typeface="华文新魏" panose="02010800040101010101" pitchFamily="2" charset="-122"/>
              </a:rPr>
              <a:t>=K</a:t>
            </a:r>
            <a:r>
              <a:rPr lang="en-US" altLang="zh-CN" sz="1800" b="1" baseline="-25000" dirty="0">
                <a:solidFill>
                  <a:srgbClr val="FF0000"/>
                </a:solidFill>
                <a:latin typeface="华文新魏" panose="02010800040101010101" pitchFamily="2" charset="-122"/>
                <a:ea typeface="华文新魏" panose="02010800040101010101" pitchFamily="2" charset="-122"/>
              </a:rPr>
              <a:t>i </a:t>
            </a:r>
            <a:r>
              <a:rPr lang="en-US" altLang="zh-CN" sz="1800" b="1" dirty="0">
                <a:solidFill>
                  <a:srgbClr val="FF0000"/>
                </a:solidFill>
                <a:latin typeface="华文新魏" panose="02010800040101010101" pitchFamily="2" charset="-122"/>
                <a:ea typeface="华文新魏" panose="02010800040101010101" pitchFamily="2" charset="-122"/>
              </a:rPr>
              <a:t>=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endParaRPr lang="en-US" altLang="zh-CN" sz="1800" b="1" baseline="-25000" dirty="0">
              <a:solidFill>
                <a:srgbClr val="FF0000"/>
              </a:solidFill>
              <a:latin typeface="华文新魏" panose="02010800040101010101" pitchFamily="2" charset="-122"/>
              <a:ea typeface="华文新魏" panose="02010800040101010101" pitchFamily="2" charset="-122"/>
            </a:endParaRPr>
          </a:p>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T</a:t>
            </a:r>
            <a:r>
              <a:rPr lang="zh-CN" altLang="en-US" sz="1800" b="1" dirty="0">
                <a:solidFill>
                  <a:schemeClr val="tx1"/>
                </a:solidFill>
                <a:latin typeface="华文新魏" panose="02010800040101010101" pitchFamily="2" charset="-122"/>
                <a:ea typeface="华文新魏" panose="02010800040101010101" pitchFamily="2" charset="-122"/>
              </a:rPr>
              <a:t>触发器：</a:t>
            </a:r>
            <a:r>
              <a:rPr lang="en-US" altLang="zh-CN" sz="1800" b="1" dirty="0" err="1">
                <a:solidFill>
                  <a:srgbClr val="FF0000"/>
                </a:solidFill>
                <a:latin typeface="华文新魏" panose="02010800040101010101" pitchFamily="2" charset="-122"/>
                <a:ea typeface="华文新魏" panose="02010800040101010101" pitchFamily="2" charset="-122"/>
              </a:rPr>
              <a:t>T</a:t>
            </a:r>
            <a:r>
              <a:rPr lang="en-US" altLang="zh-CN" sz="1800" b="1" baseline="-25000" dirty="0" err="1">
                <a:solidFill>
                  <a:srgbClr val="FF0000"/>
                </a:solidFill>
                <a:latin typeface="华文新魏" panose="02010800040101010101" pitchFamily="2" charset="-122"/>
                <a:ea typeface="华文新魏" panose="02010800040101010101" pitchFamily="2" charset="-122"/>
              </a:rPr>
              <a:t>i</a:t>
            </a:r>
            <a:r>
              <a:rPr lang="en-US" altLang="zh-CN" sz="1800" b="1" dirty="0">
                <a:solidFill>
                  <a:srgbClr val="FF0000"/>
                </a:solidFill>
                <a:latin typeface="华文新魏" panose="02010800040101010101" pitchFamily="2" charset="-122"/>
                <a:ea typeface="华文新魏" panose="02010800040101010101" pitchFamily="2" charset="-122"/>
              </a:rPr>
              <a:t> =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i-1 </a:t>
            </a:r>
            <a:r>
              <a:rPr lang="en-US" altLang="zh-CN" sz="1800" b="1" dirty="0">
                <a:solidFill>
                  <a:srgbClr val="FF0000"/>
                </a:solidFill>
                <a:latin typeface="华文新魏" panose="02010800040101010101" pitchFamily="2" charset="-122"/>
                <a:ea typeface="华文新魏" panose="02010800040101010101" pitchFamily="2" charset="-122"/>
                <a:sym typeface="+mn-ea"/>
              </a:rPr>
              <a:t>•/Q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i-2</a:t>
            </a:r>
            <a:r>
              <a:rPr lang="en-US" altLang="zh-CN" sz="1800" b="1" dirty="0">
                <a:solidFill>
                  <a:srgbClr val="FF0000"/>
                </a:solidFill>
                <a:latin typeface="华文新魏" panose="02010800040101010101" pitchFamily="2" charset="-122"/>
                <a:ea typeface="华文新魏" panose="02010800040101010101" pitchFamily="2" charset="-122"/>
                <a:sym typeface="+mn-ea"/>
              </a:rPr>
              <a:t>… •/Q</a:t>
            </a:r>
            <a:r>
              <a:rPr lang="en-US" altLang="zh-CN" sz="1800" b="1" baseline="-25000" dirty="0">
                <a:solidFill>
                  <a:srgbClr val="FF0000"/>
                </a:solidFill>
                <a:latin typeface="华文新魏" panose="02010800040101010101" pitchFamily="2" charset="-122"/>
                <a:ea typeface="华文新魏" panose="02010800040101010101" pitchFamily="2" charset="-122"/>
                <a:sym typeface="+mn-ea"/>
              </a:rPr>
              <a:t>1 </a:t>
            </a:r>
            <a:r>
              <a:rPr lang="en-US" altLang="zh-CN" sz="1800" b="1" dirty="0">
                <a:solidFill>
                  <a:srgbClr val="FF0000"/>
                </a:solidFill>
                <a:latin typeface="华文新魏" panose="02010800040101010101" pitchFamily="2" charset="-122"/>
                <a:ea typeface="华文新魏" panose="02010800040101010101" pitchFamily="2" charset="-122"/>
                <a:sym typeface="+mn-ea"/>
              </a:rPr>
              <a:t>• EN</a:t>
            </a:r>
          </a:p>
          <a:p>
            <a:pPr eaLnBrk="1" hangingPunct="1">
              <a:spcBef>
                <a:spcPct val="50000"/>
              </a:spcBef>
              <a:buFont typeface="Arial" panose="020B0604020202020204" pitchFamily="34" charset="0"/>
            </a:pPr>
            <a:r>
              <a:rPr lang="en-US" altLang="zh-CN" sz="1800" b="1" dirty="0">
                <a:solidFill>
                  <a:srgbClr val="FF0000"/>
                </a:solidFill>
                <a:latin typeface="华文新魏" panose="02010800040101010101" pitchFamily="2" charset="-122"/>
                <a:ea typeface="华文新魏" panose="02010800040101010101" pitchFamily="2" charset="-122"/>
                <a:sym typeface="+mn-ea"/>
              </a:rPr>
              <a:t>       </a:t>
            </a:r>
            <a:r>
              <a:rPr lang="zh-CN" altLang="en-US" sz="1800" b="1" dirty="0">
                <a:solidFill>
                  <a:schemeClr val="tx1"/>
                </a:solidFill>
                <a:latin typeface="华文新魏" panose="02010800040101010101" pitchFamily="2" charset="-122"/>
                <a:ea typeface="华文新魏" panose="02010800040101010101" pitchFamily="2" charset="-122"/>
              </a:rPr>
              <a:t>最低位的触发器：  </a:t>
            </a:r>
            <a:r>
              <a:rPr lang="zh-CN" altLang="en-US" sz="1800" b="1" dirty="0">
                <a:solidFill>
                  <a:srgbClr val="FF0000"/>
                </a:solidFill>
                <a:latin typeface="华文新魏" panose="02010800040101010101" pitchFamily="2" charset="-122"/>
                <a:ea typeface="华文新魏" panose="02010800040101010101" pitchFamily="2" charset="-122"/>
              </a:rPr>
              <a:t>计数模式</a:t>
            </a:r>
            <a:endParaRPr lang="en-US" altLang="zh-CN" sz="1800" b="1" dirty="0">
              <a:solidFill>
                <a:srgbClr val="FF0000"/>
              </a:solidFill>
              <a:latin typeface="华文新魏" panose="02010800040101010101" pitchFamily="2" charset="-122"/>
              <a:ea typeface="华文新魏" panose="02010800040101010101" pitchFamily="2" charset="-122"/>
            </a:endParaRPr>
          </a:p>
        </p:txBody>
      </p:sp>
      <p:sp>
        <p:nvSpPr>
          <p:cNvPr id="2" name="Rectangle 2"/>
          <p:cNvSpPr>
            <a:spLocks noGrp="1"/>
          </p:cNvSpPr>
          <p:nvPr/>
        </p:nvSpPr>
        <p:spPr>
          <a:xfrm>
            <a:off x="5148064" y="483518"/>
            <a:ext cx="4176464" cy="457200"/>
          </a:xfrm>
          <a:prstGeom prst="rect">
            <a:avLst/>
          </a:prstGeom>
          <a:noFill/>
          <a:ln w="9525">
            <a:noFill/>
          </a:ln>
        </p:spPr>
        <p:txBody>
          <a:bodyPr/>
          <a:lst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a:lstStyle>
          <a:p>
            <a:pPr eaLnBrk="1" hangingPunct="1"/>
            <a:r>
              <a:rPr lang="zh-CN" altLang="en-US" sz="1800" b="1" dirty="0">
                <a:solidFill>
                  <a:schemeClr val="tx1"/>
                </a:solidFill>
                <a:latin typeface="华文新魏" panose="02010800040101010101" pitchFamily="2" charset="-122"/>
                <a:ea typeface="华文新魏" panose="02010800040101010101" pitchFamily="2" charset="-122"/>
              </a:rPr>
              <a:t>（只需考虑触发器的激励端</a:t>
            </a:r>
            <a:r>
              <a:rPr lang="zh-CN" altLang="en-US" sz="1800" b="1" dirty="0">
                <a:latin typeface="华文新魏" panose="02010800040101010101" pitchFamily="2" charset="-122"/>
                <a:ea typeface="华文新魏" panose="02010800040101010101" pitchFamily="2" charset="-122"/>
              </a:rPr>
              <a:t>产生方式）</a:t>
            </a:r>
            <a:endParaRPr lang="zh-CN" altLang="en-US" sz="1800" b="1" dirty="0">
              <a:solidFill>
                <a:schemeClr val="tx1"/>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567267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6675"/>
                                        </p:tgtEl>
                                        <p:attrNameLst>
                                          <p:attrName>style.visibility</p:attrName>
                                        </p:attrNameLst>
                                      </p:cBhvr>
                                      <p:to>
                                        <p:strVal val="visible"/>
                                      </p:to>
                                    </p:set>
                                    <p:anim calcmode="lin" valueType="num">
                                      <p:cBhvr additive="base">
                                        <p:cTn id="13" dur="500" fill="hold"/>
                                        <p:tgtEl>
                                          <p:spTgt spid="156675"/>
                                        </p:tgtEl>
                                        <p:attrNameLst>
                                          <p:attrName>ppt_x</p:attrName>
                                        </p:attrNameLst>
                                      </p:cBhvr>
                                      <p:tavLst>
                                        <p:tav tm="0">
                                          <p:val>
                                            <p:strVal val="#ppt_x"/>
                                          </p:val>
                                        </p:tav>
                                        <p:tav tm="100000">
                                          <p:val>
                                            <p:strVal val="#ppt_x"/>
                                          </p:val>
                                        </p:tav>
                                      </p:tavLst>
                                    </p:anim>
                                    <p:anim calcmode="lin" valueType="num">
                                      <p:cBhvr additive="base">
                                        <p:cTn id="14" dur="500" fill="hold"/>
                                        <p:tgtEl>
                                          <p:spTgt spid="1566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56676"/>
                                        </p:tgtEl>
                                        <p:attrNameLst>
                                          <p:attrName>style.visibility</p:attrName>
                                        </p:attrNameLst>
                                      </p:cBhvr>
                                      <p:to>
                                        <p:strVal val="visible"/>
                                      </p:to>
                                    </p:set>
                                    <p:anim calcmode="lin" valueType="num">
                                      <p:cBhvr additive="base">
                                        <p:cTn id="19" dur="500" fill="hold"/>
                                        <p:tgtEl>
                                          <p:spTgt spid="156676"/>
                                        </p:tgtEl>
                                        <p:attrNameLst>
                                          <p:attrName>ppt_x</p:attrName>
                                        </p:attrNameLst>
                                      </p:cBhvr>
                                      <p:tavLst>
                                        <p:tav tm="0">
                                          <p:val>
                                            <p:strVal val="#ppt_x"/>
                                          </p:val>
                                        </p:tav>
                                        <p:tav tm="100000">
                                          <p:val>
                                            <p:strVal val="#ppt_x"/>
                                          </p:val>
                                        </p:tav>
                                      </p:tavLst>
                                    </p:anim>
                                    <p:anim calcmode="lin" valueType="num">
                                      <p:cBhvr additive="base">
                                        <p:cTn id="20" dur="500" fill="hold"/>
                                        <p:tgtEl>
                                          <p:spTgt spid="1566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5" grpId="0"/>
      <p:bldP spid="156676" grpId="0"/>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p:cNvSpPr>
          <p:nvPr>
            <p:ph type="title"/>
          </p:nvPr>
        </p:nvSpPr>
        <p:spPr>
          <a:xfrm>
            <a:off x="329248" y="544513"/>
            <a:ext cx="7772400" cy="528637"/>
          </a:xfrm>
          <a:prstGeom prst="rect">
            <a:avLst/>
          </a:prstGeom>
          <a:noFill/>
          <a:ln w="952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(3)  </a:t>
            </a:r>
            <a:r>
              <a:rPr lang="zh-CN" altLang="en-US" sz="2000" b="1" dirty="0">
                <a:solidFill>
                  <a:srgbClr val="FF0000"/>
                </a:solidFill>
                <a:latin typeface="华文新魏" panose="02010800040101010101" pitchFamily="2" charset="-122"/>
                <a:ea typeface="华文新魏" panose="02010800040101010101" pitchFamily="2" charset="-122"/>
              </a:rPr>
              <a:t>用跳越的方法实现任意模数的计数器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163843" name="Text Box 4"/>
          <p:cNvSpPr txBox="1"/>
          <p:nvPr/>
        </p:nvSpPr>
        <p:spPr>
          <a:xfrm>
            <a:off x="1033463" y="958850"/>
            <a:ext cx="4114800" cy="2044700"/>
          </a:xfrm>
          <a:prstGeom prst="rect">
            <a:avLst/>
          </a:prstGeom>
          <a:noFill/>
          <a:ln w="9525">
            <a:noFill/>
          </a:ln>
        </p:spPr>
        <p:txBody>
          <a:bodyPr>
            <a:spAutoFit/>
          </a:bodyPr>
          <a:lstStyle/>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跳越的概念：</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在实际应用中，往往计数</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器的模 </a:t>
            </a:r>
            <a:r>
              <a:rPr lang="en-US" altLang="zh-CN" b="1">
                <a:solidFill>
                  <a:srgbClr val="FF0000"/>
                </a:solidFill>
                <a:latin typeface="华文新魏" panose="02010800040101010101" pitchFamily="2" charset="-122"/>
                <a:ea typeface="华文新魏" panose="02010800040101010101" pitchFamily="2" charset="-122"/>
              </a:rPr>
              <a:t>m ≠ 2</a:t>
            </a:r>
            <a:r>
              <a:rPr lang="en-US" altLang="zh-CN" b="1" baseline="30000">
                <a:solidFill>
                  <a:srgbClr val="FF0000"/>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，为了能</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用模为</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的二进制计数器</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实现模为</a:t>
            </a:r>
            <a:r>
              <a:rPr lang="en-US" altLang="zh-CN" b="1">
                <a:solidFill>
                  <a:schemeClr val="tx1"/>
                </a:solidFill>
                <a:latin typeface="华文新魏" panose="02010800040101010101" pitchFamily="2" charset="-122"/>
                <a:ea typeface="华文新魏" panose="02010800040101010101" pitchFamily="2" charset="-122"/>
              </a:rPr>
              <a:t>m</a:t>
            </a:r>
            <a:r>
              <a:rPr lang="zh-CN" altLang="en-US" b="1" dirty="0">
                <a:solidFill>
                  <a:schemeClr val="tx1"/>
                </a:solidFill>
                <a:latin typeface="华文新魏" panose="02010800040101010101" pitchFamily="2" charset="-122"/>
                <a:ea typeface="华文新魏" panose="02010800040101010101" pitchFamily="2" charset="-122"/>
              </a:rPr>
              <a:t>的计数器：</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即      </a:t>
            </a:r>
            <a:r>
              <a:rPr lang="en-US" altLang="zh-CN" b="1">
                <a:solidFill>
                  <a:srgbClr val="FF0000"/>
                </a:solidFill>
                <a:latin typeface="华文新魏" panose="02010800040101010101" pitchFamily="2" charset="-122"/>
                <a:ea typeface="华文新魏" panose="02010800040101010101" pitchFamily="2" charset="-122"/>
              </a:rPr>
              <a:t>2</a:t>
            </a:r>
            <a:r>
              <a:rPr lang="en-US" altLang="zh-CN" b="1" baseline="30000">
                <a:solidFill>
                  <a:srgbClr val="FF0000"/>
                </a:solidFill>
                <a:latin typeface="华文新魏" panose="02010800040101010101" pitchFamily="2" charset="-122"/>
                <a:ea typeface="华文新魏" panose="02010800040101010101" pitchFamily="2" charset="-122"/>
              </a:rPr>
              <a:t>n-1 </a:t>
            </a:r>
            <a:r>
              <a:rPr lang="en-US" altLang="zh-CN" b="1">
                <a:solidFill>
                  <a:srgbClr val="FF0000"/>
                </a:solidFill>
                <a:latin typeface="华文新魏" panose="02010800040101010101" pitchFamily="2" charset="-122"/>
                <a:ea typeface="华文新魏" panose="02010800040101010101" pitchFamily="2" charset="-122"/>
              </a:rPr>
              <a:t>&lt; m &lt; 2</a:t>
            </a:r>
            <a:r>
              <a:rPr lang="en-US" altLang="zh-CN" b="1" baseline="30000">
                <a:solidFill>
                  <a:srgbClr val="FF0000"/>
                </a:solidFill>
                <a:latin typeface="华文新魏" panose="02010800040101010101" pitchFamily="2" charset="-122"/>
                <a:ea typeface="华文新魏" panose="02010800040101010101" pitchFamily="2" charset="-122"/>
              </a:rPr>
              <a:t>n </a:t>
            </a:r>
          </a:p>
        </p:txBody>
      </p:sp>
      <p:sp>
        <p:nvSpPr>
          <p:cNvPr id="163844" name="Line 22"/>
          <p:cNvSpPr/>
          <p:nvPr/>
        </p:nvSpPr>
        <p:spPr>
          <a:xfrm flipV="1">
            <a:off x="5348605" y="2124075"/>
            <a:ext cx="2077720" cy="812800"/>
          </a:xfrm>
          <a:prstGeom prst="line">
            <a:avLst/>
          </a:prstGeom>
          <a:ln>
            <a:solidFill>
              <a:srgbClr val="FF0000"/>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sp>
      <p:grpSp>
        <p:nvGrpSpPr>
          <p:cNvPr id="163845" name="Group 93"/>
          <p:cNvGrpSpPr/>
          <p:nvPr/>
        </p:nvGrpSpPr>
        <p:grpSpPr>
          <a:xfrm>
            <a:off x="5825490" y="1305878"/>
            <a:ext cx="939800" cy="450850"/>
            <a:chOff x="0" y="-24"/>
            <a:chExt cx="785" cy="379"/>
          </a:xfrm>
        </p:grpSpPr>
        <p:sp>
          <p:nvSpPr>
            <p:cNvPr id="163867" name="Line 21"/>
            <p:cNvSpPr/>
            <p:nvPr/>
          </p:nvSpPr>
          <p:spPr>
            <a:xfrm flipV="1">
              <a:off x="0" y="171"/>
              <a:ext cx="401" cy="184"/>
            </a:xfrm>
            <a:prstGeom prst="line">
              <a:avLst/>
            </a:prstGeom>
            <a:ln w="28575" cap="flat" cmpd="sng">
              <a:solidFill>
                <a:schemeClr val="tx1"/>
              </a:solidFill>
              <a:prstDash val="dash"/>
              <a:headEnd type="none" w="med" len="med"/>
              <a:tailEnd type="triangle" w="med" len="med"/>
            </a:ln>
          </p:spPr>
        </p:sp>
        <p:sp>
          <p:nvSpPr>
            <p:cNvPr id="163868" name="Oval 13"/>
            <p:cNvSpPr/>
            <p:nvPr/>
          </p:nvSpPr>
          <p:spPr>
            <a:xfrm>
              <a:off x="445" y="-24"/>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m+k</a:t>
              </a:r>
              <a:endParaRPr lang="en-US" altLang="zh-CN" sz="1800" b="1" baseline="-25000">
                <a:solidFill>
                  <a:schemeClr val="tx1"/>
                </a:solidFill>
                <a:latin typeface="黑体" panose="02010609060101010101" pitchFamily="2" charset="-122"/>
                <a:ea typeface="黑体" panose="02010609060101010101" pitchFamily="2" charset="-122"/>
              </a:endParaRPr>
            </a:p>
          </p:txBody>
        </p:sp>
      </p:grpSp>
      <p:sp>
        <p:nvSpPr>
          <p:cNvPr id="163846" name="Oval 12"/>
          <p:cNvSpPr/>
          <p:nvPr/>
        </p:nvSpPr>
        <p:spPr>
          <a:xfrm>
            <a:off x="7541578" y="1790065"/>
            <a:ext cx="406400" cy="404813"/>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1</a:t>
            </a:r>
          </a:p>
        </p:txBody>
      </p:sp>
      <p:sp>
        <p:nvSpPr>
          <p:cNvPr id="163847" name="Line 14"/>
          <p:cNvSpPr/>
          <p:nvPr/>
        </p:nvSpPr>
        <p:spPr>
          <a:xfrm>
            <a:off x="6906578" y="1596390"/>
            <a:ext cx="479425" cy="219075"/>
          </a:xfrm>
          <a:prstGeom prst="line">
            <a:avLst/>
          </a:prstGeom>
          <a:ln w="28575" cap="flat" cmpd="sng">
            <a:solidFill>
              <a:schemeClr val="tx1"/>
            </a:solidFill>
            <a:prstDash val="solid"/>
            <a:headEnd type="none" w="med" len="med"/>
            <a:tailEnd type="triangle" w="med" len="med"/>
          </a:ln>
        </p:spPr>
      </p:sp>
      <p:grpSp>
        <p:nvGrpSpPr>
          <p:cNvPr id="163848" name="Group 86"/>
          <p:cNvGrpSpPr/>
          <p:nvPr/>
        </p:nvGrpSpPr>
        <p:grpSpPr>
          <a:xfrm>
            <a:off x="7989253" y="2169478"/>
            <a:ext cx="406400" cy="973137"/>
            <a:chOff x="0" y="0"/>
            <a:chExt cx="340" cy="817"/>
          </a:xfrm>
        </p:grpSpPr>
        <p:sp>
          <p:nvSpPr>
            <p:cNvPr id="163865" name="Oval 11"/>
            <p:cNvSpPr/>
            <p:nvPr/>
          </p:nvSpPr>
          <p:spPr>
            <a:xfrm>
              <a:off x="0" y="477"/>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2</a:t>
              </a:r>
            </a:p>
          </p:txBody>
        </p:sp>
        <p:sp>
          <p:nvSpPr>
            <p:cNvPr id="163866" name="Line 15"/>
            <p:cNvSpPr/>
            <p:nvPr/>
          </p:nvSpPr>
          <p:spPr>
            <a:xfrm>
              <a:off x="0" y="0"/>
              <a:ext cx="147" cy="432"/>
            </a:xfrm>
            <a:prstGeom prst="line">
              <a:avLst/>
            </a:prstGeom>
            <a:ln w="28575" cap="flat" cmpd="sng">
              <a:solidFill>
                <a:schemeClr val="tx1"/>
              </a:solidFill>
              <a:prstDash val="solid"/>
              <a:headEnd type="none" w="med" len="med"/>
              <a:tailEnd type="triangle" w="med" len="med"/>
            </a:ln>
          </p:spPr>
        </p:sp>
      </p:grpSp>
      <p:grpSp>
        <p:nvGrpSpPr>
          <p:cNvPr id="163849" name="Group 87"/>
          <p:cNvGrpSpPr/>
          <p:nvPr/>
        </p:nvGrpSpPr>
        <p:grpSpPr>
          <a:xfrm>
            <a:off x="7543165" y="3185478"/>
            <a:ext cx="512763" cy="914400"/>
            <a:chOff x="0" y="0"/>
            <a:chExt cx="429" cy="769"/>
          </a:xfrm>
        </p:grpSpPr>
        <p:sp>
          <p:nvSpPr>
            <p:cNvPr id="163863" name="Oval 10"/>
            <p:cNvSpPr/>
            <p:nvPr/>
          </p:nvSpPr>
          <p:spPr>
            <a:xfrm>
              <a:off x="0" y="429"/>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3</a:t>
              </a:r>
            </a:p>
          </p:txBody>
        </p:sp>
        <p:sp>
          <p:nvSpPr>
            <p:cNvPr id="163864" name="Line 16"/>
            <p:cNvSpPr/>
            <p:nvPr/>
          </p:nvSpPr>
          <p:spPr>
            <a:xfrm flipH="1">
              <a:off x="282" y="0"/>
              <a:ext cx="147" cy="433"/>
            </a:xfrm>
            <a:prstGeom prst="line">
              <a:avLst/>
            </a:prstGeom>
            <a:ln w="28575" cap="flat" cmpd="sng">
              <a:solidFill>
                <a:schemeClr val="tx1"/>
              </a:solidFill>
              <a:prstDash val="solid"/>
              <a:headEnd type="none" w="med" len="med"/>
              <a:tailEnd type="triangle" w="med" len="med"/>
            </a:ln>
          </p:spPr>
        </p:sp>
      </p:grpSp>
      <p:grpSp>
        <p:nvGrpSpPr>
          <p:cNvPr id="163850" name="Group 88"/>
          <p:cNvGrpSpPr/>
          <p:nvPr/>
        </p:nvGrpSpPr>
        <p:grpSpPr>
          <a:xfrm>
            <a:off x="6533515" y="4037965"/>
            <a:ext cx="923925" cy="404813"/>
            <a:chOff x="0" y="0"/>
            <a:chExt cx="772" cy="340"/>
          </a:xfrm>
        </p:grpSpPr>
        <p:sp>
          <p:nvSpPr>
            <p:cNvPr id="163861" name="Oval 9"/>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4</a:t>
              </a:r>
            </a:p>
          </p:txBody>
        </p:sp>
        <p:sp>
          <p:nvSpPr>
            <p:cNvPr id="163862" name="Line 17"/>
            <p:cNvSpPr/>
            <p:nvPr/>
          </p:nvSpPr>
          <p:spPr>
            <a:xfrm flipH="1">
              <a:off x="371" y="18"/>
              <a:ext cx="401" cy="184"/>
            </a:xfrm>
            <a:prstGeom prst="line">
              <a:avLst/>
            </a:prstGeom>
            <a:ln w="28575" cap="flat" cmpd="sng">
              <a:solidFill>
                <a:schemeClr val="tx1"/>
              </a:solidFill>
              <a:prstDash val="solid"/>
              <a:headEnd type="none" w="med" len="med"/>
              <a:tailEnd type="triangle" w="med" len="med"/>
            </a:ln>
          </p:spPr>
        </p:sp>
      </p:grpSp>
      <p:grpSp>
        <p:nvGrpSpPr>
          <p:cNvPr id="163851" name="Group 89"/>
          <p:cNvGrpSpPr/>
          <p:nvPr/>
        </p:nvGrpSpPr>
        <p:grpSpPr>
          <a:xfrm>
            <a:off x="5290503" y="3709353"/>
            <a:ext cx="882650" cy="554037"/>
            <a:chOff x="0" y="0"/>
            <a:chExt cx="738" cy="465"/>
          </a:xfrm>
        </p:grpSpPr>
        <p:sp>
          <p:nvSpPr>
            <p:cNvPr id="163859" name="Oval 8"/>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p>
          </p:txBody>
        </p:sp>
        <p:sp>
          <p:nvSpPr>
            <p:cNvPr id="163860" name="Line 18"/>
            <p:cNvSpPr>
              <a:spLocks noChangeAspect="1"/>
            </p:cNvSpPr>
            <p:nvPr/>
          </p:nvSpPr>
          <p:spPr>
            <a:xfrm flipH="1" flipV="1">
              <a:off x="337" y="282"/>
              <a:ext cx="401" cy="183"/>
            </a:xfrm>
            <a:prstGeom prst="line">
              <a:avLst/>
            </a:prstGeom>
            <a:ln w="28575" cap="flat" cmpd="sng">
              <a:solidFill>
                <a:schemeClr val="tx1"/>
              </a:solidFill>
              <a:prstDash val="dash"/>
              <a:headEnd type="none" w="med" len="med"/>
              <a:tailEnd type="triangle" w="med" len="med"/>
            </a:ln>
          </p:spPr>
        </p:sp>
      </p:grpSp>
      <p:grpSp>
        <p:nvGrpSpPr>
          <p:cNvPr id="163852" name="Group 90"/>
          <p:cNvGrpSpPr/>
          <p:nvPr/>
        </p:nvGrpSpPr>
        <p:grpSpPr>
          <a:xfrm>
            <a:off x="4779328" y="2740978"/>
            <a:ext cx="406400" cy="962025"/>
            <a:chOff x="0" y="0"/>
            <a:chExt cx="340" cy="808"/>
          </a:xfrm>
        </p:grpSpPr>
        <p:sp>
          <p:nvSpPr>
            <p:cNvPr id="163857" name="Oval 7"/>
            <p:cNvSpPr/>
            <p:nvPr/>
          </p:nvSpPr>
          <p:spPr>
            <a:xfrm>
              <a:off x="0"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err="1">
                  <a:solidFill>
                    <a:schemeClr val="tx1"/>
                  </a:solidFill>
                  <a:latin typeface="黑体" panose="02010609060101010101" pitchFamily="2" charset="-122"/>
                  <a:ea typeface="黑体" panose="02010609060101010101" pitchFamily="2" charset="-122"/>
                </a:rPr>
                <a:t>S</a:t>
              </a:r>
              <a:r>
                <a:rPr lang="en-US" altLang="zh-CN" sz="1800" b="1" baseline="-25000" err="1">
                  <a:solidFill>
                    <a:schemeClr val="tx1"/>
                  </a:solidFill>
                  <a:latin typeface="黑体" panose="02010609060101010101" pitchFamily="2" charset="-122"/>
                  <a:ea typeface="黑体" panose="02010609060101010101" pitchFamily="2" charset="-122"/>
                </a:rPr>
                <a:t>m</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63858" name="Line 19"/>
            <p:cNvSpPr/>
            <p:nvPr/>
          </p:nvSpPr>
          <p:spPr>
            <a:xfrm flipH="1" flipV="1">
              <a:off x="193" y="375"/>
              <a:ext cx="147" cy="433"/>
            </a:xfrm>
            <a:prstGeom prst="line">
              <a:avLst/>
            </a:prstGeom>
            <a:ln w="28575" cap="flat" cmpd="sng">
              <a:solidFill>
                <a:schemeClr val="tx1"/>
              </a:solidFill>
              <a:prstDash val="solid"/>
              <a:headEnd type="none" w="med" len="med"/>
              <a:tailEnd type="triangle" w="med" len="med"/>
            </a:ln>
          </p:spPr>
        </p:sp>
      </p:grpSp>
      <p:grpSp>
        <p:nvGrpSpPr>
          <p:cNvPr id="163853" name="Group 91"/>
          <p:cNvGrpSpPr/>
          <p:nvPr/>
        </p:nvGrpSpPr>
        <p:grpSpPr>
          <a:xfrm>
            <a:off x="5085715" y="1782128"/>
            <a:ext cx="549275" cy="890587"/>
            <a:chOff x="0" y="0"/>
            <a:chExt cx="459" cy="748"/>
          </a:xfrm>
        </p:grpSpPr>
        <p:sp>
          <p:nvSpPr>
            <p:cNvPr id="163855" name="Oval 6"/>
            <p:cNvSpPr/>
            <p:nvPr/>
          </p:nvSpPr>
          <p:spPr>
            <a:xfrm>
              <a:off x="119" y="0"/>
              <a:ext cx="340" cy="340"/>
            </a:xfrm>
            <a:prstGeom prst="ellipse">
              <a:avLst/>
            </a:prstGeom>
            <a:solidFill>
              <a:schemeClr val="accent1"/>
            </a:solidFill>
            <a:ln w="28575" cap="flat" cmpd="sng">
              <a:solidFill>
                <a:schemeClr val="tx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S</a:t>
              </a:r>
              <a:r>
                <a:rPr lang="en-US" altLang="zh-CN" sz="1800" b="1" baseline="-25000">
                  <a:solidFill>
                    <a:schemeClr val="tx1"/>
                  </a:solidFill>
                  <a:latin typeface="黑体" panose="02010609060101010101" pitchFamily="2" charset="-122"/>
                  <a:ea typeface="黑体" panose="02010609060101010101" pitchFamily="2" charset="-122"/>
                </a:rPr>
                <a:t>m+1</a:t>
              </a:r>
            </a:p>
          </p:txBody>
        </p:sp>
        <p:sp>
          <p:nvSpPr>
            <p:cNvPr id="163856" name="Line 20"/>
            <p:cNvSpPr/>
            <p:nvPr/>
          </p:nvSpPr>
          <p:spPr>
            <a:xfrm flipV="1">
              <a:off x="0" y="315"/>
              <a:ext cx="147" cy="433"/>
            </a:xfrm>
            <a:prstGeom prst="line">
              <a:avLst/>
            </a:prstGeom>
            <a:ln w="28575" cap="flat" cmpd="sng">
              <a:solidFill>
                <a:schemeClr val="tx1"/>
              </a:solidFill>
              <a:prstDash val="solid"/>
              <a:headEnd type="none" w="med" len="med"/>
              <a:tailEnd type="triangle" w="med" len="med"/>
            </a:ln>
          </p:spPr>
        </p:sp>
      </p:grpSp>
      <p:sp>
        <p:nvSpPr>
          <p:cNvPr id="163854" name="Text Box 125"/>
          <p:cNvSpPr txBox="1"/>
          <p:nvPr/>
        </p:nvSpPr>
        <p:spPr>
          <a:xfrm>
            <a:off x="1038225" y="3182938"/>
            <a:ext cx="3375660" cy="1706880"/>
          </a:xfrm>
          <a:prstGeom prst="rect">
            <a:avLst/>
          </a:prstGeom>
          <a:noFill/>
          <a:ln w="9525">
            <a:noFill/>
          </a:ln>
        </p:spPr>
        <p:txBody>
          <a:bodyPr wrap="none">
            <a:spAutoFit/>
          </a:bodyPr>
          <a:lstStyle/>
          <a:p>
            <a:pP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电路从</a:t>
            </a:r>
            <a:r>
              <a:rPr lang="en-US" altLang="zh-CN" b="1">
                <a:solidFill>
                  <a:schemeClr val="tx1"/>
                </a:solidFill>
                <a:latin typeface="华文新魏" panose="02010800040101010101" pitchFamily="2" charset="-122"/>
                <a:ea typeface="华文新魏" panose="02010800040101010101" pitchFamily="2" charset="-122"/>
              </a:rPr>
              <a:t>2</a:t>
            </a:r>
            <a:r>
              <a:rPr lang="en-US" altLang="zh-CN" b="1" baseline="30000">
                <a:solidFill>
                  <a:schemeClr val="tx1"/>
                </a:solidFill>
                <a:latin typeface="华文新魏" panose="02010800040101010101" pitchFamily="2" charset="-122"/>
                <a:ea typeface="华文新魏" panose="02010800040101010101" pitchFamily="2" charset="-122"/>
              </a:rPr>
              <a:t>n</a:t>
            </a:r>
            <a:r>
              <a:rPr lang="zh-CN" altLang="en-US" b="1" dirty="0">
                <a:solidFill>
                  <a:schemeClr val="tx1"/>
                </a:solidFill>
                <a:latin typeface="华文新魏" panose="02010800040101010101" pitchFamily="2" charset="-122"/>
                <a:ea typeface="华文新魏" panose="02010800040101010101" pitchFamily="2" charset="-122"/>
              </a:rPr>
              <a:t>个状态中跳</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越过 </a:t>
            </a:r>
            <a:r>
              <a:rPr lang="en-US" altLang="zh-CN" b="1">
                <a:solidFill>
                  <a:srgbClr val="FF0000"/>
                </a:solidFill>
                <a:latin typeface="华文新魏" panose="02010800040101010101" pitchFamily="2" charset="-122"/>
                <a:ea typeface="华文新魏" panose="02010800040101010101" pitchFamily="2" charset="-122"/>
              </a:rPr>
              <a:t>K = 2</a:t>
            </a:r>
            <a:r>
              <a:rPr lang="en-US" altLang="zh-CN" b="1" baseline="30000">
                <a:solidFill>
                  <a:srgbClr val="FF0000"/>
                </a:solidFill>
                <a:latin typeface="华文新魏" panose="02010800040101010101" pitchFamily="2" charset="-122"/>
                <a:ea typeface="华文新魏" panose="02010800040101010101" pitchFamily="2" charset="-122"/>
              </a:rPr>
              <a:t>n </a:t>
            </a:r>
            <a:r>
              <a:rPr lang="en-US" altLang="zh-CN" b="1">
                <a:solidFill>
                  <a:srgbClr val="FF0000"/>
                </a:solidFill>
                <a:latin typeface="华文新魏" panose="02010800040101010101" pitchFamily="2" charset="-122"/>
                <a:ea typeface="华文新魏" panose="02010800040101010101" pitchFamily="2" charset="-122"/>
              </a:rPr>
              <a:t>- m</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个状态，</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使计数器以 </a:t>
            </a:r>
            <a:r>
              <a:rPr lang="en-US" altLang="zh-CN" b="1">
                <a:solidFill>
                  <a:schemeClr val="tx1"/>
                </a:solidFill>
                <a:latin typeface="华文新魏" panose="02010800040101010101" pitchFamily="2" charset="-122"/>
                <a:ea typeface="华文新魏" panose="02010800040101010101" pitchFamily="2" charset="-122"/>
              </a:rPr>
              <a:t>m </a:t>
            </a:r>
            <a:r>
              <a:rPr lang="zh-CN" altLang="en-US" b="1" dirty="0">
                <a:solidFill>
                  <a:schemeClr val="tx1"/>
                </a:solidFill>
                <a:latin typeface="华文新魏" panose="02010800040101010101" pitchFamily="2" charset="-122"/>
                <a:ea typeface="华文新魏" panose="02010800040101010101" pitchFamily="2" charset="-122"/>
              </a:rPr>
              <a:t>为周期循环，</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而在正常循环中不出现跳</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过的 </a:t>
            </a:r>
            <a:r>
              <a:rPr lang="en-US" altLang="zh-CN" b="1">
                <a:solidFill>
                  <a:srgbClr val="FF0000"/>
                </a:solidFill>
                <a:latin typeface="华文新魏" panose="02010800040101010101" pitchFamily="2" charset="-122"/>
                <a:ea typeface="华文新魏" panose="02010800040101010101" pitchFamily="2" charset="-122"/>
              </a:rPr>
              <a:t>K</a:t>
            </a:r>
            <a:r>
              <a:rPr lang="zh-CN" altLang="en-US" b="1" dirty="0">
                <a:solidFill>
                  <a:schemeClr val="tx1"/>
                </a:solidFill>
                <a:latin typeface="华文新魏" panose="02010800040101010101" pitchFamily="2" charset="-122"/>
                <a:ea typeface="华文新魏" panose="02010800040101010101" pitchFamily="2" charset="-122"/>
              </a:rPr>
              <a:t>个状态。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3843"/>
                                        </p:tgtEl>
                                        <p:attrNameLst>
                                          <p:attrName>style.visibility</p:attrName>
                                        </p:attrNameLst>
                                      </p:cBhvr>
                                      <p:to>
                                        <p:strVal val="visible"/>
                                      </p:to>
                                    </p:set>
                                    <p:animEffect transition="in" filter="blinds(horizontal)">
                                      <p:cBhvr>
                                        <p:cTn id="7" dur="500"/>
                                        <p:tgtEl>
                                          <p:spTgt spid="16384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3854"/>
                                        </p:tgtEl>
                                        <p:attrNameLst>
                                          <p:attrName>style.visibility</p:attrName>
                                        </p:attrNameLst>
                                      </p:cBhvr>
                                      <p:to>
                                        <p:strVal val="visible"/>
                                      </p:to>
                                    </p:set>
                                    <p:animEffect transition="in" filter="blinds(horizontal)">
                                      <p:cBhvr>
                                        <p:cTn id="12" dur="500"/>
                                        <p:tgtEl>
                                          <p:spTgt spid="16385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63844"/>
                                        </p:tgtEl>
                                        <p:attrNameLst>
                                          <p:attrName>style.visibility</p:attrName>
                                        </p:attrNameLst>
                                      </p:cBhvr>
                                      <p:to>
                                        <p:strVal val="visible"/>
                                      </p:to>
                                    </p:set>
                                    <p:animEffect transition="in" filter="blinds(horizontal)">
                                      <p:cBhvr>
                                        <p:cTn id="17" dur="500"/>
                                        <p:tgtEl>
                                          <p:spTgt spid="163844"/>
                                        </p:tgtEl>
                                      </p:cBhvr>
                                    </p:animEffect>
                                  </p:childTnLst>
                                </p:cTn>
                              </p:par>
                              <p:par>
                                <p:cTn id="18" presetID="3" presetClass="entr" presetSubtype="10" fill="hold" nodeType="withEffect">
                                  <p:stCondLst>
                                    <p:cond delay="0"/>
                                  </p:stCondLst>
                                  <p:childTnLst>
                                    <p:set>
                                      <p:cBhvr>
                                        <p:cTn id="19" dur="1" fill="hold">
                                          <p:stCondLst>
                                            <p:cond delay="0"/>
                                          </p:stCondLst>
                                        </p:cTn>
                                        <p:tgtEl>
                                          <p:spTgt spid="163845"/>
                                        </p:tgtEl>
                                        <p:attrNameLst>
                                          <p:attrName>style.visibility</p:attrName>
                                        </p:attrNameLst>
                                      </p:cBhvr>
                                      <p:to>
                                        <p:strVal val="visible"/>
                                      </p:to>
                                    </p:set>
                                    <p:animEffect transition="in" filter="blinds(horizontal)">
                                      <p:cBhvr>
                                        <p:cTn id="20" dur="500"/>
                                        <p:tgtEl>
                                          <p:spTgt spid="16384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163846"/>
                                        </p:tgtEl>
                                        <p:attrNameLst>
                                          <p:attrName>style.visibility</p:attrName>
                                        </p:attrNameLst>
                                      </p:cBhvr>
                                      <p:to>
                                        <p:strVal val="visible"/>
                                      </p:to>
                                    </p:set>
                                    <p:animEffect transition="in" filter="blinds(horizontal)">
                                      <p:cBhvr>
                                        <p:cTn id="23" dur="500"/>
                                        <p:tgtEl>
                                          <p:spTgt spid="163846"/>
                                        </p:tgtEl>
                                      </p:cBhvr>
                                    </p:animEffect>
                                  </p:childTnLst>
                                </p:cTn>
                              </p:par>
                              <p:par>
                                <p:cTn id="24" presetID="3" presetClass="entr" presetSubtype="10" fill="hold" nodeType="withEffect">
                                  <p:stCondLst>
                                    <p:cond delay="0"/>
                                  </p:stCondLst>
                                  <p:childTnLst>
                                    <p:set>
                                      <p:cBhvr>
                                        <p:cTn id="25" dur="1" fill="hold">
                                          <p:stCondLst>
                                            <p:cond delay="0"/>
                                          </p:stCondLst>
                                        </p:cTn>
                                        <p:tgtEl>
                                          <p:spTgt spid="163847"/>
                                        </p:tgtEl>
                                        <p:attrNameLst>
                                          <p:attrName>style.visibility</p:attrName>
                                        </p:attrNameLst>
                                      </p:cBhvr>
                                      <p:to>
                                        <p:strVal val="visible"/>
                                      </p:to>
                                    </p:set>
                                    <p:animEffect transition="in" filter="blinds(horizontal)">
                                      <p:cBhvr>
                                        <p:cTn id="26" dur="500"/>
                                        <p:tgtEl>
                                          <p:spTgt spid="163847"/>
                                        </p:tgtEl>
                                      </p:cBhvr>
                                    </p:animEffect>
                                  </p:childTnLst>
                                </p:cTn>
                              </p:par>
                              <p:par>
                                <p:cTn id="27" presetID="3" presetClass="entr" presetSubtype="10" fill="hold" nodeType="withEffect">
                                  <p:stCondLst>
                                    <p:cond delay="0"/>
                                  </p:stCondLst>
                                  <p:childTnLst>
                                    <p:set>
                                      <p:cBhvr>
                                        <p:cTn id="28" dur="1" fill="hold">
                                          <p:stCondLst>
                                            <p:cond delay="0"/>
                                          </p:stCondLst>
                                        </p:cTn>
                                        <p:tgtEl>
                                          <p:spTgt spid="163848"/>
                                        </p:tgtEl>
                                        <p:attrNameLst>
                                          <p:attrName>style.visibility</p:attrName>
                                        </p:attrNameLst>
                                      </p:cBhvr>
                                      <p:to>
                                        <p:strVal val="visible"/>
                                      </p:to>
                                    </p:set>
                                    <p:animEffect transition="in" filter="blinds(horizontal)">
                                      <p:cBhvr>
                                        <p:cTn id="29" dur="500"/>
                                        <p:tgtEl>
                                          <p:spTgt spid="163848"/>
                                        </p:tgtEl>
                                      </p:cBhvr>
                                    </p:animEffect>
                                  </p:childTnLst>
                                </p:cTn>
                              </p:par>
                              <p:par>
                                <p:cTn id="30" presetID="3" presetClass="entr" presetSubtype="10" fill="hold" nodeType="withEffect">
                                  <p:stCondLst>
                                    <p:cond delay="0"/>
                                  </p:stCondLst>
                                  <p:childTnLst>
                                    <p:set>
                                      <p:cBhvr>
                                        <p:cTn id="31" dur="1" fill="hold">
                                          <p:stCondLst>
                                            <p:cond delay="0"/>
                                          </p:stCondLst>
                                        </p:cTn>
                                        <p:tgtEl>
                                          <p:spTgt spid="163849"/>
                                        </p:tgtEl>
                                        <p:attrNameLst>
                                          <p:attrName>style.visibility</p:attrName>
                                        </p:attrNameLst>
                                      </p:cBhvr>
                                      <p:to>
                                        <p:strVal val="visible"/>
                                      </p:to>
                                    </p:set>
                                    <p:animEffect transition="in" filter="blinds(horizontal)">
                                      <p:cBhvr>
                                        <p:cTn id="32" dur="500"/>
                                        <p:tgtEl>
                                          <p:spTgt spid="163849"/>
                                        </p:tgtEl>
                                      </p:cBhvr>
                                    </p:animEffect>
                                  </p:childTnLst>
                                </p:cTn>
                              </p:par>
                              <p:par>
                                <p:cTn id="33" presetID="3" presetClass="entr" presetSubtype="10" fill="hold" nodeType="withEffect">
                                  <p:stCondLst>
                                    <p:cond delay="0"/>
                                  </p:stCondLst>
                                  <p:childTnLst>
                                    <p:set>
                                      <p:cBhvr>
                                        <p:cTn id="34" dur="1" fill="hold">
                                          <p:stCondLst>
                                            <p:cond delay="0"/>
                                          </p:stCondLst>
                                        </p:cTn>
                                        <p:tgtEl>
                                          <p:spTgt spid="163850"/>
                                        </p:tgtEl>
                                        <p:attrNameLst>
                                          <p:attrName>style.visibility</p:attrName>
                                        </p:attrNameLst>
                                      </p:cBhvr>
                                      <p:to>
                                        <p:strVal val="visible"/>
                                      </p:to>
                                    </p:set>
                                    <p:animEffect transition="in" filter="blinds(horizontal)">
                                      <p:cBhvr>
                                        <p:cTn id="35" dur="500"/>
                                        <p:tgtEl>
                                          <p:spTgt spid="163850"/>
                                        </p:tgtEl>
                                      </p:cBhvr>
                                    </p:animEffect>
                                  </p:childTnLst>
                                </p:cTn>
                              </p:par>
                              <p:par>
                                <p:cTn id="36" presetID="3" presetClass="entr" presetSubtype="10" fill="hold" nodeType="withEffect">
                                  <p:stCondLst>
                                    <p:cond delay="0"/>
                                  </p:stCondLst>
                                  <p:childTnLst>
                                    <p:set>
                                      <p:cBhvr>
                                        <p:cTn id="37" dur="1" fill="hold">
                                          <p:stCondLst>
                                            <p:cond delay="0"/>
                                          </p:stCondLst>
                                        </p:cTn>
                                        <p:tgtEl>
                                          <p:spTgt spid="163851"/>
                                        </p:tgtEl>
                                        <p:attrNameLst>
                                          <p:attrName>style.visibility</p:attrName>
                                        </p:attrNameLst>
                                      </p:cBhvr>
                                      <p:to>
                                        <p:strVal val="visible"/>
                                      </p:to>
                                    </p:set>
                                    <p:animEffect transition="in" filter="blinds(horizontal)">
                                      <p:cBhvr>
                                        <p:cTn id="38" dur="500"/>
                                        <p:tgtEl>
                                          <p:spTgt spid="163851"/>
                                        </p:tgtEl>
                                      </p:cBhvr>
                                    </p:animEffect>
                                  </p:childTnLst>
                                </p:cTn>
                              </p:par>
                              <p:par>
                                <p:cTn id="39" presetID="3" presetClass="entr" presetSubtype="10" fill="hold" nodeType="withEffect">
                                  <p:stCondLst>
                                    <p:cond delay="0"/>
                                  </p:stCondLst>
                                  <p:childTnLst>
                                    <p:set>
                                      <p:cBhvr>
                                        <p:cTn id="40" dur="1" fill="hold">
                                          <p:stCondLst>
                                            <p:cond delay="0"/>
                                          </p:stCondLst>
                                        </p:cTn>
                                        <p:tgtEl>
                                          <p:spTgt spid="163852"/>
                                        </p:tgtEl>
                                        <p:attrNameLst>
                                          <p:attrName>style.visibility</p:attrName>
                                        </p:attrNameLst>
                                      </p:cBhvr>
                                      <p:to>
                                        <p:strVal val="visible"/>
                                      </p:to>
                                    </p:set>
                                    <p:animEffect transition="in" filter="blinds(horizontal)">
                                      <p:cBhvr>
                                        <p:cTn id="41" dur="500"/>
                                        <p:tgtEl>
                                          <p:spTgt spid="163852"/>
                                        </p:tgtEl>
                                      </p:cBhvr>
                                    </p:animEffect>
                                  </p:childTnLst>
                                </p:cTn>
                              </p:par>
                              <p:par>
                                <p:cTn id="42" presetID="3" presetClass="entr" presetSubtype="10" fill="hold" nodeType="withEffect">
                                  <p:stCondLst>
                                    <p:cond delay="0"/>
                                  </p:stCondLst>
                                  <p:childTnLst>
                                    <p:set>
                                      <p:cBhvr>
                                        <p:cTn id="43" dur="1" fill="hold">
                                          <p:stCondLst>
                                            <p:cond delay="0"/>
                                          </p:stCondLst>
                                        </p:cTn>
                                        <p:tgtEl>
                                          <p:spTgt spid="163853"/>
                                        </p:tgtEl>
                                        <p:attrNameLst>
                                          <p:attrName>style.visibility</p:attrName>
                                        </p:attrNameLst>
                                      </p:cBhvr>
                                      <p:to>
                                        <p:strVal val="visible"/>
                                      </p:to>
                                    </p:set>
                                    <p:animEffect transition="in" filter="blinds(horizontal)">
                                      <p:cBhvr>
                                        <p:cTn id="44" dur="500"/>
                                        <p:tgtEl>
                                          <p:spTgt spid="163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3" grpId="0"/>
      <p:bldP spid="163843" grpId="1"/>
      <p:bldP spid="163846" grpId="0" animBg="1"/>
      <p:bldP spid="163846" grpId="1" animBg="1"/>
      <p:bldP spid="163854" grpId="0"/>
      <p:bldP spid="163854"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3"/>
          <p:cNvSpPr>
            <a:spLocks noGrp="1"/>
          </p:cNvSpPr>
          <p:nvPr>
            <p:ph type="title"/>
          </p:nvPr>
        </p:nvSpPr>
        <p:spPr>
          <a:xfrm>
            <a:off x="396240" y="587693"/>
            <a:ext cx="7772400" cy="5143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例</a:t>
            </a:r>
            <a:r>
              <a:rPr lang="en-US" altLang="zh-CN" sz="2000" b="1">
                <a:solidFill>
                  <a:srgbClr val="FF0000"/>
                </a:solidFill>
                <a:latin typeface="华文新魏" panose="02010800040101010101" pitchFamily="2" charset="-122"/>
                <a:ea typeface="华文新魏" panose="02010800040101010101" pitchFamily="2" charset="-122"/>
              </a:rPr>
              <a:t>1</a:t>
            </a:r>
            <a:r>
              <a:rPr lang="zh-CN" altLang="en-US" sz="2000" b="1" dirty="0">
                <a:solidFill>
                  <a:srgbClr val="FF0000"/>
                </a:solidFill>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设计一个 </a:t>
            </a:r>
            <a:r>
              <a:rPr lang="en-US" altLang="zh-CN" sz="2000" b="1">
                <a:latin typeface="华文新魏" panose="02010800040101010101" pitchFamily="2" charset="-122"/>
                <a:ea typeface="华文新魏" panose="02010800040101010101" pitchFamily="2" charset="-122"/>
              </a:rPr>
              <a:t>m = 6</a:t>
            </a:r>
            <a:r>
              <a:rPr lang="zh-CN" altLang="en-US" sz="2000" b="1" dirty="0">
                <a:latin typeface="华文新魏" panose="02010800040101010101" pitchFamily="2" charset="-122"/>
                <a:ea typeface="华文新魏" panose="02010800040101010101" pitchFamily="2" charset="-122"/>
              </a:rPr>
              <a:t>的计数器。</a:t>
            </a:r>
          </a:p>
        </p:txBody>
      </p:sp>
      <p:sp>
        <p:nvSpPr>
          <p:cNvPr id="164867" name="Text Box 4"/>
          <p:cNvSpPr txBox="1"/>
          <p:nvPr/>
        </p:nvSpPr>
        <p:spPr>
          <a:xfrm>
            <a:off x="395605" y="995363"/>
            <a:ext cx="4267200" cy="2061210"/>
          </a:xfrm>
          <a:prstGeom prst="rect">
            <a:avLst/>
          </a:prstGeom>
          <a:noFill/>
          <a:ln w="9525">
            <a:noFill/>
          </a:ln>
        </p:spPr>
        <p:txBody>
          <a:bodyPr wrap="square">
            <a:spAutoFit/>
          </a:bodyPr>
          <a:lstStyle/>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选择模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的二进制计数器</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实现模 </a:t>
            </a:r>
            <a:r>
              <a:rPr lang="en-US" altLang="zh-CN" b="1">
                <a:solidFill>
                  <a:schemeClr val="tx1"/>
                </a:solidFill>
                <a:latin typeface="华文新魏" panose="02010800040101010101" pitchFamily="2" charset="-122"/>
                <a:ea typeface="华文新魏" panose="02010800040101010101" pitchFamily="2" charset="-122"/>
              </a:rPr>
              <a:t>6 </a:t>
            </a:r>
            <a:r>
              <a:rPr lang="zh-CN" altLang="en-US" b="1" dirty="0">
                <a:solidFill>
                  <a:schemeClr val="tx1"/>
                </a:solidFill>
                <a:latin typeface="华文新魏" panose="02010800040101010101" pitchFamily="2" charset="-122"/>
                <a:ea typeface="华文新魏" panose="02010800040101010101" pitchFamily="2" charset="-122"/>
              </a:rPr>
              <a:t>计数器，即：</a:t>
            </a: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1</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2</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3</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4</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5</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1</a:t>
            </a:r>
            <a:endParaRPr lang="en-US" altLang="zh-CN" b="1" baseline="30000">
              <a:solidFill>
                <a:srgbClr val="FF0000"/>
              </a:solidFill>
              <a:latin typeface="华文新魏" panose="02010800040101010101" pitchFamily="2" charset="-122"/>
              <a:ea typeface="华文新魏" panose="02010800040101010101" pitchFamily="2" charset="-122"/>
            </a:endParaRPr>
          </a:p>
          <a:p>
            <a:pPr eaLnBrk="1" hangingPunct="1">
              <a:lnSpc>
                <a:spcPct val="65000"/>
              </a:lnSpc>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需要从 </a:t>
            </a:r>
            <a:r>
              <a:rPr lang="en-US" altLang="zh-CN" b="1">
                <a:solidFill>
                  <a:schemeClr val="tx1"/>
                </a:solidFill>
                <a:latin typeface="华文新魏" panose="02010800040101010101" pitchFamily="2" charset="-122"/>
                <a:ea typeface="华文新魏" panose="02010800040101010101" pitchFamily="2" charset="-122"/>
              </a:rPr>
              <a:t>8 </a:t>
            </a:r>
            <a:r>
              <a:rPr lang="zh-CN" altLang="en-US" b="1" dirty="0">
                <a:solidFill>
                  <a:schemeClr val="tx1"/>
                </a:solidFill>
                <a:latin typeface="华文新魏" panose="02010800040101010101" pitchFamily="2" charset="-122"/>
                <a:ea typeface="华文新魏" panose="02010800040101010101" pitchFamily="2" charset="-122"/>
              </a:rPr>
              <a:t>个状态中跳越过</a:t>
            </a:r>
          </a:p>
          <a:p>
            <a:pPr eaLnBrk="1" hangingPunct="1">
              <a:lnSpc>
                <a:spcPct val="65000"/>
              </a:lnSpc>
              <a:spcBef>
                <a:spcPct val="50000"/>
              </a:spcBef>
              <a:buFont typeface="Arial" panose="020B0604020202020204" pitchFamily="34" charset="0"/>
            </a:pPr>
            <a:r>
              <a:rPr lang="en-US" altLang="zh-CN" b="1">
                <a:solidFill>
                  <a:srgbClr val="FF0000"/>
                </a:solidFill>
                <a:latin typeface="华文新魏" panose="02010800040101010101" pitchFamily="2" charset="-122"/>
                <a:ea typeface="华文新魏" panose="02010800040101010101" pitchFamily="2" charset="-122"/>
              </a:rPr>
              <a:t>     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两个状态，</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6</a:t>
            </a:r>
            <a:r>
              <a:rPr lang="zh-CN" altLang="en-US" b="1" dirty="0">
                <a:solidFill>
                  <a:srgbClr val="FF0000"/>
                </a:solidFill>
                <a:latin typeface="华文新魏" panose="02010800040101010101" pitchFamily="2" charset="-122"/>
                <a:ea typeface="华文新魏" panose="02010800040101010101" pitchFamily="2" charset="-122"/>
              </a:rPr>
              <a:t>为起跳</a:t>
            </a: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状态。</a:t>
            </a:r>
            <a:endParaRPr lang="zh-CN" altLang="en-US" b="1" baseline="-25000" dirty="0">
              <a:solidFill>
                <a:srgbClr val="FF0000"/>
              </a:solidFill>
              <a:latin typeface="华文新魏" panose="02010800040101010101" pitchFamily="2" charset="-122"/>
              <a:ea typeface="华文新魏" panose="02010800040101010101" pitchFamily="2" charset="-122"/>
            </a:endParaRPr>
          </a:p>
        </p:txBody>
      </p:sp>
      <p:sp>
        <p:nvSpPr>
          <p:cNvPr id="164894" name="Text Box 40"/>
          <p:cNvSpPr txBox="1"/>
          <p:nvPr/>
        </p:nvSpPr>
        <p:spPr>
          <a:xfrm>
            <a:off x="593090" y="3292475"/>
            <a:ext cx="4496435" cy="1353185"/>
          </a:xfrm>
          <a:prstGeom prst="rect">
            <a:avLst/>
          </a:prstGeom>
          <a:noFill/>
          <a:ln w="9525">
            <a:noFill/>
          </a:ln>
        </p:spPr>
        <p:txBody>
          <a:bodyPr wrap="square">
            <a:spAutoFit/>
          </a:bodyPr>
          <a:lstStyle/>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所谓</a:t>
            </a:r>
            <a:r>
              <a:rPr lang="zh-CN" altLang="en-US" b="1" dirty="0">
                <a:solidFill>
                  <a:srgbClr val="FF0000"/>
                </a:solidFill>
                <a:latin typeface="华文新魏" panose="02010800040101010101" pitchFamily="2" charset="-122"/>
                <a:ea typeface="华文新魏" panose="02010800040101010101" pitchFamily="2" charset="-122"/>
              </a:rPr>
              <a:t>多余状态（无用状态）</a:t>
            </a:r>
          </a:p>
          <a:p>
            <a:pPr eaLnBrk="1" hangingPunct="1">
              <a:lnSpc>
                <a:spcPct val="65000"/>
              </a:lnSpc>
              <a:spcBef>
                <a:spcPct val="5000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  电路中要跳跃过的状态，是在正常</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工作循环中不出现的状态，称为</a:t>
            </a:r>
          </a:p>
          <a:p>
            <a:pPr eaLnBrk="1" hangingPunct="1">
              <a:lnSpc>
                <a:spcPct val="6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   多余状态</a:t>
            </a:r>
            <a:r>
              <a:rPr lang="zh-CN" altLang="en-US" b="1" dirty="0">
                <a:solidFill>
                  <a:schemeClr val="tx1"/>
                </a:solidFill>
                <a:latin typeface="华文新魏" panose="02010800040101010101" pitchFamily="2" charset="-122"/>
                <a:ea typeface="华文新魏" panose="02010800040101010101" pitchFamily="2" charset="-122"/>
              </a:rPr>
              <a:t>或</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，如</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7</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0</a:t>
            </a:r>
            <a:r>
              <a:rPr lang="zh-CN" altLang="en-US" b="1" dirty="0">
                <a:solidFill>
                  <a:srgbClr val="FF0000"/>
                </a:solidFill>
                <a:latin typeface="华文新魏" panose="02010800040101010101" pitchFamily="2" charset="-122"/>
                <a:ea typeface="华文新魏" panose="02010800040101010101" pitchFamily="2" charset="-122"/>
              </a:rPr>
              <a:t>。</a:t>
            </a:r>
          </a:p>
        </p:txBody>
      </p:sp>
      <p:pic>
        <p:nvPicPr>
          <p:cNvPr id="2" name="图片 1"/>
          <p:cNvPicPr>
            <a:picLocks noChangeAspect="1"/>
          </p:cNvPicPr>
          <p:nvPr>
            <p:custDataLst>
              <p:tags r:id="rId1"/>
            </p:custDataLst>
          </p:nvPr>
        </p:nvPicPr>
        <p:blipFill>
          <a:blip r:embed="rId3"/>
          <a:stretch>
            <a:fillRect/>
          </a:stretch>
        </p:blipFill>
        <p:spPr>
          <a:xfrm>
            <a:off x="4860290" y="516890"/>
            <a:ext cx="4175125" cy="42506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 calcmode="lin" valueType="num">
                                      <p:cBhvr additive="base">
                                        <p:cTn id="7" dur="500" fill="hold"/>
                                        <p:tgtEl>
                                          <p:spTgt spid="164867"/>
                                        </p:tgtEl>
                                        <p:attrNameLst>
                                          <p:attrName>ppt_x</p:attrName>
                                        </p:attrNameLst>
                                      </p:cBhvr>
                                      <p:tavLst>
                                        <p:tav tm="0">
                                          <p:val>
                                            <p:strVal val="#ppt_x"/>
                                          </p:val>
                                        </p:tav>
                                        <p:tav tm="100000">
                                          <p:val>
                                            <p:strVal val="#ppt_x"/>
                                          </p:val>
                                        </p:tav>
                                      </p:tavLst>
                                    </p:anim>
                                    <p:anim calcmode="lin" valueType="num">
                                      <p:cBhvr additive="base">
                                        <p:cTn id="8" dur="500" fill="hold"/>
                                        <p:tgtEl>
                                          <p:spTgt spid="16486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4894"/>
                                        </p:tgtEl>
                                        <p:attrNameLst>
                                          <p:attrName>style.visibility</p:attrName>
                                        </p:attrNameLst>
                                      </p:cBhvr>
                                      <p:to>
                                        <p:strVal val="visible"/>
                                      </p:to>
                                    </p:set>
                                    <p:anim calcmode="lin" valueType="num">
                                      <p:cBhvr additive="base">
                                        <p:cTn id="19" dur="500" fill="hold"/>
                                        <p:tgtEl>
                                          <p:spTgt spid="164894"/>
                                        </p:tgtEl>
                                        <p:attrNameLst>
                                          <p:attrName>ppt_x</p:attrName>
                                        </p:attrNameLst>
                                      </p:cBhvr>
                                      <p:tavLst>
                                        <p:tav tm="0">
                                          <p:val>
                                            <p:strVal val="#ppt_x"/>
                                          </p:val>
                                        </p:tav>
                                        <p:tav tm="100000">
                                          <p:val>
                                            <p:strVal val="#ppt_x"/>
                                          </p:val>
                                        </p:tav>
                                      </p:tavLst>
                                    </p:anim>
                                    <p:anim calcmode="lin" valueType="num">
                                      <p:cBhvr additive="base">
                                        <p:cTn id="20" dur="500" fill="hold"/>
                                        <p:tgtEl>
                                          <p:spTgt spid="16489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p:bldP spid="16489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3"/>
          <p:cNvSpPr>
            <a:spLocks noGrp="1"/>
          </p:cNvSpPr>
          <p:nvPr>
            <p:ph type="title"/>
          </p:nvPr>
        </p:nvSpPr>
        <p:spPr>
          <a:xfrm>
            <a:off x="831850" y="544513"/>
            <a:ext cx="7772400" cy="5143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多余状态的处理</a:t>
            </a:r>
          </a:p>
        </p:txBody>
      </p:sp>
      <p:sp>
        <p:nvSpPr>
          <p:cNvPr id="165891" name="Text Box 41"/>
          <p:cNvSpPr txBox="1"/>
          <p:nvPr/>
        </p:nvSpPr>
        <p:spPr>
          <a:xfrm>
            <a:off x="900113" y="915988"/>
            <a:ext cx="7200900" cy="793750"/>
          </a:xfrm>
          <a:prstGeom prst="rect">
            <a:avLst/>
          </a:prstGeom>
          <a:noFill/>
          <a:ln w="9525">
            <a:noFill/>
          </a:ln>
        </p:spPr>
        <p:txBody>
          <a:bodyPr>
            <a:spAutoFit/>
          </a:bodyPr>
          <a:lstStyle/>
          <a:p>
            <a:pPr eaLnBrk="1" hangingPunct="1">
              <a:lnSpc>
                <a:spcPct val="115000"/>
              </a:lnSpc>
              <a:spcBef>
                <a:spcPct val="50000"/>
              </a:spcBef>
              <a:buFont typeface="Arial" panose="020B0604020202020204" pitchFamily="34" charset="0"/>
              <a:buChar char="•"/>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随机出现的</a:t>
            </a:r>
            <a:r>
              <a:rPr lang="zh-CN" altLang="en-US" b="1" dirty="0">
                <a:solidFill>
                  <a:srgbClr val="FF0000"/>
                </a:solidFill>
                <a:latin typeface="华文新魏" panose="02010800040101010101" pitchFamily="2" charset="-122"/>
                <a:ea typeface="华文新魏" panose="02010800040101010101" pitchFamily="2" charset="-122"/>
              </a:rPr>
              <a:t>无用状态</a:t>
            </a:r>
            <a:r>
              <a:rPr lang="zh-CN" altLang="en-US" b="1" dirty="0">
                <a:solidFill>
                  <a:schemeClr val="tx1"/>
                </a:solidFill>
                <a:latin typeface="华文新魏" panose="02010800040101010101" pitchFamily="2" charset="-122"/>
                <a:ea typeface="华文新魏" panose="02010800040101010101" pitchFamily="2" charset="-122"/>
              </a:rPr>
              <a:t>应当经过有限节拍后自动进入</a:t>
            </a:r>
            <a:r>
              <a:rPr lang="zh-CN" altLang="en-US" b="1" dirty="0">
                <a:solidFill>
                  <a:srgbClr val="FF0000"/>
                </a:solidFill>
                <a:latin typeface="华文新魏" panose="02010800040101010101" pitchFamily="2" charset="-122"/>
                <a:ea typeface="华文新魏" panose="02010800040101010101" pitchFamily="2" charset="-122"/>
              </a:rPr>
              <a:t>有用状态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也称</a:t>
            </a:r>
            <a:r>
              <a:rPr lang="zh-CN" altLang="en-US" b="1" dirty="0">
                <a:solidFill>
                  <a:srgbClr val="FF0000"/>
                </a:solidFill>
                <a:latin typeface="华文新魏" panose="02010800040101010101" pitchFamily="2" charset="-122"/>
                <a:ea typeface="华文新魏" panose="02010800040101010101" pitchFamily="2" charset="-122"/>
              </a:rPr>
              <a:t>有效状态</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，不允许停在无用状态或在无用状态中循环。</a:t>
            </a:r>
          </a:p>
        </p:txBody>
      </p:sp>
      <p:sp>
        <p:nvSpPr>
          <p:cNvPr id="165892" name="Text Box 42"/>
          <p:cNvSpPr txBox="1"/>
          <p:nvPr/>
        </p:nvSpPr>
        <p:spPr>
          <a:xfrm>
            <a:off x="828675" y="1708150"/>
            <a:ext cx="7331710" cy="1689100"/>
          </a:xfrm>
          <a:prstGeom prst="rect">
            <a:avLst/>
          </a:prstGeom>
          <a:noFill/>
          <a:ln w="9525">
            <a:noFill/>
          </a:ln>
        </p:spPr>
        <p:txBody>
          <a:bodyPr wrap="square">
            <a:spAutoFit/>
          </a:bodyPr>
          <a:lstStyle/>
          <a:p>
            <a:pPr eaLnBrk="1" hangingPunct="1">
              <a:lnSpc>
                <a:spcPct val="105000"/>
              </a:lnSpc>
              <a:spcBef>
                <a:spcPct val="50000"/>
              </a:spcBef>
              <a:buFont typeface="Arial" panose="020B0604020202020204" pitchFamily="34" charset="0"/>
              <a:buChar char="•"/>
            </a:pPr>
            <a:r>
              <a:rPr lang="en-US" altLang="zh-CN">
                <a:solidFill>
                  <a:srgbClr val="FF0000"/>
                </a:solidFill>
                <a:latin typeface="华文新魏" panose="02010800040101010101" pitchFamily="2" charset="-122"/>
                <a:ea typeface="华文新魏" panose="02010800040101010101" pitchFamily="2" charset="-122"/>
              </a:rPr>
              <a:t>  </a:t>
            </a:r>
            <a:r>
              <a:rPr lang="zh-CN" altLang="en-US" b="1" dirty="0">
                <a:solidFill>
                  <a:srgbClr val="FF0000"/>
                </a:solidFill>
                <a:latin typeface="华文新魏" panose="02010800040101010101" pitchFamily="2" charset="-122"/>
                <a:ea typeface="华文新魏" panose="02010800040101010101" pitchFamily="2" charset="-122"/>
              </a:rPr>
              <a:t>通常采用的措施是</a:t>
            </a:r>
            <a:r>
              <a:rPr lang="zh-CN" altLang="en-US" b="1" dirty="0">
                <a:solidFill>
                  <a:schemeClr val="tx1"/>
                </a:solidFill>
                <a:latin typeface="华文新魏" panose="02010800040101010101" pitchFamily="2" charset="-122"/>
                <a:ea typeface="华文新魏" panose="02010800040101010101" pitchFamily="2" charset="-122"/>
              </a:rPr>
              <a:t>：</a:t>
            </a: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① 从动式起动电路</a:t>
            </a: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通过</a:t>
            </a:r>
            <a:r>
              <a:rPr lang="zh-CN" altLang="en-US" b="1" dirty="0">
                <a:solidFill>
                  <a:srgbClr val="FF0000"/>
                </a:solidFill>
                <a:latin typeface="华文新魏" panose="02010800040101010101" pitchFamily="2" charset="-122"/>
                <a:ea typeface="华文新魏" panose="02010800040101010101" pitchFamily="2" charset="-122"/>
              </a:rPr>
              <a:t>人工按键</a:t>
            </a:r>
            <a:r>
              <a:rPr lang="zh-CN" altLang="en-US" b="1" dirty="0">
                <a:solidFill>
                  <a:schemeClr val="tx1"/>
                </a:solidFill>
                <a:latin typeface="华文新魏" panose="02010800040101010101" pitchFamily="2" charset="-122"/>
                <a:ea typeface="华文新魏" panose="02010800040101010101" pitchFamily="2" charset="-122"/>
              </a:rPr>
              <a:t>置位</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复位、或设计</a:t>
            </a:r>
            <a:r>
              <a:rPr lang="zh-CN" altLang="en-US" b="1" dirty="0">
                <a:solidFill>
                  <a:srgbClr val="FF0000"/>
                </a:solidFill>
                <a:latin typeface="华文新魏" panose="02010800040101010101" pitchFamily="2" charset="-122"/>
                <a:ea typeface="华文新魏" panose="02010800040101010101" pitchFamily="2" charset="-122"/>
              </a:rPr>
              <a:t>一个电源启动</a:t>
            </a:r>
            <a:r>
              <a:rPr lang="zh-CN" altLang="en-US" b="1" dirty="0">
                <a:solidFill>
                  <a:schemeClr val="tx1"/>
                </a:solidFill>
                <a:latin typeface="华文新魏" panose="02010800040101010101" pitchFamily="2" charset="-122"/>
                <a:ea typeface="华文新魏" panose="02010800040101010101" pitchFamily="2" charset="-122"/>
              </a:rPr>
              <a:t>的能输出强置位信号的电路、或由其他电路提供初始化信号。</a:t>
            </a:r>
          </a:p>
        </p:txBody>
      </p:sp>
      <p:sp>
        <p:nvSpPr>
          <p:cNvPr id="165893" name="Text Box 43"/>
          <p:cNvSpPr txBox="1"/>
          <p:nvPr/>
        </p:nvSpPr>
        <p:spPr>
          <a:xfrm>
            <a:off x="898525" y="3346450"/>
            <a:ext cx="7261860" cy="1535430"/>
          </a:xfrm>
          <a:prstGeom prst="rect">
            <a:avLst/>
          </a:prstGeom>
          <a:noFill/>
          <a:ln w="9525">
            <a:noFill/>
          </a:ln>
        </p:spPr>
        <p:txBody>
          <a:bodyPr wrap="square">
            <a:spAutoFit/>
          </a:bodyPr>
          <a:lstStyle/>
          <a:p>
            <a:pPr eaLnBrk="1" hangingPunct="1">
              <a:lnSpc>
                <a:spcPct val="105000"/>
              </a:lnSpc>
              <a:spcBef>
                <a:spcPct val="50000"/>
              </a:spcBef>
              <a:buFont typeface="Arial" panose="020B0604020202020204" pitchFamily="34" charset="0"/>
            </a:pPr>
            <a:r>
              <a:rPr lang="en-US" altLang="zh-CN" b="1" dirty="0">
                <a:solidFill>
                  <a:schemeClr val="tx1"/>
                </a:solidFill>
                <a:latin typeface="华文新魏" panose="02010800040101010101" pitchFamily="2" charset="-122"/>
                <a:ea typeface="华文新魏" panose="02010800040101010101" pitchFamily="2" charset="-122"/>
              </a:rPr>
              <a:t>② </a:t>
            </a:r>
            <a:r>
              <a:rPr lang="zh-CN" altLang="en-US" b="1" dirty="0">
                <a:solidFill>
                  <a:srgbClr val="FF0000"/>
                </a:solidFill>
                <a:latin typeface="华文新魏" panose="02010800040101010101" pitchFamily="2" charset="-122"/>
                <a:ea typeface="华文新魏" panose="02010800040101010101" pitchFamily="2" charset="-122"/>
              </a:rPr>
              <a:t>主动式</a:t>
            </a:r>
            <a:r>
              <a:rPr lang="zh-CN" altLang="en-US" b="1" dirty="0">
                <a:solidFill>
                  <a:schemeClr val="tx1"/>
                </a:solidFill>
                <a:latin typeface="华文新魏" panose="02010800040101010101" pitchFamily="2" charset="-122"/>
                <a:ea typeface="华文新魏" panose="02010800040101010101" pitchFamily="2" charset="-122"/>
              </a:rPr>
              <a:t>电路</a:t>
            </a:r>
          </a:p>
          <a:p>
            <a:pPr eaLnBrk="1" hangingPunct="1">
              <a:lnSpc>
                <a:spcPct val="10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由状态测试电路识别计数器是否处于无用状态，若是，则该电路输出一个有效电平，强制使计数器进入或创造条件使计数器进入有用状态。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5891"/>
                                        </p:tgtEl>
                                        <p:attrNameLst>
                                          <p:attrName>style.visibility</p:attrName>
                                        </p:attrNameLst>
                                      </p:cBhvr>
                                      <p:to>
                                        <p:strVal val="visible"/>
                                      </p:to>
                                    </p:set>
                                    <p:anim calcmode="lin" valueType="num">
                                      <p:cBhvr additive="base">
                                        <p:cTn id="7" dur="500" fill="hold"/>
                                        <p:tgtEl>
                                          <p:spTgt spid="165891"/>
                                        </p:tgtEl>
                                        <p:attrNameLst>
                                          <p:attrName>ppt_x</p:attrName>
                                        </p:attrNameLst>
                                      </p:cBhvr>
                                      <p:tavLst>
                                        <p:tav tm="0">
                                          <p:val>
                                            <p:strVal val="#ppt_x"/>
                                          </p:val>
                                        </p:tav>
                                        <p:tav tm="100000">
                                          <p:val>
                                            <p:strVal val="#ppt_x"/>
                                          </p:val>
                                        </p:tav>
                                      </p:tavLst>
                                    </p:anim>
                                    <p:anim calcmode="lin" valueType="num">
                                      <p:cBhvr additive="base">
                                        <p:cTn id="8" dur="500" fill="hold"/>
                                        <p:tgtEl>
                                          <p:spTgt spid="1658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5892"/>
                                        </p:tgtEl>
                                        <p:attrNameLst>
                                          <p:attrName>style.visibility</p:attrName>
                                        </p:attrNameLst>
                                      </p:cBhvr>
                                      <p:to>
                                        <p:strVal val="visible"/>
                                      </p:to>
                                    </p:set>
                                    <p:anim calcmode="lin" valueType="num">
                                      <p:cBhvr additive="base">
                                        <p:cTn id="13" dur="500" fill="hold"/>
                                        <p:tgtEl>
                                          <p:spTgt spid="165892"/>
                                        </p:tgtEl>
                                        <p:attrNameLst>
                                          <p:attrName>ppt_x</p:attrName>
                                        </p:attrNameLst>
                                      </p:cBhvr>
                                      <p:tavLst>
                                        <p:tav tm="0">
                                          <p:val>
                                            <p:strVal val="#ppt_x"/>
                                          </p:val>
                                        </p:tav>
                                        <p:tav tm="100000">
                                          <p:val>
                                            <p:strVal val="#ppt_x"/>
                                          </p:val>
                                        </p:tav>
                                      </p:tavLst>
                                    </p:anim>
                                    <p:anim calcmode="lin" valueType="num">
                                      <p:cBhvr additive="base">
                                        <p:cTn id="14" dur="500" fill="hold"/>
                                        <p:tgtEl>
                                          <p:spTgt spid="16589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5893"/>
                                        </p:tgtEl>
                                        <p:attrNameLst>
                                          <p:attrName>style.visibility</p:attrName>
                                        </p:attrNameLst>
                                      </p:cBhvr>
                                      <p:to>
                                        <p:strVal val="visible"/>
                                      </p:to>
                                    </p:set>
                                    <p:anim calcmode="lin" valueType="num">
                                      <p:cBhvr additive="base">
                                        <p:cTn id="19" dur="500" fill="hold"/>
                                        <p:tgtEl>
                                          <p:spTgt spid="165893"/>
                                        </p:tgtEl>
                                        <p:attrNameLst>
                                          <p:attrName>ppt_x</p:attrName>
                                        </p:attrNameLst>
                                      </p:cBhvr>
                                      <p:tavLst>
                                        <p:tav tm="0">
                                          <p:val>
                                            <p:strVal val="#ppt_x"/>
                                          </p:val>
                                        </p:tav>
                                        <p:tav tm="100000">
                                          <p:val>
                                            <p:strVal val="#ppt_x"/>
                                          </p:val>
                                        </p:tav>
                                      </p:tavLst>
                                    </p:anim>
                                    <p:anim calcmode="lin" valueType="num">
                                      <p:cBhvr additive="base">
                                        <p:cTn id="20" dur="500" fill="hold"/>
                                        <p:tgtEl>
                                          <p:spTgt spid="165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1" grpId="0"/>
      <p:bldP spid="165892" grpId="0"/>
      <p:bldP spid="16589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p:cNvSpPr>
          <p:nvPr>
            <p:ph type="title"/>
          </p:nvPr>
        </p:nvSpPr>
        <p:spPr>
          <a:xfrm>
            <a:off x="685800" y="760413"/>
            <a:ext cx="5715000" cy="514350"/>
          </a:xfrm>
          <a:prstGeom prst="rect">
            <a:avLst/>
          </a:prstGeom>
          <a:noFill/>
          <a:ln w="9525">
            <a:noFill/>
          </a:ln>
        </p:spPr>
        <p:txBody>
          <a:bodyPr/>
          <a:lstStyle/>
          <a:p>
            <a:pPr marL="514350" indent="-514350" eaLnBrk="1" hangingPunct="1">
              <a:buFont typeface="宋体" panose="02010600030101010101" pitchFamily="2" charset="-122"/>
              <a:buAutoNum type="circleNumDbPlain"/>
            </a:pPr>
            <a:r>
              <a:rPr lang="en-US" altLang="zh-CN" sz="2000" b="1">
                <a:solidFill>
                  <a:srgbClr val="FF0000"/>
                </a:solidFill>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强置位计数器</a:t>
            </a:r>
            <a:r>
              <a:rPr lang="zh-CN" altLang="en-US" sz="2000" b="1" i="1" dirty="0">
                <a:solidFill>
                  <a:srgbClr val="FF0000"/>
                </a:solidFill>
                <a:latin typeface="华文新魏" panose="02010800040101010101" pitchFamily="2" charset="-122"/>
                <a:ea typeface="华文新魏" panose="02010800040101010101" pitchFamily="2" charset="-122"/>
              </a:rPr>
              <a:t>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Resetting</a:t>
            </a:r>
            <a:r>
              <a:rPr lang="en-US" altLang="zh-CN" sz="2000" b="1">
                <a:solidFill>
                  <a:srgbClr val="FF0000"/>
                </a:solidFill>
                <a:latin typeface="华文新魏" panose="02010800040101010101" pitchFamily="2" charset="-122"/>
                <a:ea typeface="华文新魏" panose="02010800040101010101" pitchFamily="2" charset="-122"/>
              </a:rPr>
              <a:t>)</a:t>
            </a:r>
          </a:p>
        </p:txBody>
      </p:sp>
      <p:sp>
        <p:nvSpPr>
          <p:cNvPr id="166915" name="Text Box 4"/>
          <p:cNvSpPr txBox="1"/>
          <p:nvPr/>
        </p:nvSpPr>
        <p:spPr>
          <a:xfrm>
            <a:off x="1042035" y="1635125"/>
            <a:ext cx="7754620" cy="2522855"/>
          </a:xfrm>
          <a:prstGeom prst="rect">
            <a:avLst/>
          </a:prstGeom>
          <a:noFill/>
          <a:ln w="9525">
            <a:noFill/>
          </a:ln>
        </p:spPr>
        <p:txBody>
          <a:bodyPr wrap="square">
            <a:spAutoFit/>
          </a:bodyPr>
          <a:lstStyle/>
          <a:p>
            <a:pPr eaLnBrk="1" hangingPunct="1">
              <a:lnSpc>
                <a:spcPct val="8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设计电路时，先设计一个</a:t>
            </a:r>
            <a:r>
              <a:rPr lang="zh-CN" altLang="en-US" b="1" dirty="0">
                <a:solidFill>
                  <a:srgbClr val="FF0000"/>
                </a:solidFill>
                <a:latin typeface="华文新魏" panose="02010800040101010101" pitchFamily="2" charset="-122"/>
                <a:ea typeface="华文新魏" panose="02010800040101010101" pitchFamily="2" charset="-122"/>
              </a:rPr>
              <a:t>二进制计数器</a:t>
            </a:r>
            <a:r>
              <a:rPr lang="zh-CN" altLang="en-US" b="1" dirty="0">
                <a:solidFill>
                  <a:schemeClr val="tx1"/>
                </a:solidFill>
                <a:latin typeface="华文新魏" panose="02010800040101010101" pitchFamily="2" charset="-122"/>
                <a:ea typeface="华文新魏" panose="02010800040101010101" pitchFamily="2" charset="-122"/>
              </a:rPr>
              <a:t>，然后再</a:t>
            </a:r>
            <a:r>
              <a:rPr lang="zh-CN" altLang="en-US" b="1" dirty="0">
                <a:solidFill>
                  <a:srgbClr val="FF0000"/>
                </a:solidFill>
                <a:latin typeface="华文新魏" panose="02010800040101010101" pitchFamily="2" charset="-122"/>
                <a:ea typeface="华文新魏" panose="02010800040101010101" pitchFamily="2" charset="-122"/>
              </a:rPr>
              <a:t>加入强置位</a:t>
            </a:r>
          </a:p>
          <a:p>
            <a:pPr eaLnBrk="1" hangingPunct="1">
              <a:lnSpc>
                <a:spcPct val="8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电路。</a:t>
            </a:r>
            <a:r>
              <a:rPr lang="zh-CN" altLang="en-US" b="1" dirty="0">
                <a:solidFill>
                  <a:schemeClr val="tx1"/>
                </a:solidFill>
                <a:latin typeface="华文新魏" panose="02010800040101010101" pitchFamily="2" charset="-122"/>
                <a:ea typeface="华文新魏" panose="02010800040101010101" pitchFamily="2" charset="-122"/>
              </a:rPr>
              <a:t>假设</a:t>
            </a:r>
            <a:r>
              <a:rPr lang="zh-CN" altLang="en-US" b="1" dirty="0">
                <a:solidFill>
                  <a:srgbClr val="FF0000"/>
                </a:solidFill>
                <a:latin typeface="华文新魏" panose="02010800040101010101" pitchFamily="2" charset="-122"/>
                <a:ea typeface="华文新魏" panose="02010800040101010101" pitchFamily="2" charset="-122"/>
              </a:rPr>
              <a:t>起跳状态为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r>
              <a:rPr lang="zh-CN" altLang="en-US" b="1" dirty="0">
                <a:solidFill>
                  <a:schemeClr val="tx1"/>
                </a:solidFill>
                <a:latin typeface="华文新魏" panose="02010800040101010101" pitchFamily="2" charset="-122"/>
                <a:ea typeface="华文新魏" panose="02010800040101010101" pitchFamily="2" charset="-122"/>
              </a:rPr>
              <a:t>，则有：</a:t>
            </a:r>
          </a:p>
          <a:p>
            <a:pPr marL="742950" lvl="1" indent="-285750" eaLnBrk="1" hangingPunct="1">
              <a:lnSpc>
                <a:spcPct val="12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在没有出现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 </a:t>
            </a:r>
            <a:r>
              <a:rPr lang="zh-CN" altLang="en-US" b="1" dirty="0">
                <a:solidFill>
                  <a:schemeClr val="tx1"/>
                </a:solidFill>
                <a:latin typeface="华文新魏" panose="02010800040101010101" pitchFamily="2" charset="-122"/>
                <a:ea typeface="华文新魏" panose="02010800040101010101" pitchFamily="2" charset="-122"/>
              </a:rPr>
              <a:t>时，不影响二进制计数器的状态转换规律，强置位的逻辑电平为无效。</a:t>
            </a:r>
          </a:p>
          <a:p>
            <a:pPr marL="742950" lvl="1" indent="-285750" eaLnBrk="1" hangingPunct="1">
              <a:lnSpc>
                <a:spcPct val="85000"/>
              </a:lnSpc>
              <a:spcBef>
                <a:spcPct val="50000"/>
              </a:spcBef>
              <a:buFont typeface="Wingdings" panose="05000000000000000000" pitchFamily="2" charset="2"/>
              <a:buChar char="Ø"/>
            </a:pPr>
            <a:r>
              <a:rPr lang="zh-CN" altLang="en-US" b="1" dirty="0">
                <a:solidFill>
                  <a:schemeClr val="tx1"/>
                </a:solidFill>
                <a:latin typeface="华文新魏" panose="02010800040101010101" pitchFamily="2" charset="-122"/>
                <a:ea typeface="华文新魏" panose="02010800040101010101" pitchFamily="2" charset="-122"/>
              </a:rPr>
              <a:t> 在出现 </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r>
              <a:rPr lang="zh-CN" altLang="en-US" b="1" dirty="0">
                <a:solidFill>
                  <a:schemeClr val="tx1"/>
                </a:solidFill>
                <a:latin typeface="华文新魏" panose="02010800040101010101" pitchFamily="2" charset="-122"/>
                <a:ea typeface="华文新魏" panose="02010800040101010101" pitchFamily="2" charset="-122"/>
              </a:rPr>
              <a:t>时，强置位电平有效，从而对预定的某些位</a:t>
            </a:r>
            <a:endParaRPr lang="en-US" altLang="zh-CN" b="1">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触发器实行预定的</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强制置位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或</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sym typeface="+mn-ea"/>
              </a:rPr>
              <a:t>强制</a:t>
            </a:r>
            <a:r>
              <a:rPr lang="zh-CN" altLang="en-US" b="1" dirty="0">
                <a:solidFill>
                  <a:schemeClr val="tx1"/>
                </a:solidFill>
                <a:latin typeface="华文新魏" panose="02010800040101010101" pitchFamily="2" charset="-122"/>
                <a:ea typeface="华文新魏" panose="02010800040101010101" pitchFamily="2" charset="-122"/>
              </a:rPr>
              <a:t>复位</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5"/>
          <p:cNvSpPr/>
          <p:nvPr/>
        </p:nvSpPr>
        <p:spPr>
          <a:xfrm>
            <a:off x="569913" y="2224723"/>
            <a:ext cx="16002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39" name="Text Box 6"/>
          <p:cNvSpPr txBox="1"/>
          <p:nvPr/>
        </p:nvSpPr>
        <p:spPr>
          <a:xfrm>
            <a:off x="649288" y="2281873"/>
            <a:ext cx="1520825" cy="1376362"/>
          </a:xfrm>
          <a:prstGeom prst="rect">
            <a:avLst/>
          </a:prstGeom>
          <a:noFill/>
          <a:ln w="9525">
            <a:noFill/>
          </a:ln>
        </p:spPr>
        <p:txBody>
          <a:bodyPr>
            <a:spAutoFit/>
          </a:bodyPr>
          <a:lstStyle/>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 </a:t>
            </a:r>
            <a:r>
              <a:rPr lang="zh-CN" altLang="en-US" b="1" dirty="0">
                <a:solidFill>
                  <a:srgbClr val="0000FF"/>
                </a:solidFill>
                <a:latin typeface="华文新魏" panose="02010800040101010101" pitchFamily="2" charset="-122"/>
                <a:ea typeface="华文新魏" panose="02010800040101010101" pitchFamily="2" charset="-122"/>
              </a:rPr>
              <a:t>拍</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a:t>
            </a:r>
            <a:endParaRPr lang="en-US" altLang="zh-CN">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p>
        </p:txBody>
      </p:sp>
      <p:sp>
        <p:nvSpPr>
          <p:cNvPr id="167940" name="Rectangle 9"/>
          <p:cNvSpPr/>
          <p:nvPr/>
        </p:nvSpPr>
        <p:spPr>
          <a:xfrm>
            <a:off x="273685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1" name="Text Box 10"/>
          <p:cNvSpPr txBox="1"/>
          <p:nvPr/>
        </p:nvSpPr>
        <p:spPr>
          <a:xfrm>
            <a:off x="2784475" y="2280285"/>
            <a:ext cx="1495425" cy="1376363"/>
          </a:xfrm>
          <a:prstGeom prst="rect">
            <a:avLst/>
          </a:prstGeom>
          <a:noFill/>
          <a:ln w="9525">
            <a:noFill/>
          </a:ln>
        </p:spPr>
        <p:txBody>
          <a:bodyPr>
            <a:spAutoFit/>
          </a:bodyPr>
          <a:lstStyle/>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a+1</a:t>
            </a:r>
            <a:endParaRPr lang="en-US" altLang="zh-CN" b="1">
              <a:solidFill>
                <a:srgbClr val="FF0000"/>
              </a:solidFill>
              <a:latin typeface="华文新魏" panose="02010800040101010101" pitchFamily="2" charset="-122"/>
              <a:ea typeface="华文新魏" panose="02010800040101010101" pitchFamily="2" charset="-122"/>
            </a:endParaRP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有效</a:t>
            </a:r>
          </a:p>
        </p:txBody>
      </p:sp>
      <p:sp>
        <p:nvSpPr>
          <p:cNvPr id="167942" name="Rectangle 12"/>
          <p:cNvSpPr/>
          <p:nvPr/>
        </p:nvSpPr>
        <p:spPr>
          <a:xfrm>
            <a:off x="6916738"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3" name="Text Box 13"/>
          <p:cNvSpPr txBox="1"/>
          <p:nvPr/>
        </p:nvSpPr>
        <p:spPr>
          <a:xfrm>
            <a:off x="6796088" y="2280285"/>
            <a:ext cx="1736725" cy="1376363"/>
          </a:xfrm>
          <a:prstGeom prst="rect">
            <a:avLst/>
          </a:prstGeom>
          <a:noFill/>
          <a:ln w="9525">
            <a:noFill/>
          </a:ln>
        </p:spPr>
        <p:txBody>
          <a:bodyPr>
            <a:spAutoFit/>
          </a:bodyPr>
          <a:lstStyle/>
          <a:p>
            <a:pPr algn="ctr" eaLnBrk="1" hangingPunct="1">
              <a:lnSpc>
                <a:spcPct val="65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a+2 </a:t>
            </a:r>
            <a:r>
              <a:rPr lang="zh-CN" altLang="en-US" b="1" dirty="0">
                <a:solidFill>
                  <a:srgbClr val="0000FF"/>
                </a:solidFill>
                <a:latin typeface="华文新魏" panose="02010800040101010101" pitchFamily="2" charset="-122"/>
                <a:ea typeface="华文新魏" panose="02010800040101010101" pitchFamily="2" charset="-122"/>
              </a:rPr>
              <a:t>拍</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a+K+2</a:t>
            </a:r>
            <a:r>
              <a:rPr lang="en-US" altLang="zh-CN">
                <a:solidFill>
                  <a:schemeClr val="tx1"/>
                </a:solidFill>
                <a:latin typeface="华文新魏" panose="02010800040101010101" pitchFamily="2" charset="-122"/>
                <a:ea typeface="华文新魏" panose="02010800040101010101" pitchFamily="2" charset="-122"/>
              </a:rPr>
              <a:t>   </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p>
        </p:txBody>
      </p:sp>
      <p:sp>
        <p:nvSpPr>
          <p:cNvPr id="167944" name="Rectangle 15"/>
          <p:cNvSpPr/>
          <p:nvPr/>
        </p:nvSpPr>
        <p:spPr>
          <a:xfrm>
            <a:off x="4851400" y="2223135"/>
            <a:ext cx="1524000" cy="142875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67945" name="Text Box 16"/>
          <p:cNvSpPr txBox="1"/>
          <p:nvPr/>
        </p:nvSpPr>
        <p:spPr>
          <a:xfrm>
            <a:off x="4699000" y="2281873"/>
            <a:ext cx="1828800" cy="1343025"/>
          </a:xfrm>
          <a:prstGeom prst="rect">
            <a:avLst/>
          </a:prstGeom>
          <a:noFill/>
          <a:ln w="9525">
            <a:noFill/>
          </a:ln>
        </p:spPr>
        <p:txBody>
          <a:bodyPr>
            <a:spAutoFit/>
          </a:bodyPr>
          <a:lstStyle/>
          <a:p>
            <a:pPr algn="ctr" eaLnBrk="1" hangingPunct="1">
              <a:lnSpc>
                <a:spcPct val="65000"/>
              </a:lnSpc>
              <a:spcBef>
                <a:spcPct val="50000"/>
              </a:spcBef>
              <a:buFont typeface="Arial" panose="020B0604020202020204" pitchFamily="34" charset="0"/>
            </a:pPr>
            <a:r>
              <a:rPr lang="zh-CN" altLang="en-US" b="1" dirty="0">
                <a:solidFill>
                  <a:srgbClr val="0000FF"/>
                </a:solidFill>
                <a:latin typeface="华文新魏" panose="02010800040101010101" pitchFamily="2" charset="-122"/>
                <a:ea typeface="华文新魏" panose="02010800040101010101" pitchFamily="2" charset="-122"/>
              </a:rPr>
              <a:t>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dirty="0">
                <a:solidFill>
                  <a:srgbClr val="0000FF"/>
                </a:solidFill>
                <a:latin typeface="华文新魏" panose="02010800040101010101" pitchFamily="2" charset="-122"/>
                <a:ea typeface="华文新魏" panose="02010800040101010101" pitchFamily="2" charset="-122"/>
              </a:rPr>
              <a:t>拍</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状态为</a:t>
            </a:r>
            <a:r>
              <a:rPr lang="en-US" altLang="zh-CN" b="1">
                <a:solidFill>
                  <a:srgbClr val="FF0000"/>
                </a:solidFill>
                <a:latin typeface="华文新魏" panose="02010800040101010101" pitchFamily="2" charset="-122"/>
                <a:ea typeface="华文新魏" panose="02010800040101010101" pitchFamily="2" charset="-122"/>
              </a:rPr>
              <a:t>S</a:t>
            </a:r>
            <a:r>
              <a:rPr lang="en-US" altLang="zh-CN" b="1" baseline="-25000">
                <a:solidFill>
                  <a:srgbClr val="FF0000"/>
                </a:solidFill>
                <a:latin typeface="华文新魏" panose="02010800040101010101" pitchFamily="2" charset="-122"/>
                <a:ea typeface="华文新魏" panose="02010800040101010101" pitchFamily="2" charset="-122"/>
              </a:rPr>
              <a:t>a+K+1</a:t>
            </a:r>
            <a:r>
              <a:rPr lang="en-US" altLang="zh-CN">
                <a:solidFill>
                  <a:srgbClr val="FF0000"/>
                </a:solidFill>
                <a:latin typeface="华文新魏" panose="02010800040101010101" pitchFamily="2" charset="-122"/>
                <a:ea typeface="华文新魏" panose="02010800040101010101" pitchFamily="2" charset="-122"/>
              </a:rPr>
              <a:t> </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强置位电平</a:t>
            </a:r>
          </a:p>
          <a:p>
            <a:pPr algn="ctr" eaLnBrk="1" hangingPunct="1">
              <a:lnSpc>
                <a:spcPct val="65000"/>
              </a:lnSpc>
              <a:spcBef>
                <a:spcPct val="5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无效</a:t>
            </a:r>
          </a:p>
        </p:txBody>
      </p:sp>
      <p:sp>
        <p:nvSpPr>
          <p:cNvPr id="167946" name="Line 17"/>
          <p:cNvSpPr/>
          <p:nvPr/>
        </p:nvSpPr>
        <p:spPr>
          <a:xfrm>
            <a:off x="2154238" y="2908935"/>
            <a:ext cx="609600" cy="0"/>
          </a:xfrm>
          <a:prstGeom prst="line">
            <a:avLst/>
          </a:prstGeom>
          <a:ln w="57150" cap="flat" cmpd="sng">
            <a:solidFill>
              <a:srgbClr val="FF0000"/>
            </a:solidFill>
            <a:prstDash val="solid"/>
            <a:headEnd type="none" w="med" len="med"/>
            <a:tailEnd type="triangle" w="med" len="med"/>
          </a:ln>
        </p:spPr>
      </p:sp>
      <p:sp>
        <p:nvSpPr>
          <p:cNvPr id="167947" name="Line 18"/>
          <p:cNvSpPr/>
          <p:nvPr/>
        </p:nvSpPr>
        <p:spPr>
          <a:xfrm>
            <a:off x="4237038" y="2908935"/>
            <a:ext cx="609600" cy="0"/>
          </a:xfrm>
          <a:prstGeom prst="line">
            <a:avLst/>
          </a:prstGeom>
          <a:ln w="57150" cap="flat" cmpd="sng">
            <a:solidFill>
              <a:srgbClr val="FF0000"/>
            </a:solidFill>
            <a:prstDash val="solid"/>
            <a:headEnd type="none" w="med" len="med"/>
            <a:tailEnd type="triangle" w="med" len="med"/>
          </a:ln>
        </p:spPr>
      </p:sp>
      <p:sp>
        <p:nvSpPr>
          <p:cNvPr id="167948" name="Line 19"/>
          <p:cNvSpPr/>
          <p:nvPr/>
        </p:nvSpPr>
        <p:spPr>
          <a:xfrm>
            <a:off x="6348413" y="2908935"/>
            <a:ext cx="609600" cy="0"/>
          </a:xfrm>
          <a:prstGeom prst="line">
            <a:avLst/>
          </a:prstGeom>
          <a:ln w="57150" cap="flat" cmpd="sng">
            <a:solidFill>
              <a:srgbClr val="FF0000"/>
            </a:solidFill>
            <a:prstDash val="solid"/>
            <a:headEnd type="none" w="med" len="med"/>
            <a:tailEnd type="triangle" w="med" len="med"/>
          </a:ln>
        </p:spPr>
      </p:sp>
      <p:sp>
        <p:nvSpPr>
          <p:cNvPr id="167949" name="Text Box 21"/>
          <p:cNvSpPr txBox="1"/>
          <p:nvPr/>
        </p:nvSpPr>
        <p:spPr>
          <a:xfrm>
            <a:off x="457835" y="503555"/>
            <a:ext cx="4388485" cy="460375"/>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2400" b="1" dirty="0">
                <a:solidFill>
                  <a:schemeClr val="tx1"/>
                </a:solidFill>
                <a:latin typeface="华文新魏" panose="02010800040101010101" pitchFamily="2" charset="-122"/>
                <a:ea typeface="华文新魏" panose="02010800040101010101" pitchFamily="2" charset="-122"/>
              </a:rPr>
              <a:t>计数器的跳跃过程如下：</a:t>
            </a:r>
          </a:p>
        </p:txBody>
      </p:sp>
      <p:sp>
        <p:nvSpPr>
          <p:cNvPr id="167951" name="矩形 167950"/>
          <p:cNvSpPr/>
          <p:nvPr/>
        </p:nvSpPr>
        <p:spPr>
          <a:xfrm>
            <a:off x="2987675" y="4087178"/>
            <a:ext cx="4018915" cy="398780"/>
          </a:xfrm>
          <a:prstGeom prst="rect">
            <a:avLst/>
          </a:prstGeom>
          <a:noFill/>
          <a:ln w="9525">
            <a:noFill/>
          </a:ln>
        </p:spPr>
        <p:txBody>
          <a:bodyPr wrap="none" anchor="t">
            <a:spAutoFit/>
          </a:bodyPr>
          <a:lstStyle/>
          <a:p>
            <a:r>
              <a:rPr lang="zh-CN" altLang="en-US" b="1" dirty="0">
                <a:solidFill>
                  <a:srgbClr val="0000FF"/>
                </a:solidFill>
                <a:latin typeface="华文新魏" panose="02010800040101010101" pitchFamily="2" charset="-122"/>
                <a:ea typeface="华文新魏" panose="02010800040101010101" pitchFamily="2" charset="-122"/>
              </a:rPr>
              <a:t>注意第 </a:t>
            </a:r>
            <a:r>
              <a:rPr lang="en-US" altLang="zh-CN" b="1">
                <a:solidFill>
                  <a:srgbClr val="0000FF"/>
                </a:solidFill>
                <a:latin typeface="华文新魏" panose="02010800040101010101" pitchFamily="2" charset="-122"/>
                <a:ea typeface="华文新魏" panose="02010800040101010101" pitchFamily="2" charset="-122"/>
              </a:rPr>
              <a:t>a+1 </a:t>
            </a:r>
            <a:r>
              <a:rPr lang="zh-CN" altLang="en-US" b="1">
                <a:solidFill>
                  <a:srgbClr val="0000FF"/>
                </a:solidFill>
                <a:latin typeface="华文新魏" panose="02010800040101010101" pitchFamily="2" charset="-122"/>
                <a:ea typeface="华文新魏" panose="02010800040101010101" pitchFamily="2" charset="-122"/>
              </a:rPr>
              <a:t>时钟节</a:t>
            </a:r>
            <a:r>
              <a:rPr lang="zh-CN" altLang="en-US" b="1" dirty="0">
                <a:solidFill>
                  <a:srgbClr val="0000FF"/>
                </a:solidFill>
                <a:latin typeface="华文新魏" panose="02010800040101010101" pitchFamily="2" charset="-122"/>
                <a:ea typeface="华文新魏" panose="02010800040101010101" pitchFamily="2" charset="-122"/>
              </a:rPr>
              <a:t>拍：强置位电路</a:t>
            </a:r>
          </a:p>
        </p:txBody>
      </p:sp>
      <p:sp>
        <p:nvSpPr>
          <p:cNvPr id="2" name="左大括号 1"/>
          <p:cNvSpPr/>
          <p:nvPr/>
        </p:nvSpPr>
        <p:spPr>
          <a:xfrm rot="5400000">
            <a:off x="4350385" y="565150"/>
            <a:ext cx="508000" cy="2681605"/>
          </a:xfrm>
          <a:prstGeom prst="leftBrace">
            <a:avLst>
              <a:gd name="adj1" fmla="val 8333"/>
              <a:gd name="adj2" fmla="val 5004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Text Box 21"/>
          <p:cNvSpPr txBox="1"/>
          <p:nvPr/>
        </p:nvSpPr>
        <p:spPr>
          <a:xfrm>
            <a:off x="2593975" y="918210"/>
            <a:ext cx="3980180" cy="675640"/>
          </a:xfrm>
          <a:prstGeom prst="rect">
            <a:avLst/>
          </a:prstGeom>
          <a:noFill/>
          <a:ln w="9525">
            <a:noFill/>
          </a:ln>
        </p:spPr>
        <p:txBody>
          <a:bodyPr wrap="square">
            <a:spAutoFit/>
          </a:bodyPr>
          <a:lstStyle/>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这个时钟节拍强制电路启动，使</a:t>
            </a:r>
          </a:p>
          <a:p>
            <a:pPr eaLnBrk="1" hangingPunct="1">
              <a:lnSpc>
                <a:spcPct val="7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电路由一种状态进入下一个状态！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2000" fill="hold"/>
                                        <p:tgtEl>
                                          <p:spTgt spid="167951"/>
                                        </p:tgtEl>
                                        <p:attrNameLst>
                                          <p:attrName>fillcolor</p:attrName>
                                        </p:attrNameLst>
                                      </p:cBhvr>
                                      <p:to>
                                        <a:schemeClr val="accent2"/>
                                      </p:to>
                                    </p:animClr>
                                    <p:set>
                                      <p:cBhvr>
                                        <p:cTn id="19" dur="2000" fill="hold"/>
                                        <p:tgtEl>
                                          <p:spTgt spid="167951"/>
                                        </p:tgtEl>
                                        <p:attrNameLst>
                                          <p:attrName>fill.type</p:attrName>
                                        </p:attrNameLst>
                                      </p:cBhvr>
                                      <p:to>
                                        <p:strVal val="solid"/>
                                      </p:to>
                                    </p:set>
                                    <p:set>
                                      <p:cBhvr>
                                        <p:cTn id="20" dur="2000" fill="hold"/>
                                        <p:tgtEl>
                                          <p:spTgt spid="167951"/>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p:cNvSpPr>
          <p:nvPr>
            <p:ph type="title"/>
          </p:nvPr>
        </p:nvSpPr>
        <p:spPr>
          <a:xfrm>
            <a:off x="581025" y="615950"/>
            <a:ext cx="5867400" cy="457200"/>
          </a:xfrm>
          <a:prstGeom prst="rect">
            <a:avLst/>
          </a:prstGeom>
          <a:noFill/>
          <a:ln w="9525">
            <a:noFill/>
          </a:ln>
        </p:spPr>
        <p:txBody>
          <a:bodyPr/>
          <a:lstStyle/>
          <a:p>
            <a:pPr eaLnBrk="1" hangingPunct="1"/>
            <a:r>
              <a:rPr lang="zh-CN" altLang="en-US" sz="2000" b="1" dirty="0">
                <a:highlight>
                  <a:srgbClr val="FF0000"/>
                </a:highlight>
                <a:latin typeface="华文新魏" panose="02010800040101010101" pitchFamily="2" charset="-122"/>
                <a:ea typeface="华文新魏" panose="02010800040101010101" pitchFamily="2" charset="-122"/>
              </a:rPr>
              <a:t>例</a:t>
            </a:r>
            <a:r>
              <a:rPr lang="zh-CN" altLang="en-US" sz="2000" dirty="0">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分析图示的六进制计数器。</a:t>
            </a:r>
          </a:p>
        </p:txBody>
      </p:sp>
      <p:sp>
        <p:nvSpPr>
          <p:cNvPr id="168963" name="Text Box 174"/>
          <p:cNvSpPr txBox="1"/>
          <p:nvPr/>
        </p:nvSpPr>
        <p:spPr>
          <a:xfrm>
            <a:off x="661670" y="1289050"/>
            <a:ext cx="2732533" cy="1445260"/>
          </a:xfrm>
          <a:prstGeom prst="rect">
            <a:avLst/>
          </a:prstGeom>
          <a:noFill/>
          <a:ln w="9525">
            <a:noFill/>
          </a:ln>
        </p:spPr>
        <p:txBody>
          <a:bodyPr wrap="square">
            <a:spAutoFit/>
          </a:bodyPr>
          <a:lstStyle/>
          <a:p>
            <a:pPr eaLnBrk="1" hangingPunct="1">
              <a:lnSpc>
                <a:spcPct val="110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若</a:t>
            </a:r>
            <a:r>
              <a:rPr lang="zh-CN" altLang="en-US" b="1" dirty="0">
                <a:solidFill>
                  <a:srgbClr val="0000CC"/>
                </a:solidFill>
                <a:latin typeface="华文新魏" panose="02010800040101010101" pitchFamily="2" charset="-122"/>
                <a:ea typeface="华文新魏" panose="02010800040101010101" pitchFamily="2" charset="-122"/>
              </a:rPr>
              <a:t>不考虑</a:t>
            </a:r>
            <a:r>
              <a:rPr lang="zh-CN" altLang="en-US" b="1" dirty="0">
                <a:solidFill>
                  <a:srgbClr val="FF0000"/>
                </a:solidFill>
                <a:latin typeface="华文新魏" panose="02010800040101010101" pitchFamily="2" charset="-122"/>
                <a:ea typeface="华文新魏" panose="02010800040101010101" pitchFamily="2" charset="-122"/>
              </a:rPr>
              <a:t>门</a:t>
            </a:r>
            <a:r>
              <a:rPr lang="en-US" altLang="zh-CN" b="1" dirty="0">
                <a:solidFill>
                  <a:srgbClr val="FF0000"/>
                </a:solidFill>
                <a:latin typeface="华文新魏" panose="02010800040101010101" pitchFamily="2" charset="-122"/>
                <a:ea typeface="华文新魏" panose="02010800040101010101" pitchFamily="2" charset="-122"/>
              </a:rPr>
              <a:t>G</a:t>
            </a:r>
            <a:r>
              <a:rPr lang="en-US" altLang="zh-CN" b="1" baseline="-25000" dirty="0">
                <a:solidFill>
                  <a:srgbClr val="FF0000"/>
                </a:solidFill>
                <a:latin typeface="华文新魏" panose="02010800040101010101" pitchFamily="2" charset="-122"/>
                <a:ea typeface="华文新魏" panose="02010800040101010101" pitchFamily="2" charset="-122"/>
              </a:rPr>
              <a:t>C</a:t>
            </a:r>
            <a:r>
              <a:rPr lang="zh-CN" altLang="en-US" b="1" dirty="0">
                <a:solidFill>
                  <a:schemeClr val="tx1"/>
                </a:solidFill>
                <a:latin typeface="华文新魏" panose="02010800040101010101" pitchFamily="2" charset="-122"/>
                <a:ea typeface="华文新魏" panose="02010800040101010101" pitchFamily="2" charset="-122"/>
              </a:rPr>
              <a:t>及信号</a:t>
            </a:r>
            <a:r>
              <a:rPr lang="en-US" altLang="zh-CN" b="1" dirty="0">
                <a:solidFill>
                  <a:srgbClr val="0000CC"/>
                </a:solidFill>
                <a:latin typeface="华文新魏" panose="02010800040101010101" pitchFamily="2" charset="-122"/>
                <a:ea typeface="华文新魏" panose="02010800040101010101" pitchFamily="2" charset="-122"/>
              </a:rPr>
              <a:t>G</a:t>
            </a:r>
            <a:r>
              <a:rPr lang="en-US" altLang="zh-CN" b="1" baseline="-25000" dirty="0">
                <a:solidFill>
                  <a:srgbClr val="0000CC"/>
                </a:solidFill>
                <a:latin typeface="华文新魏" panose="02010800040101010101" pitchFamily="2" charset="-122"/>
                <a:ea typeface="华文新魏" panose="02010800040101010101" pitchFamily="2" charset="-122"/>
              </a:rPr>
              <a:t>CO</a:t>
            </a:r>
            <a:r>
              <a:rPr lang="zh-CN" altLang="en-US" b="1" dirty="0">
                <a:solidFill>
                  <a:schemeClr val="tx1"/>
                </a:solidFill>
                <a:latin typeface="华文新魏" panose="02010800040101010101" pitchFamily="2" charset="-122"/>
                <a:ea typeface="华文新魏" panose="02010800040101010101" pitchFamily="2" charset="-122"/>
              </a:rPr>
              <a:t>的作用，则该电路为由三个</a:t>
            </a:r>
            <a:r>
              <a:rPr lang="en-US" altLang="zh-CN" b="1" dirty="0">
                <a:solidFill>
                  <a:srgbClr val="0000CC"/>
                </a:solidFill>
                <a:latin typeface="华文新魏" panose="02010800040101010101" pitchFamily="2" charset="-122"/>
                <a:ea typeface="华文新魏" panose="02010800040101010101" pitchFamily="2" charset="-122"/>
              </a:rPr>
              <a:t>D</a:t>
            </a:r>
            <a:r>
              <a:rPr lang="en-US" altLang="zh-CN" b="1"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触发器构成的</a:t>
            </a:r>
            <a:r>
              <a:rPr lang="zh-CN" altLang="en-US" b="1" dirty="0">
                <a:solidFill>
                  <a:srgbClr val="0000CC"/>
                </a:solidFill>
                <a:latin typeface="华文新魏" panose="02010800040101010101" pitchFamily="2" charset="-122"/>
                <a:ea typeface="华文新魏" panose="02010800040101010101" pitchFamily="2" charset="-122"/>
              </a:rPr>
              <a:t>模</a:t>
            </a:r>
            <a:r>
              <a:rPr lang="en-US" altLang="zh-CN" b="1" dirty="0">
                <a:solidFill>
                  <a:srgbClr val="0000CC"/>
                </a:solidFill>
                <a:latin typeface="华文新魏" panose="02010800040101010101" pitchFamily="2" charset="-122"/>
                <a:ea typeface="华文新魏" panose="02010800040101010101" pitchFamily="2" charset="-122"/>
              </a:rPr>
              <a:t>8</a:t>
            </a:r>
            <a:r>
              <a:rPr lang="zh-CN" altLang="en-US" b="1" dirty="0">
                <a:solidFill>
                  <a:srgbClr val="0000CC"/>
                </a:solidFill>
                <a:latin typeface="华文新魏" panose="02010800040101010101" pitchFamily="2" charset="-122"/>
                <a:ea typeface="华文新魏" panose="02010800040101010101" pitchFamily="2" charset="-122"/>
              </a:rPr>
              <a:t>加</a:t>
            </a:r>
            <a:r>
              <a:rPr lang="en-US" altLang="zh-CN" b="1" dirty="0">
                <a:solidFill>
                  <a:srgbClr val="0000CC"/>
                </a:solidFill>
                <a:latin typeface="华文新魏" panose="02010800040101010101" pitchFamily="2" charset="-122"/>
                <a:ea typeface="华文新魏" panose="02010800040101010101" pitchFamily="2" charset="-122"/>
              </a:rPr>
              <a:t>1</a:t>
            </a:r>
            <a:r>
              <a:rPr lang="zh-CN" altLang="en-US" b="1" dirty="0">
                <a:solidFill>
                  <a:srgbClr val="0000CC"/>
                </a:solidFill>
                <a:latin typeface="华文新魏" panose="02010800040101010101" pitchFamily="2" charset="-122"/>
                <a:ea typeface="华文新魏" panose="02010800040101010101" pitchFamily="2" charset="-122"/>
              </a:rPr>
              <a:t>计数器。</a:t>
            </a:r>
          </a:p>
        </p:txBody>
      </p:sp>
      <p:sp>
        <p:nvSpPr>
          <p:cNvPr id="168964" name="Text Box 175"/>
          <p:cNvSpPr txBox="1"/>
          <p:nvPr/>
        </p:nvSpPr>
        <p:spPr>
          <a:xfrm>
            <a:off x="733425" y="3508375"/>
            <a:ext cx="3200400" cy="992188"/>
          </a:xfrm>
          <a:prstGeom prst="rect">
            <a:avLst/>
          </a:prstGeom>
          <a:noFill/>
          <a:ln w="9525">
            <a:noFill/>
          </a:ln>
        </p:spPr>
        <p:txBody>
          <a:bodyPr>
            <a:spAutoFit/>
          </a:bodyPr>
          <a:lstStyle/>
          <a:p>
            <a:pPr eaLnBrk="1" hangingPunct="1">
              <a:lnSpc>
                <a:spcPct val="65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当电路状态</a:t>
            </a:r>
          </a:p>
          <a:p>
            <a:pPr eaLnBrk="1" hangingPunct="1">
              <a:lnSpc>
                <a:spcPct val="6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为</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dirty="0">
                <a:solidFill>
                  <a:srgbClr val="0000CC"/>
                </a:solidFill>
                <a:latin typeface="华文新魏" panose="02010800040101010101" pitchFamily="2" charset="-122"/>
                <a:ea typeface="华文新魏" panose="02010800040101010101" pitchFamily="2" charset="-122"/>
              </a:rPr>
              <a:t>S</a:t>
            </a:r>
            <a:r>
              <a:rPr lang="en-US" altLang="zh-CN" b="1" baseline="-25000" dirty="0">
                <a:solidFill>
                  <a:srgbClr val="0000CC"/>
                </a:solidFill>
                <a:latin typeface="华文新魏" panose="02010800040101010101" pitchFamily="2" charset="-122"/>
                <a:ea typeface="华文新魏" panose="02010800040101010101" pitchFamily="2" charset="-122"/>
              </a:rPr>
              <a:t>7  </a:t>
            </a:r>
            <a:r>
              <a:rPr lang="en-US" altLang="zh-CN" b="1" dirty="0">
                <a:solidFill>
                  <a:srgbClr val="0000CC"/>
                </a:solidFill>
                <a:latin typeface="华文新魏" panose="02010800040101010101" pitchFamily="2" charset="-122"/>
                <a:ea typeface="华文新魏" panose="02010800040101010101" pitchFamily="2" charset="-122"/>
              </a:rPr>
              <a:t>(111) </a:t>
            </a:r>
            <a:r>
              <a:rPr lang="zh-CN" altLang="en-US" b="1" dirty="0">
                <a:solidFill>
                  <a:schemeClr val="tx1"/>
                </a:solidFill>
                <a:latin typeface="华文新魏" panose="02010800040101010101" pitchFamily="2" charset="-122"/>
                <a:ea typeface="华文新魏" panose="02010800040101010101" pitchFamily="2" charset="-122"/>
              </a:rPr>
              <a:t>时，</a:t>
            </a:r>
          </a:p>
          <a:p>
            <a:pPr eaLnBrk="1" hangingPunct="1">
              <a:lnSpc>
                <a:spcPct val="65000"/>
              </a:lnSpc>
              <a:spcBef>
                <a:spcPct val="50000"/>
              </a:spcBef>
              <a:buFont typeface="Arial" panose="020B0604020202020204" pitchFamily="34" charset="0"/>
            </a:pPr>
            <a:r>
              <a:rPr lang="en-US" altLang="zh-CN" b="1" dirty="0">
                <a:solidFill>
                  <a:srgbClr val="FF0000"/>
                </a:solidFill>
                <a:latin typeface="华文新魏" panose="02010800040101010101" pitchFamily="2" charset="-122"/>
                <a:ea typeface="华文新魏" panose="02010800040101010101" pitchFamily="2" charset="-122"/>
              </a:rPr>
              <a:t>G</a:t>
            </a:r>
            <a:r>
              <a:rPr lang="en-US" altLang="zh-CN" b="1" baseline="-25000" dirty="0">
                <a:solidFill>
                  <a:srgbClr val="FF0000"/>
                </a:solidFill>
                <a:latin typeface="华文新魏" panose="02010800040101010101" pitchFamily="2" charset="-122"/>
                <a:ea typeface="华文新魏" panose="02010800040101010101" pitchFamily="2" charset="-122"/>
              </a:rPr>
              <a:t>CO </a:t>
            </a:r>
            <a:r>
              <a:rPr lang="en-US" altLang="zh-CN" b="1" dirty="0">
                <a:solidFill>
                  <a:srgbClr val="FF0000"/>
                </a:solidFill>
                <a:latin typeface="华文新魏" panose="02010800040101010101" pitchFamily="2" charset="-122"/>
                <a:ea typeface="华文新魏" panose="02010800040101010101" pitchFamily="2" charset="-122"/>
              </a:rPr>
              <a:t>= 0 → </a:t>
            </a:r>
            <a:r>
              <a:rPr lang="en-US" altLang="zh-CN" b="1" dirty="0">
                <a:solidFill>
                  <a:srgbClr val="0000CC"/>
                </a:solidFill>
                <a:latin typeface="华文新魏" panose="02010800040101010101" pitchFamily="2" charset="-122"/>
                <a:ea typeface="华文新魏" panose="02010800040101010101" pitchFamily="2" charset="-122"/>
              </a:rPr>
              <a:t>S</a:t>
            </a:r>
            <a:r>
              <a:rPr lang="en-US" altLang="zh-CN" b="1" baseline="-25000" dirty="0">
                <a:solidFill>
                  <a:srgbClr val="0000CC"/>
                </a:solidFill>
                <a:latin typeface="华文新魏" panose="02010800040101010101" pitchFamily="2" charset="-122"/>
                <a:ea typeface="华文新魏" panose="02010800040101010101" pitchFamily="2" charset="-122"/>
              </a:rPr>
              <a:t>1</a:t>
            </a:r>
            <a:r>
              <a:rPr lang="en-US" altLang="zh-CN" b="1" dirty="0">
                <a:solidFill>
                  <a:srgbClr val="0000CC"/>
                </a:solidFill>
                <a:latin typeface="华文新魏" panose="02010800040101010101" pitchFamily="2" charset="-122"/>
                <a:ea typeface="华文新魏" panose="02010800040101010101" pitchFamily="2" charset="-122"/>
              </a:rPr>
              <a:t>(001)</a:t>
            </a:r>
          </a:p>
        </p:txBody>
      </p:sp>
      <p:sp>
        <p:nvSpPr>
          <p:cNvPr id="168965" name="Text Box 181"/>
          <p:cNvSpPr txBox="1"/>
          <p:nvPr/>
        </p:nvSpPr>
        <p:spPr>
          <a:xfrm>
            <a:off x="698500" y="3005138"/>
            <a:ext cx="1497013" cy="396875"/>
          </a:xfrm>
          <a:prstGeom prst="rect">
            <a:avLst/>
          </a:prstGeom>
          <a:noFill/>
          <a:ln w="9525">
            <a:noFill/>
          </a:ln>
        </p:spPr>
        <p:txBody>
          <a:bodyPr wrap="none">
            <a:spAutoFit/>
          </a:bodyPr>
          <a:lstStyle/>
          <a:p>
            <a:pPr eaLnBrk="1" hangingPunct="1">
              <a:buFont typeface="Arial" panose="020B0604020202020204" pitchFamily="34" charset="0"/>
            </a:pPr>
            <a:r>
              <a:rPr lang="en-US" altLang="zh-CN" b="1" dirty="0">
                <a:solidFill>
                  <a:srgbClr val="FF0000"/>
                </a:solidFill>
                <a:latin typeface="黑体" panose="02010609060101010101" pitchFamily="2" charset="-122"/>
                <a:ea typeface="黑体" panose="02010609060101010101" pitchFamily="2" charset="-122"/>
              </a:rPr>
              <a:t>G</a:t>
            </a:r>
            <a:r>
              <a:rPr lang="en-US" altLang="zh-CN" b="1" baseline="-25000" dirty="0">
                <a:solidFill>
                  <a:srgbClr val="FF0000"/>
                </a:solidFill>
                <a:latin typeface="黑体" panose="02010609060101010101" pitchFamily="2" charset="-122"/>
                <a:ea typeface="黑体" panose="02010609060101010101" pitchFamily="2" charset="-122"/>
              </a:rPr>
              <a:t>CO</a:t>
            </a:r>
            <a:r>
              <a:rPr lang="en-US" altLang="zh-CN" b="1" dirty="0">
                <a:solidFill>
                  <a:srgbClr val="FF0000"/>
                </a:solidFill>
                <a:latin typeface="黑体" panose="02010609060101010101" pitchFamily="2" charset="-122"/>
                <a:ea typeface="黑体" panose="02010609060101010101" pitchFamily="2" charset="-122"/>
              </a:rPr>
              <a:t> = Q</a:t>
            </a:r>
            <a:r>
              <a:rPr lang="en-US" altLang="zh-CN" b="1" baseline="-25000" dirty="0">
                <a:solidFill>
                  <a:srgbClr val="FF0000"/>
                </a:solidFill>
                <a:latin typeface="黑体" panose="02010609060101010101" pitchFamily="2" charset="-122"/>
                <a:ea typeface="黑体" panose="02010609060101010101" pitchFamily="2" charset="-122"/>
              </a:rPr>
              <a:t>3</a:t>
            </a:r>
            <a:r>
              <a:rPr lang="en-US" altLang="zh-CN" b="1" dirty="0">
                <a:solidFill>
                  <a:srgbClr val="FF0000"/>
                </a:solidFill>
                <a:latin typeface="黑体" panose="02010609060101010101" pitchFamily="2" charset="-122"/>
                <a:ea typeface="黑体" panose="02010609060101010101" pitchFamily="2" charset="-122"/>
              </a:rPr>
              <a:t>Q</a:t>
            </a:r>
            <a:r>
              <a:rPr lang="en-US" altLang="zh-CN" b="1" baseline="-25000" dirty="0">
                <a:solidFill>
                  <a:srgbClr val="FF0000"/>
                </a:solidFill>
                <a:latin typeface="黑体" panose="02010609060101010101" pitchFamily="2" charset="-122"/>
                <a:ea typeface="黑体" panose="02010609060101010101" pitchFamily="2" charset="-122"/>
              </a:rPr>
              <a:t>2</a:t>
            </a:r>
            <a:r>
              <a:rPr lang="en-US" altLang="zh-CN" b="1" dirty="0">
                <a:solidFill>
                  <a:srgbClr val="FF0000"/>
                </a:solidFill>
                <a:latin typeface="黑体" panose="02010609060101010101" pitchFamily="2" charset="-122"/>
                <a:ea typeface="黑体" panose="02010609060101010101" pitchFamily="2" charset="-122"/>
              </a:rPr>
              <a:t>Q</a:t>
            </a:r>
            <a:r>
              <a:rPr lang="en-US" altLang="zh-CN" b="1" baseline="-25000" dirty="0">
                <a:solidFill>
                  <a:srgbClr val="FF0000"/>
                </a:solidFill>
                <a:latin typeface="黑体" panose="02010609060101010101" pitchFamily="2" charset="-122"/>
                <a:ea typeface="黑体" panose="02010609060101010101" pitchFamily="2" charset="-122"/>
              </a:rPr>
              <a:t>1</a:t>
            </a:r>
          </a:p>
        </p:txBody>
      </p:sp>
      <p:sp>
        <p:nvSpPr>
          <p:cNvPr id="168966" name="Line 185"/>
          <p:cNvSpPr>
            <a:spLocks noChangeShapeType="1"/>
          </p:cNvSpPr>
          <p:nvPr/>
        </p:nvSpPr>
        <p:spPr bwMode="auto">
          <a:xfrm>
            <a:off x="1406525" y="3054350"/>
            <a:ext cx="641350" cy="0"/>
          </a:xfrm>
          <a:prstGeom prst="line">
            <a:avLst/>
          </a:prstGeom>
          <a:noFill/>
          <a:ln w="19050">
            <a:solidFill>
              <a:srgbClr val="FF0000"/>
            </a:solidFill>
            <a:miter lim="800000"/>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68967" name="组合 2"/>
          <p:cNvGrpSpPr/>
          <p:nvPr/>
        </p:nvGrpSpPr>
        <p:grpSpPr>
          <a:xfrm>
            <a:off x="4019868" y="458153"/>
            <a:ext cx="4467225" cy="4267200"/>
            <a:chOff x="2790825" y="838200"/>
            <a:chExt cx="6154738" cy="5641975"/>
          </a:xfrm>
        </p:grpSpPr>
        <p:grpSp>
          <p:nvGrpSpPr>
            <p:cNvPr id="168970" name="Group 228"/>
            <p:cNvGrpSpPr/>
            <p:nvPr/>
          </p:nvGrpSpPr>
          <p:grpSpPr>
            <a:xfrm>
              <a:off x="2790825" y="838200"/>
              <a:ext cx="4829175" cy="5641975"/>
              <a:chOff x="0" y="0"/>
              <a:chExt cx="3042" cy="3554"/>
            </a:xfrm>
          </p:grpSpPr>
          <p:sp>
            <p:nvSpPr>
              <p:cNvPr id="168994" name="Line 15"/>
              <p:cNvSpPr>
                <a:spLocks noChangeShapeType="1"/>
              </p:cNvSpPr>
              <p:nvPr/>
            </p:nvSpPr>
            <p:spPr bwMode="auto">
              <a:xfrm flipH="1" flipV="1">
                <a:off x="2499" y="751"/>
                <a:ext cx="16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5" name="Line 48"/>
              <p:cNvSpPr>
                <a:spLocks noChangeShapeType="1"/>
              </p:cNvSpPr>
              <p:nvPr/>
            </p:nvSpPr>
            <p:spPr bwMode="auto">
              <a:xfrm flipH="1">
                <a:off x="171" y="742"/>
                <a:ext cx="1813"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6" name="Line 51"/>
              <p:cNvSpPr>
                <a:spLocks noChangeShapeType="1"/>
              </p:cNvSpPr>
              <p:nvPr/>
            </p:nvSpPr>
            <p:spPr bwMode="auto">
              <a:xfrm flipH="1" flipV="1">
                <a:off x="1234" y="1562"/>
                <a:ext cx="781" cy="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7" name="Line 52"/>
              <p:cNvSpPr>
                <a:spLocks noChangeShapeType="1"/>
              </p:cNvSpPr>
              <p:nvPr/>
            </p:nvSpPr>
            <p:spPr bwMode="auto">
              <a:xfrm flipH="1">
                <a:off x="1226" y="2613"/>
                <a:ext cx="773"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8" name="Line 62"/>
              <p:cNvSpPr>
                <a:spLocks noChangeShapeType="1"/>
              </p:cNvSpPr>
              <p:nvPr/>
            </p:nvSpPr>
            <p:spPr bwMode="auto">
              <a:xfrm>
                <a:off x="2220" y="502"/>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9" name="Line 67"/>
              <p:cNvSpPr>
                <a:spLocks noChangeShapeType="1"/>
              </p:cNvSpPr>
              <p:nvPr/>
            </p:nvSpPr>
            <p:spPr bwMode="auto">
              <a:xfrm flipH="1">
                <a:off x="2220" y="2601"/>
                <a:ext cx="7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0" name="Line 69"/>
              <p:cNvSpPr>
                <a:spLocks noChangeShapeType="1"/>
              </p:cNvSpPr>
              <p:nvPr/>
            </p:nvSpPr>
            <p:spPr bwMode="auto">
              <a:xfrm>
                <a:off x="1758" y="750"/>
                <a:ext cx="0" cy="2126"/>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1" name="Line 71"/>
              <p:cNvSpPr>
                <a:spLocks noChangeShapeType="1"/>
              </p:cNvSpPr>
              <p:nvPr/>
            </p:nvSpPr>
            <p:spPr bwMode="auto">
              <a:xfrm>
                <a:off x="1777" y="494"/>
                <a:ext cx="21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2" name="Line 72"/>
              <p:cNvSpPr>
                <a:spLocks noChangeShapeType="1"/>
              </p:cNvSpPr>
              <p:nvPr/>
            </p:nvSpPr>
            <p:spPr bwMode="auto">
              <a:xfrm flipV="1">
                <a:off x="1777" y="8"/>
                <a:ext cx="0" cy="4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3" name="Line 73"/>
              <p:cNvSpPr>
                <a:spLocks noChangeShapeType="1"/>
              </p:cNvSpPr>
              <p:nvPr/>
            </p:nvSpPr>
            <p:spPr bwMode="auto">
              <a:xfrm>
                <a:off x="1777" y="11"/>
                <a:ext cx="88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4" name="Line 74"/>
              <p:cNvSpPr>
                <a:spLocks noChangeShapeType="1"/>
              </p:cNvSpPr>
              <p:nvPr/>
            </p:nvSpPr>
            <p:spPr bwMode="auto">
              <a:xfrm flipV="1">
                <a:off x="2652" y="0"/>
                <a:ext cx="0" cy="75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5" name="Line 81"/>
              <p:cNvSpPr>
                <a:spLocks noChangeShapeType="1"/>
              </p:cNvSpPr>
              <p:nvPr/>
            </p:nvSpPr>
            <p:spPr bwMode="auto">
              <a:xfrm>
                <a:off x="934" y="3551"/>
                <a:ext cx="1882"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6" name="Line 82"/>
              <p:cNvSpPr>
                <a:spLocks noChangeShapeType="1"/>
              </p:cNvSpPr>
              <p:nvPr/>
            </p:nvSpPr>
            <p:spPr bwMode="auto">
              <a:xfrm flipV="1">
                <a:off x="2805" y="2602"/>
                <a:ext cx="0" cy="95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7" name="Line 85"/>
              <p:cNvSpPr>
                <a:spLocks noChangeShapeType="1"/>
              </p:cNvSpPr>
              <p:nvPr/>
            </p:nvSpPr>
            <p:spPr bwMode="auto">
              <a:xfrm>
                <a:off x="2811" y="1413"/>
                <a:ext cx="0" cy="72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8" name="Line 86"/>
              <p:cNvSpPr>
                <a:spLocks noChangeShapeType="1"/>
              </p:cNvSpPr>
              <p:nvPr/>
            </p:nvSpPr>
            <p:spPr bwMode="auto">
              <a:xfrm flipH="1">
                <a:off x="343" y="2135"/>
                <a:ext cx="2469"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09" name="Line 89"/>
              <p:cNvSpPr>
                <a:spLocks noChangeShapeType="1"/>
              </p:cNvSpPr>
              <p:nvPr/>
            </p:nvSpPr>
            <p:spPr bwMode="auto">
              <a:xfrm>
                <a:off x="2811" y="502"/>
                <a:ext cx="0" cy="66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0" name="Line 90"/>
              <p:cNvSpPr>
                <a:spLocks noChangeShapeType="1"/>
              </p:cNvSpPr>
              <p:nvPr/>
            </p:nvSpPr>
            <p:spPr bwMode="auto">
              <a:xfrm flipH="1">
                <a:off x="92" y="1164"/>
                <a:ext cx="272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11" name="Text Box 111"/>
              <p:cNvSpPr txBox="1">
                <a:spLocks noChangeArrowheads="1"/>
              </p:cNvSpPr>
              <p:nvPr/>
            </p:nvSpPr>
            <p:spPr bwMode="auto">
              <a:xfrm>
                <a:off x="0" y="436"/>
                <a:ext cx="508"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p>
            </p:txBody>
          </p:sp>
          <p:sp>
            <p:nvSpPr>
              <p:cNvPr id="169012" name="Rectangle 112"/>
              <p:cNvSpPr>
                <a:spLocks noChangeArrowheads="1"/>
              </p:cNvSpPr>
              <p:nvPr/>
            </p:nvSpPr>
            <p:spPr bwMode="auto">
              <a:xfrm>
                <a:off x="2385" y="257"/>
                <a:ext cx="347"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a:t>
                </a:r>
              </a:p>
            </p:txBody>
          </p:sp>
          <p:sp>
            <p:nvSpPr>
              <p:cNvPr id="169013" name="Rectangle 113"/>
              <p:cNvSpPr>
                <a:spLocks noChangeArrowheads="1"/>
              </p:cNvSpPr>
              <p:nvPr/>
            </p:nvSpPr>
            <p:spPr bwMode="auto">
              <a:xfrm>
                <a:off x="2392" y="1292"/>
                <a:ext cx="37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dirty="0">
                    <a:ln>
                      <a:noFill/>
                    </a:ln>
                    <a:solidFill>
                      <a:schemeClr val="accent2"/>
                    </a:solidFill>
                    <a:effectLst/>
                    <a:uLnTx/>
                    <a:uFillTx/>
                    <a:latin typeface="Times New Roman" panose="02020603050405020304" pitchFamily="18" charset="0"/>
                    <a:ea typeface="华文新魏" panose="02010800040101010101" pitchFamily="2" charset="-122"/>
                    <a:cs typeface="+mn-cs"/>
                  </a:rPr>
                  <a:t>2 </a:t>
                </a:r>
              </a:p>
            </p:txBody>
          </p:sp>
          <p:sp>
            <p:nvSpPr>
              <p:cNvPr id="169014" name="Rectangle 114"/>
              <p:cNvSpPr>
                <a:spLocks noChangeArrowheads="1"/>
              </p:cNvSpPr>
              <p:nvPr/>
            </p:nvSpPr>
            <p:spPr bwMode="auto">
              <a:xfrm>
                <a:off x="2375" y="2356"/>
                <a:ext cx="346"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3</a:t>
                </a:r>
              </a:p>
            </p:txBody>
          </p:sp>
          <p:sp>
            <p:nvSpPr>
              <p:cNvPr id="169015" name="Oval 159"/>
              <p:cNvSpPr>
                <a:spLocks noChangeArrowheads="1"/>
              </p:cNvSpPr>
              <p:nvPr/>
            </p:nvSpPr>
            <p:spPr bwMode="auto">
              <a:xfrm>
                <a:off x="2791" y="1526"/>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6" name="Oval 160"/>
              <p:cNvSpPr>
                <a:spLocks noChangeArrowheads="1"/>
              </p:cNvSpPr>
              <p:nvPr/>
            </p:nvSpPr>
            <p:spPr bwMode="auto">
              <a:xfrm>
                <a:off x="2779" y="2582"/>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7" name="Oval 161"/>
              <p:cNvSpPr>
                <a:spLocks noChangeArrowheads="1"/>
              </p:cNvSpPr>
              <p:nvPr/>
            </p:nvSpPr>
            <p:spPr bwMode="auto">
              <a:xfrm>
                <a:off x="2783" y="480"/>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8" name="Oval 162"/>
              <p:cNvSpPr>
                <a:spLocks noChangeArrowheads="1"/>
              </p:cNvSpPr>
              <p:nvPr/>
            </p:nvSpPr>
            <p:spPr bwMode="auto">
              <a:xfrm>
                <a:off x="1734" y="720"/>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19" name="Line 54"/>
              <p:cNvSpPr>
                <a:spLocks noChangeShapeType="1"/>
              </p:cNvSpPr>
              <p:nvPr/>
            </p:nvSpPr>
            <p:spPr bwMode="auto">
              <a:xfrm flipH="1">
                <a:off x="929" y="2705"/>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0" name="AutoShape 56"/>
              <p:cNvSpPr>
                <a:spLocks noChangeArrowheads="1"/>
              </p:cNvSpPr>
              <p:nvPr/>
            </p:nvSpPr>
            <p:spPr bwMode="auto">
              <a:xfrm>
                <a:off x="490" y="2305"/>
                <a:ext cx="295" cy="431"/>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21" name="Text Box 57"/>
              <p:cNvSpPr txBox="1">
                <a:spLocks noChangeArrowheads="1"/>
              </p:cNvSpPr>
              <p:nvPr/>
            </p:nvSpPr>
            <p:spPr bwMode="auto">
              <a:xfrm>
                <a:off x="484" y="2344"/>
                <a:ext cx="227"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p>
            </p:txBody>
          </p:sp>
          <p:sp>
            <p:nvSpPr>
              <p:cNvPr id="169022" name="Line 80"/>
              <p:cNvSpPr>
                <a:spLocks noChangeShapeType="1"/>
              </p:cNvSpPr>
              <p:nvPr/>
            </p:nvSpPr>
            <p:spPr bwMode="auto">
              <a:xfrm>
                <a:off x="929" y="2713"/>
                <a:ext cx="0" cy="838"/>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3" name="Line 87"/>
              <p:cNvSpPr>
                <a:spLocks noChangeShapeType="1"/>
              </p:cNvSpPr>
              <p:nvPr/>
            </p:nvSpPr>
            <p:spPr bwMode="auto">
              <a:xfrm>
                <a:off x="343" y="2141"/>
                <a:ext cx="0" cy="3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4" name="Line 88"/>
              <p:cNvSpPr>
                <a:spLocks noChangeShapeType="1"/>
              </p:cNvSpPr>
              <p:nvPr/>
            </p:nvSpPr>
            <p:spPr bwMode="auto">
              <a:xfrm>
                <a:off x="344" y="2447"/>
                <a:ext cx="14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5" name="Line 91"/>
              <p:cNvSpPr>
                <a:spLocks noChangeShapeType="1"/>
              </p:cNvSpPr>
              <p:nvPr/>
            </p:nvSpPr>
            <p:spPr bwMode="auto">
              <a:xfrm>
                <a:off x="106" y="1162"/>
                <a:ext cx="0" cy="141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6" name="Line 92"/>
              <p:cNvSpPr>
                <a:spLocks noChangeShapeType="1"/>
              </p:cNvSpPr>
              <p:nvPr/>
            </p:nvSpPr>
            <p:spPr bwMode="auto">
              <a:xfrm>
                <a:off x="105" y="2590"/>
                <a:ext cx="38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7" name="Line 93"/>
              <p:cNvSpPr>
                <a:spLocks noChangeShapeType="1"/>
              </p:cNvSpPr>
              <p:nvPr/>
            </p:nvSpPr>
            <p:spPr bwMode="auto">
              <a:xfrm>
                <a:off x="929" y="1173"/>
                <a:ext cx="0" cy="353"/>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8" name="Line 94"/>
              <p:cNvSpPr>
                <a:spLocks noChangeShapeType="1"/>
              </p:cNvSpPr>
              <p:nvPr/>
            </p:nvSpPr>
            <p:spPr bwMode="auto">
              <a:xfrm>
                <a:off x="929" y="1517"/>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29" name="Line 95"/>
              <p:cNvSpPr>
                <a:spLocks noChangeShapeType="1"/>
              </p:cNvSpPr>
              <p:nvPr/>
            </p:nvSpPr>
            <p:spPr bwMode="auto">
              <a:xfrm>
                <a:off x="929" y="1680"/>
                <a:ext cx="13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0" name="Line 96"/>
              <p:cNvSpPr>
                <a:spLocks noChangeShapeType="1"/>
              </p:cNvSpPr>
              <p:nvPr/>
            </p:nvSpPr>
            <p:spPr bwMode="auto">
              <a:xfrm>
                <a:off x="919" y="1680"/>
                <a:ext cx="0" cy="43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31" name="Rectangle 149"/>
              <p:cNvSpPr>
                <a:spLocks noChangeArrowheads="1"/>
              </p:cNvSpPr>
              <p:nvPr/>
            </p:nvSpPr>
            <p:spPr bwMode="auto">
              <a:xfrm>
                <a:off x="1062" y="1362"/>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2" name="Text Box 150"/>
              <p:cNvSpPr txBox="1">
                <a:spLocks noChangeArrowheads="1"/>
              </p:cNvSpPr>
              <p:nvPr/>
            </p:nvSpPr>
            <p:spPr bwMode="auto">
              <a:xfrm>
                <a:off x="1025" y="1390"/>
                <a:ext cx="48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p>
            </p:txBody>
          </p:sp>
          <p:sp>
            <p:nvSpPr>
              <p:cNvPr id="169033" name="Rectangle 153"/>
              <p:cNvSpPr>
                <a:spLocks noChangeArrowheads="1"/>
              </p:cNvSpPr>
              <p:nvPr/>
            </p:nvSpPr>
            <p:spPr bwMode="auto">
              <a:xfrm>
                <a:off x="1062" y="2400"/>
                <a:ext cx="295" cy="432"/>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4" name="Text Box 154"/>
              <p:cNvSpPr txBox="1">
                <a:spLocks noChangeArrowheads="1"/>
              </p:cNvSpPr>
              <p:nvPr/>
            </p:nvSpPr>
            <p:spPr bwMode="auto">
              <a:xfrm>
                <a:off x="1031" y="2435"/>
                <a:ext cx="422"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p>
            </p:txBody>
          </p:sp>
          <p:sp>
            <p:nvSpPr>
              <p:cNvPr id="169035" name="Oval 164"/>
              <p:cNvSpPr>
                <a:spLocks noChangeArrowheads="1"/>
              </p:cNvSpPr>
              <p:nvPr/>
            </p:nvSpPr>
            <p:spPr bwMode="auto">
              <a:xfrm>
                <a:off x="909" y="1142"/>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6" name="Oval 165"/>
              <p:cNvSpPr>
                <a:spLocks noChangeArrowheads="1"/>
              </p:cNvSpPr>
              <p:nvPr/>
            </p:nvSpPr>
            <p:spPr bwMode="auto">
              <a:xfrm>
                <a:off x="901" y="2112"/>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7" name="Rectangle 155"/>
              <p:cNvSpPr>
                <a:spLocks noChangeArrowheads="1"/>
              </p:cNvSpPr>
              <p:nvPr/>
            </p:nvSpPr>
            <p:spPr bwMode="auto">
              <a:xfrm>
                <a:off x="1995" y="346"/>
                <a:ext cx="431" cy="624"/>
              </a:xfrm>
              <a:prstGeom prst="rect">
                <a:avLst/>
              </a:prstGeom>
              <a:solidFill>
                <a:schemeClr val="hlink"/>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38" name="AutoShape 8"/>
              <p:cNvSpPr>
                <a:spLocks noChangeArrowheads="1"/>
              </p:cNvSpPr>
              <p:nvPr/>
            </p:nvSpPr>
            <p:spPr bwMode="auto">
              <a:xfrm>
                <a:off x="1999" y="352"/>
                <a:ext cx="437"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39" name="Line 9"/>
              <p:cNvSpPr>
                <a:spLocks noChangeShapeType="1"/>
              </p:cNvSpPr>
              <p:nvPr/>
            </p:nvSpPr>
            <p:spPr bwMode="auto">
              <a:xfrm>
                <a:off x="1999" y="695"/>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0" name="Line 10"/>
              <p:cNvSpPr>
                <a:spLocks noChangeShapeType="1"/>
              </p:cNvSpPr>
              <p:nvPr/>
            </p:nvSpPr>
            <p:spPr bwMode="auto">
              <a:xfrm flipH="1">
                <a:off x="1999" y="748"/>
                <a:ext cx="50"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1" name="Text Box 11"/>
              <p:cNvSpPr txBox="1">
                <a:spLocks noChangeArrowheads="1"/>
              </p:cNvSpPr>
              <p:nvPr/>
            </p:nvSpPr>
            <p:spPr bwMode="auto">
              <a:xfrm>
                <a:off x="1980" y="399"/>
                <a:ext cx="50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69042" name="Text Box 12"/>
              <p:cNvSpPr txBox="1">
                <a:spLocks noChangeArrowheads="1"/>
              </p:cNvSpPr>
              <p:nvPr/>
            </p:nvSpPr>
            <p:spPr bwMode="auto">
              <a:xfrm>
                <a:off x="2235" y="389"/>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43" name="Text Box 13"/>
              <p:cNvSpPr txBox="1">
                <a:spLocks noChangeArrowheads="1"/>
              </p:cNvSpPr>
              <p:nvPr/>
            </p:nvSpPr>
            <p:spPr bwMode="auto">
              <a:xfrm>
                <a:off x="2247" y="643"/>
                <a:ext cx="254"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44" name="Text Box 14"/>
              <p:cNvSpPr txBox="1">
                <a:spLocks noChangeArrowheads="1"/>
              </p:cNvSpPr>
              <p:nvPr/>
            </p:nvSpPr>
            <p:spPr bwMode="auto">
              <a:xfrm>
                <a:off x="1973" y="649"/>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sp>
            <p:nvSpPr>
              <p:cNvPr id="169045" name="Oval 17"/>
              <p:cNvSpPr>
                <a:spLocks noChangeArrowheads="1"/>
              </p:cNvSpPr>
              <p:nvPr/>
            </p:nvSpPr>
            <p:spPr bwMode="auto">
              <a:xfrm flipH="1">
                <a:off x="2158" y="282"/>
                <a:ext cx="68"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46" name="Text Box 18"/>
              <p:cNvSpPr txBox="1">
                <a:spLocks noChangeArrowheads="1"/>
              </p:cNvSpPr>
              <p:nvPr/>
            </p:nvSpPr>
            <p:spPr bwMode="auto">
              <a:xfrm>
                <a:off x="2017" y="787"/>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p>
            </p:txBody>
          </p:sp>
          <p:sp>
            <p:nvSpPr>
              <p:cNvPr id="169047" name="Text Box 19"/>
              <p:cNvSpPr txBox="1">
                <a:spLocks noChangeArrowheads="1"/>
              </p:cNvSpPr>
              <p:nvPr/>
            </p:nvSpPr>
            <p:spPr bwMode="auto">
              <a:xfrm>
                <a:off x="2046" y="300"/>
                <a:ext cx="31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p>
            </p:txBody>
          </p:sp>
          <p:sp>
            <p:nvSpPr>
              <p:cNvPr id="169048" name="Line 171"/>
              <p:cNvSpPr>
                <a:spLocks noChangeShapeType="1"/>
              </p:cNvSpPr>
              <p:nvPr/>
            </p:nvSpPr>
            <p:spPr bwMode="auto">
              <a:xfrm flipH="1">
                <a:off x="2443" y="1546"/>
                <a:ext cx="372" cy="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49" name="Line 70"/>
              <p:cNvSpPr>
                <a:spLocks noChangeShapeType="1"/>
              </p:cNvSpPr>
              <p:nvPr/>
            </p:nvSpPr>
            <p:spPr bwMode="auto">
              <a:xfrm>
                <a:off x="1769" y="2869"/>
                <a:ext cx="214"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0" name="Oval 16"/>
              <p:cNvSpPr>
                <a:spLocks noChangeArrowheads="1"/>
              </p:cNvSpPr>
              <p:nvPr/>
            </p:nvSpPr>
            <p:spPr bwMode="auto">
              <a:xfrm flipH="1">
                <a:off x="2163" y="976"/>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1" name="Line 97"/>
              <p:cNvSpPr>
                <a:spLocks noChangeShapeType="1"/>
              </p:cNvSpPr>
              <p:nvPr/>
            </p:nvSpPr>
            <p:spPr bwMode="auto">
              <a:xfrm flipH="1">
                <a:off x="1769" y="1776"/>
                <a:ext cx="247" cy="4"/>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2" name="Line 100"/>
              <p:cNvSpPr>
                <a:spLocks noChangeShapeType="1"/>
              </p:cNvSpPr>
              <p:nvPr/>
            </p:nvSpPr>
            <p:spPr bwMode="auto">
              <a:xfrm flipV="1">
                <a:off x="2195" y="2273"/>
                <a:ext cx="0" cy="13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3" name="Line 101"/>
              <p:cNvSpPr>
                <a:spLocks noChangeShapeType="1"/>
              </p:cNvSpPr>
              <p:nvPr/>
            </p:nvSpPr>
            <p:spPr bwMode="auto">
              <a:xfrm>
                <a:off x="2196" y="1050"/>
                <a:ext cx="0" cy="89"/>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4" name="Line 102"/>
              <p:cNvSpPr>
                <a:spLocks noChangeShapeType="1"/>
              </p:cNvSpPr>
              <p:nvPr/>
            </p:nvSpPr>
            <p:spPr bwMode="auto">
              <a:xfrm flipV="1">
                <a:off x="2203" y="1224"/>
                <a:ext cx="0" cy="87"/>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5" name="Oval 122"/>
              <p:cNvSpPr>
                <a:spLocks noChangeArrowheads="1"/>
              </p:cNvSpPr>
              <p:nvPr/>
            </p:nvSpPr>
            <p:spPr bwMode="auto">
              <a:xfrm flipH="1">
                <a:off x="2444" y="1755"/>
                <a:ext cx="69"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56" name="AutoShape 123"/>
              <p:cNvSpPr>
                <a:spLocks noChangeArrowheads="1"/>
              </p:cNvSpPr>
              <p:nvPr/>
            </p:nvSpPr>
            <p:spPr bwMode="auto">
              <a:xfrm>
                <a:off x="2006" y="1387"/>
                <a:ext cx="438"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57" name="Line 124"/>
              <p:cNvSpPr>
                <a:spLocks noChangeShapeType="1"/>
              </p:cNvSpPr>
              <p:nvPr/>
            </p:nvSpPr>
            <p:spPr bwMode="auto">
              <a:xfrm>
                <a:off x="2006" y="1731"/>
                <a:ext cx="51" cy="4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8" name="Line 125"/>
              <p:cNvSpPr>
                <a:spLocks noChangeShapeType="1"/>
              </p:cNvSpPr>
              <p:nvPr/>
            </p:nvSpPr>
            <p:spPr bwMode="auto">
              <a:xfrm flipH="1">
                <a:off x="2006" y="1784"/>
                <a:ext cx="51"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59" name="Text Box 126"/>
              <p:cNvSpPr txBox="1">
                <a:spLocks noChangeArrowheads="1"/>
              </p:cNvSpPr>
              <p:nvPr/>
            </p:nvSpPr>
            <p:spPr bwMode="auto">
              <a:xfrm>
                <a:off x="1988" y="1435"/>
                <a:ext cx="503"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69060" name="Text Box 127"/>
              <p:cNvSpPr txBox="1">
                <a:spLocks noChangeArrowheads="1"/>
              </p:cNvSpPr>
              <p:nvPr/>
            </p:nvSpPr>
            <p:spPr bwMode="auto">
              <a:xfrm>
                <a:off x="2243" y="1424"/>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61" name="Text Box 128"/>
              <p:cNvSpPr txBox="1">
                <a:spLocks noChangeArrowheads="1"/>
              </p:cNvSpPr>
              <p:nvPr/>
            </p:nvSpPr>
            <p:spPr bwMode="auto">
              <a:xfrm>
                <a:off x="2247" y="1677"/>
                <a:ext cx="2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62" name="Text Box 129"/>
              <p:cNvSpPr txBox="1">
                <a:spLocks noChangeArrowheads="1"/>
              </p:cNvSpPr>
              <p:nvPr/>
            </p:nvSpPr>
            <p:spPr bwMode="auto">
              <a:xfrm>
                <a:off x="1981" y="1684"/>
                <a:ext cx="42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sp>
            <p:nvSpPr>
              <p:cNvPr id="169063" name="Oval 130"/>
              <p:cNvSpPr>
                <a:spLocks noChangeArrowheads="1"/>
              </p:cNvSpPr>
              <p:nvPr/>
            </p:nvSpPr>
            <p:spPr bwMode="auto">
              <a:xfrm flipH="1">
                <a:off x="2173" y="2011"/>
                <a:ext cx="69" cy="67"/>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4" name="Oval 131"/>
              <p:cNvSpPr>
                <a:spLocks noChangeArrowheads="1"/>
              </p:cNvSpPr>
              <p:nvPr/>
            </p:nvSpPr>
            <p:spPr bwMode="auto">
              <a:xfrm flipH="1">
                <a:off x="2166" y="1306"/>
                <a:ext cx="68"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5" name="Text Box 132"/>
              <p:cNvSpPr txBox="1">
                <a:spLocks noChangeArrowheads="1"/>
              </p:cNvSpPr>
              <p:nvPr/>
            </p:nvSpPr>
            <p:spPr bwMode="auto">
              <a:xfrm>
                <a:off x="2025" y="1822"/>
                <a:ext cx="41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p>
            </p:txBody>
          </p:sp>
          <p:sp>
            <p:nvSpPr>
              <p:cNvPr id="169066" name="Text Box 133"/>
              <p:cNvSpPr txBox="1">
                <a:spLocks noChangeArrowheads="1"/>
              </p:cNvSpPr>
              <p:nvPr/>
            </p:nvSpPr>
            <p:spPr bwMode="auto">
              <a:xfrm>
                <a:off x="2056" y="1335"/>
                <a:ext cx="318"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p>
            </p:txBody>
          </p:sp>
          <p:sp>
            <p:nvSpPr>
              <p:cNvPr id="169067" name="Oval 136"/>
              <p:cNvSpPr>
                <a:spLocks noChangeArrowheads="1"/>
              </p:cNvSpPr>
              <p:nvPr/>
            </p:nvSpPr>
            <p:spPr bwMode="auto">
              <a:xfrm flipH="1">
                <a:off x="2437" y="2833"/>
                <a:ext cx="69" cy="66"/>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68" name="AutoShape 137"/>
              <p:cNvSpPr>
                <a:spLocks noChangeArrowheads="1"/>
              </p:cNvSpPr>
              <p:nvPr/>
            </p:nvSpPr>
            <p:spPr bwMode="auto">
              <a:xfrm>
                <a:off x="1992" y="2465"/>
                <a:ext cx="434" cy="617"/>
              </a:xfrm>
              <a:prstGeom prst="flowChartProcess">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endParaRPr>
              </a:p>
            </p:txBody>
          </p:sp>
          <p:sp>
            <p:nvSpPr>
              <p:cNvPr id="169069" name="Line 138"/>
              <p:cNvSpPr>
                <a:spLocks noChangeShapeType="1"/>
              </p:cNvSpPr>
              <p:nvPr/>
            </p:nvSpPr>
            <p:spPr bwMode="auto">
              <a:xfrm>
                <a:off x="2002" y="2810"/>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0" name="Line 139"/>
              <p:cNvSpPr>
                <a:spLocks noChangeShapeType="1"/>
              </p:cNvSpPr>
              <p:nvPr/>
            </p:nvSpPr>
            <p:spPr bwMode="auto">
              <a:xfrm flipH="1">
                <a:off x="2002" y="2863"/>
                <a:ext cx="48" cy="45"/>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71" name="Text Box 140"/>
              <p:cNvSpPr txBox="1">
                <a:spLocks noChangeArrowheads="1"/>
              </p:cNvSpPr>
              <p:nvPr/>
            </p:nvSpPr>
            <p:spPr bwMode="auto">
              <a:xfrm>
                <a:off x="1981" y="2512"/>
                <a:ext cx="50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69072" name="Text Box 141"/>
              <p:cNvSpPr txBox="1">
                <a:spLocks noChangeArrowheads="1"/>
              </p:cNvSpPr>
              <p:nvPr/>
            </p:nvSpPr>
            <p:spPr bwMode="auto">
              <a:xfrm>
                <a:off x="2236" y="2502"/>
                <a:ext cx="2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73" name="Text Box 142"/>
              <p:cNvSpPr txBox="1">
                <a:spLocks noChangeArrowheads="1"/>
              </p:cNvSpPr>
              <p:nvPr/>
            </p:nvSpPr>
            <p:spPr bwMode="auto">
              <a:xfrm>
                <a:off x="2243" y="2755"/>
                <a:ext cx="25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69074" name="Text Box 143"/>
              <p:cNvSpPr txBox="1">
                <a:spLocks noChangeArrowheads="1"/>
              </p:cNvSpPr>
              <p:nvPr/>
            </p:nvSpPr>
            <p:spPr bwMode="auto">
              <a:xfrm>
                <a:off x="1974" y="2762"/>
                <a:ext cx="42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sp>
            <p:nvSpPr>
              <p:cNvPr id="169075" name="Oval 144"/>
              <p:cNvSpPr>
                <a:spLocks noChangeArrowheads="1"/>
              </p:cNvSpPr>
              <p:nvPr/>
            </p:nvSpPr>
            <p:spPr bwMode="auto">
              <a:xfrm flipH="1">
                <a:off x="2167" y="3089"/>
                <a:ext cx="69"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6" name="Text Box 146"/>
              <p:cNvSpPr txBox="1">
                <a:spLocks noChangeArrowheads="1"/>
              </p:cNvSpPr>
              <p:nvPr/>
            </p:nvSpPr>
            <p:spPr bwMode="auto">
              <a:xfrm>
                <a:off x="2017" y="2908"/>
                <a:ext cx="4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CLR</a:t>
                </a:r>
              </a:p>
            </p:txBody>
          </p:sp>
          <p:sp>
            <p:nvSpPr>
              <p:cNvPr id="169077" name="Text Box 147"/>
              <p:cNvSpPr txBox="1">
                <a:spLocks noChangeArrowheads="1"/>
              </p:cNvSpPr>
              <p:nvPr/>
            </p:nvSpPr>
            <p:spPr bwMode="auto">
              <a:xfrm>
                <a:off x="2050" y="2413"/>
                <a:ext cx="31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PR</a:t>
                </a:r>
              </a:p>
            </p:txBody>
          </p:sp>
          <p:sp>
            <p:nvSpPr>
              <p:cNvPr id="169078" name="Oval 163"/>
              <p:cNvSpPr>
                <a:spLocks noChangeArrowheads="1"/>
              </p:cNvSpPr>
              <p:nvPr/>
            </p:nvSpPr>
            <p:spPr bwMode="auto">
              <a:xfrm>
                <a:off x="1738" y="1761"/>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9079" name="Line 172"/>
              <p:cNvSpPr>
                <a:spLocks noChangeShapeType="1"/>
              </p:cNvSpPr>
              <p:nvPr/>
            </p:nvSpPr>
            <p:spPr bwMode="auto">
              <a:xfrm>
                <a:off x="795" y="2544"/>
                <a:ext cx="27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9080" name="Line 179"/>
              <p:cNvSpPr>
                <a:spLocks noChangeShapeType="1"/>
              </p:cNvSpPr>
              <p:nvPr/>
            </p:nvSpPr>
            <p:spPr bwMode="auto">
              <a:xfrm flipH="1">
                <a:off x="2816" y="1412"/>
                <a:ext cx="22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nvGrpSpPr>
            <p:cNvPr id="168971" name="Group 205"/>
            <p:cNvGrpSpPr/>
            <p:nvPr/>
          </p:nvGrpSpPr>
          <p:grpSpPr>
            <a:xfrm>
              <a:off x="5256213" y="1050925"/>
              <a:ext cx="3689350" cy="5238751"/>
              <a:chOff x="10" y="0"/>
              <a:chExt cx="2324" cy="3300"/>
            </a:xfrm>
          </p:grpSpPr>
          <p:sp>
            <p:nvSpPr>
              <p:cNvPr id="168972" name="Line 206"/>
              <p:cNvSpPr>
                <a:spLocks noChangeShapeType="1"/>
              </p:cNvSpPr>
              <p:nvPr/>
            </p:nvSpPr>
            <p:spPr bwMode="auto">
              <a:xfrm flipH="1">
                <a:off x="1275" y="1278"/>
                <a:ext cx="292"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3" name="Line 207"/>
              <p:cNvSpPr>
                <a:spLocks noChangeShapeType="1"/>
              </p:cNvSpPr>
              <p:nvPr/>
            </p:nvSpPr>
            <p:spPr bwMode="auto">
              <a:xfrm flipH="1">
                <a:off x="11" y="10"/>
                <a:ext cx="635"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4" name="Line 208"/>
              <p:cNvSpPr>
                <a:spLocks noChangeShapeType="1"/>
              </p:cNvSpPr>
              <p:nvPr/>
            </p:nvSpPr>
            <p:spPr bwMode="auto">
              <a:xfrm>
                <a:off x="21" y="10"/>
                <a:ext cx="0" cy="3264"/>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5" name="Line 209"/>
              <p:cNvSpPr>
                <a:spLocks noChangeShapeType="1"/>
              </p:cNvSpPr>
              <p:nvPr/>
            </p:nvSpPr>
            <p:spPr bwMode="auto">
              <a:xfrm>
                <a:off x="21" y="3281"/>
                <a:ext cx="197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6" name="Oval 210"/>
              <p:cNvSpPr>
                <a:spLocks noChangeArrowheads="1"/>
              </p:cNvSpPr>
              <p:nvPr/>
            </p:nvSpPr>
            <p:spPr bwMode="auto">
              <a:xfrm>
                <a:off x="10" y="2063"/>
                <a:ext cx="48" cy="49"/>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77" name="Line 211"/>
              <p:cNvSpPr>
                <a:spLocks noChangeShapeType="1"/>
              </p:cNvSpPr>
              <p:nvPr/>
            </p:nvSpPr>
            <p:spPr bwMode="auto">
              <a:xfrm flipV="1">
                <a:off x="1994" y="1268"/>
                <a:ext cx="0" cy="2008"/>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8" name="Line 212"/>
              <p:cNvSpPr>
                <a:spLocks noChangeShapeType="1"/>
              </p:cNvSpPr>
              <p:nvPr/>
            </p:nvSpPr>
            <p:spPr bwMode="auto">
              <a:xfrm>
                <a:off x="655" y="3017"/>
                <a:ext cx="0" cy="264"/>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79" name="Line 213"/>
              <p:cNvSpPr>
                <a:spLocks noChangeShapeType="1"/>
              </p:cNvSpPr>
              <p:nvPr/>
            </p:nvSpPr>
            <p:spPr bwMode="auto">
              <a:xfrm>
                <a:off x="663" y="1923"/>
                <a:ext cx="1" cy="16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0" name="Line 214"/>
              <p:cNvSpPr>
                <a:spLocks noChangeShapeType="1"/>
              </p:cNvSpPr>
              <p:nvPr/>
            </p:nvSpPr>
            <p:spPr bwMode="auto">
              <a:xfrm flipH="1" flipV="1">
                <a:off x="32" y="2087"/>
                <a:ext cx="630" cy="1"/>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1" name="Oval 215"/>
              <p:cNvSpPr>
                <a:spLocks noChangeArrowheads="1"/>
              </p:cNvSpPr>
              <p:nvPr/>
            </p:nvSpPr>
            <p:spPr bwMode="auto">
              <a:xfrm>
                <a:off x="636" y="3250"/>
                <a:ext cx="48" cy="50"/>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2" name="AutoShape 216"/>
              <p:cNvSpPr>
                <a:spLocks noChangeArrowheads="1"/>
              </p:cNvSpPr>
              <p:nvPr/>
            </p:nvSpPr>
            <p:spPr bwMode="auto">
              <a:xfrm>
                <a:off x="1509" y="1049"/>
                <a:ext cx="295" cy="402"/>
              </a:xfrm>
              <a:prstGeom prst="flowChartProcess">
                <a:avLst/>
              </a:prstGeom>
              <a:solidFill>
                <a:srgbClr val="FFC285"/>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endParaRPr kumimoji="0" lang="en-US" altLang="zh-CN"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3" name="Text Box 217"/>
              <p:cNvSpPr txBox="1">
                <a:spLocks noChangeArrowheads="1"/>
              </p:cNvSpPr>
              <p:nvPr/>
            </p:nvSpPr>
            <p:spPr bwMode="auto">
              <a:xfrm>
                <a:off x="1523" y="1104"/>
                <a:ext cx="197"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p>
            </p:txBody>
          </p:sp>
          <p:sp>
            <p:nvSpPr>
              <p:cNvPr id="168984" name="Oval 218"/>
              <p:cNvSpPr>
                <a:spLocks noChangeArrowheads="1"/>
              </p:cNvSpPr>
              <p:nvPr/>
            </p:nvSpPr>
            <p:spPr bwMode="auto">
              <a:xfrm flipH="1">
                <a:off x="1802" y="1242"/>
                <a:ext cx="69" cy="62"/>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5" name="Line 219"/>
              <p:cNvSpPr>
                <a:spLocks noChangeShapeType="1"/>
              </p:cNvSpPr>
              <p:nvPr/>
            </p:nvSpPr>
            <p:spPr bwMode="auto">
              <a:xfrm>
                <a:off x="1878" y="1268"/>
                <a:ext cx="2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86" name="Rectangle 220"/>
              <p:cNvSpPr>
                <a:spLocks noChangeArrowheads="1"/>
              </p:cNvSpPr>
              <p:nvPr/>
            </p:nvSpPr>
            <p:spPr bwMode="auto">
              <a:xfrm>
                <a:off x="1472" y="776"/>
                <a:ext cx="365"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a:t>
                </a:r>
              </a:p>
            </p:txBody>
          </p:sp>
          <p:sp>
            <p:nvSpPr>
              <p:cNvPr id="168987" name="Rectangle 221"/>
              <p:cNvSpPr>
                <a:spLocks noChangeArrowheads="1"/>
              </p:cNvSpPr>
              <p:nvPr/>
            </p:nvSpPr>
            <p:spPr bwMode="auto">
              <a:xfrm>
                <a:off x="1882" y="970"/>
                <a:ext cx="452"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6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G</a:t>
                </a:r>
                <a:r>
                  <a:rPr kumimoji="0" lang="en-US" altLang="zh-CN" sz="1600" b="0" i="0" u="none" strike="noStrike" kern="1200" cap="none" spc="0" normalizeH="0" baseline="-2500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CO</a:t>
                </a:r>
              </a:p>
            </p:txBody>
          </p:sp>
          <p:sp>
            <p:nvSpPr>
              <p:cNvPr id="168988" name="Oval 222"/>
              <p:cNvSpPr>
                <a:spLocks noChangeArrowheads="1"/>
              </p:cNvSpPr>
              <p:nvPr/>
            </p:nvSpPr>
            <p:spPr bwMode="auto">
              <a:xfrm>
                <a:off x="1965" y="1248"/>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68989" name="Line 223"/>
              <p:cNvSpPr>
                <a:spLocks noChangeShapeType="1"/>
              </p:cNvSpPr>
              <p:nvPr/>
            </p:nvSpPr>
            <p:spPr bwMode="auto">
              <a:xfrm flipV="1">
                <a:off x="652" y="0"/>
                <a:ext cx="0" cy="15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0" name="Line 224"/>
              <p:cNvSpPr>
                <a:spLocks noChangeShapeType="1"/>
              </p:cNvSpPr>
              <p:nvPr/>
            </p:nvSpPr>
            <p:spPr bwMode="auto">
              <a:xfrm>
                <a:off x="1403" y="367"/>
                <a:ext cx="0" cy="795"/>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1" name="Line 225"/>
              <p:cNvSpPr>
                <a:spLocks noChangeShapeType="1"/>
              </p:cNvSpPr>
              <p:nvPr/>
            </p:nvSpPr>
            <p:spPr bwMode="auto">
              <a:xfrm>
                <a:off x="1403" y="1154"/>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2" name="Line 226"/>
              <p:cNvSpPr>
                <a:spLocks noChangeShapeType="1"/>
              </p:cNvSpPr>
              <p:nvPr/>
            </p:nvSpPr>
            <p:spPr bwMode="auto">
              <a:xfrm>
                <a:off x="1403" y="1400"/>
                <a:ext cx="113" cy="0"/>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68993" name="Line 227"/>
              <p:cNvSpPr>
                <a:spLocks noChangeShapeType="1"/>
              </p:cNvSpPr>
              <p:nvPr/>
            </p:nvSpPr>
            <p:spPr bwMode="auto">
              <a:xfrm>
                <a:off x="1403" y="1400"/>
                <a:ext cx="0" cy="1059"/>
              </a:xfrm>
              <a:prstGeom prst="line">
                <a:avLst/>
              </a:prstGeom>
              <a:noFill/>
              <a:ln w="28575">
                <a:solidFill>
                  <a:srgbClr val="9933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grpSp>
      <p:sp>
        <p:nvSpPr>
          <p:cNvPr id="168968" name="Oval 558"/>
          <p:cNvSpPr/>
          <p:nvPr/>
        </p:nvSpPr>
        <p:spPr>
          <a:xfrm flipH="1">
            <a:off x="6823075" y="1322388"/>
            <a:ext cx="84138"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168969" name="Oval 558"/>
          <p:cNvSpPr/>
          <p:nvPr/>
        </p:nvSpPr>
        <p:spPr>
          <a:xfrm flipH="1">
            <a:off x="6500813" y="3348038"/>
            <a:ext cx="85725" cy="809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Calibri" panose="020F0502020204030204" pitchFamily="34" charset="0"/>
            </a:endParaRPr>
          </a:p>
        </p:txBody>
      </p:sp>
      <p:sp>
        <p:nvSpPr>
          <p:cNvPr id="2" name="文本框 1"/>
          <p:cNvSpPr txBox="1"/>
          <p:nvPr/>
        </p:nvSpPr>
        <p:spPr>
          <a:xfrm>
            <a:off x="7308215" y="450850"/>
            <a:ext cx="1933575" cy="583565"/>
          </a:xfrm>
          <a:prstGeom prst="rect">
            <a:avLst/>
          </a:prstGeom>
          <a:noFill/>
        </p:spPr>
        <p:txBody>
          <a:bodyPr wrap="square" rtlCol="0">
            <a:spAutoFit/>
          </a:bodyPr>
          <a:lstStyle/>
          <a:p>
            <a:r>
              <a:rPr lang="zh-CN" altLang="en-US" sz="1600" dirty="0">
                <a:solidFill>
                  <a:srgbClr val="FF0000"/>
                </a:solidFill>
                <a:latin typeface="华文新魏" panose="02010800040101010101" pitchFamily="2" charset="-122"/>
                <a:ea typeface="华文新魏" panose="02010800040101010101" pitchFamily="2" charset="-122"/>
              </a:rPr>
              <a:t>触发器必须有</a:t>
            </a:r>
            <a:r>
              <a:rPr lang="zh-CN" altLang="en-US" sz="1600" dirty="0">
                <a:solidFill>
                  <a:srgbClr val="FF0000"/>
                </a:solidFill>
                <a:highlight>
                  <a:srgbClr val="FFFF00"/>
                </a:highlight>
                <a:latin typeface="华文新魏" panose="02010800040101010101" pitchFamily="2" charset="-122"/>
                <a:ea typeface="华文新魏" panose="02010800040101010101" pitchFamily="2" charset="-122"/>
              </a:rPr>
              <a:t>异步置位和清零</a:t>
            </a:r>
            <a:r>
              <a:rPr lang="zh-CN" altLang="en-US" sz="1600" dirty="0">
                <a:solidFill>
                  <a:srgbClr val="FF0000"/>
                </a:solidFill>
                <a:latin typeface="华文新魏" panose="02010800040101010101" pitchFamily="2" charset="-122"/>
                <a:ea typeface="华文新魏" panose="02010800040101010101" pitchFamily="2" charset="-122"/>
              </a:rPr>
              <a:t>功能！</a:t>
            </a:r>
          </a:p>
        </p:txBody>
      </p:sp>
      <p:sp>
        <p:nvSpPr>
          <p:cNvPr id="3" name="文本框 2"/>
          <p:cNvSpPr txBox="1"/>
          <p:nvPr/>
        </p:nvSpPr>
        <p:spPr>
          <a:xfrm>
            <a:off x="5382291" y="4738697"/>
            <a:ext cx="2436024" cy="400110"/>
          </a:xfrm>
          <a:prstGeom prst="rect">
            <a:avLst/>
          </a:prstGeom>
          <a:noFill/>
        </p:spPr>
        <p:txBody>
          <a:bodyPr wrap="square" rtlCol="0">
            <a:spAutoFit/>
          </a:bodyPr>
          <a:lstStyle/>
          <a:p>
            <a:r>
              <a:rPr lang="zh-CN" altLang="en-US" b="1" dirty="0">
                <a:solidFill>
                  <a:srgbClr val="0000CC"/>
                </a:solidFill>
                <a:highlight>
                  <a:srgbClr val="FFFF00"/>
                </a:highlight>
                <a:latin typeface="华文新魏" panose="02010800040101010101" pitchFamily="2" charset="-122"/>
                <a:ea typeface="华文新魏" panose="02010800040101010101" pitchFamily="2" charset="-122"/>
              </a:rPr>
              <a:t>五进制计数器呢？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89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896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896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896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2" nodeType="click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3" grpId="0"/>
      <p:bldP spid="168964" grpId="0"/>
      <p:bldP spid="168965" grpId="0"/>
      <p:bldP spid="168966" grpId="0" animBg="1"/>
      <p:bldP spid="2" grpId="1"/>
      <p:bldP spid="2" grpId="2"/>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p:cNvSpPr>
          <p:nvPr>
            <p:ph type="title"/>
          </p:nvPr>
        </p:nvSpPr>
        <p:spPr>
          <a:xfrm>
            <a:off x="395923" y="627380"/>
            <a:ext cx="7848600" cy="400050"/>
          </a:xfrm>
          <a:prstGeom prst="rect">
            <a:avLst/>
          </a:prstGeom>
          <a:noFill/>
          <a:ln w="9525">
            <a:noFill/>
          </a:ln>
        </p:spPr>
        <p:txBody>
          <a:bodyPr/>
          <a:lstStyle/>
          <a:p>
            <a:pPr marL="514350" indent="-514350" eaLnBrk="1" hangingPunct="1">
              <a:lnSpc>
                <a:spcPct val="85000"/>
              </a:lnSpc>
              <a:buFont typeface="宋体" panose="02010600030101010101" pitchFamily="2" charset="-122"/>
              <a:buAutoNum type="circleNumDbPlain" startAt="2"/>
            </a:pPr>
            <a:r>
              <a:rPr lang="zh-CN" altLang="en-US" sz="1800" b="1" dirty="0">
                <a:solidFill>
                  <a:srgbClr val="FF0000"/>
                </a:solidFill>
                <a:latin typeface="华文新魏" panose="02010800040101010101" pitchFamily="2" charset="-122"/>
                <a:ea typeface="华文新魏" panose="02010800040101010101" pitchFamily="2" charset="-122"/>
              </a:rPr>
              <a:t>预置位计数器</a:t>
            </a:r>
          </a:p>
        </p:txBody>
      </p:sp>
      <p:sp>
        <p:nvSpPr>
          <p:cNvPr id="169987" name="Text Box 5"/>
          <p:cNvSpPr txBox="1"/>
          <p:nvPr/>
        </p:nvSpPr>
        <p:spPr>
          <a:xfrm>
            <a:off x="472440" y="1036955"/>
            <a:ext cx="8190865" cy="962660"/>
          </a:xfrm>
          <a:prstGeom prst="rect">
            <a:avLst/>
          </a:prstGeom>
          <a:noFill/>
          <a:ln w="9525">
            <a:noFill/>
          </a:ln>
        </p:spPr>
        <p:txBody>
          <a:bodyPr wrap="square">
            <a:spAutoFit/>
          </a:bodyPr>
          <a:lstStyle/>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预置位计数器是在</a:t>
            </a:r>
            <a:r>
              <a:rPr lang="zh-CN" altLang="en-US" sz="1800" b="1" dirty="0">
                <a:solidFill>
                  <a:srgbClr val="FF0000"/>
                </a:solidFill>
                <a:latin typeface="华文新魏" panose="02010800040101010101" pitchFamily="2" charset="-122"/>
                <a:ea typeface="华文新魏" panose="02010800040101010101" pitchFamily="2" charset="-122"/>
              </a:rPr>
              <a:t>起跳状态</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en-US" altLang="zh-CN" sz="1800" b="1" baseline="-25000">
                <a:solidFill>
                  <a:srgbClr val="FF0000"/>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而不是</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a+1</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出现以后就预先做好跳越的准备，使之</a:t>
            </a:r>
            <a:r>
              <a:rPr lang="zh-CN" altLang="en-US" sz="1800" b="1" dirty="0">
                <a:solidFill>
                  <a:srgbClr val="FF0000"/>
                </a:solidFill>
                <a:latin typeface="华文新魏" panose="02010800040101010101" pitchFamily="2" charset="-122"/>
                <a:ea typeface="华文新魏" panose="02010800040101010101" pitchFamily="2" charset="-122"/>
              </a:rPr>
              <a:t>在下一拍时钟有效沿到达时</a:t>
            </a:r>
            <a:r>
              <a:rPr lang="zh-CN" altLang="en-US" sz="1800" b="1" dirty="0">
                <a:solidFill>
                  <a:schemeClr val="tx1"/>
                </a:solidFill>
                <a:latin typeface="华文新魏" panose="02010800040101010101" pitchFamily="2" charset="-122"/>
                <a:ea typeface="华文新魏" panose="02010800040101010101" pitchFamily="2" charset="-122"/>
              </a:rPr>
              <a:t>通过预置有关的触发器数据端输入，使计数器</a:t>
            </a:r>
            <a:r>
              <a:rPr lang="zh-CN" altLang="en-US" sz="1800" b="1" dirty="0">
                <a:solidFill>
                  <a:srgbClr val="FF0000"/>
                </a:solidFill>
                <a:latin typeface="华文新魏" panose="02010800040101010101" pitchFamily="2" charset="-122"/>
                <a:ea typeface="华文新魏" panose="02010800040101010101" pitchFamily="2" charset="-122"/>
              </a:rPr>
              <a:t>立即进入</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状态。这样就可以</a:t>
            </a:r>
            <a:r>
              <a:rPr lang="zh-CN" altLang="en-US" sz="1800" b="1" dirty="0">
                <a:solidFill>
                  <a:srgbClr val="FF0000"/>
                </a:solidFill>
                <a:latin typeface="华文新魏" panose="02010800040101010101" pitchFamily="2" charset="-122"/>
                <a:ea typeface="华文新魏" panose="02010800040101010101" pitchFamily="2" charset="-122"/>
              </a:rPr>
              <a:t>避免强置位电路的缺点。</a:t>
            </a:r>
          </a:p>
        </p:txBody>
      </p:sp>
      <p:sp>
        <p:nvSpPr>
          <p:cNvPr id="169988" name="Text Box 6"/>
          <p:cNvSpPr txBox="1"/>
          <p:nvPr/>
        </p:nvSpPr>
        <p:spPr>
          <a:xfrm>
            <a:off x="887730" y="2256155"/>
            <a:ext cx="7601585" cy="323215"/>
          </a:xfrm>
          <a:prstGeom prst="rect">
            <a:avLst/>
          </a:prstGeom>
          <a:noFill/>
          <a:ln w="9525">
            <a:noFill/>
          </a:ln>
        </p:spPr>
        <p:txBody>
          <a:bodyPr wrap="square">
            <a:noAutofit/>
          </a:bodyPr>
          <a:lstStyle/>
          <a:p>
            <a:pPr eaLnBrk="1" hangingPunct="1">
              <a:lnSpc>
                <a:spcPct val="85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预置位法</a:t>
            </a:r>
            <a:r>
              <a:rPr lang="zh-CN" altLang="en-US" sz="1800" b="1" dirty="0">
                <a:solidFill>
                  <a:srgbClr val="FF0000"/>
                </a:solidFill>
                <a:latin typeface="华文新魏" panose="02010800040101010101" pitchFamily="2" charset="-122"/>
                <a:ea typeface="华文新魏" panose="02010800040101010101" pitchFamily="2" charset="-122"/>
              </a:rPr>
              <a:t>适用于由同步</a:t>
            </a:r>
            <a:r>
              <a:rPr lang="en-US" altLang="zh-CN" sz="1800" b="1">
                <a:solidFill>
                  <a:srgbClr val="FF0000"/>
                </a:solidFill>
                <a:latin typeface="华文新魏" panose="02010800040101010101" pitchFamily="2" charset="-122"/>
                <a:ea typeface="华文新魏" panose="02010800040101010101" pitchFamily="2" charset="-122"/>
              </a:rPr>
              <a:t>(</a:t>
            </a:r>
            <a:r>
              <a:rPr lang="en-US" altLang="zh-CN" sz="1800" b="1" i="1">
                <a:solidFill>
                  <a:srgbClr val="FF0000"/>
                </a:solidFill>
                <a:latin typeface="华文新魏" panose="02010800040101010101" pitchFamily="2" charset="-122"/>
                <a:ea typeface="华文新魏" panose="02010800040101010101" pitchFamily="2" charset="-122"/>
              </a:rPr>
              <a:t>Synchronously</a:t>
            </a:r>
            <a:r>
              <a:rPr lang="en-US" altLang="zh-CN" sz="1800" b="1">
                <a:solidFill>
                  <a:srgbClr val="FF0000"/>
                </a:solidFill>
                <a:latin typeface="华文新魏" panose="02010800040101010101" pitchFamily="2" charset="-122"/>
                <a:ea typeface="华文新魏" panose="02010800040101010101" pitchFamily="2" charset="-122"/>
              </a:rPr>
              <a:t>)</a:t>
            </a:r>
            <a:r>
              <a:rPr lang="zh-CN" altLang="en-US" sz="1800" b="1">
                <a:solidFill>
                  <a:srgbClr val="FF0000"/>
                </a:solidFill>
                <a:latin typeface="华文新魏" panose="02010800040101010101" pitchFamily="2" charset="-122"/>
                <a:ea typeface="华文新魏" panose="02010800040101010101" pitchFamily="2" charset="-122"/>
              </a:rPr>
              <a:t>复位和置位触发器组成的</a:t>
            </a:r>
            <a:r>
              <a:rPr lang="zh-CN" altLang="en-US" sz="1800" b="1" dirty="0">
                <a:solidFill>
                  <a:srgbClr val="FF0000"/>
                </a:solidFill>
                <a:latin typeface="华文新魏" panose="02010800040101010101" pitchFamily="2" charset="-122"/>
                <a:ea typeface="华文新魏" panose="02010800040101010101" pitchFamily="2" charset="-122"/>
              </a:rPr>
              <a:t>电路。</a:t>
            </a:r>
          </a:p>
        </p:txBody>
      </p:sp>
      <p:sp>
        <p:nvSpPr>
          <p:cNvPr id="169989" name="Text Box 7"/>
          <p:cNvSpPr txBox="1"/>
          <p:nvPr/>
        </p:nvSpPr>
        <p:spPr>
          <a:xfrm>
            <a:off x="473075" y="2899410"/>
            <a:ext cx="8301990" cy="2141855"/>
          </a:xfrm>
          <a:prstGeom prst="rect">
            <a:avLst/>
          </a:prstGeom>
          <a:noFill/>
          <a:ln w="9525">
            <a:noFill/>
          </a:ln>
        </p:spPr>
        <p:txBody>
          <a:bodyPr wrap="square">
            <a:noAutofit/>
          </a:bodyPr>
          <a:lstStyle/>
          <a:p>
            <a:pPr eaLnBrk="1" hangingPunct="1">
              <a:lnSpc>
                <a:spcPct val="105000"/>
              </a:lnSpc>
              <a:spcBef>
                <a:spcPts val="600"/>
              </a:spcBef>
              <a:buFont typeface="Arial" panose="020B0604020202020204" pitchFamily="34" charset="0"/>
            </a:pPr>
            <a:r>
              <a:rPr lang="en-US" altLang="zh-CN" sz="180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在设计电路时，先设计一个</a:t>
            </a:r>
            <a:r>
              <a:rPr lang="zh-CN" altLang="en-US" sz="1800" b="1" dirty="0">
                <a:solidFill>
                  <a:srgbClr val="FF0000"/>
                </a:solidFill>
                <a:latin typeface="华文新魏" panose="02010800040101010101" pitchFamily="2" charset="-122"/>
                <a:ea typeface="华文新魏" panose="02010800040101010101" pitchFamily="2" charset="-122"/>
              </a:rPr>
              <a:t>二进制计数器</a:t>
            </a:r>
            <a:r>
              <a:rPr lang="zh-CN" altLang="en-US" sz="1800" b="1" dirty="0">
                <a:solidFill>
                  <a:schemeClr val="tx1"/>
                </a:solidFill>
                <a:latin typeface="华文新魏" panose="02010800040101010101" pitchFamily="2" charset="-122"/>
                <a:ea typeface="华文新魏" panose="02010800040101010101" pitchFamily="2" charset="-122"/>
              </a:rPr>
              <a:t>，然后再加入</a:t>
            </a:r>
            <a:r>
              <a:rPr lang="zh-CN" altLang="en-US" sz="1800" b="1" dirty="0">
                <a:solidFill>
                  <a:srgbClr val="FF0000"/>
                </a:solidFill>
                <a:latin typeface="华文新魏" panose="02010800040101010101" pitchFamily="2" charset="-122"/>
                <a:ea typeface="华文新魏" panose="02010800040101010101" pitchFamily="2" charset="-122"/>
              </a:rPr>
              <a:t>预置位电路</a:t>
            </a:r>
            <a:r>
              <a:rPr lang="zh-CN" altLang="en-US" sz="1800" b="1" dirty="0">
                <a:solidFill>
                  <a:schemeClr val="tx1"/>
                </a:solidFill>
                <a:latin typeface="华文新魏" panose="02010800040101010101" pitchFamily="2" charset="-122"/>
                <a:ea typeface="华文新魏" panose="02010800040101010101" pitchFamily="2" charset="-122"/>
              </a:rPr>
              <a:t>。假设</a:t>
            </a:r>
            <a:r>
              <a:rPr lang="zh-CN" altLang="en-US" sz="1800" b="1" dirty="0">
                <a:solidFill>
                  <a:srgbClr val="FF0000"/>
                </a:solidFill>
                <a:latin typeface="华文新魏" panose="02010800040101010101" pitchFamily="2" charset="-122"/>
                <a:ea typeface="华文新魏" panose="02010800040101010101" pitchFamily="2" charset="-122"/>
              </a:rPr>
              <a:t>起跳状态为</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rgbClr val="FF0000"/>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则有：</a:t>
            </a: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在没有出现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时，不影响二进制计数器的状态转换规律，预置位电平无效。</a:t>
            </a:r>
          </a:p>
          <a:p>
            <a:pPr lvl="1" eaLnBrk="1" hangingPunct="1">
              <a:lnSpc>
                <a:spcPct val="105000"/>
              </a:lnSpc>
              <a:spcBef>
                <a:spcPts val="600"/>
              </a:spcBef>
              <a:buFont typeface="Wingdings" panose="05000000000000000000" pitchFamily="2" charset="2"/>
              <a:buChar char="Ø"/>
            </a:pPr>
            <a:r>
              <a:rPr lang="zh-CN" altLang="en-US" sz="1800" b="1" dirty="0">
                <a:solidFill>
                  <a:schemeClr val="tx1"/>
                </a:solidFill>
                <a:latin typeface="华文新魏" panose="02010800040101010101" pitchFamily="2" charset="-122"/>
                <a:ea typeface="华文新魏" panose="02010800040101010101" pitchFamily="2" charset="-122"/>
              </a:rPr>
              <a:t> 在出现 </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a:t>
            </a:r>
            <a:r>
              <a:rPr lang="en-US" altLang="zh-CN" sz="1800" b="1">
                <a:solidFill>
                  <a:srgbClr val="FF0000"/>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时，预置位电平有效，使</a:t>
            </a:r>
            <a:r>
              <a:rPr lang="zh-CN" altLang="en-US" sz="1800" b="1" u="sng" dirty="0">
                <a:solidFill>
                  <a:schemeClr val="tx1"/>
                </a:solidFill>
                <a:latin typeface="华文新魏" panose="02010800040101010101" pitchFamily="2" charset="-122"/>
                <a:ea typeface="华文新魏" panose="02010800040101010101" pitchFamily="2" charset="-122"/>
              </a:rPr>
              <a:t>预定的某些位触发器数据端加上预置数</a:t>
            </a:r>
            <a:r>
              <a:rPr lang="en-US" altLang="zh-CN" sz="1800" b="1" u="sng"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或</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，则在下一拍时钟有效沿到达时，该触发器处于</a:t>
            </a:r>
            <a:r>
              <a:rPr lang="en-US" altLang="zh-CN" sz="1800" b="1">
                <a:solidFill>
                  <a:srgbClr val="FF0000"/>
                </a:solidFill>
                <a:latin typeface="华文新魏" panose="02010800040101010101" pitchFamily="2" charset="-122"/>
                <a:ea typeface="华文新魏" panose="02010800040101010101" pitchFamily="2" charset="-122"/>
              </a:rPr>
              <a:t>S</a:t>
            </a:r>
            <a:r>
              <a:rPr lang="en-US" altLang="zh-CN" sz="1800" b="1" baseline="-25000">
                <a:solidFill>
                  <a:srgbClr val="FF0000"/>
                </a:solidFill>
                <a:latin typeface="华文新魏" panose="02010800040101010101" pitchFamily="2" charset="-122"/>
                <a:ea typeface="华文新魏" panose="02010800040101010101" pitchFamily="2" charset="-122"/>
              </a:rPr>
              <a:t>a+K+1</a:t>
            </a:r>
            <a:r>
              <a:rPr lang="zh-CN" altLang="en-US" sz="1800" b="1" dirty="0">
                <a:solidFill>
                  <a:schemeClr val="tx1"/>
                </a:solidFill>
                <a:latin typeface="华文新魏" panose="02010800040101010101" pitchFamily="2" charset="-122"/>
                <a:ea typeface="华文新魏" panose="02010800040101010101" pitchFamily="2" charset="-122"/>
              </a:rPr>
              <a:t>的对应位中的状态。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2" nodeType="clickEffect">
                                  <p:stCondLst>
                                    <p:cond delay="0"/>
                                  </p:stCondLst>
                                  <p:childTnLst>
                                    <p:set>
                                      <p:cBhvr>
                                        <p:cTn id="6" dur="1" fill="hold">
                                          <p:stCondLst>
                                            <p:cond delay="0"/>
                                          </p:stCondLst>
                                        </p:cTn>
                                        <p:tgtEl>
                                          <p:spTgt spid="169987"/>
                                        </p:tgtEl>
                                        <p:attrNameLst>
                                          <p:attrName>style.visibility</p:attrName>
                                        </p:attrNameLst>
                                      </p:cBhvr>
                                      <p:to>
                                        <p:strVal val="visible"/>
                                      </p:to>
                                    </p:set>
                                    <p:animEffect transition="in" filter="blinds(horizontal)">
                                      <p:cBhvr>
                                        <p:cTn id="7" dur="500"/>
                                        <p:tgtEl>
                                          <p:spTgt spid="1699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2" nodeType="clickEffect">
                                  <p:stCondLst>
                                    <p:cond delay="0"/>
                                  </p:stCondLst>
                                  <p:childTnLst>
                                    <p:set>
                                      <p:cBhvr>
                                        <p:cTn id="11" dur="1" fill="hold">
                                          <p:stCondLst>
                                            <p:cond delay="0"/>
                                          </p:stCondLst>
                                        </p:cTn>
                                        <p:tgtEl>
                                          <p:spTgt spid="169988"/>
                                        </p:tgtEl>
                                        <p:attrNameLst>
                                          <p:attrName>style.visibility</p:attrName>
                                        </p:attrNameLst>
                                      </p:cBhvr>
                                      <p:to>
                                        <p:strVal val="visible"/>
                                      </p:to>
                                    </p:set>
                                    <p:animEffect transition="in" filter="blinds(horizontal)">
                                      <p:cBhvr>
                                        <p:cTn id="12" dur="500"/>
                                        <p:tgtEl>
                                          <p:spTgt spid="16998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2" nodeType="clickEffect">
                                  <p:stCondLst>
                                    <p:cond delay="0"/>
                                  </p:stCondLst>
                                  <p:childTnLst>
                                    <p:set>
                                      <p:cBhvr>
                                        <p:cTn id="16" dur="1" fill="hold">
                                          <p:stCondLst>
                                            <p:cond delay="0"/>
                                          </p:stCondLst>
                                        </p:cTn>
                                        <p:tgtEl>
                                          <p:spTgt spid="169989"/>
                                        </p:tgtEl>
                                        <p:attrNameLst>
                                          <p:attrName>style.visibility</p:attrName>
                                        </p:attrNameLst>
                                      </p:cBhvr>
                                      <p:to>
                                        <p:strVal val="visible"/>
                                      </p:to>
                                    </p:set>
                                    <p:animEffect transition="in" filter="blinds(horizontal)">
                                      <p:cBhvr>
                                        <p:cTn id="17" dur="500"/>
                                        <p:tgtEl>
                                          <p:spTgt spid="1699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7" grpId="1"/>
      <p:bldP spid="169987" grpId="2"/>
      <p:bldP spid="169988" grpId="1"/>
      <p:bldP spid="169988" grpId="2"/>
      <p:bldP spid="169989" grpId="1"/>
      <p:bldP spid="169989" grpId="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p:cNvSpPr>
          <p:nvPr>
            <p:ph type="title"/>
          </p:nvPr>
        </p:nvSpPr>
        <p:spPr>
          <a:xfrm>
            <a:off x="710248" y="544830"/>
            <a:ext cx="5151437" cy="571500"/>
          </a:xfrm>
          <a:prstGeom prst="rect">
            <a:avLst/>
          </a:prstGeom>
          <a:noFill/>
          <a:ln w="9525">
            <a:noFill/>
          </a:ln>
        </p:spPr>
        <p:txBody>
          <a:bodyPr/>
          <a:lstStyle/>
          <a:p>
            <a:pPr eaLnBrk="1" hangingPunct="1"/>
            <a:r>
              <a:rPr lang="zh-CN" altLang="en-US" sz="2000" b="1" dirty="0">
                <a:solidFill>
                  <a:srgbClr val="FF0000"/>
                </a:solidFill>
                <a:ea typeface="华文新魏" panose="02010800040101010101" pitchFamily="2" charset="-122"/>
              </a:rPr>
              <a:t>预置位电路跳越过程如下：</a:t>
            </a:r>
            <a:endParaRPr lang="zh-CN" altLang="en-US" sz="2000" b="1" dirty="0">
              <a:solidFill>
                <a:srgbClr val="FF0000"/>
              </a:solidFill>
              <a:ea typeface="黑体" panose="02010609060101010101" pitchFamily="2" charset="-122"/>
            </a:endParaRPr>
          </a:p>
        </p:txBody>
      </p:sp>
      <p:grpSp>
        <p:nvGrpSpPr>
          <p:cNvPr id="171011" name="Group 27"/>
          <p:cNvGrpSpPr/>
          <p:nvPr/>
        </p:nvGrpSpPr>
        <p:grpSpPr>
          <a:xfrm>
            <a:off x="1154113" y="1014730"/>
            <a:ext cx="1482725" cy="1503363"/>
            <a:chOff x="0" y="0"/>
            <a:chExt cx="1008" cy="1263"/>
          </a:xfrm>
        </p:grpSpPr>
        <p:sp>
          <p:nvSpPr>
            <p:cNvPr id="171023" name="Rectangle 6"/>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4" name="Text Box 7"/>
            <p:cNvSpPr txBox="1"/>
            <p:nvPr/>
          </p:nvSpPr>
          <p:spPr>
            <a:xfrm>
              <a:off x="0" y="48"/>
              <a:ext cx="955" cy="121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p>
          </p:txBody>
        </p:sp>
      </p:grpSp>
      <p:sp>
        <p:nvSpPr>
          <p:cNvPr id="171012" name="Line 14"/>
          <p:cNvSpPr/>
          <p:nvPr/>
        </p:nvSpPr>
        <p:spPr>
          <a:xfrm>
            <a:off x="2809240" y="1564005"/>
            <a:ext cx="565150" cy="0"/>
          </a:xfrm>
          <a:prstGeom prst="line">
            <a:avLst/>
          </a:prstGeom>
          <a:ln w="57150" cap="flat" cmpd="sng">
            <a:solidFill>
              <a:srgbClr val="4472C4"/>
            </a:solidFill>
            <a:prstDash val="solid"/>
            <a:headEnd type="none" w="med" len="med"/>
            <a:tailEnd type="triangle" w="med" len="med"/>
          </a:ln>
        </p:spPr>
      </p:sp>
      <p:sp>
        <p:nvSpPr>
          <p:cNvPr id="171013" name="Line 15"/>
          <p:cNvSpPr/>
          <p:nvPr/>
        </p:nvSpPr>
        <p:spPr>
          <a:xfrm>
            <a:off x="5161598" y="1557655"/>
            <a:ext cx="565150" cy="0"/>
          </a:xfrm>
          <a:prstGeom prst="line">
            <a:avLst/>
          </a:prstGeom>
          <a:ln w="57150" cap="flat" cmpd="sng">
            <a:solidFill>
              <a:srgbClr val="4472C4"/>
            </a:solidFill>
            <a:prstDash val="solid"/>
            <a:headEnd type="none" w="med" len="med"/>
            <a:tailEnd type="triangle" w="med" len="med"/>
          </a:ln>
        </p:spPr>
      </p:sp>
      <p:sp>
        <p:nvSpPr>
          <p:cNvPr id="171014" name="Text Box 19"/>
          <p:cNvSpPr txBox="1"/>
          <p:nvPr/>
        </p:nvSpPr>
        <p:spPr>
          <a:xfrm>
            <a:off x="766445" y="2571750"/>
            <a:ext cx="8252460" cy="937260"/>
          </a:xfrm>
          <a:prstGeom prst="rect">
            <a:avLst/>
          </a:prstGeom>
          <a:noFill/>
          <a:ln w="9525">
            <a:noFill/>
          </a:ln>
        </p:spPr>
        <p:txBody>
          <a:bodyPr wrap="square">
            <a:spAutoFit/>
          </a:bodyPr>
          <a:lstStyle/>
          <a:p>
            <a:pPr eaLnBrk="1" hangingPunct="1">
              <a:lnSpc>
                <a:spcPct val="75000"/>
              </a:lnSpc>
              <a:spcBef>
                <a:spcPct val="50000"/>
              </a:spcBef>
              <a:buFont typeface="Arial" panose="020B0604020202020204" pitchFamily="34" charset="0"/>
            </a:pPr>
            <a:r>
              <a:rPr lang="zh-CN" altLang="en-US" b="1" dirty="0">
                <a:solidFill>
                  <a:srgbClr val="0000CC"/>
                </a:solidFill>
                <a:latin typeface="华文新魏" panose="02010800040101010101" pitchFamily="2" charset="-122"/>
                <a:ea typeface="华文新魏" panose="02010800040101010101" pitchFamily="2" charset="-122"/>
              </a:rPr>
              <a:t>预置位电平的确定：</a:t>
            </a: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可</a:t>
            </a:r>
            <a:r>
              <a:rPr lang="zh-CN" altLang="en-US" b="1" dirty="0">
                <a:solidFill>
                  <a:srgbClr val="0000CC"/>
                </a:solidFill>
                <a:latin typeface="华文新魏" panose="02010800040101010101" pitchFamily="2" charset="-122"/>
                <a:ea typeface="华文新魏" panose="02010800040101010101" pitchFamily="2" charset="-122"/>
              </a:rPr>
              <a:t>逐位比较</a:t>
            </a:r>
            <a:r>
              <a:rPr lang="zh-CN" altLang="en-US" b="1" dirty="0">
                <a:solidFill>
                  <a:schemeClr val="tx1"/>
                </a:solidFill>
                <a:latin typeface="华文新魏" panose="02010800040101010101" pitchFamily="2" charset="-122"/>
                <a:ea typeface="华文新魏" panose="02010800040101010101" pitchFamily="2" charset="-122"/>
              </a:rPr>
              <a:t>计数器中各触发器在</a:t>
            </a:r>
            <a:r>
              <a:rPr lang="zh-CN" altLang="en-US" b="1" dirty="0">
                <a:solidFill>
                  <a:srgbClr val="0000CC"/>
                </a:solidFill>
                <a:latin typeface="华文新魏" panose="02010800040101010101" pitchFamily="2" charset="-122"/>
                <a:ea typeface="华文新魏" panose="02010800040101010101" pitchFamily="2" charset="-122"/>
              </a:rPr>
              <a:t>正常计数状态</a:t>
            </a:r>
            <a:r>
              <a:rPr lang="zh-CN" altLang="en-US" b="1" dirty="0">
                <a:solidFill>
                  <a:srgbClr val="FF0000"/>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S</a:t>
            </a:r>
            <a:r>
              <a:rPr lang="en-US" altLang="zh-CN" b="1" baseline="-25000" dirty="0">
                <a:solidFill>
                  <a:srgbClr val="FF0000"/>
                </a:solidFill>
                <a:latin typeface="华文新魏" panose="02010800040101010101" pitchFamily="2" charset="-122"/>
                <a:ea typeface="华文新魏" panose="02010800040101010101" pitchFamily="2" charset="-122"/>
              </a:rPr>
              <a:t>a+1</a:t>
            </a:r>
            <a:r>
              <a:rPr lang="zh-CN" altLang="en-US" b="1" dirty="0">
                <a:solidFill>
                  <a:srgbClr val="FF0000"/>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和</a:t>
            </a:r>
            <a:r>
              <a:rPr lang="zh-CN" altLang="en-US" b="1" dirty="0">
                <a:solidFill>
                  <a:srgbClr val="0000CC"/>
                </a:solidFill>
                <a:latin typeface="华文新魏" panose="02010800040101010101" pitchFamily="2" charset="-122"/>
                <a:ea typeface="华文新魏" panose="02010800040101010101" pitchFamily="2" charset="-122"/>
              </a:rPr>
              <a:t>跳越</a:t>
            </a:r>
            <a:r>
              <a:rPr lang="zh-CN" altLang="en-US" b="1" dirty="0">
                <a:solidFill>
                  <a:srgbClr val="0000CC"/>
                </a:solidFill>
                <a:latin typeface="华文新魏" panose="02010800040101010101" pitchFamily="2" charset="-122"/>
                <a:ea typeface="华文新魏" panose="02010800040101010101" pitchFamily="2" charset="-122"/>
                <a:sym typeface="+mn-ea"/>
              </a:rPr>
              <a:t>后的状态</a:t>
            </a:r>
            <a:r>
              <a:rPr lang="zh-CN" altLang="en-US" b="1" dirty="0">
                <a:solidFill>
                  <a:srgbClr val="FF0000"/>
                </a:solidFill>
                <a:latin typeface="华文新魏" panose="02010800040101010101" pitchFamily="2" charset="-122"/>
                <a:ea typeface="华文新魏" panose="02010800040101010101" pitchFamily="2" charset="-122"/>
                <a:sym typeface="+mn-ea"/>
              </a:rPr>
              <a:t>（</a:t>
            </a:r>
            <a:r>
              <a:rPr lang="en-US" altLang="zh-CN" b="1">
                <a:solidFill>
                  <a:srgbClr val="FF0000"/>
                </a:solidFill>
                <a:latin typeface="华文新魏" panose="02010800040101010101" pitchFamily="2" charset="-122"/>
                <a:ea typeface="华文新魏" panose="02010800040101010101" pitchFamily="2" charset="-122"/>
                <a:sym typeface="+mn-ea"/>
              </a:rPr>
              <a:t>S</a:t>
            </a:r>
            <a:r>
              <a:rPr lang="en-US" altLang="zh-CN" b="1" baseline="-25000">
                <a:solidFill>
                  <a:srgbClr val="FF0000"/>
                </a:solidFill>
                <a:latin typeface="华文新魏" panose="02010800040101010101" pitchFamily="2" charset="-122"/>
                <a:ea typeface="华文新魏" panose="02010800040101010101" pitchFamily="2" charset="-122"/>
                <a:sym typeface="+mn-ea"/>
              </a:rPr>
              <a:t>a+K+1</a:t>
            </a:r>
            <a:r>
              <a:rPr lang="zh-CN" altLang="en-US" b="1" dirty="0">
                <a:solidFill>
                  <a:srgbClr val="FF0000"/>
                </a:solidFill>
                <a:latin typeface="华文新魏" panose="02010800040101010101" pitchFamily="2" charset="-122"/>
                <a:ea typeface="华文新魏" panose="02010800040101010101" pitchFamily="2" charset="-122"/>
                <a:sym typeface="+mn-ea"/>
              </a:rPr>
              <a:t>）</a:t>
            </a:r>
            <a:r>
              <a:rPr lang="zh-CN" altLang="en-US" b="1" dirty="0">
                <a:solidFill>
                  <a:schemeClr val="tx1"/>
                </a:solidFill>
                <a:latin typeface="华文新魏" panose="02010800040101010101" pitchFamily="2" charset="-122"/>
                <a:ea typeface="华文新魏" panose="02010800040101010101" pitchFamily="2" charset="-122"/>
                <a:sym typeface="+mn-ea"/>
              </a:rPr>
              <a:t>中</a:t>
            </a:r>
            <a:r>
              <a:rPr lang="zh-CN" altLang="en-US" b="1" dirty="0">
                <a:solidFill>
                  <a:schemeClr val="tx1"/>
                </a:solidFill>
                <a:latin typeface="华文新魏" panose="02010800040101010101" pitchFamily="2" charset="-122"/>
                <a:ea typeface="华文新魏" panose="02010800040101010101" pitchFamily="2" charset="-122"/>
              </a:rPr>
              <a:t>的差异，有些位不需改变，有些则要</a:t>
            </a:r>
            <a:r>
              <a:rPr lang="zh-CN" altLang="en-US" b="1" dirty="0">
                <a:solidFill>
                  <a:srgbClr val="0000CC"/>
                </a:solidFill>
                <a:latin typeface="华文新魏" panose="02010800040101010101" pitchFamily="2" charset="-122"/>
                <a:ea typeface="华文新魏" panose="02010800040101010101" pitchFamily="2" charset="-122"/>
              </a:rPr>
              <a:t>预置</a:t>
            </a:r>
            <a:r>
              <a:rPr lang="en-US" altLang="zh-CN" b="1">
                <a:solidFill>
                  <a:srgbClr val="0000CC"/>
                </a:solidFill>
                <a:latin typeface="华文新魏" panose="02010800040101010101" pitchFamily="2" charset="-122"/>
                <a:ea typeface="华文新魏" panose="02010800040101010101" pitchFamily="2" charset="-122"/>
              </a:rPr>
              <a:t>1 </a:t>
            </a:r>
            <a:r>
              <a:rPr lang="zh-CN" altLang="en-US" b="1" dirty="0">
                <a:solidFill>
                  <a:srgbClr val="0000CC"/>
                </a:solidFill>
                <a:latin typeface="华文新魏" panose="02010800040101010101" pitchFamily="2" charset="-122"/>
                <a:ea typeface="华文新魏" panose="02010800040101010101" pitchFamily="2" charset="-122"/>
              </a:rPr>
              <a:t>或 </a:t>
            </a:r>
            <a:r>
              <a:rPr lang="en-US" altLang="zh-CN" b="1">
                <a:solidFill>
                  <a:srgbClr val="0000CC"/>
                </a:solidFill>
                <a:latin typeface="华文新魏" panose="02010800040101010101" pitchFamily="2" charset="-122"/>
                <a:ea typeface="华文新魏" panose="02010800040101010101" pitchFamily="2" charset="-122"/>
              </a:rPr>
              <a:t>0</a:t>
            </a:r>
            <a:r>
              <a:rPr lang="en-US" altLang="zh-CN" b="1">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a:t>
            </a:r>
          </a:p>
        </p:txBody>
      </p:sp>
      <p:grpSp>
        <p:nvGrpSpPr>
          <p:cNvPr id="171015" name="Group 26"/>
          <p:cNvGrpSpPr/>
          <p:nvPr/>
        </p:nvGrpSpPr>
        <p:grpSpPr>
          <a:xfrm>
            <a:off x="3542665" y="1014730"/>
            <a:ext cx="1482725" cy="1503363"/>
            <a:chOff x="0" y="0"/>
            <a:chExt cx="1008" cy="1263"/>
          </a:xfrm>
        </p:grpSpPr>
        <p:sp>
          <p:nvSpPr>
            <p:cNvPr id="171021" name="Rectangle 23"/>
            <p:cNvSpPr/>
            <p:nvPr/>
          </p:nvSpPr>
          <p:spPr>
            <a:xfrm>
              <a:off x="0"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2" name="Text Box 9"/>
            <p:cNvSpPr txBox="1"/>
            <p:nvPr/>
          </p:nvSpPr>
          <p:spPr>
            <a:xfrm>
              <a:off x="48" y="48"/>
              <a:ext cx="960" cy="121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 </a:t>
              </a:r>
              <a:r>
                <a:rPr lang="zh-CN" altLang="en-US" sz="1600" b="1" dirty="0">
                  <a:solidFill>
                    <a:schemeClr val="tx1"/>
                  </a:solidFill>
                  <a:latin typeface="华文新魏" panose="02010800040101010101" pitchFamily="2" charset="-122"/>
                  <a:ea typeface="华文新魏" panose="02010800040101010101" pitchFamily="2" charset="-122"/>
                </a:rPr>
                <a:t>拍</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chemeClr val="tx1"/>
                  </a:solidFill>
                  <a:latin typeface="华文新魏" panose="02010800040101010101" pitchFamily="2" charset="-122"/>
                  <a:ea typeface="华文新魏" panose="02010800040101010101" pitchFamily="2" charset="-122"/>
                </a:rPr>
                <a:t>S</a:t>
              </a:r>
              <a:r>
                <a:rPr lang="en-US" altLang="zh-CN" sz="1600" b="1" baseline="-25000">
                  <a:solidFill>
                    <a:schemeClr val="tx1"/>
                  </a:solidFill>
                  <a:latin typeface="华文新魏" panose="02010800040101010101" pitchFamily="2" charset="-122"/>
                  <a:ea typeface="华文新魏" panose="02010800040101010101" pitchFamily="2" charset="-122"/>
                </a:rPr>
                <a:t>a</a:t>
              </a:r>
              <a:r>
                <a:rPr lang="en-US" altLang="zh-CN" sz="1600" baseline="-25000">
                  <a:solidFill>
                    <a:schemeClr val="tx1"/>
                  </a:solidFill>
                  <a:latin typeface="华文新魏" panose="02010800040101010101" pitchFamily="2" charset="-122"/>
                  <a:ea typeface="华文新魏" panose="02010800040101010101" pitchFamily="2" charset="-122"/>
                </a:rPr>
                <a:t> </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预置位电平</a:t>
              </a:r>
            </a:p>
            <a:p>
              <a:pPr algn="ctr" eaLnBrk="1" hangingPunct="1">
                <a:spcBef>
                  <a:spcPct val="50000"/>
                </a:spcBef>
                <a:buFont typeface="Arial" panose="020B0604020202020204" pitchFamily="34" charset="0"/>
              </a:pPr>
              <a:r>
                <a:rPr lang="zh-CN" altLang="en-US" sz="1600" dirty="0">
                  <a:solidFill>
                    <a:srgbClr val="FF0000"/>
                  </a:solidFill>
                  <a:latin typeface="华文新魏" panose="02010800040101010101" pitchFamily="2" charset="-122"/>
                  <a:ea typeface="华文新魏" panose="02010800040101010101" pitchFamily="2" charset="-122"/>
                </a:rPr>
                <a:t>有效</a:t>
              </a:r>
            </a:p>
          </p:txBody>
        </p:sp>
      </p:grpSp>
      <p:grpSp>
        <p:nvGrpSpPr>
          <p:cNvPr id="171016" name="Group 25"/>
          <p:cNvGrpSpPr/>
          <p:nvPr/>
        </p:nvGrpSpPr>
        <p:grpSpPr>
          <a:xfrm>
            <a:off x="5702935" y="1014730"/>
            <a:ext cx="1763713" cy="1490663"/>
            <a:chOff x="0" y="0"/>
            <a:chExt cx="1200" cy="1252"/>
          </a:xfrm>
        </p:grpSpPr>
        <p:sp>
          <p:nvSpPr>
            <p:cNvPr id="171019" name="Rectangle 24"/>
            <p:cNvSpPr/>
            <p:nvPr/>
          </p:nvSpPr>
          <p:spPr>
            <a:xfrm>
              <a:off x="96" y="0"/>
              <a:ext cx="1008" cy="1200"/>
            </a:xfrm>
            <a:prstGeom prst="rect">
              <a:avLst/>
            </a:prstGeom>
            <a:solidFill>
              <a:schemeClr val="bg2"/>
            </a:solidFill>
            <a:ln w="952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800" dirty="0">
                <a:solidFill>
                  <a:schemeClr val="tx1"/>
                </a:solidFill>
                <a:latin typeface="黑体" panose="02010609060101010101" pitchFamily="2" charset="-122"/>
                <a:ea typeface="黑体" panose="02010609060101010101" pitchFamily="2" charset="-122"/>
              </a:endParaRPr>
            </a:p>
          </p:txBody>
        </p:sp>
        <p:sp>
          <p:nvSpPr>
            <p:cNvPr id="171020" name="Text Box 11"/>
            <p:cNvSpPr txBox="1"/>
            <p:nvPr/>
          </p:nvSpPr>
          <p:spPr>
            <a:xfrm>
              <a:off x="0" y="37"/>
              <a:ext cx="1200" cy="1215"/>
            </a:xfrm>
            <a:prstGeom prst="rect">
              <a:avLst/>
            </a:prstGeom>
            <a:noFill/>
            <a:ln w="9525">
              <a:noFill/>
            </a:ln>
          </p:spPr>
          <p:txBody>
            <a:bodyPr>
              <a:spAutoFit/>
            </a:bodyPr>
            <a:lstStyle/>
            <a:p>
              <a:pPr algn="ctr" eaLnBrk="1" hangingPunct="1">
                <a:spcBef>
                  <a:spcPct val="50000"/>
                </a:spcBef>
                <a:buFont typeface="Arial" panose="020B0604020202020204" pitchFamily="34" charset="0"/>
              </a:pPr>
              <a:r>
                <a:rPr lang="en-US" altLang="zh-CN" sz="1600">
                  <a:solidFill>
                    <a:schemeClr val="tx1"/>
                  </a:solidFill>
                  <a:latin typeface="华文新魏" panose="02010800040101010101" pitchFamily="2" charset="-122"/>
                  <a:ea typeface="华文新魏" panose="02010800040101010101" pitchFamily="2" charset="-122"/>
                </a:rPr>
                <a:t> </a:t>
              </a:r>
              <a:r>
                <a:rPr lang="zh-CN" altLang="en-US" sz="1600" b="1" dirty="0">
                  <a:solidFill>
                    <a:schemeClr val="tx1"/>
                  </a:solidFill>
                  <a:latin typeface="华文新魏" panose="02010800040101010101" pitchFamily="2" charset="-122"/>
                  <a:ea typeface="华文新魏" panose="02010800040101010101" pitchFamily="2" charset="-122"/>
                </a:rPr>
                <a:t>第</a:t>
              </a:r>
              <a:r>
                <a:rPr lang="en-US" altLang="zh-CN" sz="1600" b="1">
                  <a:solidFill>
                    <a:schemeClr val="tx1"/>
                  </a:solidFill>
                  <a:latin typeface="华文新魏" panose="02010800040101010101" pitchFamily="2" charset="-122"/>
                  <a:ea typeface="华文新魏" panose="02010800040101010101" pitchFamily="2" charset="-122"/>
                </a:rPr>
                <a:t>a+1</a:t>
              </a:r>
              <a:r>
                <a:rPr lang="zh-CN" altLang="en-US" sz="1600" b="1" dirty="0">
                  <a:solidFill>
                    <a:schemeClr val="tx1"/>
                  </a:solidFill>
                  <a:latin typeface="华文新魏" panose="02010800040101010101" pitchFamily="2" charset="-122"/>
                  <a:ea typeface="华文新魏" panose="02010800040101010101" pitchFamily="2" charset="-122"/>
                </a:rPr>
                <a:t>拍</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状态为</a:t>
              </a:r>
              <a:r>
                <a:rPr lang="en-US" altLang="zh-CN" sz="1600" b="1">
                  <a:solidFill>
                    <a:srgbClr val="FF0000"/>
                  </a:solidFill>
                  <a:latin typeface="华文新魏" panose="02010800040101010101" pitchFamily="2" charset="-122"/>
                  <a:ea typeface="华文新魏" panose="02010800040101010101" pitchFamily="2" charset="-122"/>
                </a:rPr>
                <a:t>S</a:t>
              </a:r>
              <a:r>
                <a:rPr lang="en-US" altLang="zh-CN" sz="1600" b="1" baseline="-25000">
                  <a:solidFill>
                    <a:srgbClr val="FF0000"/>
                  </a:solidFill>
                  <a:latin typeface="华文新魏" panose="02010800040101010101" pitchFamily="2" charset="-122"/>
                  <a:ea typeface="华文新魏" panose="02010800040101010101" pitchFamily="2" charset="-122"/>
                </a:rPr>
                <a:t>a+K+1</a:t>
              </a:r>
              <a:endParaRPr lang="en-US" altLang="zh-CN" sz="1600" b="1">
                <a:solidFill>
                  <a:srgbClr val="FF0000"/>
                </a:solidFill>
                <a:latin typeface="华文新魏" panose="02010800040101010101" pitchFamily="2" charset="-122"/>
                <a:ea typeface="华文新魏" panose="02010800040101010101" pitchFamily="2" charset="-122"/>
              </a:endParaRP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预置位 电平</a:t>
              </a:r>
            </a:p>
            <a:p>
              <a:pPr algn="ctr" eaLnBrk="1" hangingPunct="1">
                <a:spcBef>
                  <a:spcPct val="50000"/>
                </a:spcBef>
                <a:buFont typeface="Arial" panose="020B0604020202020204" pitchFamily="34" charset="0"/>
              </a:pPr>
              <a:r>
                <a:rPr lang="zh-CN" altLang="en-US" sz="1600" dirty="0">
                  <a:solidFill>
                    <a:schemeClr val="tx1"/>
                  </a:solidFill>
                  <a:latin typeface="华文新魏" panose="02010800040101010101" pitchFamily="2" charset="-122"/>
                  <a:ea typeface="华文新魏" panose="02010800040101010101" pitchFamily="2" charset="-122"/>
                </a:rPr>
                <a:t>无效</a:t>
              </a:r>
            </a:p>
          </p:txBody>
        </p:sp>
      </p:grpSp>
      <p:grpSp>
        <p:nvGrpSpPr>
          <p:cNvPr id="2" name="组合 1"/>
          <p:cNvGrpSpPr/>
          <p:nvPr/>
        </p:nvGrpSpPr>
        <p:grpSpPr>
          <a:xfrm>
            <a:off x="511810" y="3796030"/>
            <a:ext cx="7614920" cy="1091565"/>
            <a:chOff x="806" y="5964"/>
            <a:chExt cx="11992" cy="1719"/>
          </a:xfrm>
        </p:grpSpPr>
        <p:sp>
          <p:nvSpPr>
            <p:cNvPr id="171017" name="Line 20"/>
            <p:cNvSpPr/>
            <p:nvPr/>
          </p:nvSpPr>
          <p:spPr>
            <a:xfrm>
              <a:off x="11679" y="7119"/>
              <a:ext cx="445" cy="0"/>
            </a:xfrm>
            <a:prstGeom prst="line">
              <a:avLst/>
            </a:prstGeom>
            <a:ln w="22225" cap="flat" cmpd="sng">
              <a:solidFill>
                <a:srgbClr val="FF0000"/>
              </a:solidFill>
              <a:prstDash val="solid"/>
              <a:headEnd type="none" w="med" len="med"/>
              <a:tailEnd type="none" w="med" len="med"/>
            </a:ln>
          </p:spPr>
        </p:sp>
        <p:sp>
          <p:nvSpPr>
            <p:cNvPr id="171018" name="Text Box 29"/>
            <p:cNvSpPr txBox="1"/>
            <p:nvPr/>
          </p:nvSpPr>
          <p:spPr>
            <a:xfrm>
              <a:off x="806" y="5964"/>
              <a:ext cx="11992" cy="1719"/>
            </a:xfrm>
            <a:prstGeom prst="rect">
              <a:avLst/>
            </a:prstGeom>
            <a:noFill/>
            <a:ln w="9525">
              <a:noFill/>
            </a:ln>
          </p:spPr>
          <p:txBody>
            <a:bodyPr wrap="square">
              <a:spAutoFit/>
            </a:bodyPr>
            <a:lstStyle/>
            <a:p>
              <a:pPr eaLnBrk="1" hangingPunct="1">
                <a:lnSpc>
                  <a:spcPct val="75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设预置位电平为</a:t>
              </a:r>
              <a:r>
                <a:rPr lang="en-US" altLang="zh-CN" b="1" dirty="0">
                  <a:solidFill>
                    <a:srgbClr val="FF0000"/>
                  </a:solidFill>
                  <a:latin typeface="华文新魏" panose="02010800040101010101" pitchFamily="2" charset="-122"/>
                  <a:ea typeface="华文新魏" panose="02010800040101010101" pitchFamily="2" charset="-122"/>
                </a:rPr>
                <a:t>M</a:t>
              </a:r>
              <a:r>
                <a:rPr lang="en-US" altLang="zh-CN" b="1" baseline="-25000" dirty="0">
                  <a:solidFill>
                    <a:srgbClr val="FF0000"/>
                  </a:solidFill>
                  <a:latin typeface="华文新魏" panose="02010800040101010101" pitchFamily="2" charset="-122"/>
                  <a:ea typeface="华文新魏" panose="02010800040101010101" pitchFamily="2" charset="-122"/>
                </a:rPr>
                <a:t>Y</a:t>
              </a:r>
              <a:r>
                <a:rPr lang="zh-CN" altLang="en-US" b="1" dirty="0">
                  <a:solidFill>
                    <a:schemeClr val="tx1"/>
                  </a:solidFill>
                  <a:latin typeface="华文新魏" panose="02010800040101010101" pitchFamily="2" charset="-122"/>
                  <a:ea typeface="华文新魏" panose="02010800040101010101" pitchFamily="2" charset="-122"/>
                </a:rPr>
                <a:t>（高电平，根据</a:t>
              </a:r>
              <a:r>
                <a:rPr lang="en-US" altLang="zh-CN" b="1" dirty="0">
                  <a:solidFill>
                    <a:srgbClr val="FF0000"/>
                  </a:solidFill>
                  <a:latin typeface="华文新魏" panose="02010800040101010101" pitchFamily="2" charset="-122"/>
                  <a:ea typeface="华文新魏" panose="02010800040101010101" pitchFamily="2" charset="-122"/>
                  <a:sym typeface="+mn-ea"/>
                </a:rPr>
                <a:t>S</a:t>
              </a:r>
              <a:r>
                <a:rPr lang="en-US" altLang="zh-CN" b="1" baseline="-25000" dirty="0">
                  <a:solidFill>
                    <a:srgbClr val="FF0000"/>
                  </a:solidFill>
                  <a:latin typeface="华文新魏" panose="02010800040101010101" pitchFamily="2" charset="-122"/>
                  <a:ea typeface="华文新魏" panose="02010800040101010101" pitchFamily="2" charset="-122"/>
                  <a:sym typeface="+mn-ea"/>
                </a:rPr>
                <a:t>a</a:t>
              </a:r>
              <a:r>
                <a:rPr lang="zh-CN" altLang="en-US" b="1" dirty="0">
                  <a:solidFill>
                    <a:schemeClr val="tx1"/>
                  </a:solidFill>
                  <a:latin typeface="华文新魏" panose="02010800040101010101" pitchFamily="2" charset="-122"/>
                  <a:ea typeface="华文新魏" panose="02010800040101010101" pitchFamily="2" charset="-122"/>
                </a:rPr>
                <a:t>设置），则</a:t>
              </a: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dirty="0">
                  <a:solidFill>
                    <a:srgbClr val="0000CC"/>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的预置时有：</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dirty="0">
                  <a:solidFill>
                    <a:srgbClr val="0000CC"/>
                  </a:solidFill>
                  <a:latin typeface="华文新魏" panose="02010800040101010101" pitchFamily="2" charset="-122"/>
                  <a:ea typeface="华文新魏" panose="02010800040101010101" pitchFamily="2" charset="-122"/>
                </a:rPr>
                <a:t> D</a:t>
              </a:r>
              <a:r>
                <a:rPr lang="en-US" altLang="zh-CN" b="1" baseline="-25000" dirty="0">
                  <a:solidFill>
                    <a:srgbClr val="0000CC"/>
                  </a:solidFill>
                  <a:latin typeface="华文新魏" panose="02010800040101010101" pitchFamily="2" charset="-122"/>
                  <a:ea typeface="华文新魏" panose="02010800040101010101" pitchFamily="2" charset="-122"/>
                </a:rPr>
                <a:t>i </a:t>
              </a:r>
              <a:r>
                <a:rPr lang="en-US" altLang="zh-CN" b="1" dirty="0">
                  <a:solidFill>
                    <a:srgbClr val="0000CC"/>
                  </a:solidFill>
                  <a:latin typeface="华文新魏" panose="02010800040101010101" pitchFamily="2" charset="-122"/>
                  <a:ea typeface="华文新魏" panose="02010800040101010101" pitchFamily="2" charset="-122"/>
                </a:rPr>
                <a:t>= (Q</a:t>
              </a:r>
              <a:r>
                <a:rPr lang="en-US" altLang="zh-CN" b="1" baseline="-25000" dirty="0">
                  <a:solidFill>
                    <a:srgbClr val="0000CC"/>
                  </a:solidFill>
                  <a:latin typeface="华文新魏" panose="02010800040101010101" pitchFamily="2" charset="-122"/>
                  <a:ea typeface="华文新魏" panose="02010800040101010101" pitchFamily="2" charset="-122"/>
                </a:rPr>
                <a:t>i-1</a:t>
              </a:r>
              <a:r>
                <a:rPr lang="en-US" altLang="zh-CN" b="1" dirty="0">
                  <a:solidFill>
                    <a:srgbClr val="0000CC"/>
                  </a:solidFill>
                  <a:latin typeface="华文新魏" panose="02010800040101010101" pitchFamily="2" charset="-122"/>
                  <a:ea typeface="华文新魏" panose="02010800040101010101" pitchFamily="2" charset="-122"/>
                </a:rPr>
                <a:t>• Q</a:t>
              </a:r>
              <a:r>
                <a:rPr lang="en-US" altLang="zh-CN" b="1" baseline="-25000" dirty="0">
                  <a:solidFill>
                    <a:srgbClr val="0000CC"/>
                  </a:solidFill>
                  <a:latin typeface="华文新魏" panose="02010800040101010101" pitchFamily="2" charset="-122"/>
                  <a:ea typeface="华文新魏" panose="02010800040101010101" pitchFamily="2" charset="-122"/>
                </a:rPr>
                <a:t>i-2</a:t>
              </a:r>
              <a:r>
                <a:rPr lang="en-US" altLang="zh-CN" b="1" dirty="0">
                  <a:solidFill>
                    <a:srgbClr val="0000CC"/>
                  </a:solidFill>
                  <a:latin typeface="华文新魏" panose="02010800040101010101" pitchFamily="2" charset="-122"/>
                  <a:ea typeface="华文新魏" panose="02010800040101010101" pitchFamily="2" charset="-122"/>
                </a:rPr>
                <a:t>• ···• Q</a:t>
              </a:r>
              <a:r>
                <a:rPr lang="en-US" altLang="zh-CN" b="1" baseline="-25000" dirty="0">
                  <a:solidFill>
                    <a:srgbClr val="0000CC"/>
                  </a:solidFill>
                  <a:latin typeface="华文新魏" panose="02010800040101010101" pitchFamily="2" charset="-122"/>
                  <a:ea typeface="华文新魏" panose="02010800040101010101" pitchFamily="2" charset="-122"/>
                </a:rPr>
                <a:t>1</a:t>
              </a:r>
              <a:r>
                <a:rPr lang="en-US" altLang="zh-CN" b="1" dirty="0">
                  <a:solidFill>
                    <a:srgbClr val="0000CC"/>
                  </a:solidFill>
                  <a:latin typeface="华文新魏" panose="02010800040101010101" pitchFamily="2" charset="-122"/>
                  <a:ea typeface="华文新魏" panose="02010800040101010101" pitchFamily="2" charset="-122"/>
                </a:rPr>
                <a:t>) ⊕ Q</a:t>
              </a:r>
              <a:r>
                <a:rPr lang="en-US" altLang="zh-CN" b="1" baseline="-25000" dirty="0">
                  <a:solidFill>
                    <a:srgbClr val="0000CC"/>
                  </a:solidFill>
                  <a:latin typeface="华文新魏" panose="02010800040101010101" pitchFamily="2" charset="-122"/>
                  <a:ea typeface="华文新魏" panose="02010800040101010101" pitchFamily="2" charset="-122"/>
                </a:rPr>
                <a:t>i</a:t>
              </a:r>
              <a:r>
                <a:rPr lang="en-US" altLang="zh-CN" b="1" dirty="0">
                  <a:solidFill>
                    <a:srgbClr val="0000CC"/>
                  </a:solidFill>
                  <a:latin typeface="华文新魏" panose="02010800040101010101" pitchFamily="2" charset="-122"/>
                  <a:ea typeface="华文新魏" panose="02010800040101010101" pitchFamily="2" charset="-122"/>
                </a:rPr>
                <a:t> + </a:t>
              </a:r>
              <a:r>
                <a:rPr lang="en-US" altLang="zh-CN" b="1" dirty="0">
                  <a:solidFill>
                    <a:srgbClr val="FF0000"/>
                  </a:solidFill>
                  <a:latin typeface="华文新魏" panose="02010800040101010101" pitchFamily="2" charset="-122"/>
                  <a:ea typeface="华文新魏" panose="02010800040101010101" pitchFamily="2" charset="-122"/>
                </a:rPr>
                <a:t>M</a:t>
              </a:r>
              <a:r>
                <a:rPr lang="en-US" altLang="zh-CN" b="1" baseline="-25000" dirty="0">
                  <a:solidFill>
                    <a:srgbClr val="FF0000"/>
                  </a:solidFill>
                  <a:latin typeface="华文新魏" panose="02010800040101010101" pitchFamily="2" charset="-122"/>
                  <a:ea typeface="华文新魏" panose="02010800040101010101" pitchFamily="2" charset="-122"/>
                </a:rPr>
                <a:t>Y</a:t>
              </a:r>
              <a:endParaRPr lang="en-US" altLang="zh-CN" b="1" dirty="0">
                <a:solidFill>
                  <a:srgbClr val="FF0000"/>
                </a:solidFill>
                <a:latin typeface="华文新魏" panose="02010800040101010101" pitchFamily="2" charset="-122"/>
                <a:ea typeface="华文新魏" panose="02010800040101010101" pitchFamily="2" charset="-122"/>
              </a:endParaRPr>
            </a:p>
            <a:p>
              <a:pPr eaLnBrk="1" hangingPunct="1">
                <a:lnSpc>
                  <a:spcPct val="75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进行</a:t>
              </a:r>
              <a:r>
                <a:rPr lang="en-US" altLang="zh-CN" b="1" dirty="0">
                  <a:solidFill>
                    <a:srgbClr val="0000CC"/>
                  </a:solidFill>
                  <a:latin typeface="华文新魏" panose="02010800040101010101" pitchFamily="2" charset="-122"/>
                  <a:ea typeface="华文新魏" panose="02010800040101010101" pitchFamily="2" charset="-122"/>
                </a:rPr>
                <a:t>0</a:t>
              </a:r>
              <a:r>
                <a:rPr lang="zh-CN" altLang="en-US" b="1" dirty="0">
                  <a:solidFill>
                    <a:schemeClr val="tx1"/>
                  </a:solidFill>
                  <a:latin typeface="华文新魏" panose="02010800040101010101" pitchFamily="2" charset="-122"/>
                  <a:ea typeface="华文新魏" panose="02010800040101010101" pitchFamily="2" charset="-122"/>
                </a:rPr>
                <a:t>的预置时有： </a:t>
              </a:r>
              <a:r>
                <a:rPr lang="en-US" altLang="zh-CN" b="1" dirty="0">
                  <a:solidFill>
                    <a:srgbClr val="0000CC"/>
                  </a:solidFill>
                  <a:latin typeface="华文新魏" panose="02010800040101010101" pitchFamily="2" charset="-122"/>
                  <a:ea typeface="华文新魏" panose="02010800040101010101" pitchFamily="2" charset="-122"/>
                </a:rPr>
                <a:t>D</a:t>
              </a:r>
              <a:r>
                <a:rPr lang="en-US" altLang="zh-CN" b="1" baseline="-25000" dirty="0">
                  <a:solidFill>
                    <a:srgbClr val="0000CC"/>
                  </a:solidFill>
                  <a:latin typeface="华文新魏" panose="02010800040101010101" pitchFamily="2" charset="-122"/>
                  <a:ea typeface="华文新魏" panose="02010800040101010101" pitchFamily="2" charset="-122"/>
                </a:rPr>
                <a:t>i </a:t>
              </a:r>
              <a:r>
                <a:rPr lang="en-US" altLang="zh-CN" b="1" dirty="0">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 </a:t>
              </a:r>
              <a:r>
                <a:rPr lang="en-US" altLang="zh-CN" b="1" dirty="0">
                  <a:solidFill>
                    <a:srgbClr val="0000CC"/>
                  </a:solidFill>
                  <a:latin typeface="华文新魏" panose="02010800040101010101" pitchFamily="2" charset="-122"/>
                  <a:ea typeface="华文新魏" panose="02010800040101010101" pitchFamily="2" charset="-122"/>
                </a:rPr>
                <a:t>(Q</a:t>
              </a:r>
              <a:r>
                <a:rPr lang="en-US" altLang="zh-CN" b="1" baseline="-25000" dirty="0">
                  <a:solidFill>
                    <a:srgbClr val="0000CC"/>
                  </a:solidFill>
                  <a:latin typeface="华文新魏" panose="02010800040101010101" pitchFamily="2" charset="-122"/>
                  <a:ea typeface="华文新魏" panose="02010800040101010101" pitchFamily="2" charset="-122"/>
                </a:rPr>
                <a:t>i-1</a:t>
              </a:r>
              <a:r>
                <a:rPr lang="en-US" altLang="zh-CN" b="1" dirty="0">
                  <a:solidFill>
                    <a:srgbClr val="0000CC"/>
                  </a:solidFill>
                  <a:latin typeface="华文新魏" panose="02010800040101010101" pitchFamily="2" charset="-122"/>
                  <a:ea typeface="华文新魏" panose="02010800040101010101" pitchFamily="2" charset="-122"/>
                </a:rPr>
                <a:t>• Q</a:t>
              </a:r>
              <a:r>
                <a:rPr lang="en-US" altLang="zh-CN" b="1" baseline="-25000" dirty="0">
                  <a:solidFill>
                    <a:srgbClr val="0000CC"/>
                  </a:solidFill>
                  <a:latin typeface="华文新魏" panose="02010800040101010101" pitchFamily="2" charset="-122"/>
                  <a:ea typeface="华文新魏" panose="02010800040101010101" pitchFamily="2" charset="-122"/>
                </a:rPr>
                <a:t>i-2</a:t>
              </a:r>
              <a:r>
                <a:rPr lang="en-US" altLang="zh-CN" b="1" dirty="0">
                  <a:solidFill>
                    <a:srgbClr val="0000CC"/>
                  </a:solidFill>
                  <a:latin typeface="华文新魏" panose="02010800040101010101" pitchFamily="2" charset="-122"/>
                  <a:ea typeface="华文新魏" panose="02010800040101010101" pitchFamily="2" charset="-122"/>
                </a:rPr>
                <a:t>• ···• Q</a:t>
              </a:r>
              <a:r>
                <a:rPr lang="en-US" altLang="zh-CN" b="1" baseline="-25000" dirty="0">
                  <a:solidFill>
                    <a:srgbClr val="0000CC"/>
                  </a:solidFill>
                  <a:latin typeface="华文新魏" panose="02010800040101010101" pitchFamily="2" charset="-122"/>
                  <a:ea typeface="华文新魏" panose="02010800040101010101" pitchFamily="2" charset="-122"/>
                </a:rPr>
                <a:t>1</a:t>
              </a:r>
              <a:r>
                <a:rPr lang="en-US" altLang="zh-CN" b="1" dirty="0">
                  <a:solidFill>
                    <a:srgbClr val="0000CC"/>
                  </a:solidFill>
                  <a:latin typeface="华文新魏" panose="02010800040101010101" pitchFamily="2" charset="-122"/>
                  <a:ea typeface="华文新魏" panose="02010800040101010101" pitchFamily="2" charset="-122"/>
                </a:rPr>
                <a:t>) ⊕ Q</a:t>
              </a:r>
              <a:r>
                <a:rPr lang="en-US" altLang="zh-CN" b="1" baseline="-25000" dirty="0">
                  <a:solidFill>
                    <a:srgbClr val="0000CC"/>
                  </a:solidFill>
                  <a:latin typeface="华文新魏" panose="02010800040101010101" pitchFamily="2" charset="-122"/>
                  <a:ea typeface="华文新魏" panose="02010800040101010101" pitchFamily="2" charset="-122"/>
                </a:rPr>
                <a:t>i</a:t>
              </a:r>
              <a:r>
                <a:rPr lang="en-US" altLang="zh-CN" b="1" dirty="0">
                  <a:solidFill>
                    <a:srgbClr val="0000CC"/>
                  </a:solidFill>
                  <a:latin typeface="华文新魏" panose="02010800040101010101" pitchFamily="2" charset="-122"/>
                  <a:ea typeface="华文新魏" panose="02010800040101010101" pitchFamily="2" charset="-122"/>
                </a:rPr>
                <a:t> </a:t>
              </a:r>
              <a:r>
                <a:rPr lang="zh-CN" altLang="en-US" b="1" dirty="0">
                  <a:solidFill>
                    <a:srgbClr val="0000CC"/>
                  </a:solidFill>
                  <a:latin typeface="华文新魏" panose="02010800040101010101" pitchFamily="2" charset="-122"/>
                  <a:ea typeface="华文新魏" panose="02010800040101010101" pitchFamily="2" charset="-122"/>
                </a:rPr>
                <a:t>）</a:t>
              </a:r>
              <a:r>
                <a:rPr lang="en-US" altLang="zh-CN" b="1" dirty="0">
                  <a:solidFill>
                    <a:srgbClr val="0000CC"/>
                  </a:solidFill>
                  <a:latin typeface="华文新魏" panose="02010800040101010101" pitchFamily="2" charset="-122"/>
                  <a:ea typeface="华文新魏" panose="02010800040101010101" pitchFamily="2" charset="-122"/>
                </a:rPr>
                <a:t>•</a:t>
              </a:r>
              <a:r>
                <a:rPr lang="en-US" altLang="zh-CN" b="1" dirty="0">
                  <a:solidFill>
                    <a:srgbClr val="FF0000"/>
                  </a:solidFill>
                  <a:latin typeface="华文新魏" panose="02010800040101010101" pitchFamily="2" charset="-122"/>
                  <a:ea typeface="华文新魏" panose="02010800040101010101" pitchFamily="2" charset="-122"/>
                </a:rPr>
                <a:t> M</a:t>
              </a:r>
              <a:r>
                <a:rPr lang="en-US" altLang="zh-CN" b="1" baseline="-25000" dirty="0">
                  <a:solidFill>
                    <a:srgbClr val="FF0000"/>
                  </a:solidFill>
                  <a:latin typeface="华文新魏" panose="02010800040101010101" pitchFamily="2" charset="-122"/>
                  <a:ea typeface="华文新魏" panose="02010800040101010101" pitchFamily="2" charset="-122"/>
                </a:rPr>
                <a:t>Y</a:t>
              </a:r>
            </a:p>
          </p:txBody>
        </p:sp>
      </p:grpSp>
      <p:sp>
        <p:nvSpPr>
          <p:cNvPr id="18" name="矩形标注 2">
            <a:extLst>
              <a:ext uri="{FF2B5EF4-FFF2-40B4-BE49-F238E27FC236}">
                <a16:creationId xmlns:a16="http://schemas.microsoft.com/office/drawing/2014/main" id="{0A09BBD1-62F1-47E5-AD1B-1565C5D2F31B}"/>
              </a:ext>
            </a:extLst>
          </p:cNvPr>
          <p:cNvSpPr/>
          <p:nvPr/>
        </p:nvSpPr>
        <p:spPr>
          <a:xfrm>
            <a:off x="7433907" y="3465142"/>
            <a:ext cx="1648460" cy="620720"/>
          </a:xfrm>
          <a:prstGeom prst="wedgeRectCallout">
            <a:avLst>
              <a:gd name="adj1" fmla="val -59503"/>
              <a:gd name="adj2" fmla="val 112963"/>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D</a:t>
            </a: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触发器！</a:t>
            </a:r>
            <a:r>
              <a:rPr kumimoji="0" lang="en-US"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JK</a:t>
            </a: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和</a:t>
            </a:r>
            <a:r>
              <a:rPr kumimoji="0" lang="en-US"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T</a:t>
            </a: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触发器呢？</a:t>
            </a:r>
            <a:endPar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1014"/>
                                        </p:tgtEl>
                                        <p:attrNameLst>
                                          <p:attrName>style.visibility</p:attrName>
                                        </p:attrNameLst>
                                      </p:cBhvr>
                                      <p:to>
                                        <p:strVal val="visible"/>
                                      </p:to>
                                    </p:set>
                                    <p:anim calcmode="lin" valueType="num">
                                      <p:cBhvr additive="base">
                                        <p:cTn id="7" dur="500" fill="hold"/>
                                        <p:tgtEl>
                                          <p:spTgt spid="171014"/>
                                        </p:tgtEl>
                                        <p:attrNameLst>
                                          <p:attrName>ppt_x</p:attrName>
                                        </p:attrNameLst>
                                      </p:cBhvr>
                                      <p:tavLst>
                                        <p:tav tm="0">
                                          <p:val>
                                            <p:strVal val="#ppt_x"/>
                                          </p:val>
                                        </p:tav>
                                        <p:tav tm="100000">
                                          <p:val>
                                            <p:strVal val="#ppt_x"/>
                                          </p:val>
                                        </p:tav>
                                      </p:tavLst>
                                    </p:anim>
                                    <p:anim calcmode="lin" valueType="num">
                                      <p:cBhvr additive="base">
                                        <p:cTn id="8" dur="500" fill="hold"/>
                                        <p:tgtEl>
                                          <p:spTgt spid="1710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014" grpId="0"/>
      <p:bldP spid="18" grpId="0" animBg="1"/>
      <p:bldP spid="18"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Text Box 90"/>
          <p:cNvSpPr txBox="1"/>
          <p:nvPr/>
        </p:nvSpPr>
        <p:spPr>
          <a:xfrm>
            <a:off x="755015" y="2730818"/>
            <a:ext cx="4953000" cy="17513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由于       </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a+1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6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1 1 </a:t>
            </a:r>
            <a:r>
              <a:rPr lang="en-US" altLang="zh-CN" sz="1800" b="1">
                <a:solidFill>
                  <a:srgbClr val="0000CC"/>
                </a:solidFill>
                <a:latin typeface="华文新魏" panose="02010800040101010101" pitchFamily="2" charset="-122"/>
                <a:ea typeface="华文新魏" panose="02010800040101010101" pitchFamily="2" charset="-122"/>
              </a:rPr>
              <a:t>0)</a:t>
            </a: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a+K+1</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0 </a:t>
            </a:r>
            <a:r>
              <a:rPr lang="en-US" altLang="zh-CN" sz="1800" b="1">
                <a:solidFill>
                  <a:srgbClr val="0000CC"/>
                </a:solidFill>
                <a:latin typeface="华文新魏" panose="02010800040101010101" pitchFamily="2" charset="-122"/>
                <a:ea typeface="华文新魏" panose="02010800040101010101" pitchFamily="2" charset="-122"/>
              </a:rPr>
              <a:t>(</a:t>
            </a:r>
            <a:r>
              <a:rPr lang="en-US" altLang="zh-CN" sz="1800" b="1">
                <a:solidFill>
                  <a:srgbClr val="FF0000"/>
                </a:solidFill>
                <a:latin typeface="华文新魏" panose="02010800040101010101" pitchFamily="2" charset="-122"/>
                <a:ea typeface="华文新魏" panose="02010800040101010101" pitchFamily="2" charset="-122"/>
              </a:rPr>
              <a:t>00</a:t>
            </a:r>
            <a:r>
              <a:rPr lang="en-US" altLang="zh-CN" sz="1800" b="1">
                <a:solidFill>
                  <a:srgbClr val="0000CC"/>
                </a:solidFill>
                <a:latin typeface="华文新魏" panose="02010800040101010101" pitchFamily="2" charset="-122"/>
                <a:ea typeface="华文新魏" panose="02010800040101010101" pitchFamily="2" charset="-122"/>
              </a:rPr>
              <a:t>0)</a:t>
            </a: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因此要对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3 </a:t>
            </a:r>
            <a:r>
              <a:rPr lang="zh-CN" altLang="en-US" sz="1800" b="1" dirty="0">
                <a:solidFill>
                  <a:srgbClr val="0000CC"/>
                </a:solidFill>
                <a:latin typeface="华文新魏" panose="02010800040101010101" pitchFamily="2" charset="-122"/>
                <a:ea typeface="华文新魏" panose="02010800040101010101" pitchFamily="2" charset="-122"/>
              </a:rPr>
              <a:t>，</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进行预置</a:t>
            </a:r>
            <a:r>
              <a:rPr lang="en-US" altLang="zh-CN"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rgbClr val="FF0000"/>
                </a:solidFill>
                <a:latin typeface="华文新魏" panose="02010800040101010101" pitchFamily="2" charset="-122"/>
                <a:ea typeface="华文新魏" panose="02010800040101010101" pitchFamily="2" charset="-122"/>
              </a:rPr>
              <a:t>0</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a:t>
            </a: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D</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rPr>
              <a:t>) • </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0000CC"/>
                </a:solidFill>
                <a:latin typeface="华文新魏" panose="02010800040101010101" pitchFamily="2" charset="-122"/>
                <a:ea typeface="华文新魏" panose="02010800040101010101" pitchFamily="2" charset="-122"/>
              </a:rPr>
              <a:t>                    D</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en-US" altLang="zh-CN" sz="1800" b="1">
                <a:solidFill>
                  <a:srgbClr val="0000CC"/>
                </a:solidFill>
                <a:latin typeface="华文新魏" panose="02010800040101010101" pitchFamily="2" charset="-122"/>
                <a:ea typeface="华文新魏" panose="02010800040101010101" pitchFamily="2" charset="-122"/>
                <a:sym typeface="+mn-ea"/>
              </a:rPr>
              <a:t>•</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en-US" altLang="zh-CN" sz="1800" b="1">
                <a:solidFill>
                  <a:srgbClr val="0000CC"/>
                </a:solidFill>
                <a:latin typeface="华文新魏" panose="02010800040101010101" pitchFamily="2" charset="-122"/>
                <a:ea typeface="华文新魏" panose="02010800040101010101" pitchFamily="2" charset="-122"/>
              </a:rPr>
              <a:t>) •</a:t>
            </a: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a:t>
            </a:r>
            <a:endParaRPr lang="en-US" altLang="zh-CN" sz="1800" b="1">
              <a:solidFill>
                <a:srgbClr val="FF0000"/>
              </a:solidFill>
              <a:latin typeface="华文新魏" panose="02010800040101010101" pitchFamily="2" charset="-122"/>
              <a:ea typeface="华文新魏" panose="02010800040101010101" pitchFamily="2" charset="-122"/>
            </a:endParaRPr>
          </a:p>
        </p:txBody>
      </p:sp>
      <p:sp>
        <p:nvSpPr>
          <p:cNvPr id="172035" name="Text Box 84"/>
          <p:cNvSpPr txBox="1"/>
          <p:nvPr/>
        </p:nvSpPr>
        <p:spPr>
          <a:xfrm>
            <a:off x="755650" y="1995805"/>
            <a:ext cx="41910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预置位电路：</a:t>
            </a:r>
            <a:r>
              <a:rPr lang="en-US" altLang="zh-CN" sz="1800" b="1">
                <a:solidFill>
                  <a:srgbClr val="FF0000"/>
                </a:solidFill>
                <a:latin typeface="华文新魏" panose="02010800040101010101" pitchFamily="2" charset="-122"/>
                <a:ea typeface="华文新魏" panose="02010800040101010101" pitchFamily="2" charset="-122"/>
              </a:rPr>
              <a:t>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endParaRPr lang="en-US" altLang="zh-CN" sz="1800" b="1">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en-US" altLang="zh-CN" sz="1800" b="1">
                <a:solidFill>
                  <a:srgbClr val="FF0000"/>
                </a:solidFill>
                <a:latin typeface="华文新魏" panose="02010800040101010101" pitchFamily="2" charset="-122"/>
                <a:ea typeface="华文新魏" panose="02010800040101010101" pitchFamily="2" charset="-122"/>
              </a:rPr>
              <a:t>                        M</a:t>
            </a:r>
            <a:r>
              <a:rPr lang="en-US" altLang="zh-CN" sz="1800" b="1" baseline="-25000">
                <a:solidFill>
                  <a:srgbClr val="FF0000"/>
                </a:solidFill>
                <a:latin typeface="华文新魏" panose="02010800040101010101" pitchFamily="2" charset="-122"/>
                <a:ea typeface="华文新魏" panose="02010800040101010101" pitchFamily="2" charset="-122"/>
              </a:rPr>
              <a:t>Y </a:t>
            </a:r>
            <a:r>
              <a:rPr lang="en-US" altLang="zh-CN" sz="1800" b="1">
                <a:solidFill>
                  <a:srgbClr val="FF0000"/>
                </a:solidFill>
                <a:latin typeface="华文新魏" panose="02010800040101010101" pitchFamily="2" charset="-122"/>
                <a:ea typeface="华文新魏" panose="02010800040101010101" pitchFamily="2" charset="-122"/>
              </a:rPr>
              <a:t>= Q</a:t>
            </a:r>
            <a:r>
              <a:rPr lang="en-US" altLang="zh-CN" sz="1800" b="1" baseline="-25000">
                <a:solidFill>
                  <a:srgbClr val="FF0000"/>
                </a:solidFill>
                <a:latin typeface="华文新魏" panose="02010800040101010101" pitchFamily="2" charset="-122"/>
                <a:ea typeface="华文新魏" panose="02010800040101010101" pitchFamily="2" charset="-122"/>
              </a:rPr>
              <a:t>3 </a:t>
            </a:r>
            <a:r>
              <a:rPr lang="en-US" altLang="zh-CN" sz="1800" b="1">
                <a:solidFill>
                  <a:srgbClr val="FF0000"/>
                </a:solidFill>
                <a:latin typeface="华文新魏" panose="02010800040101010101" pitchFamily="2" charset="-122"/>
                <a:ea typeface="华文新魏" panose="02010800040101010101" pitchFamily="2" charset="-122"/>
              </a:rPr>
              <a:t>Q</a:t>
            </a:r>
            <a:r>
              <a:rPr lang="en-US" altLang="zh-CN" sz="1800" b="1" baseline="-25000">
                <a:solidFill>
                  <a:srgbClr val="FF0000"/>
                </a:solidFill>
                <a:latin typeface="华文新魏" panose="02010800040101010101" pitchFamily="2" charset="-122"/>
                <a:ea typeface="华文新魏" panose="02010800040101010101" pitchFamily="2" charset="-122"/>
              </a:rPr>
              <a:t>1</a:t>
            </a:r>
          </a:p>
        </p:txBody>
      </p:sp>
      <p:sp>
        <p:nvSpPr>
          <p:cNvPr id="172036" name="Rectangle 2"/>
          <p:cNvSpPr>
            <a:spLocks noGrp="1"/>
          </p:cNvSpPr>
          <p:nvPr>
            <p:ph type="title"/>
          </p:nvPr>
        </p:nvSpPr>
        <p:spPr>
          <a:xfrm>
            <a:off x="672465" y="673100"/>
            <a:ext cx="6324600" cy="457200"/>
          </a:xfrm>
          <a:prstGeom prst="rect">
            <a:avLst/>
          </a:prstGeom>
          <a:noFill/>
          <a:ln w="9525">
            <a:noFill/>
          </a:ln>
        </p:spPr>
        <p:txBody>
          <a:bodyPr/>
          <a:lstStyle/>
          <a:p>
            <a:pPr eaLnBrk="1" hangingPunct="1"/>
            <a:r>
              <a:rPr lang="zh-CN" altLang="en-US" sz="1800" b="1" dirty="0">
                <a:solidFill>
                  <a:srgbClr val="FF0000"/>
                </a:solidFill>
                <a:latin typeface="华文新魏" panose="02010800040101010101" pitchFamily="2" charset="-122"/>
                <a:ea typeface="华文新魏" panose="02010800040101010101" pitchFamily="2" charset="-122"/>
              </a:rPr>
              <a:t>例</a:t>
            </a:r>
            <a:r>
              <a:rPr lang="zh-CN" altLang="en-US" sz="1800" b="1" dirty="0">
                <a:latin typeface="华文新魏" panose="02010800040101010101" pitchFamily="2" charset="-122"/>
                <a:ea typeface="华文新魏" panose="02010800040101010101" pitchFamily="2" charset="-122"/>
              </a:rPr>
              <a:t>  用预置位法设计</a:t>
            </a:r>
            <a:r>
              <a:rPr lang="zh-CN" altLang="en-US" sz="1800" b="1" dirty="0">
                <a:solidFill>
                  <a:srgbClr val="FF0000"/>
                </a:solidFill>
                <a:latin typeface="华文新魏" panose="02010800040101010101" pitchFamily="2" charset="-122"/>
                <a:ea typeface="华文新魏" panose="02010800040101010101" pitchFamily="2" charset="-122"/>
              </a:rPr>
              <a:t>六进制</a:t>
            </a:r>
            <a:r>
              <a:rPr lang="zh-CN" altLang="en-US" sz="1800" b="1" dirty="0">
                <a:latin typeface="华文新魏" panose="02010800040101010101" pitchFamily="2" charset="-122"/>
                <a:ea typeface="华文新魏" panose="02010800040101010101" pitchFamily="2" charset="-122"/>
              </a:rPr>
              <a:t>计数器。</a:t>
            </a:r>
          </a:p>
        </p:txBody>
      </p:sp>
      <p:sp>
        <p:nvSpPr>
          <p:cNvPr id="172037" name="Text Box 38"/>
          <p:cNvSpPr txBox="1"/>
          <p:nvPr/>
        </p:nvSpPr>
        <p:spPr>
          <a:xfrm>
            <a:off x="5634355" y="4275138"/>
            <a:ext cx="2819400" cy="366712"/>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rgbClr val="FF0000"/>
                </a:solidFill>
                <a:latin typeface="华文新魏" panose="02010800040101010101" pitchFamily="2" charset="-122"/>
                <a:ea typeface="华文新魏" panose="02010800040101010101" pitchFamily="2" charset="-122"/>
              </a:rPr>
              <a:t>六进制计数器状态图</a:t>
            </a:r>
          </a:p>
        </p:txBody>
      </p:sp>
      <p:sp>
        <p:nvSpPr>
          <p:cNvPr id="172038" name="Text Box 39"/>
          <p:cNvSpPr txBox="1"/>
          <p:nvPr/>
        </p:nvSpPr>
        <p:spPr>
          <a:xfrm>
            <a:off x="748665" y="1071563"/>
            <a:ext cx="5257800" cy="671830"/>
          </a:xfrm>
          <a:prstGeom prst="rect">
            <a:avLst/>
          </a:prstGeom>
          <a:noFill/>
          <a:ln w="9525">
            <a:noFill/>
          </a:ln>
        </p:spPr>
        <p:txBody>
          <a:bodyPr>
            <a:spAutoFit/>
          </a:bodyPr>
          <a:lstStyle/>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用三个 </a:t>
            </a:r>
            <a:r>
              <a:rPr lang="en-US" altLang="zh-CN" sz="1800" b="1">
                <a:solidFill>
                  <a:srgbClr val="0000CC"/>
                </a:solidFill>
                <a:latin typeface="华文新魏" panose="02010800040101010101" pitchFamily="2" charset="-122"/>
                <a:ea typeface="华文新魏" panose="02010800040101010101" pitchFamily="2" charset="-122"/>
              </a:rPr>
              <a:t>D</a:t>
            </a:r>
            <a:r>
              <a:rPr lang="zh-CN" altLang="en-US" sz="1800" b="1" dirty="0">
                <a:solidFill>
                  <a:srgbClr val="0000CC"/>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触发器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3</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2</a:t>
            </a:r>
            <a:r>
              <a:rPr lang="zh-CN" altLang="en-US" sz="1800" b="1" baseline="-25000" dirty="0">
                <a:solidFill>
                  <a:srgbClr val="0000CC"/>
                </a:solidFill>
                <a:latin typeface="华文新魏" panose="02010800040101010101" pitchFamily="2" charset="-122"/>
                <a:ea typeface="华文新魏" panose="02010800040101010101" pitchFamily="2" charset="-122"/>
              </a:rPr>
              <a:t>、 </a:t>
            </a:r>
            <a:r>
              <a:rPr lang="en-US" altLang="zh-CN" sz="1800" b="1">
                <a:solidFill>
                  <a:srgbClr val="0000CC"/>
                </a:solidFill>
                <a:latin typeface="华文新魏" panose="02010800040101010101" pitchFamily="2" charset="-122"/>
                <a:ea typeface="华文新魏" panose="02010800040101010101" pitchFamily="2" charset="-122"/>
              </a:rPr>
              <a:t>Q</a:t>
            </a:r>
            <a:r>
              <a:rPr lang="en-US" altLang="zh-CN" sz="1800" b="1" baseline="-25000">
                <a:solidFill>
                  <a:srgbClr val="0000CC"/>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构成</a:t>
            </a:r>
            <a:r>
              <a:rPr lang="en-US" altLang="zh-CN" sz="1800" b="1" dirty="0">
                <a:solidFill>
                  <a:schemeClr val="tx1"/>
                </a:solidFill>
                <a:latin typeface="华文新魏" panose="02010800040101010101" pitchFamily="2" charset="-122"/>
                <a:ea typeface="华文新魏" panose="02010800040101010101" pitchFamily="2" charset="-122"/>
              </a:rPr>
              <a:t>;</a:t>
            </a: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起跳状态：</a:t>
            </a:r>
            <a:r>
              <a:rPr lang="en-US" altLang="zh-CN" sz="1800" b="1">
                <a:solidFill>
                  <a:srgbClr val="0000CC"/>
                </a:solidFill>
                <a:latin typeface="华文新魏" panose="02010800040101010101" pitchFamily="2" charset="-122"/>
                <a:ea typeface="华文新魏" panose="02010800040101010101" pitchFamily="2" charset="-122"/>
              </a:rPr>
              <a:t>S</a:t>
            </a:r>
            <a:r>
              <a:rPr lang="en-US" altLang="zh-CN" sz="1800" b="1" baseline="-25000">
                <a:solidFill>
                  <a:srgbClr val="0000CC"/>
                </a:solidFill>
                <a:latin typeface="华文新魏" panose="02010800040101010101" pitchFamily="2" charset="-122"/>
                <a:ea typeface="华文新魏" panose="02010800040101010101" pitchFamily="2" charset="-122"/>
              </a:rPr>
              <a:t>a </a:t>
            </a:r>
            <a:r>
              <a:rPr lang="en-US" altLang="zh-CN" sz="1800" b="1">
                <a:solidFill>
                  <a:srgbClr val="0000CC"/>
                </a:solidFill>
                <a:latin typeface="华文新魏" panose="02010800040101010101" pitchFamily="2" charset="-122"/>
                <a:ea typeface="华文新魏" panose="02010800040101010101" pitchFamily="2" charset="-122"/>
              </a:rPr>
              <a:t>= S</a:t>
            </a:r>
            <a:r>
              <a:rPr lang="en-US" altLang="zh-CN" sz="1800" b="1" baseline="-25000">
                <a:solidFill>
                  <a:srgbClr val="0000CC"/>
                </a:solidFill>
                <a:latin typeface="华文新魏" panose="02010800040101010101" pitchFamily="2" charset="-122"/>
                <a:ea typeface="华文新魏" panose="02010800040101010101" pitchFamily="2" charset="-122"/>
              </a:rPr>
              <a:t>5 </a:t>
            </a:r>
            <a:r>
              <a:rPr lang="en-US" altLang="zh-CN" sz="1800" b="1">
                <a:solidFill>
                  <a:srgbClr val="0000CC"/>
                </a:solidFill>
                <a:latin typeface="华文新魏" panose="02010800040101010101" pitchFamily="2" charset="-122"/>
                <a:ea typeface="华文新魏" panose="02010800040101010101" pitchFamily="2" charset="-122"/>
              </a:rPr>
              <a:t>(101)</a:t>
            </a:r>
          </a:p>
        </p:txBody>
      </p:sp>
      <p:grpSp>
        <p:nvGrpSpPr>
          <p:cNvPr id="172039" name="Group 83"/>
          <p:cNvGrpSpPr/>
          <p:nvPr/>
        </p:nvGrpSpPr>
        <p:grpSpPr>
          <a:xfrm>
            <a:off x="4897120" y="819150"/>
            <a:ext cx="3735696" cy="3418840"/>
            <a:chOff x="0" y="0"/>
            <a:chExt cx="2596" cy="2936"/>
          </a:xfrm>
        </p:grpSpPr>
        <p:sp>
          <p:nvSpPr>
            <p:cNvPr id="172044" name="Oval 48"/>
            <p:cNvSpPr/>
            <p:nvPr/>
          </p:nvSpPr>
          <p:spPr>
            <a:xfrm>
              <a:off x="1092" y="273"/>
              <a:ext cx="340" cy="340"/>
            </a:xfrm>
            <a:prstGeom prst="ellipse">
              <a:avLst/>
            </a:prstGeom>
            <a:solidFill>
              <a:schemeClr val="accent1"/>
            </a:solidFill>
            <a:ln w="28575" cap="flat" cmpd="sng">
              <a:solidFill>
                <a:srgbClr val="EAEAEA"/>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5" name="Rectangle 49"/>
            <p:cNvSpPr/>
            <p:nvPr/>
          </p:nvSpPr>
          <p:spPr>
            <a:xfrm>
              <a:off x="1144" y="0"/>
              <a:ext cx="288"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0</a:t>
              </a:r>
            </a:p>
          </p:txBody>
        </p:sp>
        <p:sp>
          <p:nvSpPr>
            <p:cNvPr id="172046" name="Oval 50"/>
            <p:cNvSpPr/>
            <p:nvPr/>
          </p:nvSpPr>
          <p:spPr>
            <a:xfrm>
              <a:off x="1952" y="764"/>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47" name="Line 51"/>
            <p:cNvSpPr/>
            <p:nvPr/>
          </p:nvSpPr>
          <p:spPr>
            <a:xfrm>
              <a:off x="1443" y="470"/>
              <a:ext cx="544" cy="317"/>
            </a:xfrm>
            <a:prstGeom prst="line">
              <a:avLst/>
            </a:prstGeom>
            <a:ln w="19050" cap="flat" cmpd="sng">
              <a:solidFill>
                <a:srgbClr val="4472C4"/>
              </a:solidFill>
              <a:prstDash val="solid"/>
              <a:headEnd type="none" w="med" len="med"/>
              <a:tailEnd type="triangle" w="med" len="med"/>
            </a:ln>
          </p:spPr>
        </p:sp>
        <p:sp>
          <p:nvSpPr>
            <p:cNvPr id="172048" name="Rectangle 52"/>
            <p:cNvSpPr/>
            <p:nvPr/>
          </p:nvSpPr>
          <p:spPr>
            <a:xfrm>
              <a:off x="2276" y="662"/>
              <a:ext cx="290"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1</a:t>
              </a:r>
            </a:p>
          </p:txBody>
        </p:sp>
        <p:sp>
          <p:nvSpPr>
            <p:cNvPr id="172049" name="Oval 53"/>
            <p:cNvSpPr/>
            <p:nvPr/>
          </p:nvSpPr>
          <p:spPr>
            <a:xfrm>
              <a:off x="1956" y="176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0" name="Line 54"/>
            <p:cNvSpPr/>
            <p:nvPr/>
          </p:nvSpPr>
          <p:spPr>
            <a:xfrm>
              <a:off x="2146" y="1123"/>
              <a:ext cx="0" cy="615"/>
            </a:xfrm>
            <a:prstGeom prst="line">
              <a:avLst/>
            </a:prstGeom>
            <a:ln w="19050" cap="flat" cmpd="sng">
              <a:solidFill>
                <a:srgbClr val="4472C4"/>
              </a:solidFill>
              <a:prstDash val="solid"/>
              <a:headEnd type="none" w="med" len="med"/>
              <a:tailEnd type="triangle" w="med" len="med"/>
            </a:ln>
          </p:spPr>
        </p:sp>
        <p:sp>
          <p:nvSpPr>
            <p:cNvPr id="172051" name="Rectangle 55"/>
            <p:cNvSpPr/>
            <p:nvPr/>
          </p:nvSpPr>
          <p:spPr>
            <a:xfrm>
              <a:off x="2306" y="1929"/>
              <a:ext cx="290"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2</a:t>
              </a:r>
            </a:p>
          </p:txBody>
        </p:sp>
        <p:sp>
          <p:nvSpPr>
            <p:cNvPr id="172052" name="Oval 56"/>
            <p:cNvSpPr/>
            <p:nvPr/>
          </p:nvSpPr>
          <p:spPr>
            <a:xfrm>
              <a:off x="1086" y="2276"/>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011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3" name="Rectangle 58"/>
            <p:cNvSpPr/>
            <p:nvPr/>
          </p:nvSpPr>
          <p:spPr>
            <a:xfrm>
              <a:off x="1158" y="2620"/>
              <a:ext cx="285"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3</a:t>
              </a:r>
            </a:p>
          </p:txBody>
        </p:sp>
        <p:sp>
          <p:nvSpPr>
            <p:cNvPr id="172054" name="Oval 59"/>
            <p:cNvSpPr/>
            <p:nvPr/>
          </p:nvSpPr>
          <p:spPr>
            <a:xfrm>
              <a:off x="234" y="1780"/>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100</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5" name="Rectangle 61"/>
            <p:cNvSpPr/>
            <p:nvPr/>
          </p:nvSpPr>
          <p:spPr>
            <a:xfrm>
              <a:off x="20" y="1930"/>
              <a:ext cx="305"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4</a:t>
              </a:r>
            </a:p>
          </p:txBody>
        </p:sp>
        <p:sp>
          <p:nvSpPr>
            <p:cNvPr id="172056" name="Oval 62"/>
            <p:cNvSpPr/>
            <p:nvPr/>
          </p:nvSpPr>
          <p:spPr>
            <a:xfrm>
              <a:off x="240" y="762"/>
              <a:ext cx="340" cy="340"/>
            </a:xfrm>
            <a:prstGeom prst="ellipse">
              <a:avLst/>
            </a:prstGeom>
            <a:solidFill>
              <a:schemeClr val="accent1"/>
            </a:solidFill>
            <a:ln w="28575" cap="flat" cmpd="sng">
              <a:solidFill>
                <a:schemeClr val="bg1"/>
              </a:solidFill>
              <a:prstDash val="solid"/>
              <a:headEnd type="none" w="med" len="med"/>
              <a:tailEnd type="none" w="med" len="med"/>
            </a:ln>
          </p:spPr>
          <p:txBody>
            <a:bodyPr wrap="none" anchor="ctr"/>
            <a:lstStyle/>
            <a:p>
              <a:pPr algn="ctr" eaLnBrk="1" hangingPunct="1">
                <a:buFont typeface="Arial" panose="020B0604020202020204" pitchFamily="34" charset="0"/>
              </a:pPr>
              <a:r>
                <a:rPr lang="en-US" altLang="zh-CN" sz="1800" b="1">
                  <a:solidFill>
                    <a:schemeClr val="tx1"/>
                  </a:solidFill>
                  <a:latin typeface="黑体" panose="02010609060101010101" pitchFamily="2" charset="-122"/>
                  <a:ea typeface="黑体" panose="02010609060101010101" pitchFamily="2" charset="-122"/>
                </a:rPr>
                <a:t>101</a:t>
              </a:r>
              <a:endParaRPr lang="en-US" altLang="zh-CN" sz="1800" b="1" baseline="-25000">
                <a:solidFill>
                  <a:schemeClr val="tx1"/>
                </a:solidFill>
                <a:latin typeface="黑体" panose="02010609060101010101" pitchFamily="2" charset="-122"/>
                <a:ea typeface="黑体" panose="02010609060101010101" pitchFamily="2" charset="-122"/>
              </a:endParaRPr>
            </a:p>
          </p:txBody>
        </p:sp>
        <p:sp>
          <p:nvSpPr>
            <p:cNvPr id="172057" name="Rectangle 64"/>
            <p:cNvSpPr/>
            <p:nvPr/>
          </p:nvSpPr>
          <p:spPr>
            <a:xfrm>
              <a:off x="0" y="653"/>
              <a:ext cx="274" cy="316"/>
            </a:xfrm>
            <a:prstGeom prst="rect">
              <a:avLst/>
            </a:prstGeom>
            <a:noFill/>
            <a:ln w="9525">
              <a:noFill/>
            </a:ln>
          </p:spPr>
          <p:txBody>
            <a:bodyPr wrap="square">
              <a:spAutoFit/>
            </a:bodyPr>
            <a:lstStyle/>
            <a:p>
              <a:pPr eaLnBrk="1" hangingPunct="1">
                <a:buFont typeface="Arial" panose="020B0604020202020204" pitchFamily="34" charset="0"/>
              </a:pPr>
              <a:r>
                <a:rPr lang="en-US" altLang="zh-CN" sz="1800" b="1" dirty="0">
                  <a:solidFill>
                    <a:schemeClr val="tx1"/>
                  </a:solidFill>
                  <a:latin typeface="黑体" panose="02010609060101010101" pitchFamily="2" charset="-122"/>
                  <a:ea typeface="黑体" panose="02010609060101010101" pitchFamily="2" charset="-122"/>
                </a:rPr>
                <a:t>S</a:t>
              </a:r>
              <a:r>
                <a:rPr lang="en-US" altLang="zh-CN" sz="1800" b="1" baseline="-25000" dirty="0">
                  <a:solidFill>
                    <a:schemeClr val="tx1"/>
                  </a:solidFill>
                  <a:latin typeface="黑体" panose="02010609060101010101" pitchFamily="2" charset="-122"/>
                  <a:ea typeface="黑体" panose="02010609060101010101" pitchFamily="2" charset="-122"/>
                </a:rPr>
                <a:t>5</a:t>
              </a:r>
            </a:p>
          </p:txBody>
        </p:sp>
        <p:sp>
          <p:nvSpPr>
            <p:cNvPr id="172058" name="Line 77"/>
            <p:cNvSpPr/>
            <p:nvPr/>
          </p:nvSpPr>
          <p:spPr>
            <a:xfrm>
              <a:off x="534" y="2080"/>
              <a:ext cx="544" cy="317"/>
            </a:xfrm>
            <a:prstGeom prst="line">
              <a:avLst/>
            </a:prstGeom>
            <a:ln w="15875" cap="flat" cmpd="sng">
              <a:solidFill>
                <a:srgbClr val="4472C4"/>
              </a:solidFill>
              <a:prstDash val="solid"/>
              <a:headEnd type="triangle" w="med" len="med"/>
              <a:tailEnd type="none" w="med" len="med"/>
            </a:ln>
          </p:spPr>
        </p:sp>
        <p:sp>
          <p:nvSpPr>
            <p:cNvPr id="172059" name="Line 79"/>
            <p:cNvSpPr/>
            <p:nvPr/>
          </p:nvSpPr>
          <p:spPr>
            <a:xfrm rot="7200000">
              <a:off x="524" y="472"/>
              <a:ext cx="544" cy="317"/>
            </a:xfrm>
            <a:prstGeom prst="line">
              <a:avLst/>
            </a:prstGeom>
            <a:ln w="19050" cap="flat" cmpd="sng">
              <a:solidFill>
                <a:srgbClr val="4472C4"/>
              </a:solidFill>
              <a:prstDash val="solid"/>
              <a:headEnd type="triangle" w="med" len="med"/>
              <a:tailEnd type="none" w="med" len="med"/>
            </a:ln>
          </p:spPr>
        </p:sp>
        <p:sp>
          <p:nvSpPr>
            <p:cNvPr id="172060" name="Line 80"/>
            <p:cNvSpPr/>
            <p:nvPr/>
          </p:nvSpPr>
          <p:spPr>
            <a:xfrm rot="7200000">
              <a:off x="1480" y="2106"/>
              <a:ext cx="544" cy="317"/>
            </a:xfrm>
            <a:prstGeom prst="line">
              <a:avLst/>
            </a:prstGeom>
            <a:ln w="19050" cap="flat" cmpd="sng">
              <a:solidFill>
                <a:srgbClr val="4472C4"/>
              </a:solidFill>
              <a:prstDash val="solid"/>
              <a:headEnd type="none" w="med" len="med"/>
              <a:tailEnd type="triangle" w="med" len="med"/>
            </a:ln>
          </p:spPr>
        </p:sp>
        <p:sp>
          <p:nvSpPr>
            <p:cNvPr id="172061" name="Line 82"/>
            <p:cNvSpPr/>
            <p:nvPr/>
          </p:nvSpPr>
          <p:spPr>
            <a:xfrm>
              <a:off x="372" y="1124"/>
              <a:ext cx="0" cy="615"/>
            </a:xfrm>
            <a:prstGeom prst="line">
              <a:avLst/>
            </a:prstGeom>
            <a:ln w="15875" cap="flat" cmpd="sng">
              <a:solidFill>
                <a:srgbClr val="4472C4"/>
              </a:solidFill>
              <a:prstDash val="solid"/>
              <a:headEnd type="triangle" w="med" len="med"/>
              <a:tailEnd type="none" w="med" len="med"/>
            </a:ln>
          </p:spPr>
        </p:sp>
      </p:grpSp>
      <p:sp>
        <p:nvSpPr>
          <p:cNvPr id="172040" name="Line 40"/>
          <p:cNvSpPr/>
          <p:nvPr/>
        </p:nvSpPr>
        <p:spPr>
          <a:xfrm>
            <a:off x="2191703" y="2355850"/>
            <a:ext cx="304800" cy="0"/>
          </a:xfrm>
          <a:prstGeom prst="line">
            <a:avLst/>
          </a:prstGeom>
          <a:ln w="22225" cap="flat" cmpd="sng">
            <a:solidFill>
              <a:srgbClr val="FF0000"/>
            </a:solidFill>
            <a:prstDash val="solid"/>
            <a:headEnd type="none" w="med" len="med"/>
            <a:tailEnd type="none" w="med" len="med"/>
          </a:ln>
        </p:spPr>
      </p:sp>
      <p:sp>
        <p:nvSpPr>
          <p:cNvPr id="172041" name="Line 40"/>
          <p:cNvSpPr/>
          <p:nvPr/>
        </p:nvSpPr>
        <p:spPr>
          <a:xfrm>
            <a:off x="2767965" y="2355850"/>
            <a:ext cx="649288" cy="0"/>
          </a:xfrm>
          <a:prstGeom prst="line">
            <a:avLst/>
          </a:prstGeom>
          <a:ln w="22225" cap="flat" cmpd="sng">
            <a:solidFill>
              <a:srgbClr val="FF0000"/>
            </a:solidFill>
            <a:prstDash val="solid"/>
            <a:headEnd type="none" w="med" len="med"/>
            <a:tailEnd type="none" w="med" len="med"/>
          </a:ln>
        </p:spPr>
      </p:sp>
      <p:sp>
        <p:nvSpPr>
          <p:cNvPr id="172042" name="Line 40"/>
          <p:cNvSpPr/>
          <p:nvPr/>
        </p:nvSpPr>
        <p:spPr>
          <a:xfrm>
            <a:off x="3617595" y="3816350"/>
            <a:ext cx="304800" cy="0"/>
          </a:xfrm>
          <a:prstGeom prst="line">
            <a:avLst/>
          </a:prstGeom>
          <a:ln w="22225" cap="flat" cmpd="sng">
            <a:solidFill>
              <a:srgbClr val="FF0000"/>
            </a:solidFill>
            <a:prstDash val="solid"/>
            <a:headEnd type="none" w="med" len="med"/>
            <a:tailEnd type="none" w="med" len="med"/>
          </a:ln>
        </p:spPr>
      </p:sp>
      <p:sp>
        <p:nvSpPr>
          <p:cNvPr id="172043" name="Line 40"/>
          <p:cNvSpPr/>
          <p:nvPr/>
        </p:nvSpPr>
        <p:spPr>
          <a:xfrm>
            <a:off x="4096068" y="4162425"/>
            <a:ext cx="304800" cy="0"/>
          </a:xfrm>
          <a:prstGeom prst="line">
            <a:avLst/>
          </a:prstGeom>
          <a:ln w="22225" cap="flat" cmpd="sng">
            <a:solidFill>
              <a:srgbClr val="FF0000"/>
            </a:solidFill>
            <a:prstDash val="solid"/>
            <a:headEnd type="none" w="med" len="med"/>
            <a:tailEnd type="none" w="med" len="med"/>
          </a:ln>
        </p:spPr>
      </p:sp>
      <p:graphicFrame>
        <p:nvGraphicFramePr>
          <p:cNvPr id="2" name="对象 1">
            <a:hlinkClick r:id="" action="ppaction://ole?verb=0"/>
          </p:cNvPr>
          <p:cNvGraphicFramePr>
            <a:graphicFrameLocks noChangeAspect="1"/>
          </p:cNvGraphicFramePr>
          <p:nvPr/>
        </p:nvGraphicFramePr>
        <p:xfrm>
          <a:off x="4114800" y="2463800"/>
          <a:ext cx="914400" cy="215900"/>
        </p:xfrm>
        <a:graphic>
          <a:graphicData uri="http://schemas.openxmlformats.org/presentationml/2006/ole">
            <mc:AlternateContent xmlns:mc="http://schemas.openxmlformats.org/markup-compatibility/2006">
              <mc:Choice xmlns:v="urn:schemas-microsoft-com:vml" Requires="v">
                <p:oleObj r:id="rId3" imgW="914400" imgH="215900" progId="Equation.KSEE3">
                  <p:embed/>
                </p:oleObj>
              </mc:Choice>
              <mc:Fallback>
                <p:oleObj r:id="rId3" imgW="914400" imgH="215900" progId="Equation.KSEE3">
                  <p:embed/>
                  <p:pic>
                    <p:nvPicPr>
                      <p:cNvPr id="0" name="图片 1024"/>
                      <p:cNvPicPr/>
                      <p:nvPr/>
                    </p:nvPicPr>
                    <p:blipFill>
                      <a:blip r:embed="rId4"/>
                      <a:stretch>
                        <a:fillRect/>
                      </a:stretch>
                    </p:blipFill>
                    <p:spPr>
                      <a:xfrm>
                        <a:off x="4114800" y="2463800"/>
                        <a:ext cx="914400" cy="215900"/>
                      </a:xfrm>
                      <a:prstGeom prst="rect">
                        <a:avLst/>
                      </a:prstGeom>
                    </p:spPr>
                  </p:pic>
                </p:oleObj>
              </mc:Fallback>
            </mc:AlternateContent>
          </a:graphicData>
        </a:graphic>
      </p:graphicFrame>
      <p:sp>
        <p:nvSpPr>
          <p:cNvPr id="3" name="文本框 2"/>
          <p:cNvSpPr txBox="1"/>
          <p:nvPr/>
        </p:nvSpPr>
        <p:spPr>
          <a:xfrm>
            <a:off x="4918075" y="542290"/>
            <a:ext cx="3961765" cy="337185"/>
          </a:xfrm>
          <a:prstGeom prst="rect">
            <a:avLst/>
          </a:prstGeom>
          <a:noFill/>
        </p:spPr>
        <p:txBody>
          <a:bodyPr wrap="square" rtlCol="0">
            <a:spAutoFit/>
          </a:bodyPr>
          <a:lstStyle/>
          <a:p>
            <a:r>
              <a:rPr lang="zh-CN" altLang="en-US" sz="1600">
                <a:solidFill>
                  <a:srgbClr val="0000FF"/>
                </a:solidFill>
                <a:latin typeface="华文新魏" panose="02010800040101010101" pitchFamily="2" charset="-122"/>
                <a:ea typeface="华文新魏" panose="02010800040101010101" pitchFamily="2" charset="-122"/>
              </a:rPr>
              <a:t>如果从</a:t>
            </a:r>
            <a:r>
              <a:rPr lang="en-US" altLang="zh-CN" sz="1600">
                <a:solidFill>
                  <a:srgbClr val="0000FF"/>
                </a:solidFill>
                <a:latin typeface="华文新魏" panose="02010800040101010101" pitchFamily="2" charset="-122"/>
                <a:ea typeface="华文新魏" panose="02010800040101010101" pitchFamily="2" charset="-122"/>
              </a:rPr>
              <a:t>S6</a:t>
            </a:r>
            <a:r>
              <a:rPr lang="zh-CN" altLang="en-US" sz="1600">
                <a:solidFill>
                  <a:srgbClr val="0000FF"/>
                </a:solidFill>
                <a:latin typeface="华文新魏" panose="02010800040101010101" pitchFamily="2" charset="-122"/>
                <a:ea typeface="华文新魏" panose="02010800040101010101" pitchFamily="2" charset="-122"/>
              </a:rPr>
              <a:t>起跳到</a:t>
            </a:r>
            <a:r>
              <a:rPr lang="en-US" altLang="zh-CN" sz="1600">
                <a:solidFill>
                  <a:srgbClr val="0000FF"/>
                </a:solidFill>
                <a:latin typeface="华文新魏" panose="02010800040101010101" pitchFamily="2" charset="-122"/>
                <a:ea typeface="华文新魏" panose="02010800040101010101" pitchFamily="2" charset="-122"/>
              </a:rPr>
              <a:t>S1</a:t>
            </a:r>
            <a:r>
              <a:rPr lang="zh-CN" altLang="en-US" sz="1600">
                <a:solidFill>
                  <a:srgbClr val="0000FF"/>
                </a:solidFill>
                <a:latin typeface="华文新魏" panose="02010800040101010101" pitchFamily="2" charset="-122"/>
                <a:ea typeface="华文新魏" panose="02010800040101010101" pitchFamily="2" charset="-122"/>
              </a:rPr>
              <a:t>，如何设计预置位？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2036"/>
                                        </p:tgtEl>
                                        <p:attrNameLst>
                                          <p:attrName>style.visibility</p:attrName>
                                        </p:attrNameLst>
                                      </p:cBhvr>
                                      <p:to>
                                        <p:strVal val="visible"/>
                                      </p:to>
                                    </p:set>
                                    <p:anim calcmode="lin" valueType="num">
                                      <p:cBhvr additive="base">
                                        <p:cTn id="7" dur="500" fill="hold"/>
                                        <p:tgtEl>
                                          <p:spTgt spid="172036"/>
                                        </p:tgtEl>
                                        <p:attrNameLst>
                                          <p:attrName>ppt_x</p:attrName>
                                        </p:attrNameLst>
                                      </p:cBhvr>
                                      <p:tavLst>
                                        <p:tav tm="0">
                                          <p:val>
                                            <p:strVal val="#ppt_x"/>
                                          </p:val>
                                        </p:tav>
                                        <p:tav tm="100000">
                                          <p:val>
                                            <p:strVal val="#ppt_x"/>
                                          </p:val>
                                        </p:tav>
                                      </p:tavLst>
                                    </p:anim>
                                    <p:anim calcmode="lin" valueType="num">
                                      <p:cBhvr additive="base">
                                        <p:cTn id="8" dur="500" fill="hold"/>
                                        <p:tgtEl>
                                          <p:spTgt spid="1720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2038"/>
                                        </p:tgtEl>
                                        <p:attrNameLst>
                                          <p:attrName>style.visibility</p:attrName>
                                        </p:attrNameLst>
                                      </p:cBhvr>
                                      <p:to>
                                        <p:strVal val="visible"/>
                                      </p:to>
                                    </p:set>
                                    <p:anim calcmode="lin" valueType="num">
                                      <p:cBhvr additive="base">
                                        <p:cTn id="13" dur="500" fill="hold"/>
                                        <p:tgtEl>
                                          <p:spTgt spid="172038"/>
                                        </p:tgtEl>
                                        <p:attrNameLst>
                                          <p:attrName>ppt_x</p:attrName>
                                        </p:attrNameLst>
                                      </p:cBhvr>
                                      <p:tavLst>
                                        <p:tav tm="0">
                                          <p:val>
                                            <p:strVal val="#ppt_x"/>
                                          </p:val>
                                        </p:tav>
                                        <p:tav tm="100000">
                                          <p:val>
                                            <p:strVal val="#ppt_x"/>
                                          </p:val>
                                        </p:tav>
                                      </p:tavLst>
                                    </p:anim>
                                    <p:anim calcmode="lin" valueType="num">
                                      <p:cBhvr additive="base">
                                        <p:cTn id="14" dur="500" fill="hold"/>
                                        <p:tgtEl>
                                          <p:spTgt spid="17203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72039"/>
                                        </p:tgtEl>
                                        <p:attrNameLst>
                                          <p:attrName>style.visibility</p:attrName>
                                        </p:attrNameLst>
                                      </p:cBhvr>
                                      <p:to>
                                        <p:strVal val="visible"/>
                                      </p:to>
                                    </p:set>
                                    <p:anim calcmode="lin" valueType="num">
                                      <p:cBhvr additive="base">
                                        <p:cTn id="19" dur="500" fill="hold"/>
                                        <p:tgtEl>
                                          <p:spTgt spid="172039"/>
                                        </p:tgtEl>
                                        <p:attrNameLst>
                                          <p:attrName>ppt_x</p:attrName>
                                        </p:attrNameLst>
                                      </p:cBhvr>
                                      <p:tavLst>
                                        <p:tav tm="0">
                                          <p:val>
                                            <p:strVal val="#ppt_x"/>
                                          </p:val>
                                        </p:tav>
                                        <p:tav tm="100000">
                                          <p:val>
                                            <p:strVal val="#ppt_x"/>
                                          </p:val>
                                        </p:tav>
                                      </p:tavLst>
                                    </p:anim>
                                    <p:anim calcmode="lin" valueType="num">
                                      <p:cBhvr additive="base">
                                        <p:cTn id="20" dur="500" fill="hold"/>
                                        <p:tgtEl>
                                          <p:spTgt spid="17203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2037"/>
                                        </p:tgtEl>
                                        <p:attrNameLst>
                                          <p:attrName>style.visibility</p:attrName>
                                        </p:attrNameLst>
                                      </p:cBhvr>
                                      <p:to>
                                        <p:strVal val="visible"/>
                                      </p:to>
                                    </p:set>
                                    <p:anim calcmode="lin" valueType="num">
                                      <p:cBhvr additive="base">
                                        <p:cTn id="25" dur="500" fill="hold"/>
                                        <p:tgtEl>
                                          <p:spTgt spid="172037"/>
                                        </p:tgtEl>
                                        <p:attrNameLst>
                                          <p:attrName>ppt_x</p:attrName>
                                        </p:attrNameLst>
                                      </p:cBhvr>
                                      <p:tavLst>
                                        <p:tav tm="0">
                                          <p:val>
                                            <p:strVal val="#ppt_x"/>
                                          </p:val>
                                        </p:tav>
                                        <p:tav tm="100000">
                                          <p:val>
                                            <p:strVal val="#ppt_x"/>
                                          </p:val>
                                        </p:tav>
                                      </p:tavLst>
                                    </p:anim>
                                    <p:anim calcmode="lin" valueType="num">
                                      <p:cBhvr additive="base">
                                        <p:cTn id="26" dur="500" fill="hold"/>
                                        <p:tgtEl>
                                          <p:spTgt spid="17203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72035"/>
                                        </p:tgtEl>
                                        <p:attrNameLst>
                                          <p:attrName>style.visibility</p:attrName>
                                        </p:attrNameLst>
                                      </p:cBhvr>
                                      <p:to>
                                        <p:strVal val="visible"/>
                                      </p:to>
                                    </p:set>
                                    <p:anim calcmode="lin" valueType="num">
                                      <p:cBhvr additive="base">
                                        <p:cTn id="31" dur="500" fill="hold"/>
                                        <p:tgtEl>
                                          <p:spTgt spid="172035"/>
                                        </p:tgtEl>
                                        <p:attrNameLst>
                                          <p:attrName>ppt_x</p:attrName>
                                        </p:attrNameLst>
                                      </p:cBhvr>
                                      <p:tavLst>
                                        <p:tav tm="0">
                                          <p:val>
                                            <p:strVal val="#ppt_x"/>
                                          </p:val>
                                        </p:tav>
                                        <p:tav tm="100000">
                                          <p:val>
                                            <p:strVal val="#ppt_x"/>
                                          </p:val>
                                        </p:tav>
                                      </p:tavLst>
                                    </p:anim>
                                    <p:anim calcmode="lin" valueType="num">
                                      <p:cBhvr additive="base">
                                        <p:cTn id="32" dur="500" fill="hold"/>
                                        <p:tgtEl>
                                          <p:spTgt spid="172035"/>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72041"/>
                                        </p:tgtEl>
                                        <p:attrNameLst>
                                          <p:attrName>style.visibility</p:attrName>
                                        </p:attrNameLst>
                                      </p:cBhvr>
                                      <p:to>
                                        <p:strVal val="visible"/>
                                      </p:to>
                                    </p:set>
                                    <p:anim calcmode="lin" valueType="num">
                                      <p:cBhvr additive="base">
                                        <p:cTn id="35" dur="500" fill="hold"/>
                                        <p:tgtEl>
                                          <p:spTgt spid="172041"/>
                                        </p:tgtEl>
                                        <p:attrNameLst>
                                          <p:attrName>ppt_x</p:attrName>
                                        </p:attrNameLst>
                                      </p:cBhvr>
                                      <p:tavLst>
                                        <p:tav tm="0">
                                          <p:val>
                                            <p:strVal val="#ppt_x"/>
                                          </p:val>
                                        </p:tav>
                                        <p:tav tm="100000">
                                          <p:val>
                                            <p:strVal val="#ppt_x"/>
                                          </p:val>
                                        </p:tav>
                                      </p:tavLst>
                                    </p:anim>
                                    <p:anim calcmode="lin" valueType="num">
                                      <p:cBhvr additive="base">
                                        <p:cTn id="36" dur="500" fill="hold"/>
                                        <p:tgtEl>
                                          <p:spTgt spid="17204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72040"/>
                                        </p:tgtEl>
                                        <p:attrNameLst>
                                          <p:attrName>style.visibility</p:attrName>
                                        </p:attrNameLst>
                                      </p:cBhvr>
                                      <p:to>
                                        <p:strVal val="visible"/>
                                      </p:to>
                                    </p:set>
                                    <p:anim calcmode="lin" valueType="num">
                                      <p:cBhvr additive="base">
                                        <p:cTn id="39" dur="500" fill="hold"/>
                                        <p:tgtEl>
                                          <p:spTgt spid="172040"/>
                                        </p:tgtEl>
                                        <p:attrNameLst>
                                          <p:attrName>ppt_x</p:attrName>
                                        </p:attrNameLst>
                                      </p:cBhvr>
                                      <p:tavLst>
                                        <p:tav tm="0">
                                          <p:val>
                                            <p:strVal val="#ppt_x"/>
                                          </p:val>
                                        </p:tav>
                                        <p:tav tm="100000">
                                          <p:val>
                                            <p:strVal val="#ppt_x"/>
                                          </p:val>
                                        </p:tav>
                                      </p:tavLst>
                                    </p:anim>
                                    <p:anim calcmode="lin" valueType="num">
                                      <p:cBhvr additive="base">
                                        <p:cTn id="40" dur="500" fill="hold"/>
                                        <p:tgtEl>
                                          <p:spTgt spid="172040"/>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72034"/>
                                        </p:tgtEl>
                                        <p:attrNameLst>
                                          <p:attrName>style.visibility</p:attrName>
                                        </p:attrNameLst>
                                      </p:cBhvr>
                                      <p:to>
                                        <p:strVal val="visible"/>
                                      </p:to>
                                    </p:set>
                                    <p:anim calcmode="lin" valueType="num">
                                      <p:cBhvr additive="base">
                                        <p:cTn id="45" dur="500" fill="hold"/>
                                        <p:tgtEl>
                                          <p:spTgt spid="172034"/>
                                        </p:tgtEl>
                                        <p:attrNameLst>
                                          <p:attrName>ppt_x</p:attrName>
                                        </p:attrNameLst>
                                      </p:cBhvr>
                                      <p:tavLst>
                                        <p:tav tm="0">
                                          <p:val>
                                            <p:strVal val="#ppt_x"/>
                                          </p:val>
                                        </p:tav>
                                        <p:tav tm="100000">
                                          <p:val>
                                            <p:strVal val="#ppt_x"/>
                                          </p:val>
                                        </p:tav>
                                      </p:tavLst>
                                    </p:anim>
                                    <p:anim calcmode="lin" valueType="num">
                                      <p:cBhvr additive="base">
                                        <p:cTn id="46" dur="500" fill="hold"/>
                                        <p:tgtEl>
                                          <p:spTgt spid="172034"/>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72042"/>
                                        </p:tgtEl>
                                        <p:attrNameLst>
                                          <p:attrName>style.visibility</p:attrName>
                                        </p:attrNameLst>
                                      </p:cBhvr>
                                      <p:to>
                                        <p:strVal val="visible"/>
                                      </p:to>
                                    </p:set>
                                    <p:anim calcmode="lin" valueType="num">
                                      <p:cBhvr additive="base">
                                        <p:cTn id="49" dur="500" fill="hold"/>
                                        <p:tgtEl>
                                          <p:spTgt spid="172042"/>
                                        </p:tgtEl>
                                        <p:attrNameLst>
                                          <p:attrName>ppt_x</p:attrName>
                                        </p:attrNameLst>
                                      </p:cBhvr>
                                      <p:tavLst>
                                        <p:tav tm="0">
                                          <p:val>
                                            <p:strVal val="#ppt_x"/>
                                          </p:val>
                                        </p:tav>
                                        <p:tav tm="100000">
                                          <p:val>
                                            <p:strVal val="#ppt_x"/>
                                          </p:val>
                                        </p:tav>
                                      </p:tavLst>
                                    </p:anim>
                                    <p:anim calcmode="lin" valueType="num">
                                      <p:cBhvr additive="base">
                                        <p:cTn id="50" dur="500" fill="hold"/>
                                        <p:tgtEl>
                                          <p:spTgt spid="172042"/>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172043"/>
                                        </p:tgtEl>
                                        <p:attrNameLst>
                                          <p:attrName>style.visibility</p:attrName>
                                        </p:attrNameLst>
                                      </p:cBhvr>
                                      <p:to>
                                        <p:strVal val="visible"/>
                                      </p:to>
                                    </p:set>
                                    <p:anim calcmode="lin" valueType="num">
                                      <p:cBhvr additive="base">
                                        <p:cTn id="53" dur="500" fill="hold"/>
                                        <p:tgtEl>
                                          <p:spTgt spid="172043"/>
                                        </p:tgtEl>
                                        <p:attrNameLst>
                                          <p:attrName>ppt_x</p:attrName>
                                        </p:attrNameLst>
                                      </p:cBhvr>
                                      <p:tavLst>
                                        <p:tav tm="0">
                                          <p:val>
                                            <p:strVal val="#ppt_x"/>
                                          </p:val>
                                        </p:tav>
                                        <p:tav tm="100000">
                                          <p:val>
                                            <p:strVal val="#ppt_x"/>
                                          </p:val>
                                        </p:tav>
                                      </p:tavLst>
                                    </p:anim>
                                    <p:anim calcmode="lin" valueType="num">
                                      <p:cBhvr additive="base">
                                        <p:cTn id="54" dur="500" fill="hold"/>
                                        <p:tgtEl>
                                          <p:spTgt spid="17204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p:bldP spid="172034" grpId="1"/>
      <p:bldP spid="172035" grpId="0"/>
      <p:bldP spid="172035" grpId="1"/>
      <p:bldP spid="172036" grpId="0"/>
      <p:bldP spid="172036" grpId="1"/>
      <p:bldP spid="172037" grpId="0"/>
      <p:bldP spid="172037" grpId="1"/>
      <p:bldP spid="172038" grpId="0"/>
      <p:bldP spid="172038" grpId="1"/>
      <p:bldP spid="3" grpId="0"/>
      <p:bldP spid="3" grpId="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p:cNvSpPr>
          <p:nvPr>
            <p:ph type="title"/>
          </p:nvPr>
        </p:nvSpPr>
        <p:spPr>
          <a:xfrm>
            <a:off x="644208" y="643890"/>
            <a:ext cx="5715000" cy="45720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用 </a:t>
            </a:r>
            <a:r>
              <a:rPr lang="en-US" altLang="zh-CN" sz="2000" b="1">
                <a:solidFill>
                  <a:srgbClr val="FF0000"/>
                </a:solidFill>
                <a:latin typeface="华文新魏" panose="02010800040101010101" pitchFamily="2" charset="-122"/>
                <a:ea typeface="华文新魏" panose="02010800040101010101" pitchFamily="2" charset="-122"/>
              </a:rPr>
              <a:t>D </a:t>
            </a:r>
            <a:r>
              <a:rPr lang="zh-CN" altLang="en-US" sz="2000" b="1" dirty="0">
                <a:solidFill>
                  <a:srgbClr val="FF0000"/>
                </a:solidFill>
                <a:latin typeface="华文新魏" panose="02010800040101010101" pitchFamily="2" charset="-122"/>
                <a:ea typeface="华文新魏" panose="02010800040101010101" pitchFamily="2" charset="-122"/>
              </a:rPr>
              <a:t>触发器实现的预置位计数器</a:t>
            </a:r>
          </a:p>
        </p:txBody>
      </p:sp>
      <p:graphicFrame>
        <p:nvGraphicFramePr>
          <p:cNvPr id="173059" name="Object 5"/>
          <p:cNvGraphicFramePr/>
          <p:nvPr/>
        </p:nvGraphicFramePr>
        <p:xfrm>
          <a:off x="1331595" y="987425"/>
          <a:ext cx="5932170" cy="3738880"/>
        </p:xfrm>
        <a:graphic>
          <a:graphicData uri="http://schemas.openxmlformats.org/presentationml/2006/ole">
            <mc:AlternateContent xmlns:mc="http://schemas.openxmlformats.org/markup-compatibility/2006">
              <mc:Choice xmlns:v="urn:schemas-microsoft-com:vml" Requires="v">
                <p:oleObj r:id="rId3" imgW="4813300" imgH="3543300" progId="PBrush">
                  <p:embed/>
                </p:oleObj>
              </mc:Choice>
              <mc:Fallback>
                <p:oleObj r:id="rId3" imgW="4813300" imgH="3543300" progId="PBrush">
                  <p:embed/>
                  <p:pic>
                    <p:nvPicPr>
                      <p:cNvPr id="0" name="图片 3076"/>
                      <p:cNvPicPr/>
                      <p:nvPr/>
                    </p:nvPicPr>
                    <p:blipFill>
                      <a:blip r:embed="rId4"/>
                      <a:stretch>
                        <a:fillRect/>
                      </a:stretch>
                    </p:blipFill>
                    <p:spPr>
                      <a:xfrm>
                        <a:off x="1331595" y="987425"/>
                        <a:ext cx="5932170" cy="3738880"/>
                      </a:xfrm>
                      <a:prstGeom prst="rect">
                        <a:avLst/>
                      </a:prstGeom>
                      <a:noFill/>
                      <a:ln w="38100">
                        <a:noFill/>
                        <a:miter/>
                      </a:ln>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p:cNvSpPr>
          <p:nvPr>
            <p:ph type="title"/>
          </p:nvPr>
        </p:nvSpPr>
        <p:spPr>
          <a:xfrm>
            <a:off x="685800" y="639763"/>
            <a:ext cx="3559175" cy="514350"/>
          </a:xfrm>
          <a:prstGeom prst="rect">
            <a:avLst/>
          </a:prstGeom>
          <a:noFill/>
          <a:ln w="9525">
            <a:noFill/>
          </a:ln>
        </p:spPr>
        <p:txBody>
          <a:bodyPr/>
          <a:lstStyle/>
          <a:p>
            <a:pPr marL="514350" indent="-514350" eaLnBrk="1" hangingPunct="1">
              <a:buFont typeface="宋体" panose="02010600030101010101" pitchFamily="2" charset="-122"/>
              <a:buAutoNum type="circleNumDbPlain" startAt="3"/>
            </a:pPr>
            <a:r>
              <a:rPr lang="zh-CN" altLang="en-US" sz="2000" b="1" dirty="0">
                <a:solidFill>
                  <a:srgbClr val="FF0000"/>
                </a:solidFill>
                <a:latin typeface="华文新魏" panose="02010800040101010101" pitchFamily="2" charset="-122"/>
                <a:ea typeface="华文新魏" panose="02010800040101010101" pitchFamily="2" charset="-122"/>
              </a:rPr>
              <a:t>修正式计数器</a:t>
            </a:r>
          </a:p>
        </p:txBody>
      </p:sp>
      <p:sp>
        <p:nvSpPr>
          <p:cNvPr id="174083" name="Text Box 4"/>
          <p:cNvSpPr txBox="1"/>
          <p:nvPr/>
        </p:nvSpPr>
        <p:spPr>
          <a:xfrm>
            <a:off x="1169988" y="1206500"/>
            <a:ext cx="6931025" cy="3165475"/>
          </a:xfrm>
          <a:prstGeom prst="rect">
            <a:avLst/>
          </a:prstGeom>
          <a:noFill/>
          <a:ln w="9525">
            <a:noFill/>
          </a:ln>
        </p:spPr>
        <p:txBody>
          <a:bodyPr>
            <a:spAutoFit/>
          </a:bodyPr>
          <a:lstStyle/>
          <a:p>
            <a:pPr eaLnBrk="1" hangingPunct="1">
              <a:lnSpc>
                <a:spcPct val="120000"/>
              </a:lnSpc>
              <a:spcBef>
                <a:spcPct val="5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修正式计数器类似于预置位计数器，区别在于预置位电路中，二进制计数器电路的连接方式完整地保持着，而修正式计数器中对二进制计数器的某些位的输入端电路连接作适当修正，使电路本身就具有实现跳越的功能。</a:t>
            </a:r>
          </a:p>
          <a:p>
            <a:pPr eaLnBrk="1" hangingPunct="1">
              <a:lnSpc>
                <a:spcPct val="12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    设计方法类似于预置位计数器，只是在完成了预置位计数器之后，</a:t>
            </a:r>
            <a:r>
              <a:rPr lang="zh-CN" altLang="en-US" b="1" dirty="0">
                <a:solidFill>
                  <a:srgbClr val="FF0000"/>
                </a:solidFill>
                <a:latin typeface="华文新魏" panose="02010800040101010101" pitchFamily="2" charset="-122"/>
                <a:ea typeface="华文新魏" panose="02010800040101010101" pitchFamily="2" charset="-122"/>
              </a:rPr>
              <a:t>继续简化触发器置数输入端的表达式，</a:t>
            </a:r>
            <a:r>
              <a:rPr lang="zh-CN" altLang="en-US" b="1" dirty="0">
                <a:solidFill>
                  <a:schemeClr val="tx1"/>
                </a:solidFill>
                <a:latin typeface="华文新魏" panose="02010800040101010101" pitchFamily="2" charset="-122"/>
                <a:ea typeface="华文新魏" panose="02010800040101010101" pitchFamily="2" charset="-122"/>
              </a:rPr>
              <a:t>按置数输入端的逻辑表达式，重新连接各触发器，从而得到修正式计数器。</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p:cNvSpPr>
          <p:nvPr>
            <p:ph type="title"/>
          </p:nvPr>
        </p:nvSpPr>
        <p:spPr>
          <a:xfrm>
            <a:off x="533400" y="544513"/>
            <a:ext cx="7696200" cy="45720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例   用修正式方法设计的模 </a:t>
            </a:r>
            <a:r>
              <a:rPr lang="en-US" altLang="zh-CN" sz="2000" b="1">
                <a:latin typeface="华文新魏" panose="02010800040101010101" pitchFamily="2" charset="-122"/>
                <a:ea typeface="华文新魏" panose="02010800040101010101" pitchFamily="2" charset="-122"/>
              </a:rPr>
              <a:t>6 </a:t>
            </a:r>
            <a:r>
              <a:rPr lang="zh-CN" altLang="en-US" sz="2000" b="1" dirty="0">
                <a:latin typeface="华文新魏" panose="02010800040101010101" pitchFamily="2" charset="-122"/>
                <a:ea typeface="华文新魏" panose="02010800040101010101" pitchFamily="2" charset="-122"/>
              </a:rPr>
              <a:t>计数器。</a:t>
            </a:r>
          </a:p>
        </p:txBody>
      </p:sp>
      <p:sp>
        <p:nvSpPr>
          <p:cNvPr id="175107" name="Text Box 22"/>
          <p:cNvSpPr txBox="1"/>
          <p:nvPr/>
        </p:nvSpPr>
        <p:spPr>
          <a:xfrm>
            <a:off x="6305550" y="827088"/>
            <a:ext cx="487363"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8" name="Text Box 23"/>
          <p:cNvSpPr txBox="1"/>
          <p:nvPr/>
        </p:nvSpPr>
        <p:spPr>
          <a:xfrm>
            <a:off x="6884988" y="809625"/>
            <a:ext cx="790575"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09" name="Text Box 40"/>
          <p:cNvSpPr txBox="1"/>
          <p:nvPr/>
        </p:nvSpPr>
        <p:spPr>
          <a:xfrm>
            <a:off x="4881563" y="808038"/>
            <a:ext cx="487362"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10" name="Text Box 56"/>
          <p:cNvSpPr txBox="1"/>
          <p:nvPr/>
        </p:nvSpPr>
        <p:spPr>
          <a:xfrm>
            <a:off x="3443288" y="809625"/>
            <a:ext cx="485775" cy="40005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Q</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grpSp>
        <p:nvGrpSpPr>
          <p:cNvPr id="175111" name="Group 7"/>
          <p:cNvGrpSpPr/>
          <p:nvPr/>
        </p:nvGrpSpPr>
        <p:grpSpPr>
          <a:xfrm>
            <a:off x="2978150" y="1106488"/>
            <a:ext cx="4689475" cy="3730625"/>
            <a:chOff x="94" y="0"/>
            <a:chExt cx="7386" cy="5874"/>
          </a:xfrm>
        </p:grpSpPr>
        <p:sp>
          <p:nvSpPr>
            <p:cNvPr id="175120" name="Rectangle 7"/>
            <p:cNvSpPr/>
            <p:nvPr/>
          </p:nvSpPr>
          <p:spPr>
            <a:xfrm>
              <a:off x="5409" y="590"/>
              <a:ext cx="1631"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1" name="Oval 8"/>
            <p:cNvSpPr/>
            <p:nvPr/>
          </p:nvSpPr>
          <p:spPr>
            <a:xfrm>
              <a:off x="6656" y="467"/>
              <a:ext cx="140"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2" name="Oval 9"/>
            <p:cNvSpPr/>
            <p:nvPr/>
          </p:nvSpPr>
          <p:spPr>
            <a:xfrm>
              <a:off x="7040" y="999"/>
              <a:ext cx="140"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23" name="Line 10"/>
            <p:cNvSpPr/>
            <p:nvPr/>
          </p:nvSpPr>
          <p:spPr>
            <a:xfrm>
              <a:off x="6716" y="7"/>
              <a:ext cx="0" cy="460"/>
            </a:xfrm>
            <a:prstGeom prst="line">
              <a:avLst/>
            </a:prstGeom>
            <a:ln w="28575" cap="flat" cmpd="sng">
              <a:solidFill>
                <a:schemeClr val="tx1"/>
              </a:solidFill>
              <a:prstDash val="solid"/>
              <a:headEnd type="none" w="med" len="med"/>
              <a:tailEnd type="none" w="med" len="med"/>
            </a:ln>
          </p:spPr>
        </p:sp>
        <p:sp>
          <p:nvSpPr>
            <p:cNvPr id="175124" name="Text Box 11"/>
            <p:cNvSpPr txBox="1"/>
            <p:nvPr/>
          </p:nvSpPr>
          <p:spPr>
            <a:xfrm>
              <a:off x="6464" y="490"/>
              <a:ext cx="480"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25" name="Text Box 12"/>
            <p:cNvSpPr txBox="1"/>
            <p:nvPr/>
          </p:nvSpPr>
          <p:spPr>
            <a:xfrm>
              <a:off x="5421" y="480"/>
              <a:ext cx="480"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26" name="Line 13"/>
            <p:cNvSpPr/>
            <p:nvPr/>
          </p:nvSpPr>
          <p:spPr>
            <a:xfrm>
              <a:off x="5657" y="88"/>
              <a:ext cx="0" cy="502"/>
            </a:xfrm>
            <a:prstGeom prst="line">
              <a:avLst/>
            </a:prstGeom>
            <a:ln w="28575" cap="flat" cmpd="sng">
              <a:solidFill>
                <a:schemeClr val="tx1"/>
              </a:solidFill>
              <a:prstDash val="solid"/>
              <a:headEnd type="none" w="med" len="med"/>
              <a:tailEnd type="none" w="med" len="med"/>
            </a:ln>
          </p:spPr>
        </p:sp>
        <p:sp>
          <p:nvSpPr>
            <p:cNvPr id="175127" name="Text Box 14"/>
            <p:cNvSpPr txBox="1"/>
            <p:nvPr/>
          </p:nvSpPr>
          <p:spPr>
            <a:xfrm>
              <a:off x="6399" y="792"/>
              <a:ext cx="863"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p>
          </p:txBody>
        </p:sp>
        <p:sp>
          <p:nvSpPr>
            <p:cNvPr id="175128" name="Text Box 15"/>
            <p:cNvSpPr txBox="1"/>
            <p:nvPr/>
          </p:nvSpPr>
          <p:spPr>
            <a:xfrm>
              <a:off x="6400" y="1142"/>
              <a:ext cx="863" cy="53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75129" name="Text Box 16"/>
            <p:cNvSpPr txBox="1"/>
            <p:nvPr/>
          </p:nvSpPr>
          <p:spPr>
            <a:xfrm>
              <a:off x="6565" y="1368"/>
              <a:ext cx="768" cy="4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p>
          </p:txBody>
        </p:sp>
        <p:sp>
          <p:nvSpPr>
            <p:cNvPr id="175130" name="Line 17"/>
            <p:cNvSpPr/>
            <p:nvPr/>
          </p:nvSpPr>
          <p:spPr>
            <a:xfrm>
              <a:off x="7192" y="1059"/>
              <a:ext cx="288" cy="0"/>
            </a:xfrm>
            <a:prstGeom prst="line">
              <a:avLst/>
            </a:prstGeom>
            <a:ln w="28575" cap="flat" cmpd="sng">
              <a:solidFill>
                <a:schemeClr val="tx1"/>
              </a:solidFill>
              <a:prstDash val="solid"/>
              <a:headEnd type="none" w="med" len="med"/>
              <a:tailEnd type="none" w="med" len="med"/>
            </a:ln>
          </p:spPr>
        </p:sp>
        <p:sp>
          <p:nvSpPr>
            <p:cNvPr id="175131" name="Line 18"/>
            <p:cNvSpPr/>
            <p:nvPr/>
          </p:nvSpPr>
          <p:spPr>
            <a:xfrm>
              <a:off x="7464" y="1059"/>
              <a:ext cx="0" cy="1506"/>
            </a:xfrm>
            <a:prstGeom prst="line">
              <a:avLst/>
            </a:prstGeom>
            <a:ln w="28575" cap="flat" cmpd="sng">
              <a:solidFill>
                <a:schemeClr val="tx1"/>
              </a:solidFill>
              <a:prstDash val="solid"/>
              <a:headEnd type="none" w="med" len="med"/>
              <a:tailEnd type="none" w="med" len="med"/>
            </a:ln>
          </p:spPr>
        </p:sp>
        <p:sp>
          <p:nvSpPr>
            <p:cNvPr id="175132" name="Line 19"/>
            <p:cNvSpPr/>
            <p:nvPr/>
          </p:nvSpPr>
          <p:spPr>
            <a:xfrm>
              <a:off x="6792" y="1670"/>
              <a:ext cx="0" cy="612"/>
            </a:xfrm>
            <a:prstGeom prst="line">
              <a:avLst/>
            </a:prstGeom>
            <a:ln w="28575" cap="flat" cmpd="sng">
              <a:solidFill>
                <a:schemeClr val="tx1"/>
              </a:solidFill>
              <a:prstDash val="solid"/>
              <a:headEnd type="none" w="med" len="med"/>
              <a:tailEnd type="none" w="med" len="med"/>
            </a:ln>
          </p:spPr>
        </p:sp>
        <p:sp>
          <p:nvSpPr>
            <p:cNvPr id="175133" name="Text Box 20"/>
            <p:cNvSpPr txBox="1"/>
            <p:nvPr/>
          </p:nvSpPr>
          <p:spPr>
            <a:xfrm>
              <a:off x="5621" y="1543"/>
              <a:ext cx="767" cy="63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1</a:t>
              </a:r>
              <a:endParaRPr lang="en-US" altLang="zh-CN" b="1">
                <a:solidFill>
                  <a:schemeClr val="tx1"/>
                </a:solidFill>
                <a:latin typeface="Calibri" panose="020F0502020204030204" pitchFamily="34" charset="0"/>
              </a:endParaRPr>
            </a:p>
          </p:txBody>
        </p:sp>
        <p:sp>
          <p:nvSpPr>
            <p:cNvPr id="175134" name="Text Box 21"/>
            <p:cNvSpPr txBox="1"/>
            <p:nvPr/>
          </p:nvSpPr>
          <p:spPr>
            <a:xfrm>
              <a:off x="5458" y="1216"/>
              <a:ext cx="768" cy="53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75135" name="Rectangle 25"/>
            <p:cNvSpPr/>
            <p:nvPr/>
          </p:nvSpPr>
          <p:spPr>
            <a:xfrm>
              <a:off x="3164" y="583"/>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6" name="Oval 26"/>
            <p:cNvSpPr/>
            <p:nvPr/>
          </p:nvSpPr>
          <p:spPr>
            <a:xfrm>
              <a:off x="4410" y="459"/>
              <a:ext cx="140"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7" name="Oval 27"/>
            <p:cNvSpPr/>
            <p:nvPr/>
          </p:nvSpPr>
          <p:spPr>
            <a:xfrm>
              <a:off x="4794" y="992"/>
              <a:ext cx="140"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38" name="Line 28"/>
            <p:cNvSpPr/>
            <p:nvPr/>
          </p:nvSpPr>
          <p:spPr>
            <a:xfrm>
              <a:off x="4470" y="0"/>
              <a:ext cx="0" cy="459"/>
            </a:xfrm>
            <a:prstGeom prst="line">
              <a:avLst/>
            </a:prstGeom>
            <a:ln w="28575" cap="flat" cmpd="sng">
              <a:solidFill>
                <a:schemeClr val="tx1"/>
              </a:solidFill>
              <a:prstDash val="solid"/>
              <a:headEnd type="none" w="med" len="med"/>
              <a:tailEnd type="none" w="med" len="med"/>
            </a:ln>
          </p:spPr>
        </p:sp>
        <p:sp>
          <p:nvSpPr>
            <p:cNvPr id="175139" name="Text Box 29"/>
            <p:cNvSpPr txBox="1"/>
            <p:nvPr/>
          </p:nvSpPr>
          <p:spPr>
            <a:xfrm>
              <a:off x="4207" y="494"/>
              <a:ext cx="480"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40" name="Text Box 30"/>
            <p:cNvSpPr txBox="1"/>
            <p:nvPr/>
          </p:nvSpPr>
          <p:spPr>
            <a:xfrm>
              <a:off x="3165" y="483"/>
              <a:ext cx="480"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41" name="Line 31"/>
            <p:cNvSpPr/>
            <p:nvPr/>
          </p:nvSpPr>
          <p:spPr>
            <a:xfrm>
              <a:off x="3411" y="80"/>
              <a:ext cx="0" cy="503"/>
            </a:xfrm>
            <a:prstGeom prst="line">
              <a:avLst/>
            </a:prstGeom>
            <a:ln w="28575" cap="flat" cmpd="sng">
              <a:solidFill>
                <a:schemeClr val="tx1"/>
              </a:solidFill>
              <a:prstDash val="solid"/>
              <a:headEnd type="none" w="med" len="med"/>
              <a:tailEnd type="none" w="med" len="med"/>
            </a:ln>
          </p:spPr>
        </p:sp>
        <p:sp>
          <p:nvSpPr>
            <p:cNvPr id="175142" name="Text Box 32"/>
            <p:cNvSpPr txBox="1"/>
            <p:nvPr/>
          </p:nvSpPr>
          <p:spPr>
            <a:xfrm>
              <a:off x="4162" y="829"/>
              <a:ext cx="863" cy="53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p>
          </p:txBody>
        </p:sp>
        <p:sp>
          <p:nvSpPr>
            <p:cNvPr id="175143" name="Text Box 33"/>
            <p:cNvSpPr txBox="1"/>
            <p:nvPr/>
          </p:nvSpPr>
          <p:spPr>
            <a:xfrm>
              <a:off x="4174" y="1152"/>
              <a:ext cx="863"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75144" name="Text Box 34"/>
            <p:cNvSpPr txBox="1"/>
            <p:nvPr/>
          </p:nvSpPr>
          <p:spPr>
            <a:xfrm>
              <a:off x="4298" y="1363"/>
              <a:ext cx="768" cy="4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p>
          </p:txBody>
        </p:sp>
        <p:sp>
          <p:nvSpPr>
            <p:cNvPr id="175145" name="Line 35"/>
            <p:cNvSpPr/>
            <p:nvPr/>
          </p:nvSpPr>
          <p:spPr>
            <a:xfrm>
              <a:off x="4946" y="1052"/>
              <a:ext cx="288" cy="0"/>
            </a:xfrm>
            <a:prstGeom prst="line">
              <a:avLst/>
            </a:prstGeom>
            <a:ln w="28575" cap="flat" cmpd="sng">
              <a:solidFill>
                <a:schemeClr val="tx1"/>
              </a:solidFill>
              <a:prstDash val="solid"/>
              <a:headEnd type="none" w="med" len="med"/>
              <a:tailEnd type="none" w="med" len="med"/>
            </a:ln>
          </p:spPr>
        </p:sp>
        <p:sp>
          <p:nvSpPr>
            <p:cNvPr id="175146" name="Line 36"/>
            <p:cNvSpPr/>
            <p:nvPr/>
          </p:nvSpPr>
          <p:spPr>
            <a:xfrm>
              <a:off x="5218" y="1052"/>
              <a:ext cx="0" cy="1505"/>
            </a:xfrm>
            <a:prstGeom prst="line">
              <a:avLst/>
            </a:prstGeom>
            <a:ln w="28575" cap="flat" cmpd="sng">
              <a:solidFill>
                <a:schemeClr val="tx1"/>
              </a:solidFill>
              <a:prstDash val="solid"/>
              <a:headEnd type="none" w="med" len="med"/>
              <a:tailEnd type="none" w="med" len="med"/>
            </a:ln>
          </p:spPr>
        </p:sp>
        <p:sp>
          <p:nvSpPr>
            <p:cNvPr id="175147" name="Line 37"/>
            <p:cNvSpPr/>
            <p:nvPr/>
          </p:nvSpPr>
          <p:spPr>
            <a:xfrm>
              <a:off x="4546" y="1663"/>
              <a:ext cx="0" cy="611"/>
            </a:xfrm>
            <a:prstGeom prst="line">
              <a:avLst/>
            </a:prstGeom>
            <a:ln w="28575" cap="flat" cmpd="sng">
              <a:solidFill>
                <a:schemeClr val="tx1"/>
              </a:solidFill>
              <a:prstDash val="solid"/>
              <a:headEnd type="none" w="med" len="med"/>
              <a:tailEnd type="none" w="med" len="med"/>
            </a:ln>
          </p:spPr>
        </p:sp>
        <p:sp>
          <p:nvSpPr>
            <p:cNvPr id="175148" name="Text Box 38"/>
            <p:cNvSpPr txBox="1"/>
            <p:nvPr/>
          </p:nvSpPr>
          <p:spPr>
            <a:xfrm>
              <a:off x="3375" y="1620"/>
              <a:ext cx="767" cy="63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2</a:t>
              </a:r>
              <a:endParaRPr lang="en-US" altLang="zh-CN" b="1">
                <a:solidFill>
                  <a:schemeClr val="tx1"/>
                </a:solidFill>
                <a:latin typeface="Calibri" panose="020F0502020204030204" pitchFamily="34" charset="0"/>
              </a:endParaRPr>
            </a:p>
          </p:txBody>
        </p:sp>
        <p:sp>
          <p:nvSpPr>
            <p:cNvPr id="175149" name="Text Box 39"/>
            <p:cNvSpPr txBox="1"/>
            <p:nvPr/>
          </p:nvSpPr>
          <p:spPr>
            <a:xfrm>
              <a:off x="3216" y="1206"/>
              <a:ext cx="768" cy="52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75150" name="Rectangle 41"/>
            <p:cNvSpPr/>
            <p:nvPr/>
          </p:nvSpPr>
          <p:spPr>
            <a:xfrm>
              <a:off x="878" y="587"/>
              <a:ext cx="163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1" name="Oval 42"/>
            <p:cNvSpPr/>
            <p:nvPr/>
          </p:nvSpPr>
          <p:spPr>
            <a:xfrm>
              <a:off x="2125" y="463"/>
              <a:ext cx="139"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2" name="Oval 43"/>
            <p:cNvSpPr/>
            <p:nvPr/>
          </p:nvSpPr>
          <p:spPr>
            <a:xfrm>
              <a:off x="2508" y="995"/>
              <a:ext cx="140" cy="13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53" name="Line 44"/>
            <p:cNvSpPr/>
            <p:nvPr/>
          </p:nvSpPr>
          <p:spPr>
            <a:xfrm>
              <a:off x="2184" y="4"/>
              <a:ext cx="0" cy="459"/>
            </a:xfrm>
            <a:prstGeom prst="line">
              <a:avLst/>
            </a:prstGeom>
            <a:ln w="28575" cap="flat" cmpd="sng">
              <a:solidFill>
                <a:schemeClr val="tx1"/>
              </a:solidFill>
              <a:prstDash val="solid"/>
              <a:headEnd type="none" w="med" len="med"/>
              <a:tailEnd type="none" w="med" len="med"/>
            </a:ln>
          </p:spPr>
        </p:sp>
        <p:sp>
          <p:nvSpPr>
            <p:cNvPr id="175154" name="Text Box 45"/>
            <p:cNvSpPr txBox="1"/>
            <p:nvPr/>
          </p:nvSpPr>
          <p:spPr>
            <a:xfrm>
              <a:off x="1925" y="471"/>
              <a:ext cx="479"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55" name="Text Box 46"/>
            <p:cNvSpPr txBox="1"/>
            <p:nvPr/>
          </p:nvSpPr>
          <p:spPr>
            <a:xfrm>
              <a:off x="857" y="486"/>
              <a:ext cx="479"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Q</a:t>
              </a:r>
            </a:p>
          </p:txBody>
        </p:sp>
        <p:sp>
          <p:nvSpPr>
            <p:cNvPr id="175156" name="Line 47"/>
            <p:cNvSpPr/>
            <p:nvPr/>
          </p:nvSpPr>
          <p:spPr>
            <a:xfrm>
              <a:off x="1125" y="84"/>
              <a:ext cx="0" cy="503"/>
            </a:xfrm>
            <a:prstGeom prst="line">
              <a:avLst/>
            </a:prstGeom>
            <a:ln w="28575" cap="flat" cmpd="sng">
              <a:solidFill>
                <a:schemeClr val="tx1"/>
              </a:solidFill>
              <a:prstDash val="solid"/>
              <a:headEnd type="none" w="med" len="med"/>
              <a:tailEnd type="none" w="med" len="med"/>
            </a:ln>
          </p:spPr>
        </p:sp>
        <p:sp>
          <p:nvSpPr>
            <p:cNvPr id="175157" name="Text Box 48"/>
            <p:cNvSpPr txBox="1"/>
            <p:nvPr/>
          </p:nvSpPr>
          <p:spPr>
            <a:xfrm>
              <a:off x="1865" y="799"/>
              <a:ext cx="863"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CLR</a:t>
              </a:r>
            </a:p>
          </p:txBody>
        </p:sp>
        <p:sp>
          <p:nvSpPr>
            <p:cNvPr id="175158" name="Text Box 49"/>
            <p:cNvSpPr txBox="1"/>
            <p:nvPr/>
          </p:nvSpPr>
          <p:spPr>
            <a:xfrm>
              <a:off x="1879" y="1161"/>
              <a:ext cx="863" cy="53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CLK</a:t>
              </a:r>
            </a:p>
          </p:txBody>
        </p:sp>
        <p:sp>
          <p:nvSpPr>
            <p:cNvPr id="175159" name="Line 51"/>
            <p:cNvSpPr/>
            <p:nvPr/>
          </p:nvSpPr>
          <p:spPr>
            <a:xfrm>
              <a:off x="2660" y="1055"/>
              <a:ext cx="288" cy="0"/>
            </a:xfrm>
            <a:prstGeom prst="line">
              <a:avLst/>
            </a:prstGeom>
            <a:ln w="28575" cap="flat" cmpd="sng">
              <a:solidFill>
                <a:schemeClr val="tx1"/>
              </a:solidFill>
              <a:prstDash val="solid"/>
              <a:headEnd type="none" w="med" len="med"/>
              <a:tailEnd type="none" w="med" len="med"/>
            </a:ln>
          </p:spPr>
        </p:sp>
        <p:sp>
          <p:nvSpPr>
            <p:cNvPr id="175160" name="Line 52"/>
            <p:cNvSpPr/>
            <p:nvPr/>
          </p:nvSpPr>
          <p:spPr>
            <a:xfrm>
              <a:off x="2932" y="1055"/>
              <a:ext cx="0" cy="1506"/>
            </a:xfrm>
            <a:prstGeom prst="line">
              <a:avLst/>
            </a:prstGeom>
            <a:ln w="28575" cap="flat" cmpd="sng">
              <a:solidFill>
                <a:schemeClr val="tx1"/>
              </a:solidFill>
              <a:prstDash val="solid"/>
              <a:headEnd type="none" w="med" len="med"/>
              <a:tailEnd type="none" w="med" len="med"/>
            </a:ln>
          </p:spPr>
        </p:sp>
        <p:sp>
          <p:nvSpPr>
            <p:cNvPr id="175161" name="Line 53"/>
            <p:cNvSpPr/>
            <p:nvPr/>
          </p:nvSpPr>
          <p:spPr>
            <a:xfrm>
              <a:off x="2240" y="1667"/>
              <a:ext cx="0" cy="611"/>
            </a:xfrm>
            <a:prstGeom prst="line">
              <a:avLst/>
            </a:prstGeom>
            <a:ln w="28575" cap="flat" cmpd="sng">
              <a:solidFill>
                <a:schemeClr val="tx1"/>
              </a:solidFill>
              <a:prstDash val="solid"/>
              <a:headEnd type="none" w="med" len="med"/>
              <a:tailEnd type="none" w="med" len="med"/>
            </a:ln>
          </p:spPr>
        </p:sp>
        <p:sp>
          <p:nvSpPr>
            <p:cNvPr id="175162" name="Text Box 54"/>
            <p:cNvSpPr txBox="1"/>
            <p:nvPr/>
          </p:nvSpPr>
          <p:spPr>
            <a:xfrm>
              <a:off x="1103" y="1598"/>
              <a:ext cx="768" cy="63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D</a:t>
              </a:r>
              <a:r>
                <a:rPr lang="en-US" altLang="zh-CN" b="1" baseline="-25000">
                  <a:solidFill>
                    <a:schemeClr val="tx1"/>
                  </a:solidFill>
                  <a:latin typeface="Calibri" panose="020F0502020204030204" pitchFamily="34" charset="0"/>
                </a:rPr>
                <a:t>3</a:t>
              </a:r>
              <a:endParaRPr lang="en-US" altLang="zh-CN" b="1">
                <a:solidFill>
                  <a:schemeClr val="tx1"/>
                </a:solidFill>
                <a:latin typeface="Calibri" panose="020F0502020204030204" pitchFamily="34" charset="0"/>
              </a:endParaRPr>
            </a:p>
          </p:txBody>
        </p:sp>
        <p:sp>
          <p:nvSpPr>
            <p:cNvPr id="175163" name="Text Box 55"/>
            <p:cNvSpPr txBox="1"/>
            <p:nvPr/>
          </p:nvSpPr>
          <p:spPr>
            <a:xfrm>
              <a:off x="941" y="1235"/>
              <a:ext cx="767" cy="53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75164" name="Line 57"/>
            <p:cNvSpPr/>
            <p:nvPr/>
          </p:nvSpPr>
          <p:spPr>
            <a:xfrm>
              <a:off x="5697" y="1674"/>
              <a:ext cx="0" cy="450"/>
            </a:xfrm>
            <a:prstGeom prst="line">
              <a:avLst/>
            </a:prstGeom>
            <a:ln w="28575" cap="flat" cmpd="sng">
              <a:solidFill>
                <a:schemeClr val="tx1"/>
              </a:solidFill>
              <a:prstDash val="solid"/>
              <a:headEnd type="none" w="med" len="med"/>
              <a:tailEnd type="none" w="med" len="med"/>
            </a:ln>
          </p:spPr>
        </p:sp>
        <p:sp>
          <p:nvSpPr>
            <p:cNvPr id="175165" name="Line 58"/>
            <p:cNvSpPr/>
            <p:nvPr/>
          </p:nvSpPr>
          <p:spPr>
            <a:xfrm>
              <a:off x="5697" y="2124"/>
              <a:ext cx="1631" cy="0"/>
            </a:xfrm>
            <a:prstGeom prst="line">
              <a:avLst/>
            </a:prstGeom>
            <a:ln w="28575" cap="flat" cmpd="sng">
              <a:solidFill>
                <a:schemeClr val="tx1"/>
              </a:solidFill>
              <a:prstDash val="solid"/>
              <a:headEnd type="none" w="med" len="med"/>
              <a:tailEnd type="none" w="med" len="med"/>
            </a:ln>
          </p:spPr>
        </p:sp>
        <p:sp>
          <p:nvSpPr>
            <p:cNvPr id="175166" name="Line 59"/>
            <p:cNvSpPr/>
            <p:nvPr/>
          </p:nvSpPr>
          <p:spPr>
            <a:xfrm>
              <a:off x="7308" y="234"/>
              <a:ext cx="0" cy="1890"/>
            </a:xfrm>
            <a:prstGeom prst="line">
              <a:avLst/>
            </a:prstGeom>
            <a:ln w="28575" cap="flat" cmpd="sng">
              <a:solidFill>
                <a:schemeClr val="tx1"/>
              </a:solidFill>
              <a:prstDash val="solid"/>
              <a:headEnd type="none" w="med" len="med"/>
              <a:tailEnd type="none" w="med" len="med"/>
            </a:ln>
          </p:spPr>
        </p:sp>
        <p:sp>
          <p:nvSpPr>
            <p:cNvPr id="175167" name="Line 60"/>
            <p:cNvSpPr/>
            <p:nvPr/>
          </p:nvSpPr>
          <p:spPr>
            <a:xfrm>
              <a:off x="6732" y="234"/>
              <a:ext cx="576" cy="0"/>
            </a:xfrm>
            <a:prstGeom prst="line">
              <a:avLst/>
            </a:prstGeom>
            <a:ln w="28575" cap="flat" cmpd="sng">
              <a:solidFill>
                <a:schemeClr val="tx1"/>
              </a:solidFill>
              <a:prstDash val="solid"/>
              <a:headEnd type="none" w="med" len="med"/>
              <a:tailEnd type="none" w="med" len="med"/>
            </a:ln>
          </p:spPr>
        </p:sp>
        <p:sp>
          <p:nvSpPr>
            <p:cNvPr id="175168" name="Oval 61"/>
            <p:cNvSpPr/>
            <p:nvPr/>
          </p:nvSpPr>
          <p:spPr>
            <a:xfrm>
              <a:off x="6672" y="182"/>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69" name="Line 62"/>
            <p:cNvSpPr/>
            <p:nvPr/>
          </p:nvSpPr>
          <p:spPr>
            <a:xfrm>
              <a:off x="310" y="2252"/>
              <a:ext cx="6478" cy="0"/>
            </a:xfrm>
            <a:prstGeom prst="line">
              <a:avLst/>
            </a:prstGeom>
            <a:ln w="28575" cap="flat" cmpd="sng">
              <a:solidFill>
                <a:schemeClr val="tx1"/>
              </a:solidFill>
              <a:prstDash val="solid"/>
              <a:headEnd type="none" w="med" len="med"/>
              <a:tailEnd type="none" w="med" len="med"/>
            </a:ln>
          </p:spPr>
        </p:sp>
        <p:sp>
          <p:nvSpPr>
            <p:cNvPr id="175170" name="Oval 63"/>
            <p:cNvSpPr/>
            <p:nvPr/>
          </p:nvSpPr>
          <p:spPr>
            <a:xfrm>
              <a:off x="4506" y="221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1" name="Oval 64"/>
            <p:cNvSpPr/>
            <p:nvPr/>
          </p:nvSpPr>
          <p:spPr>
            <a:xfrm>
              <a:off x="2200" y="2195"/>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2" name="Line 65"/>
            <p:cNvSpPr/>
            <p:nvPr/>
          </p:nvSpPr>
          <p:spPr>
            <a:xfrm>
              <a:off x="324" y="2555"/>
              <a:ext cx="7154" cy="0"/>
            </a:xfrm>
            <a:prstGeom prst="line">
              <a:avLst/>
            </a:prstGeom>
            <a:ln w="28575" cap="flat" cmpd="sng">
              <a:solidFill>
                <a:schemeClr val="tx1"/>
              </a:solidFill>
              <a:prstDash val="solid"/>
              <a:headEnd type="none" w="med" len="med"/>
              <a:tailEnd type="none" w="med" len="med"/>
            </a:ln>
          </p:spPr>
        </p:sp>
        <p:sp>
          <p:nvSpPr>
            <p:cNvPr id="175173" name="Oval 66"/>
            <p:cNvSpPr/>
            <p:nvPr/>
          </p:nvSpPr>
          <p:spPr>
            <a:xfrm>
              <a:off x="2876" y="2484"/>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4" name="Oval 67"/>
            <p:cNvSpPr/>
            <p:nvPr/>
          </p:nvSpPr>
          <p:spPr>
            <a:xfrm>
              <a:off x="5178" y="2503"/>
              <a:ext cx="96"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75" name="Text Box 68"/>
            <p:cNvSpPr txBox="1"/>
            <p:nvPr/>
          </p:nvSpPr>
          <p:spPr>
            <a:xfrm>
              <a:off x="94" y="1749"/>
              <a:ext cx="1151"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p>
          </p:txBody>
        </p:sp>
        <p:sp>
          <p:nvSpPr>
            <p:cNvPr id="175176" name="Text Box 69"/>
            <p:cNvSpPr txBox="1"/>
            <p:nvPr/>
          </p:nvSpPr>
          <p:spPr>
            <a:xfrm>
              <a:off x="110" y="2460"/>
              <a:ext cx="1151" cy="581"/>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CLR</a:t>
              </a:r>
            </a:p>
          </p:txBody>
        </p:sp>
        <p:sp>
          <p:nvSpPr>
            <p:cNvPr id="175177" name="Line 71"/>
            <p:cNvSpPr/>
            <p:nvPr/>
          </p:nvSpPr>
          <p:spPr>
            <a:xfrm>
              <a:off x="3451" y="1674"/>
              <a:ext cx="0" cy="1440"/>
            </a:xfrm>
            <a:prstGeom prst="line">
              <a:avLst/>
            </a:prstGeom>
            <a:ln w="28575" cap="flat" cmpd="sng">
              <a:solidFill>
                <a:schemeClr val="tx1"/>
              </a:solidFill>
              <a:prstDash val="solid"/>
              <a:headEnd type="none" w="med" len="med"/>
              <a:tailEnd type="none" w="med" len="med"/>
            </a:ln>
          </p:spPr>
        </p:sp>
        <p:sp>
          <p:nvSpPr>
            <p:cNvPr id="175178" name="Line 75"/>
            <p:cNvSpPr/>
            <p:nvPr/>
          </p:nvSpPr>
          <p:spPr>
            <a:xfrm>
              <a:off x="1169" y="1674"/>
              <a:ext cx="0" cy="1440"/>
            </a:xfrm>
            <a:prstGeom prst="line">
              <a:avLst/>
            </a:prstGeom>
            <a:ln w="28575" cap="flat" cmpd="sng">
              <a:solidFill>
                <a:schemeClr val="tx1"/>
              </a:solidFill>
              <a:prstDash val="solid"/>
              <a:headEnd type="none" w="med" len="med"/>
              <a:tailEnd type="none" w="med" len="med"/>
            </a:ln>
          </p:spPr>
        </p:sp>
        <p:sp>
          <p:nvSpPr>
            <p:cNvPr id="175179" name="Rectangle 88"/>
            <p:cNvSpPr/>
            <p:nvPr/>
          </p:nvSpPr>
          <p:spPr>
            <a:xfrm>
              <a:off x="3068"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0" name="Rectangle 106"/>
            <p:cNvSpPr/>
            <p:nvPr/>
          </p:nvSpPr>
          <p:spPr>
            <a:xfrm>
              <a:off x="762" y="3099"/>
              <a:ext cx="767"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sz="1600">
                  <a:solidFill>
                    <a:schemeClr val="tx1"/>
                  </a:solidFill>
                  <a:latin typeface="Calibri" panose="020F0502020204030204" pitchFamily="34" charset="0"/>
                </a:rPr>
                <a:t>≥1</a:t>
              </a:r>
              <a:endParaRPr lang="en-US" altLang="zh-CN">
                <a:solidFill>
                  <a:schemeClr val="tx1"/>
                </a:solidFill>
                <a:latin typeface="Calibri" panose="020F0502020204030204" pitchFamily="34" charset="0"/>
              </a:endParaRPr>
            </a:p>
          </p:txBody>
        </p:sp>
        <p:sp>
          <p:nvSpPr>
            <p:cNvPr id="175181" name="Text Box 5"/>
            <p:cNvSpPr txBox="1"/>
            <p:nvPr/>
          </p:nvSpPr>
          <p:spPr>
            <a:xfrm>
              <a:off x="958" y="3294"/>
              <a:ext cx="479" cy="630"/>
            </a:xfrm>
            <a:prstGeom prst="rect">
              <a:avLst/>
            </a:prstGeom>
            <a:noFill/>
            <a:ln w="9525">
              <a:noFill/>
            </a:ln>
          </p:spPr>
          <p:txBody>
            <a:bodyPr>
              <a:spAutoFit/>
            </a:bodyPr>
            <a:lstStyle/>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sp>
          <p:nvSpPr>
            <p:cNvPr id="175182" name="Rectangle 73"/>
            <p:cNvSpPr/>
            <p:nvPr/>
          </p:nvSpPr>
          <p:spPr>
            <a:xfrm>
              <a:off x="1245" y="4359"/>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&amp;</a:t>
              </a:r>
            </a:p>
          </p:txBody>
        </p:sp>
        <p:sp>
          <p:nvSpPr>
            <p:cNvPr id="175183" name="Line 79"/>
            <p:cNvSpPr/>
            <p:nvPr/>
          </p:nvSpPr>
          <p:spPr>
            <a:xfrm>
              <a:off x="1725" y="3909"/>
              <a:ext cx="0" cy="450"/>
            </a:xfrm>
            <a:prstGeom prst="line">
              <a:avLst/>
            </a:prstGeom>
            <a:ln w="28575" cap="flat" cmpd="sng">
              <a:solidFill>
                <a:schemeClr val="tx1"/>
              </a:solidFill>
              <a:prstDash val="solid"/>
              <a:headEnd type="none" w="med" len="med"/>
              <a:tailEnd type="none" w="med" len="med"/>
            </a:ln>
          </p:spPr>
        </p:sp>
        <p:sp>
          <p:nvSpPr>
            <p:cNvPr id="175184" name="Line 85"/>
            <p:cNvSpPr/>
            <p:nvPr/>
          </p:nvSpPr>
          <p:spPr>
            <a:xfrm>
              <a:off x="1321" y="3564"/>
              <a:ext cx="0" cy="360"/>
            </a:xfrm>
            <a:prstGeom prst="line">
              <a:avLst/>
            </a:prstGeom>
            <a:ln w="28575" cap="flat" cmpd="sng">
              <a:solidFill>
                <a:schemeClr val="tx1"/>
              </a:solidFill>
              <a:prstDash val="solid"/>
              <a:headEnd type="none" w="med" len="med"/>
              <a:tailEnd type="none" w="med" len="med"/>
            </a:ln>
          </p:spPr>
        </p:sp>
        <p:sp>
          <p:nvSpPr>
            <p:cNvPr id="175185" name="Line 86"/>
            <p:cNvSpPr/>
            <p:nvPr/>
          </p:nvSpPr>
          <p:spPr>
            <a:xfrm flipV="1">
              <a:off x="1321" y="3909"/>
              <a:ext cx="408" cy="0"/>
            </a:xfrm>
            <a:prstGeom prst="line">
              <a:avLst/>
            </a:prstGeom>
            <a:ln w="28575" cap="flat" cmpd="sng">
              <a:solidFill>
                <a:schemeClr val="tx1"/>
              </a:solidFill>
              <a:prstDash val="solid"/>
              <a:headEnd type="none" w="med" len="med"/>
              <a:tailEnd type="none" w="med" len="med"/>
            </a:ln>
          </p:spPr>
        </p:sp>
        <p:sp>
          <p:nvSpPr>
            <p:cNvPr id="175186" name="Text Box 99"/>
            <p:cNvSpPr txBox="1"/>
            <p:nvPr/>
          </p:nvSpPr>
          <p:spPr>
            <a:xfrm>
              <a:off x="541" y="5274"/>
              <a:ext cx="1223"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7" name="Text Box 100"/>
            <p:cNvSpPr txBox="1"/>
            <p:nvPr/>
          </p:nvSpPr>
          <p:spPr>
            <a:xfrm>
              <a:off x="1832" y="5292"/>
              <a:ext cx="1223"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188" name="Line 113"/>
            <p:cNvSpPr/>
            <p:nvPr/>
          </p:nvSpPr>
          <p:spPr>
            <a:xfrm>
              <a:off x="974" y="3549"/>
              <a:ext cx="0" cy="360"/>
            </a:xfrm>
            <a:prstGeom prst="line">
              <a:avLst/>
            </a:prstGeom>
            <a:ln w="28575" cap="flat" cmpd="sng">
              <a:solidFill>
                <a:schemeClr val="tx1"/>
              </a:solidFill>
              <a:prstDash val="solid"/>
              <a:headEnd type="none" w="med" len="med"/>
              <a:tailEnd type="none" w="med" len="med"/>
            </a:ln>
          </p:spPr>
        </p:sp>
        <p:sp>
          <p:nvSpPr>
            <p:cNvPr id="175189" name="Line 114"/>
            <p:cNvSpPr/>
            <p:nvPr/>
          </p:nvSpPr>
          <p:spPr>
            <a:xfrm flipV="1">
              <a:off x="570" y="3890"/>
              <a:ext cx="408" cy="0"/>
            </a:xfrm>
            <a:prstGeom prst="line">
              <a:avLst/>
            </a:prstGeom>
            <a:ln w="28575" cap="flat" cmpd="sng">
              <a:solidFill>
                <a:schemeClr val="tx1"/>
              </a:solidFill>
              <a:prstDash val="solid"/>
              <a:headEnd type="none" w="med" len="med"/>
              <a:tailEnd type="none" w="med" len="med"/>
            </a:ln>
          </p:spPr>
        </p:sp>
        <p:sp>
          <p:nvSpPr>
            <p:cNvPr id="175190" name="Line 115"/>
            <p:cNvSpPr/>
            <p:nvPr/>
          </p:nvSpPr>
          <p:spPr>
            <a:xfrm>
              <a:off x="574" y="3890"/>
              <a:ext cx="0" cy="450"/>
            </a:xfrm>
            <a:prstGeom prst="line">
              <a:avLst/>
            </a:prstGeom>
            <a:ln w="28575" cap="flat" cmpd="sng">
              <a:solidFill>
                <a:schemeClr val="tx1"/>
              </a:solidFill>
              <a:prstDash val="solid"/>
              <a:headEnd type="none" w="med" len="med"/>
              <a:tailEnd type="none" w="med" len="med"/>
            </a:ln>
          </p:spPr>
        </p:sp>
        <p:sp>
          <p:nvSpPr>
            <p:cNvPr id="175191" name="Line 116"/>
            <p:cNvSpPr/>
            <p:nvPr/>
          </p:nvSpPr>
          <p:spPr>
            <a:xfrm>
              <a:off x="1341" y="4809"/>
              <a:ext cx="0" cy="450"/>
            </a:xfrm>
            <a:prstGeom prst="line">
              <a:avLst/>
            </a:prstGeom>
            <a:ln w="28575" cap="flat" cmpd="sng">
              <a:solidFill>
                <a:schemeClr val="tx1"/>
              </a:solidFill>
              <a:prstDash val="solid"/>
              <a:headEnd type="none" w="med" len="med"/>
              <a:tailEnd type="none" w="med" len="med"/>
            </a:ln>
          </p:spPr>
        </p:sp>
        <p:sp>
          <p:nvSpPr>
            <p:cNvPr id="175192" name="Line 117"/>
            <p:cNvSpPr/>
            <p:nvPr/>
          </p:nvSpPr>
          <p:spPr>
            <a:xfrm>
              <a:off x="2109" y="4809"/>
              <a:ext cx="0" cy="450"/>
            </a:xfrm>
            <a:prstGeom prst="line">
              <a:avLst/>
            </a:prstGeom>
            <a:ln w="28575" cap="flat" cmpd="sng">
              <a:solidFill>
                <a:schemeClr val="tx1"/>
              </a:solidFill>
              <a:prstDash val="solid"/>
              <a:headEnd type="none" w="med" len="med"/>
              <a:tailEnd type="none" w="med" len="med"/>
            </a:ln>
          </p:spPr>
        </p:sp>
        <p:sp>
          <p:nvSpPr>
            <p:cNvPr id="175193" name="Line 118"/>
            <p:cNvSpPr/>
            <p:nvPr/>
          </p:nvSpPr>
          <p:spPr>
            <a:xfrm>
              <a:off x="1725" y="4809"/>
              <a:ext cx="0" cy="450"/>
            </a:xfrm>
            <a:prstGeom prst="line">
              <a:avLst/>
            </a:prstGeom>
            <a:ln w="28575" cap="flat" cmpd="sng">
              <a:solidFill>
                <a:schemeClr val="tx1"/>
              </a:solidFill>
              <a:prstDash val="solid"/>
              <a:headEnd type="none" w="med" len="med"/>
              <a:tailEnd type="none" w="med" len="med"/>
            </a:ln>
          </p:spPr>
        </p:sp>
        <p:sp>
          <p:nvSpPr>
            <p:cNvPr id="175194" name="Rectangle 119"/>
            <p:cNvSpPr/>
            <p:nvPr/>
          </p:nvSpPr>
          <p:spPr>
            <a:xfrm>
              <a:off x="94" y="4344"/>
              <a:ext cx="960"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&amp;</a:t>
              </a:r>
            </a:p>
          </p:txBody>
        </p:sp>
        <p:sp>
          <p:nvSpPr>
            <p:cNvPr id="175195" name="Line 120"/>
            <p:cNvSpPr/>
            <p:nvPr/>
          </p:nvSpPr>
          <p:spPr>
            <a:xfrm>
              <a:off x="286" y="4809"/>
              <a:ext cx="0" cy="450"/>
            </a:xfrm>
            <a:prstGeom prst="line">
              <a:avLst/>
            </a:prstGeom>
            <a:ln w="28575" cap="flat" cmpd="sng">
              <a:solidFill>
                <a:schemeClr val="tx1"/>
              </a:solidFill>
              <a:prstDash val="solid"/>
              <a:headEnd type="none" w="med" len="med"/>
              <a:tailEnd type="none" w="med" len="med"/>
            </a:ln>
          </p:spPr>
        </p:sp>
        <p:sp>
          <p:nvSpPr>
            <p:cNvPr id="175196" name="Line 121"/>
            <p:cNvSpPr/>
            <p:nvPr/>
          </p:nvSpPr>
          <p:spPr>
            <a:xfrm>
              <a:off x="862" y="4809"/>
              <a:ext cx="0" cy="450"/>
            </a:xfrm>
            <a:prstGeom prst="line">
              <a:avLst/>
            </a:prstGeom>
            <a:ln w="28575" cap="flat" cmpd="sng">
              <a:solidFill>
                <a:schemeClr val="tx1"/>
              </a:solidFill>
              <a:prstDash val="solid"/>
              <a:headEnd type="none" w="med" len="med"/>
              <a:tailEnd type="none" w="med" len="med"/>
            </a:ln>
          </p:spPr>
        </p:sp>
        <p:sp>
          <p:nvSpPr>
            <p:cNvPr id="175197" name="Rectangle 125"/>
            <p:cNvSpPr/>
            <p:nvPr/>
          </p:nvSpPr>
          <p:spPr>
            <a:xfrm>
              <a:off x="3567" y="4363"/>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&amp;</a:t>
              </a:r>
            </a:p>
          </p:txBody>
        </p:sp>
        <p:sp>
          <p:nvSpPr>
            <p:cNvPr id="175198" name="Line 126"/>
            <p:cNvSpPr/>
            <p:nvPr/>
          </p:nvSpPr>
          <p:spPr>
            <a:xfrm>
              <a:off x="4067" y="3913"/>
              <a:ext cx="0" cy="450"/>
            </a:xfrm>
            <a:prstGeom prst="line">
              <a:avLst/>
            </a:prstGeom>
            <a:ln w="28575" cap="flat" cmpd="sng">
              <a:solidFill>
                <a:schemeClr val="tx1"/>
              </a:solidFill>
              <a:prstDash val="solid"/>
              <a:headEnd type="none" w="med" len="med"/>
              <a:tailEnd type="none" w="med" len="med"/>
            </a:ln>
          </p:spPr>
        </p:sp>
        <p:sp>
          <p:nvSpPr>
            <p:cNvPr id="175199" name="Line 127"/>
            <p:cNvSpPr/>
            <p:nvPr/>
          </p:nvSpPr>
          <p:spPr>
            <a:xfrm>
              <a:off x="3643" y="3568"/>
              <a:ext cx="0" cy="360"/>
            </a:xfrm>
            <a:prstGeom prst="line">
              <a:avLst/>
            </a:prstGeom>
            <a:ln w="28575" cap="flat" cmpd="sng">
              <a:solidFill>
                <a:schemeClr val="tx1"/>
              </a:solidFill>
              <a:prstDash val="solid"/>
              <a:headEnd type="none" w="med" len="med"/>
              <a:tailEnd type="none" w="med" len="med"/>
            </a:ln>
          </p:spPr>
        </p:sp>
        <p:sp>
          <p:nvSpPr>
            <p:cNvPr id="175200" name="Line 128"/>
            <p:cNvSpPr/>
            <p:nvPr/>
          </p:nvSpPr>
          <p:spPr>
            <a:xfrm flipV="1">
              <a:off x="3643" y="3913"/>
              <a:ext cx="454" cy="0"/>
            </a:xfrm>
            <a:prstGeom prst="line">
              <a:avLst/>
            </a:prstGeom>
            <a:ln w="28575" cap="flat" cmpd="sng">
              <a:solidFill>
                <a:schemeClr val="tx1"/>
              </a:solidFill>
              <a:prstDash val="solid"/>
              <a:headEnd type="none" w="med" len="med"/>
              <a:tailEnd type="none" w="med" len="med"/>
            </a:ln>
          </p:spPr>
        </p:sp>
        <p:sp>
          <p:nvSpPr>
            <p:cNvPr id="175201" name="Text Box 129"/>
            <p:cNvSpPr txBox="1"/>
            <p:nvPr/>
          </p:nvSpPr>
          <p:spPr>
            <a:xfrm>
              <a:off x="2877" y="5263"/>
              <a:ext cx="1223"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202" name="Text Box 130"/>
            <p:cNvSpPr txBox="1"/>
            <p:nvPr/>
          </p:nvSpPr>
          <p:spPr>
            <a:xfrm>
              <a:off x="4264" y="5274"/>
              <a:ext cx="1223"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3</a:t>
              </a:r>
              <a:endParaRPr lang="en-US" altLang="zh-CN" sz="1800" b="1">
                <a:solidFill>
                  <a:schemeClr val="tx1"/>
                </a:solidFill>
                <a:latin typeface="Calibri" panose="020F0502020204030204" pitchFamily="34" charset="0"/>
              </a:endParaRPr>
            </a:p>
          </p:txBody>
        </p:sp>
        <p:sp>
          <p:nvSpPr>
            <p:cNvPr id="175203" name="Text Box 131"/>
            <p:cNvSpPr txBox="1"/>
            <p:nvPr/>
          </p:nvSpPr>
          <p:spPr>
            <a:xfrm>
              <a:off x="3377" y="5263"/>
              <a:ext cx="1224"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204" name="Line 134"/>
            <p:cNvSpPr/>
            <p:nvPr/>
          </p:nvSpPr>
          <p:spPr>
            <a:xfrm>
              <a:off x="3295" y="3553"/>
              <a:ext cx="0" cy="360"/>
            </a:xfrm>
            <a:prstGeom prst="line">
              <a:avLst/>
            </a:prstGeom>
            <a:ln w="28575" cap="flat" cmpd="sng">
              <a:solidFill>
                <a:schemeClr val="tx1"/>
              </a:solidFill>
              <a:prstDash val="solid"/>
              <a:headEnd type="none" w="med" len="med"/>
              <a:tailEnd type="none" w="med" len="med"/>
            </a:ln>
          </p:spPr>
        </p:sp>
        <p:sp>
          <p:nvSpPr>
            <p:cNvPr id="175205" name="Line 135"/>
            <p:cNvSpPr/>
            <p:nvPr/>
          </p:nvSpPr>
          <p:spPr>
            <a:xfrm flipV="1">
              <a:off x="2866" y="3894"/>
              <a:ext cx="453" cy="0"/>
            </a:xfrm>
            <a:prstGeom prst="line">
              <a:avLst/>
            </a:prstGeom>
            <a:ln w="28575" cap="flat" cmpd="sng">
              <a:solidFill>
                <a:schemeClr val="tx1"/>
              </a:solidFill>
              <a:prstDash val="solid"/>
              <a:headEnd type="none" w="med" len="med"/>
              <a:tailEnd type="none" w="med" len="med"/>
            </a:ln>
          </p:spPr>
        </p:sp>
        <p:sp>
          <p:nvSpPr>
            <p:cNvPr id="175206" name="Line 136"/>
            <p:cNvSpPr/>
            <p:nvPr/>
          </p:nvSpPr>
          <p:spPr>
            <a:xfrm>
              <a:off x="2876" y="3894"/>
              <a:ext cx="0" cy="450"/>
            </a:xfrm>
            <a:prstGeom prst="line">
              <a:avLst/>
            </a:prstGeom>
            <a:ln w="28575" cap="flat" cmpd="sng">
              <a:solidFill>
                <a:schemeClr val="tx1"/>
              </a:solidFill>
              <a:prstDash val="solid"/>
              <a:headEnd type="none" w="med" len="med"/>
              <a:tailEnd type="none" w="med" len="med"/>
            </a:ln>
          </p:spPr>
        </p:sp>
        <p:sp>
          <p:nvSpPr>
            <p:cNvPr id="175207" name="Line 137"/>
            <p:cNvSpPr/>
            <p:nvPr/>
          </p:nvSpPr>
          <p:spPr>
            <a:xfrm>
              <a:off x="3663" y="4813"/>
              <a:ext cx="0" cy="450"/>
            </a:xfrm>
            <a:prstGeom prst="line">
              <a:avLst/>
            </a:prstGeom>
            <a:ln w="28575" cap="flat" cmpd="sng">
              <a:solidFill>
                <a:schemeClr val="tx1"/>
              </a:solidFill>
              <a:prstDash val="solid"/>
              <a:headEnd type="none" w="med" len="med"/>
              <a:tailEnd type="none" w="med" len="med"/>
            </a:ln>
          </p:spPr>
        </p:sp>
        <p:sp>
          <p:nvSpPr>
            <p:cNvPr id="175208" name="Line 138"/>
            <p:cNvSpPr/>
            <p:nvPr/>
          </p:nvSpPr>
          <p:spPr>
            <a:xfrm>
              <a:off x="4430" y="4813"/>
              <a:ext cx="0" cy="450"/>
            </a:xfrm>
            <a:prstGeom prst="line">
              <a:avLst/>
            </a:prstGeom>
            <a:ln w="28575" cap="flat" cmpd="sng">
              <a:solidFill>
                <a:schemeClr val="tx1"/>
              </a:solidFill>
              <a:prstDash val="solid"/>
              <a:headEnd type="none" w="med" len="med"/>
              <a:tailEnd type="none" w="med" len="med"/>
            </a:ln>
          </p:spPr>
        </p:sp>
        <p:sp>
          <p:nvSpPr>
            <p:cNvPr id="175209" name="Line 139"/>
            <p:cNvSpPr/>
            <p:nvPr/>
          </p:nvSpPr>
          <p:spPr>
            <a:xfrm>
              <a:off x="4047" y="4813"/>
              <a:ext cx="0" cy="450"/>
            </a:xfrm>
            <a:prstGeom prst="line">
              <a:avLst/>
            </a:prstGeom>
            <a:ln w="28575" cap="flat" cmpd="sng">
              <a:solidFill>
                <a:schemeClr val="tx1"/>
              </a:solidFill>
              <a:prstDash val="solid"/>
              <a:headEnd type="none" w="med" len="med"/>
              <a:tailEnd type="none" w="med" len="med"/>
            </a:ln>
          </p:spPr>
        </p:sp>
        <p:sp>
          <p:nvSpPr>
            <p:cNvPr id="175210" name="Rectangle 140"/>
            <p:cNvSpPr/>
            <p:nvPr/>
          </p:nvSpPr>
          <p:spPr>
            <a:xfrm>
              <a:off x="2396" y="4348"/>
              <a:ext cx="959" cy="4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r>
                <a:rPr lang="en-US" altLang="zh-CN">
                  <a:solidFill>
                    <a:schemeClr val="tx1"/>
                  </a:solidFill>
                  <a:latin typeface="Calibri" panose="020F0502020204030204" pitchFamily="34" charset="0"/>
                </a:rPr>
                <a:t>&amp;</a:t>
              </a:r>
            </a:p>
          </p:txBody>
        </p:sp>
        <p:sp>
          <p:nvSpPr>
            <p:cNvPr id="175211" name="Line 141"/>
            <p:cNvSpPr/>
            <p:nvPr/>
          </p:nvSpPr>
          <p:spPr>
            <a:xfrm>
              <a:off x="2684" y="4813"/>
              <a:ext cx="0" cy="450"/>
            </a:xfrm>
            <a:prstGeom prst="line">
              <a:avLst/>
            </a:prstGeom>
            <a:ln w="28575" cap="flat" cmpd="sng">
              <a:solidFill>
                <a:schemeClr val="tx1"/>
              </a:solidFill>
              <a:prstDash val="solid"/>
              <a:headEnd type="none" w="med" len="med"/>
              <a:tailEnd type="none" w="med" len="med"/>
            </a:ln>
          </p:spPr>
        </p:sp>
        <p:sp>
          <p:nvSpPr>
            <p:cNvPr id="175212" name="Line 142"/>
            <p:cNvSpPr/>
            <p:nvPr/>
          </p:nvSpPr>
          <p:spPr>
            <a:xfrm>
              <a:off x="3068" y="4813"/>
              <a:ext cx="0" cy="450"/>
            </a:xfrm>
            <a:prstGeom prst="line">
              <a:avLst/>
            </a:prstGeom>
            <a:ln w="28575" cap="flat" cmpd="sng">
              <a:solidFill>
                <a:schemeClr val="tx1"/>
              </a:solidFill>
              <a:prstDash val="solid"/>
              <a:headEnd type="none" w="med" len="med"/>
              <a:tailEnd type="none" w="med" len="med"/>
            </a:ln>
          </p:spPr>
        </p:sp>
      </p:grpSp>
      <p:sp>
        <p:nvSpPr>
          <p:cNvPr id="175112" name="Text Box 144"/>
          <p:cNvSpPr txBox="1"/>
          <p:nvPr/>
        </p:nvSpPr>
        <p:spPr>
          <a:xfrm>
            <a:off x="228600" y="1116013"/>
            <a:ext cx="2895600"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由预置位法得到：</a:t>
            </a:r>
          </a:p>
        </p:txBody>
      </p:sp>
      <p:sp>
        <p:nvSpPr>
          <p:cNvPr id="175114" name="Text Box 50"/>
          <p:cNvSpPr txBox="1"/>
          <p:nvPr/>
        </p:nvSpPr>
        <p:spPr>
          <a:xfrm>
            <a:off x="4195763" y="1984375"/>
            <a:ext cx="487362" cy="2778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a:solidFill>
                  <a:schemeClr val="tx1"/>
                </a:solidFill>
                <a:latin typeface="Calibri" panose="020F0502020204030204" pitchFamily="34" charset="0"/>
              </a:rPr>
              <a:t>∧</a:t>
            </a:r>
          </a:p>
        </p:txBody>
      </p:sp>
      <p:sp>
        <p:nvSpPr>
          <p:cNvPr id="175115" name="Text Box 103"/>
          <p:cNvSpPr txBox="1"/>
          <p:nvPr/>
        </p:nvSpPr>
        <p:spPr>
          <a:xfrm>
            <a:off x="2822575" y="4446588"/>
            <a:ext cx="777875" cy="369887"/>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6" name="Text Box 102"/>
          <p:cNvSpPr txBox="1"/>
          <p:nvPr/>
        </p:nvSpPr>
        <p:spPr>
          <a:xfrm>
            <a:off x="3578225" y="4457700"/>
            <a:ext cx="777875"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7" name="Text Box 105"/>
          <p:cNvSpPr txBox="1"/>
          <p:nvPr/>
        </p:nvSpPr>
        <p:spPr>
          <a:xfrm>
            <a:off x="3829050" y="4446588"/>
            <a:ext cx="776288"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sp>
        <p:nvSpPr>
          <p:cNvPr id="175118" name="Text Box 132"/>
          <p:cNvSpPr txBox="1"/>
          <p:nvPr/>
        </p:nvSpPr>
        <p:spPr>
          <a:xfrm>
            <a:off x="4416425" y="4448175"/>
            <a:ext cx="777875"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1</a:t>
            </a:r>
            <a:endParaRPr lang="en-US" altLang="zh-CN" sz="1800" b="1">
              <a:solidFill>
                <a:schemeClr val="tx1"/>
              </a:solidFill>
              <a:latin typeface="Calibri" panose="020F0502020204030204" pitchFamily="34" charset="0"/>
            </a:endParaRPr>
          </a:p>
        </p:txBody>
      </p:sp>
      <p:sp>
        <p:nvSpPr>
          <p:cNvPr id="175119" name="Text Box 133"/>
          <p:cNvSpPr txBox="1"/>
          <p:nvPr/>
        </p:nvSpPr>
        <p:spPr>
          <a:xfrm>
            <a:off x="5292725" y="4448175"/>
            <a:ext cx="776288" cy="369888"/>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/Q</a:t>
            </a:r>
            <a:r>
              <a:rPr lang="en-US" altLang="zh-CN" sz="1800" b="1" baseline="-25000">
                <a:solidFill>
                  <a:schemeClr val="tx1"/>
                </a:solidFill>
                <a:latin typeface="Calibri" panose="020F0502020204030204" pitchFamily="34" charset="0"/>
              </a:rPr>
              <a:t>2</a:t>
            </a:r>
            <a:endParaRPr lang="en-US" altLang="zh-CN" sz="1800" b="1">
              <a:solidFill>
                <a:schemeClr val="tx1"/>
              </a:solidFill>
              <a:latin typeface="Calibri" panose="020F0502020204030204" pitchFamily="34" charset="0"/>
            </a:endParaRPr>
          </a:p>
        </p:txBody>
      </p:sp>
      <p:grpSp>
        <p:nvGrpSpPr>
          <p:cNvPr id="3" name="组合 2"/>
          <p:cNvGrpSpPr/>
          <p:nvPr/>
        </p:nvGrpSpPr>
        <p:grpSpPr>
          <a:xfrm>
            <a:off x="290830" y="1476375"/>
            <a:ext cx="2486660" cy="2458720"/>
            <a:chOff x="458" y="2325"/>
            <a:chExt cx="3916" cy="3872"/>
          </a:xfrm>
        </p:grpSpPr>
        <p:graphicFrame>
          <p:nvGraphicFramePr>
            <p:cNvPr id="175113" name="Object 118"/>
            <p:cNvGraphicFramePr/>
            <p:nvPr/>
          </p:nvGraphicFramePr>
          <p:xfrm>
            <a:off x="458" y="2325"/>
            <a:ext cx="3917" cy="3873"/>
          </p:xfrm>
          <a:graphic>
            <a:graphicData uri="http://schemas.openxmlformats.org/presentationml/2006/ole">
              <mc:AlternateContent xmlns:mc="http://schemas.openxmlformats.org/markup-compatibility/2006">
                <mc:Choice xmlns:v="urn:schemas-microsoft-com:vml" Requires="v">
                  <p:oleObj r:id="rId3" imgW="2486025" imgH="2457450" progId="PBrush">
                    <p:embed/>
                  </p:oleObj>
                </mc:Choice>
                <mc:Fallback>
                  <p:oleObj r:id="rId3" imgW="2486025" imgH="2457450" progId="PBrush">
                    <p:embed/>
                    <p:pic>
                      <p:nvPicPr>
                        <p:cNvPr id="0" name="图片 3077"/>
                        <p:cNvPicPr/>
                        <p:nvPr/>
                      </p:nvPicPr>
                      <p:blipFill>
                        <a:blip r:embed="rId4"/>
                        <a:stretch>
                          <a:fillRect/>
                        </a:stretch>
                      </p:blipFill>
                      <p:spPr>
                        <a:xfrm>
                          <a:off x="458" y="2325"/>
                          <a:ext cx="3917" cy="3873"/>
                        </a:xfrm>
                        <a:prstGeom prst="rect">
                          <a:avLst/>
                        </a:prstGeom>
                        <a:noFill/>
                        <a:ln w="38100">
                          <a:noFill/>
                          <a:miter/>
                        </a:ln>
                      </p:spPr>
                    </p:pic>
                  </p:oleObj>
                </mc:Fallback>
              </mc:AlternateContent>
            </a:graphicData>
          </a:graphic>
        </p:graphicFrame>
        <p:sp>
          <p:nvSpPr>
            <p:cNvPr id="2" name="矩形 1"/>
            <p:cNvSpPr/>
            <p:nvPr/>
          </p:nvSpPr>
          <p:spPr>
            <a:xfrm>
              <a:off x="4138" y="5751"/>
              <a:ext cx="227" cy="227"/>
            </a:xfrm>
            <a:prstGeom prst="rect">
              <a:avLst/>
            </a:prstGeom>
            <a:solidFill>
              <a:srgbClr val="000000"/>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p:cNvSpPr>
          <p:nvPr>
            <p:ph type="title"/>
          </p:nvPr>
        </p:nvSpPr>
        <p:spPr>
          <a:xfrm>
            <a:off x="268288" y="631825"/>
            <a:ext cx="7772400" cy="742950"/>
          </a:xfrm>
          <a:prstGeom prst="rect">
            <a:avLst/>
          </a:prstGeom>
          <a:noFill/>
          <a:ln w="9525">
            <a:noFill/>
          </a:ln>
        </p:spPr>
        <p:txBody>
          <a:bodyPr/>
          <a:lstStyle/>
          <a:p>
            <a:pPr eaLnBrk="1" hangingPunct="1">
              <a:lnSpc>
                <a:spcPct val="80000"/>
              </a:lnSpc>
            </a:pPr>
            <a:r>
              <a:rPr lang="en-US" altLang="zh-CN" sz="2000" b="1">
                <a:solidFill>
                  <a:srgbClr val="0000FF"/>
                </a:solidFill>
                <a:latin typeface="华文新魏" panose="02010800040101010101" pitchFamily="2" charset="-122"/>
                <a:ea typeface="华文新魏" panose="02010800040101010101" pitchFamily="2" charset="-122"/>
              </a:rPr>
              <a:t>(4)  MSI </a:t>
            </a:r>
            <a:r>
              <a:rPr lang="zh-CN" altLang="en-US" sz="2000" b="1" dirty="0">
                <a:solidFill>
                  <a:srgbClr val="0000FF"/>
                </a:solidFill>
                <a:latin typeface="华文新魏" panose="02010800040101010101" pitchFamily="2" charset="-122"/>
                <a:ea typeface="华文新魏" panose="02010800040101010101" pitchFamily="2" charset="-122"/>
              </a:rPr>
              <a:t>计数器及应用</a:t>
            </a:r>
            <a:br>
              <a:rPr lang="zh-CN" altLang="en-US" sz="2000" b="1" dirty="0">
                <a:solidFill>
                  <a:srgbClr val="0000FF"/>
                </a:solidFill>
                <a:latin typeface="华文新魏" panose="02010800040101010101" pitchFamily="2" charset="-122"/>
                <a:ea typeface="华文新魏" panose="02010800040101010101" pitchFamily="2" charset="-122"/>
              </a:rPr>
            </a:br>
            <a:r>
              <a:rPr lang="zh-CN" altLang="en-US" sz="2000" b="1" dirty="0">
                <a:solidFill>
                  <a:srgbClr val="0000FF"/>
                </a:solidFill>
                <a:latin typeface="华文新魏" panose="02010800040101010101" pitchFamily="2" charset="-122"/>
                <a:ea typeface="华文新魏" panose="02010800040101010101" pitchFamily="2" charset="-122"/>
              </a:rPr>
              <a:t>                     </a:t>
            </a:r>
            <a:r>
              <a:rPr lang="en-US" altLang="zh-CN" sz="2000" b="1" i="1">
                <a:solidFill>
                  <a:srgbClr val="FF0000"/>
                </a:solidFill>
                <a:latin typeface="华文新魏" panose="02010800040101010101" pitchFamily="2" charset="-122"/>
                <a:ea typeface="华文新魏" panose="02010800040101010101" pitchFamily="2" charset="-122"/>
              </a:rPr>
              <a:t>MSI Counters and Applications</a:t>
            </a:r>
          </a:p>
        </p:txBody>
      </p:sp>
      <p:grpSp>
        <p:nvGrpSpPr>
          <p:cNvPr id="176131" name="Group 3"/>
          <p:cNvGrpSpPr/>
          <p:nvPr/>
        </p:nvGrpSpPr>
        <p:grpSpPr>
          <a:xfrm>
            <a:off x="6661150" y="915988"/>
            <a:ext cx="1871663" cy="2347912"/>
            <a:chOff x="0" y="0"/>
            <a:chExt cx="3190" cy="3697"/>
          </a:xfrm>
        </p:grpSpPr>
        <p:sp>
          <p:nvSpPr>
            <p:cNvPr id="176135" name="Rectangle 4"/>
            <p:cNvSpPr/>
            <p:nvPr/>
          </p:nvSpPr>
          <p:spPr>
            <a:xfrm>
              <a:off x="670" y="540"/>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36" name="Text Box 5"/>
            <p:cNvSpPr txBox="1"/>
            <p:nvPr/>
          </p:nvSpPr>
          <p:spPr>
            <a:xfrm>
              <a:off x="521" y="507"/>
              <a:ext cx="15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p>
          </p:txBody>
        </p:sp>
        <p:sp>
          <p:nvSpPr>
            <p:cNvPr id="176137" name="Text Box 6"/>
            <p:cNvSpPr txBox="1"/>
            <p:nvPr/>
          </p:nvSpPr>
          <p:spPr>
            <a:xfrm>
              <a:off x="587" y="780"/>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p>
          </p:txBody>
        </p:sp>
        <p:sp>
          <p:nvSpPr>
            <p:cNvPr id="176138" name="Text Box 7"/>
            <p:cNvSpPr txBox="1"/>
            <p:nvPr/>
          </p:nvSpPr>
          <p:spPr>
            <a:xfrm>
              <a:off x="600" y="1076"/>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p>
          </p:txBody>
        </p:sp>
        <p:sp>
          <p:nvSpPr>
            <p:cNvPr id="176139" name="Text Box 8"/>
            <p:cNvSpPr txBox="1"/>
            <p:nvPr/>
          </p:nvSpPr>
          <p:spPr>
            <a:xfrm>
              <a:off x="600" y="1326"/>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p>
          </p:txBody>
        </p:sp>
        <p:sp>
          <p:nvSpPr>
            <p:cNvPr id="176140" name="Text Box 9"/>
            <p:cNvSpPr txBox="1"/>
            <p:nvPr/>
          </p:nvSpPr>
          <p:spPr>
            <a:xfrm>
              <a:off x="600" y="1603"/>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p>
          </p:txBody>
        </p:sp>
        <p:sp>
          <p:nvSpPr>
            <p:cNvPr id="176141" name="Text Box 10"/>
            <p:cNvSpPr txBox="1"/>
            <p:nvPr/>
          </p:nvSpPr>
          <p:spPr>
            <a:xfrm>
              <a:off x="625" y="1980"/>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p>
          </p:txBody>
        </p:sp>
        <p:sp>
          <p:nvSpPr>
            <p:cNvPr id="176142" name="Text Box 11"/>
            <p:cNvSpPr txBox="1"/>
            <p:nvPr/>
          </p:nvSpPr>
          <p:spPr>
            <a:xfrm>
              <a:off x="625" y="2303"/>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p>
          </p:txBody>
        </p:sp>
        <p:sp>
          <p:nvSpPr>
            <p:cNvPr id="176143" name="Text Box 12"/>
            <p:cNvSpPr txBox="1"/>
            <p:nvPr/>
          </p:nvSpPr>
          <p:spPr>
            <a:xfrm>
              <a:off x="620" y="2592"/>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p>
          </p:txBody>
        </p:sp>
        <p:sp>
          <p:nvSpPr>
            <p:cNvPr id="176144" name="Text Box 13"/>
            <p:cNvSpPr txBox="1"/>
            <p:nvPr/>
          </p:nvSpPr>
          <p:spPr>
            <a:xfrm>
              <a:off x="620" y="2900"/>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p>
          </p:txBody>
        </p:sp>
        <p:sp>
          <p:nvSpPr>
            <p:cNvPr id="176145" name="Text Box 14"/>
            <p:cNvSpPr txBox="1"/>
            <p:nvPr/>
          </p:nvSpPr>
          <p:spPr>
            <a:xfrm>
              <a:off x="2015" y="1951"/>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6" name="Text Box 15"/>
            <p:cNvSpPr txBox="1"/>
            <p:nvPr/>
          </p:nvSpPr>
          <p:spPr>
            <a:xfrm>
              <a:off x="2015" y="2270"/>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7" name="Text Box 17"/>
            <p:cNvSpPr txBox="1"/>
            <p:nvPr/>
          </p:nvSpPr>
          <p:spPr>
            <a:xfrm>
              <a:off x="2015" y="2867"/>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76148" name="Text Box 18"/>
            <p:cNvSpPr txBox="1"/>
            <p:nvPr/>
          </p:nvSpPr>
          <p:spPr>
            <a:xfrm>
              <a:off x="1755" y="3212"/>
              <a:ext cx="103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p>
          </p:txBody>
        </p:sp>
        <p:sp>
          <p:nvSpPr>
            <p:cNvPr id="176149" name="Line 19"/>
            <p:cNvSpPr/>
            <p:nvPr/>
          </p:nvSpPr>
          <p:spPr>
            <a:xfrm>
              <a:off x="2590" y="2194"/>
              <a:ext cx="600" cy="0"/>
            </a:xfrm>
            <a:prstGeom prst="line">
              <a:avLst/>
            </a:prstGeom>
            <a:ln w="28575" cap="flat" cmpd="sng">
              <a:solidFill>
                <a:schemeClr val="tx1"/>
              </a:solidFill>
              <a:prstDash val="solid"/>
              <a:headEnd type="none" w="med" len="med"/>
              <a:tailEnd type="none" w="med" len="med"/>
            </a:ln>
          </p:spPr>
        </p:sp>
        <p:sp>
          <p:nvSpPr>
            <p:cNvPr id="176150" name="Line 20"/>
            <p:cNvSpPr/>
            <p:nvPr/>
          </p:nvSpPr>
          <p:spPr>
            <a:xfrm>
              <a:off x="187" y="2194"/>
              <a:ext cx="488" cy="0"/>
            </a:xfrm>
            <a:prstGeom prst="line">
              <a:avLst/>
            </a:prstGeom>
            <a:ln w="28575" cap="flat" cmpd="sng">
              <a:solidFill>
                <a:schemeClr val="tx1"/>
              </a:solidFill>
              <a:prstDash val="solid"/>
              <a:headEnd type="none" w="med" len="med"/>
              <a:tailEnd type="none" w="med" len="med"/>
            </a:ln>
          </p:spPr>
        </p:sp>
        <p:sp>
          <p:nvSpPr>
            <p:cNvPr id="176151" name="Line 21"/>
            <p:cNvSpPr/>
            <p:nvPr/>
          </p:nvSpPr>
          <p:spPr>
            <a:xfrm>
              <a:off x="190" y="2464"/>
              <a:ext cx="487" cy="0"/>
            </a:xfrm>
            <a:prstGeom prst="line">
              <a:avLst/>
            </a:prstGeom>
            <a:ln w="28575" cap="flat" cmpd="sng">
              <a:solidFill>
                <a:schemeClr val="tx1"/>
              </a:solidFill>
              <a:prstDash val="solid"/>
              <a:headEnd type="none" w="med" len="med"/>
              <a:tailEnd type="none" w="med" len="med"/>
            </a:ln>
          </p:spPr>
        </p:sp>
        <p:sp>
          <p:nvSpPr>
            <p:cNvPr id="176152" name="Line 22"/>
            <p:cNvSpPr/>
            <p:nvPr/>
          </p:nvSpPr>
          <p:spPr>
            <a:xfrm>
              <a:off x="190" y="2791"/>
              <a:ext cx="487" cy="0"/>
            </a:xfrm>
            <a:prstGeom prst="line">
              <a:avLst/>
            </a:prstGeom>
            <a:ln w="28575" cap="flat" cmpd="sng">
              <a:solidFill>
                <a:schemeClr val="tx1"/>
              </a:solidFill>
              <a:prstDash val="solid"/>
              <a:headEnd type="none" w="med" len="med"/>
              <a:tailEnd type="none" w="med" len="med"/>
            </a:ln>
          </p:spPr>
        </p:sp>
        <p:sp>
          <p:nvSpPr>
            <p:cNvPr id="176153" name="Line 23"/>
            <p:cNvSpPr/>
            <p:nvPr/>
          </p:nvSpPr>
          <p:spPr>
            <a:xfrm>
              <a:off x="190" y="3080"/>
              <a:ext cx="487" cy="0"/>
            </a:xfrm>
            <a:prstGeom prst="line">
              <a:avLst/>
            </a:prstGeom>
            <a:ln w="28575" cap="flat" cmpd="sng">
              <a:solidFill>
                <a:schemeClr val="tx1"/>
              </a:solidFill>
              <a:prstDash val="solid"/>
              <a:headEnd type="none" w="med" len="med"/>
              <a:tailEnd type="none" w="med" len="med"/>
            </a:ln>
          </p:spPr>
        </p:sp>
        <p:sp>
          <p:nvSpPr>
            <p:cNvPr id="176154" name="Line 24"/>
            <p:cNvSpPr/>
            <p:nvPr/>
          </p:nvSpPr>
          <p:spPr>
            <a:xfrm>
              <a:off x="2590" y="3440"/>
              <a:ext cx="487" cy="0"/>
            </a:xfrm>
            <a:prstGeom prst="line">
              <a:avLst/>
            </a:prstGeom>
            <a:ln w="28575" cap="flat" cmpd="sng">
              <a:solidFill>
                <a:schemeClr val="tx1"/>
              </a:solidFill>
              <a:prstDash val="solid"/>
              <a:headEnd type="none" w="med" len="med"/>
              <a:tailEnd type="none" w="med" len="med"/>
            </a:ln>
          </p:spPr>
        </p:sp>
        <p:sp>
          <p:nvSpPr>
            <p:cNvPr id="176155" name="Line 25"/>
            <p:cNvSpPr/>
            <p:nvPr/>
          </p:nvSpPr>
          <p:spPr>
            <a:xfrm>
              <a:off x="2590" y="2521"/>
              <a:ext cx="600" cy="0"/>
            </a:xfrm>
            <a:prstGeom prst="line">
              <a:avLst/>
            </a:prstGeom>
            <a:ln w="28575" cap="flat" cmpd="sng">
              <a:solidFill>
                <a:schemeClr val="tx1"/>
              </a:solidFill>
              <a:prstDash val="solid"/>
              <a:headEnd type="none" w="med" len="med"/>
              <a:tailEnd type="none" w="med" len="med"/>
            </a:ln>
          </p:spPr>
        </p:sp>
        <p:sp>
          <p:nvSpPr>
            <p:cNvPr id="176156" name="Line 26"/>
            <p:cNvSpPr/>
            <p:nvPr/>
          </p:nvSpPr>
          <p:spPr>
            <a:xfrm>
              <a:off x="2590" y="2810"/>
              <a:ext cx="600" cy="0"/>
            </a:xfrm>
            <a:prstGeom prst="line">
              <a:avLst/>
            </a:prstGeom>
            <a:ln w="28575" cap="flat" cmpd="sng">
              <a:solidFill>
                <a:schemeClr val="tx1"/>
              </a:solidFill>
              <a:prstDash val="solid"/>
              <a:headEnd type="none" w="med" len="med"/>
              <a:tailEnd type="none" w="med" len="med"/>
            </a:ln>
          </p:spPr>
        </p:sp>
        <p:sp>
          <p:nvSpPr>
            <p:cNvPr id="176157" name="Line 27"/>
            <p:cNvSpPr/>
            <p:nvPr/>
          </p:nvSpPr>
          <p:spPr>
            <a:xfrm>
              <a:off x="2590" y="3098"/>
              <a:ext cx="600" cy="0"/>
            </a:xfrm>
            <a:prstGeom prst="line">
              <a:avLst/>
            </a:prstGeom>
            <a:ln w="28575" cap="flat" cmpd="sng">
              <a:solidFill>
                <a:schemeClr val="tx1"/>
              </a:solidFill>
              <a:prstDash val="solid"/>
              <a:headEnd type="none" w="med" len="med"/>
              <a:tailEnd type="none" w="med" len="med"/>
            </a:ln>
          </p:spPr>
        </p:sp>
        <p:sp>
          <p:nvSpPr>
            <p:cNvPr id="176158" name="Oval 28"/>
            <p:cNvSpPr/>
            <p:nvPr/>
          </p:nvSpPr>
          <p:spPr>
            <a:xfrm>
              <a:off x="480" y="971"/>
              <a:ext cx="175" cy="13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59" name="Oval 29"/>
            <p:cNvSpPr/>
            <p:nvPr/>
          </p:nvSpPr>
          <p:spPr>
            <a:xfrm>
              <a:off x="500" y="1260"/>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76160" name="Line 30"/>
            <p:cNvSpPr/>
            <p:nvPr/>
          </p:nvSpPr>
          <p:spPr>
            <a:xfrm>
              <a:off x="0" y="1042"/>
              <a:ext cx="487" cy="0"/>
            </a:xfrm>
            <a:prstGeom prst="line">
              <a:avLst/>
            </a:prstGeom>
            <a:ln w="28575" cap="flat" cmpd="sng">
              <a:solidFill>
                <a:schemeClr val="tx1"/>
              </a:solidFill>
              <a:prstDash val="solid"/>
              <a:headEnd type="none" w="med" len="med"/>
              <a:tailEnd type="none" w="med" len="med"/>
            </a:ln>
          </p:spPr>
        </p:sp>
        <p:sp>
          <p:nvSpPr>
            <p:cNvPr id="176161" name="Line 31"/>
            <p:cNvSpPr/>
            <p:nvPr/>
          </p:nvSpPr>
          <p:spPr>
            <a:xfrm>
              <a:off x="25" y="1331"/>
              <a:ext cx="487" cy="0"/>
            </a:xfrm>
            <a:prstGeom prst="line">
              <a:avLst/>
            </a:prstGeom>
            <a:ln w="28575" cap="flat" cmpd="sng">
              <a:solidFill>
                <a:schemeClr val="tx1"/>
              </a:solidFill>
              <a:prstDash val="solid"/>
              <a:headEnd type="none" w="med" len="med"/>
              <a:tailEnd type="none" w="med" len="med"/>
            </a:ln>
          </p:spPr>
        </p:sp>
        <p:sp>
          <p:nvSpPr>
            <p:cNvPr id="176162" name="Line 32"/>
            <p:cNvSpPr/>
            <p:nvPr/>
          </p:nvSpPr>
          <p:spPr>
            <a:xfrm>
              <a:off x="45" y="757"/>
              <a:ext cx="600" cy="0"/>
            </a:xfrm>
            <a:prstGeom prst="line">
              <a:avLst/>
            </a:prstGeom>
            <a:ln w="28575" cap="flat" cmpd="sng">
              <a:solidFill>
                <a:schemeClr val="tx1"/>
              </a:solidFill>
              <a:prstDash val="solid"/>
              <a:headEnd type="none" w="med" len="med"/>
              <a:tailEnd type="none" w="med" len="med"/>
            </a:ln>
          </p:spPr>
        </p:sp>
        <p:sp>
          <p:nvSpPr>
            <p:cNvPr id="176163" name="Line 33"/>
            <p:cNvSpPr/>
            <p:nvPr/>
          </p:nvSpPr>
          <p:spPr>
            <a:xfrm>
              <a:off x="70" y="1583"/>
              <a:ext cx="600" cy="0"/>
            </a:xfrm>
            <a:prstGeom prst="line">
              <a:avLst/>
            </a:prstGeom>
            <a:ln w="28575" cap="flat" cmpd="sng">
              <a:solidFill>
                <a:schemeClr val="tx1"/>
              </a:solidFill>
              <a:prstDash val="solid"/>
              <a:headEnd type="none" w="med" len="med"/>
              <a:tailEnd type="none" w="med" len="med"/>
            </a:ln>
          </p:spPr>
        </p:sp>
        <p:sp>
          <p:nvSpPr>
            <p:cNvPr id="176164" name="Line 34"/>
            <p:cNvSpPr/>
            <p:nvPr/>
          </p:nvSpPr>
          <p:spPr>
            <a:xfrm>
              <a:off x="70" y="1838"/>
              <a:ext cx="600" cy="0"/>
            </a:xfrm>
            <a:prstGeom prst="line">
              <a:avLst/>
            </a:prstGeom>
            <a:ln w="28575" cap="flat" cmpd="sng">
              <a:solidFill>
                <a:schemeClr val="tx1"/>
              </a:solidFill>
              <a:prstDash val="solid"/>
              <a:headEnd type="none" w="med" len="med"/>
              <a:tailEnd type="none" w="med" len="med"/>
            </a:ln>
          </p:spPr>
        </p:sp>
        <p:sp>
          <p:nvSpPr>
            <p:cNvPr id="176165" name="Text Box 35"/>
            <p:cNvSpPr txBox="1"/>
            <p:nvPr/>
          </p:nvSpPr>
          <p:spPr>
            <a:xfrm>
              <a:off x="670" y="0"/>
              <a:ext cx="204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p>
          </p:txBody>
        </p:sp>
      </p:grpSp>
      <p:sp>
        <p:nvSpPr>
          <p:cNvPr id="176132" name="Text Box 37"/>
          <p:cNvSpPr txBox="1"/>
          <p:nvPr/>
        </p:nvSpPr>
        <p:spPr>
          <a:xfrm>
            <a:off x="360680" y="1377950"/>
            <a:ext cx="6300470" cy="1500091"/>
          </a:xfrm>
          <a:prstGeom prst="rect">
            <a:avLst/>
          </a:prstGeom>
          <a:noFill/>
          <a:ln w="9525">
            <a:noFill/>
          </a:ln>
        </p:spPr>
        <p:txBody>
          <a:bodyPr wrap="square">
            <a:spAutoFit/>
          </a:bodyPr>
          <a:lstStyle/>
          <a:p>
            <a:pPr eaLnBrk="1" hangingPunct="1">
              <a:lnSpc>
                <a:spcPct val="6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是一个四位</a:t>
            </a:r>
            <a:r>
              <a:rPr lang="zh-CN" altLang="en-US" sz="1800" b="1" dirty="0">
                <a:solidFill>
                  <a:srgbClr val="FF0000"/>
                </a:solidFill>
                <a:latin typeface="华文新魏" panose="02010800040101010101" pitchFamily="2" charset="-122"/>
                <a:ea typeface="华文新魏" panose="02010800040101010101" pitchFamily="2" charset="-122"/>
              </a:rPr>
              <a:t>同步二进制加法</a:t>
            </a:r>
            <a:r>
              <a:rPr lang="zh-CN" altLang="en-US" sz="1800" b="1" dirty="0">
                <a:solidFill>
                  <a:schemeClr val="tx1"/>
                </a:solidFill>
                <a:latin typeface="华文新魏" panose="02010800040101010101" pitchFamily="2" charset="-122"/>
                <a:ea typeface="华文新魏" panose="02010800040101010101" pitchFamily="2" charset="-122"/>
              </a:rPr>
              <a:t>计数器，        </a:t>
            </a: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由 </a:t>
            </a:r>
            <a:r>
              <a:rPr lang="en-US" altLang="zh-CN" sz="1800" b="1" dirty="0">
                <a:solidFill>
                  <a:srgbClr val="0000FF"/>
                </a:solidFill>
                <a:latin typeface="华文新魏" panose="02010800040101010101" pitchFamily="2" charset="-122"/>
                <a:ea typeface="华文新魏" panose="02010800040101010101" pitchFamily="2" charset="-122"/>
              </a:rPr>
              <a:t>D</a:t>
            </a:r>
            <a:r>
              <a:rPr lang="zh-CN" altLang="en-US" sz="1800" b="1" dirty="0">
                <a:solidFill>
                  <a:srgbClr val="0000FF"/>
                </a:solidFill>
                <a:latin typeface="华文新魏" panose="02010800040101010101" pitchFamily="2" charset="-122"/>
                <a:ea typeface="华文新魏" panose="02010800040101010101" pitchFamily="2" charset="-122"/>
              </a:rPr>
              <a:t>触发器</a:t>
            </a:r>
            <a:r>
              <a:rPr lang="zh-CN" altLang="en-US" sz="1800" b="1" dirty="0">
                <a:solidFill>
                  <a:schemeClr val="tx1"/>
                </a:solidFill>
                <a:latin typeface="华文新魏" panose="02010800040101010101" pitchFamily="2" charset="-122"/>
                <a:ea typeface="华文新魏" panose="02010800040101010101" pitchFamily="2" charset="-122"/>
              </a:rPr>
              <a:t>组成的，输出在时钟</a:t>
            </a:r>
            <a:r>
              <a:rPr lang="en-US" altLang="zh-CN" sz="1800" b="1" dirty="0">
                <a:solidFill>
                  <a:srgbClr val="0000FF"/>
                </a:solidFill>
                <a:latin typeface="华文新魏" panose="02010800040101010101" pitchFamily="2" charset="-122"/>
                <a:ea typeface="华文新魏" panose="02010800040101010101" pitchFamily="2" charset="-122"/>
              </a:rPr>
              <a:t>CLK</a:t>
            </a:r>
            <a:r>
              <a:rPr lang="zh-CN" altLang="en-US" sz="1800" b="1" dirty="0">
                <a:solidFill>
                  <a:schemeClr val="tx1"/>
                </a:solidFill>
                <a:latin typeface="华文新魏" panose="02010800040101010101" pitchFamily="2" charset="-122"/>
                <a:ea typeface="华文新魏" panose="02010800040101010101" pitchFamily="2" charset="-122"/>
              </a:rPr>
              <a:t>的</a:t>
            </a:r>
            <a:r>
              <a:rPr lang="zh-CN" altLang="en-US" sz="1800" b="1" dirty="0">
                <a:solidFill>
                  <a:srgbClr val="0000FF"/>
                </a:solidFill>
                <a:latin typeface="华文新魏" panose="02010800040101010101" pitchFamily="2" charset="-122"/>
                <a:ea typeface="华文新魏" panose="02010800040101010101" pitchFamily="2" charset="-122"/>
              </a:rPr>
              <a:t>上升沿改变</a:t>
            </a:r>
            <a:r>
              <a:rPr lang="zh-CN" altLang="en-US" sz="1800" b="1" dirty="0">
                <a:solidFill>
                  <a:schemeClr val="tx1"/>
                </a:solidFill>
                <a:latin typeface="华文新魏" panose="02010800040101010101" pitchFamily="2" charset="-122"/>
                <a:ea typeface="华文新魏" panose="02010800040101010101" pitchFamily="2" charset="-122"/>
              </a:rPr>
              <a:t>。</a:t>
            </a:r>
          </a:p>
          <a:p>
            <a:pPr eaLnBrk="1" hangingPunct="1">
              <a:lnSpc>
                <a:spcPct val="60000"/>
              </a:lnSpc>
              <a:spcBef>
                <a:spcPct val="50000"/>
              </a:spcBef>
            </a:pPr>
            <a:r>
              <a:rPr lang="zh-CN" altLang="en-US" sz="1800" b="1" dirty="0">
                <a:solidFill>
                  <a:schemeClr val="tx1"/>
                </a:solidFill>
                <a:latin typeface="华文新魏" panose="02010800040101010101" pitchFamily="2" charset="-122"/>
                <a:ea typeface="华文新魏" panose="02010800040101010101" pitchFamily="2" charset="-122"/>
              </a:rPr>
              <a:t>   具有</a:t>
            </a:r>
            <a:r>
              <a:rPr lang="zh-CN" altLang="en-US" sz="1800" b="1" dirty="0">
                <a:solidFill>
                  <a:srgbClr val="0000FF"/>
                </a:solidFill>
                <a:latin typeface="华文新魏" panose="02010800040101010101" pitchFamily="2" charset="-122"/>
                <a:ea typeface="华文新魏" panose="02010800040101010101" pitchFamily="2" charset="-122"/>
              </a:rPr>
              <a:t>加载</a:t>
            </a:r>
            <a:r>
              <a:rPr lang="en-US" altLang="zh-CN" sz="1800" b="1" dirty="0">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和</a:t>
            </a:r>
            <a:r>
              <a:rPr lang="zh-CN" altLang="en-US" sz="1800" b="1" dirty="0">
                <a:solidFill>
                  <a:srgbClr val="0000FF"/>
                </a:solidFill>
                <a:latin typeface="华文新魏" panose="02010800040101010101" pitchFamily="2" charset="-122"/>
                <a:ea typeface="华文新魏" panose="02010800040101010101" pitchFamily="2" charset="-122"/>
              </a:rPr>
              <a:t>清除</a:t>
            </a:r>
            <a:r>
              <a:rPr lang="en-US" altLang="zh-CN" sz="1800" b="1" dirty="0">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输入端：</a:t>
            </a: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① 当</a:t>
            </a:r>
            <a:r>
              <a:rPr lang="en-US" altLang="zh-CN" sz="1800" b="1" dirty="0">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输入有效，输出为</a:t>
            </a:r>
            <a:r>
              <a:rPr lang="en-US" altLang="zh-CN" sz="1800" b="1" dirty="0">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a:t>
            </a: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② 当</a:t>
            </a:r>
            <a:r>
              <a:rPr lang="en-US" altLang="zh-CN" sz="1800" b="1" dirty="0">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有效</a:t>
            </a:r>
            <a:r>
              <a:rPr lang="zh-CN" altLang="en-US" sz="1800" b="1" dirty="0">
                <a:solidFill>
                  <a:srgbClr val="0000FF"/>
                </a:solidFill>
                <a:latin typeface="华文新魏" panose="02010800040101010101" pitchFamily="2" charset="-122"/>
                <a:ea typeface="华文新魏" panose="02010800040101010101" pitchFamily="2" charset="-122"/>
              </a:rPr>
              <a:t>而 </a:t>
            </a:r>
            <a:r>
              <a:rPr lang="en-US" altLang="zh-CN" sz="1800" b="1" dirty="0">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无效，输入</a:t>
            </a:r>
            <a:r>
              <a:rPr lang="en-US" altLang="zh-CN" sz="1800" b="1" dirty="0">
                <a:solidFill>
                  <a:srgbClr val="0000FF"/>
                </a:solidFill>
                <a:latin typeface="华文新魏" panose="02010800040101010101" pitchFamily="2" charset="-122"/>
                <a:ea typeface="华文新魏" panose="02010800040101010101" pitchFamily="2" charset="-122"/>
              </a:rPr>
              <a:t>A,B,C,D</a:t>
            </a:r>
            <a:r>
              <a:rPr lang="zh-CN" altLang="en-US" sz="1800" b="1" dirty="0">
                <a:solidFill>
                  <a:schemeClr val="tx1"/>
                </a:solidFill>
                <a:latin typeface="华文新魏" panose="02010800040101010101" pitchFamily="2" charset="-122"/>
                <a:ea typeface="华文新魏" panose="02010800040101010101" pitchFamily="2" charset="-122"/>
              </a:rPr>
              <a:t>被送到输出端；</a:t>
            </a:r>
          </a:p>
        </p:txBody>
      </p:sp>
      <p:sp>
        <p:nvSpPr>
          <p:cNvPr id="176134" name="Text Box 38"/>
          <p:cNvSpPr txBox="1"/>
          <p:nvPr/>
        </p:nvSpPr>
        <p:spPr>
          <a:xfrm>
            <a:off x="358775" y="3003550"/>
            <a:ext cx="7891463" cy="1773238"/>
          </a:xfrm>
          <a:prstGeom prst="rect">
            <a:avLst/>
          </a:prstGeom>
          <a:noFill/>
          <a:ln w="9525">
            <a:noFill/>
          </a:ln>
        </p:spPr>
        <p:txBody>
          <a:bodyPr>
            <a:spAutoFit/>
          </a:bodyPr>
          <a:lstStyle/>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③ </a:t>
            </a:r>
            <a:r>
              <a:rPr lang="zh-CN" altLang="en-US" sz="1800" b="1" dirty="0">
                <a:solidFill>
                  <a:schemeClr val="tx1"/>
                </a:solidFill>
                <a:latin typeface="华文新魏" panose="02010800040101010101" pitchFamily="2" charset="-122"/>
                <a:ea typeface="华文新魏" panose="02010800040101010101" pitchFamily="2" charset="-122"/>
              </a:rPr>
              <a:t>如果 </a:t>
            </a:r>
            <a:r>
              <a:rPr lang="en-US" altLang="zh-CN" sz="1800" b="1">
                <a:solidFill>
                  <a:srgbClr val="0000FF"/>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a:solidFill>
                  <a:srgbClr val="0000FF"/>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都无效，而</a:t>
            </a:r>
            <a:r>
              <a:rPr lang="zh-CN" altLang="en-US" sz="1800" b="1" dirty="0">
                <a:solidFill>
                  <a:srgbClr val="0000FF"/>
                </a:solidFill>
                <a:latin typeface="华文新魏" panose="02010800040101010101" pitchFamily="2" charset="-122"/>
                <a:ea typeface="华文新魏" panose="02010800040101010101" pitchFamily="2" charset="-122"/>
              </a:rPr>
              <a:t>使能输入端</a:t>
            </a:r>
            <a:r>
              <a:rPr lang="en-US" altLang="zh-CN" sz="1800" b="1">
                <a:solidFill>
                  <a:srgbClr val="0000FF"/>
                </a:solidFill>
                <a:latin typeface="华文新魏" panose="02010800040101010101" pitchFamily="2" charset="-122"/>
                <a:ea typeface="华文新魏" panose="02010800040101010101" pitchFamily="2" charset="-122"/>
              </a:rPr>
              <a:t>ENP</a:t>
            </a:r>
            <a:r>
              <a:rPr lang="zh-CN" altLang="en-US" sz="1800" b="1" dirty="0">
                <a:solidFill>
                  <a:srgbClr val="0000FF"/>
                </a:solidFill>
                <a:latin typeface="华文新魏" panose="02010800040101010101" pitchFamily="2" charset="-122"/>
                <a:ea typeface="华文新魏" panose="02010800040101010101" pitchFamily="2" charset="-122"/>
              </a:rPr>
              <a:t>、</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都有效，</a:t>
            </a:r>
            <a:endParaRPr lang="en-US" altLang="zh-CN" sz="1800" b="1">
              <a:solidFill>
                <a:srgbClr val="0000FF"/>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74LS163</a:t>
            </a:r>
            <a:r>
              <a:rPr lang="zh-CN" altLang="en-US" sz="1800" b="1" dirty="0">
                <a:solidFill>
                  <a:schemeClr val="tx1"/>
                </a:solidFill>
                <a:latin typeface="华文新魏" panose="02010800040101010101" pitchFamily="2" charset="-122"/>
                <a:ea typeface="华文新魏" panose="02010800040101010101" pitchFamily="2" charset="-122"/>
              </a:rPr>
              <a:t>进行加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p>
          <a:p>
            <a:pPr eaLnBrk="1" hangingPunct="1">
              <a:lnSpc>
                <a:spcPct val="60000"/>
              </a:lnSpc>
              <a:spcBef>
                <a:spcPct val="50000"/>
              </a:spcBef>
              <a:buFont typeface="Arial" panose="020B0604020202020204" pitchFamily="34" charset="0"/>
            </a:pPr>
            <a:endParaRPr lang="zh-CN" altLang="en-US" sz="1800" b="1" dirty="0">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信号是最高位的进位：当</a:t>
            </a:r>
            <a:r>
              <a:rPr lang="zh-CN" altLang="en-US" sz="1800" b="1" dirty="0">
                <a:solidFill>
                  <a:srgbClr val="0000FF"/>
                </a:solidFill>
                <a:latin typeface="华文新魏" panose="02010800040101010101" pitchFamily="2" charset="-122"/>
                <a:ea typeface="华文新魏" panose="02010800040101010101" pitchFamily="2" charset="-122"/>
              </a:rPr>
              <a:t>计数位都是</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且使能</a:t>
            </a:r>
            <a:r>
              <a:rPr lang="en-US" altLang="zh-CN" sz="1800" b="1">
                <a:solidFill>
                  <a:srgbClr val="0000FF"/>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有效，则</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a:t>
            </a:r>
            <a:endParaRPr lang="en-US" altLang="zh-CN" sz="1800" b="1">
              <a:solidFill>
                <a:schemeClr val="tx1"/>
              </a:solidFill>
              <a:latin typeface="华文新魏" panose="02010800040101010101" pitchFamily="2" charset="-122"/>
              <a:ea typeface="华文新魏" panose="02010800040101010101" pitchFamily="2" charset="-122"/>
            </a:endParaRPr>
          </a:p>
          <a:p>
            <a:pPr eaLnBrk="1" hangingPunct="1">
              <a:lnSpc>
                <a:spcPct val="6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这一信号用于多个</a:t>
            </a:r>
            <a:r>
              <a:rPr lang="en-US" altLang="zh-CN" sz="1800" b="1">
                <a:solidFill>
                  <a:schemeClr val="tx1"/>
                </a:solidFill>
                <a:latin typeface="华文新魏" panose="02010800040101010101" pitchFamily="2" charset="-122"/>
                <a:ea typeface="华文新魏" panose="02010800040101010101" pitchFamily="2" charset="-122"/>
              </a:rPr>
              <a:t>74LS163</a:t>
            </a:r>
            <a:r>
              <a:rPr lang="zh-CN" altLang="en-US" sz="1800" b="1" dirty="0">
                <a:solidFill>
                  <a:srgbClr val="0000FF"/>
                </a:solidFill>
                <a:latin typeface="华文新魏" panose="02010800040101010101" pitchFamily="2" charset="-122"/>
                <a:ea typeface="华文新魏" panose="02010800040101010101" pitchFamily="2" charset="-122"/>
              </a:rPr>
              <a:t>级联</a:t>
            </a:r>
            <a:r>
              <a:rPr lang="zh-CN" altLang="en-US" sz="1800" b="1" dirty="0">
                <a:solidFill>
                  <a:schemeClr val="tx1"/>
                </a:solidFill>
                <a:latin typeface="华文新魏" panose="02010800040101010101" pitchFamily="2" charset="-122"/>
                <a:ea typeface="华文新魏" panose="02010800040101010101" pitchFamily="2" charset="-122"/>
              </a:rPr>
              <a:t>。</a:t>
            </a:r>
          </a:p>
          <a:p>
            <a:pPr eaLnBrk="1" hangingPunct="1">
              <a:lnSpc>
                <a:spcPct val="60000"/>
              </a:lnSpc>
              <a:spcBef>
                <a:spcPct val="5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a:t>
            </a:r>
            <a:r>
              <a:rPr lang="zh-CN" altLang="en-US" sz="1800" b="1" dirty="0">
                <a:solidFill>
                  <a:srgbClr val="FF0000"/>
                </a:solidFill>
                <a:latin typeface="华文新魏" panose="02010800040101010101" pitchFamily="2" charset="-122"/>
                <a:ea typeface="华文新魏" panose="02010800040101010101" pitchFamily="2" charset="-122"/>
              </a:rPr>
              <a:t>同步清零端</a:t>
            </a:r>
            <a:r>
              <a:rPr lang="zh-CN" altLang="en-US" sz="1800" b="1" dirty="0">
                <a:solidFill>
                  <a:schemeClr val="tx1"/>
                </a:solidFill>
                <a:latin typeface="华文新魏" panose="02010800040101010101" pitchFamily="2" charset="-122"/>
                <a:ea typeface="华文新魏" panose="02010800040101010101" pitchFamily="2" charset="-122"/>
              </a:rPr>
              <a:t>，它仅在时钟脉冲作用下，才能使各触发器清零。</a:t>
            </a:r>
          </a:p>
        </p:txBody>
      </p:sp>
      <p:sp>
        <p:nvSpPr>
          <p:cNvPr id="176167" name="矩形 176166"/>
          <p:cNvSpPr/>
          <p:nvPr/>
        </p:nvSpPr>
        <p:spPr>
          <a:xfrm>
            <a:off x="7831138" y="2576513"/>
            <a:ext cx="501650" cy="3048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6167"/>
                                        </p:tgtEl>
                                        <p:attrNameLst>
                                          <p:attrName>style.visibility</p:attrName>
                                        </p:attrNameLst>
                                      </p:cBhvr>
                                      <p:to>
                                        <p:strVal val="visible"/>
                                      </p:to>
                                    </p:set>
                                    <p:anim calcmode="lin" valueType="num">
                                      <p:cBhvr additive="base">
                                        <p:cTn id="7" dur="500" fill="hold"/>
                                        <p:tgtEl>
                                          <p:spTgt spid="176167"/>
                                        </p:tgtEl>
                                        <p:attrNameLst>
                                          <p:attrName>ppt_x</p:attrName>
                                        </p:attrNameLst>
                                      </p:cBhvr>
                                      <p:tavLst>
                                        <p:tav tm="0">
                                          <p:val>
                                            <p:strVal val="#ppt_x"/>
                                          </p:val>
                                        </p:tav>
                                        <p:tav tm="100000">
                                          <p:val>
                                            <p:strVal val="#ppt_x"/>
                                          </p:val>
                                        </p:tav>
                                      </p:tavLst>
                                    </p:anim>
                                    <p:anim calcmode="lin" valueType="num">
                                      <p:cBhvr additive="base">
                                        <p:cTn id="8" dur="500" fill="hold"/>
                                        <p:tgtEl>
                                          <p:spTgt spid="17616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76131"/>
                                        </p:tgtEl>
                                        <p:attrNameLst>
                                          <p:attrName>style.visibility</p:attrName>
                                        </p:attrNameLst>
                                      </p:cBhvr>
                                      <p:to>
                                        <p:strVal val="visible"/>
                                      </p:to>
                                    </p:set>
                                    <p:anim calcmode="lin" valueType="num">
                                      <p:cBhvr additive="base">
                                        <p:cTn id="11" dur="500" fill="hold"/>
                                        <p:tgtEl>
                                          <p:spTgt spid="176131"/>
                                        </p:tgtEl>
                                        <p:attrNameLst>
                                          <p:attrName>ppt_x</p:attrName>
                                        </p:attrNameLst>
                                      </p:cBhvr>
                                      <p:tavLst>
                                        <p:tav tm="0">
                                          <p:val>
                                            <p:strVal val="#ppt_x"/>
                                          </p:val>
                                        </p:tav>
                                        <p:tav tm="100000">
                                          <p:val>
                                            <p:strVal val="#ppt_x"/>
                                          </p:val>
                                        </p:tav>
                                      </p:tavLst>
                                    </p:anim>
                                    <p:anim calcmode="lin" valueType="num">
                                      <p:cBhvr additive="base">
                                        <p:cTn id="12" dur="500" fill="hold"/>
                                        <p:tgtEl>
                                          <p:spTgt spid="17613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6132"/>
                                        </p:tgtEl>
                                        <p:attrNameLst>
                                          <p:attrName>style.visibility</p:attrName>
                                        </p:attrNameLst>
                                      </p:cBhvr>
                                      <p:to>
                                        <p:strVal val="visible"/>
                                      </p:to>
                                    </p:set>
                                    <p:anim calcmode="lin" valueType="num">
                                      <p:cBhvr additive="base">
                                        <p:cTn id="17" dur="500" fill="hold"/>
                                        <p:tgtEl>
                                          <p:spTgt spid="176132"/>
                                        </p:tgtEl>
                                        <p:attrNameLst>
                                          <p:attrName>ppt_x</p:attrName>
                                        </p:attrNameLst>
                                      </p:cBhvr>
                                      <p:tavLst>
                                        <p:tav tm="0">
                                          <p:val>
                                            <p:strVal val="#ppt_x"/>
                                          </p:val>
                                        </p:tav>
                                        <p:tav tm="100000">
                                          <p:val>
                                            <p:strVal val="#ppt_x"/>
                                          </p:val>
                                        </p:tav>
                                      </p:tavLst>
                                    </p:anim>
                                    <p:anim calcmode="lin" valueType="num">
                                      <p:cBhvr additive="base">
                                        <p:cTn id="18" dur="500" fill="hold"/>
                                        <p:tgtEl>
                                          <p:spTgt spid="17613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6134"/>
                                        </p:tgtEl>
                                        <p:attrNameLst>
                                          <p:attrName>style.visibility</p:attrName>
                                        </p:attrNameLst>
                                      </p:cBhvr>
                                      <p:to>
                                        <p:strVal val="visible"/>
                                      </p:to>
                                    </p:set>
                                    <p:anim calcmode="lin" valueType="num">
                                      <p:cBhvr additive="base">
                                        <p:cTn id="23" dur="500" fill="hold"/>
                                        <p:tgtEl>
                                          <p:spTgt spid="176134"/>
                                        </p:tgtEl>
                                        <p:attrNameLst>
                                          <p:attrName>ppt_x</p:attrName>
                                        </p:attrNameLst>
                                      </p:cBhvr>
                                      <p:tavLst>
                                        <p:tav tm="0">
                                          <p:val>
                                            <p:strVal val="#ppt_x"/>
                                          </p:val>
                                        </p:tav>
                                        <p:tav tm="100000">
                                          <p:val>
                                            <p:strVal val="#ppt_x"/>
                                          </p:val>
                                        </p:tav>
                                      </p:tavLst>
                                    </p:anim>
                                    <p:anim calcmode="lin" valueType="num">
                                      <p:cBhvr additive="base">
                                        <p:cTn id="24" dur="500" fill="hold"/>
                                        <p:tgtEl>
                                          <p:spTgt spid="1761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2" grpId="0"/>
      <p:bldP spid="176134" grpId="0"/>
      <p:bldP spid="176167" grpId="0"/>
      <p:bldP spid="176167" grpId="1"/>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grpSp>
        <p:nvGrpSpPr>
          <p:cNvPr id="177154" name="Group 276"/>
          <p:cNvGrpSpPr/>
          <p:nvPr/>
        </p:nvGrpSpPr>
        <p:grpSpPr>
          <a:xfrm>
            <a:off x="179388" y="0"/>
            <a:ext cx="6624637" cy="5019675"/>
            <a:chOff x="0" y="0"/>
            <a:chExt cx="5375" cy="4224"/>
          </a:xfrm>
        </p:grpSpPr>
        <p:sp>
          <p:nvSpPr>
            <p:cNvPr id="177156" name="Line 6"/>
            <p:cNvSpPr>
              <a:spLocks noChangeShapeType="1"/>
            </p:cNvSpPr>
            <p:nvPr/>
          </p:nvSpPr>
          <p:spPr bwMode="auto">
            <a:xfrm>
              <a:off x="1537" y="4001"/>
              <a:ext cx="156"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7" name="Line 7"/>
            <p:cNvSpPr>
              <a:spLocks noChangeShapeType="1"/>
            </p:cNvSpPr>
            <p:nvPr/>
          </p:nvSpPr>
          <p:spPr bwMode="auto">
            <a:xfrm>
              <a:off x="2127" y="530"/>
              <a:ext cx="24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8" name="Line 8"/>
            <p:cNvSpPr>
              <a:spLocks noChangeShapeType="1"/>
            </p:cNvSpPr>
            <p:nvPr/>
          </p:nvSpPr>
          <p:spPr bwMode="auto">
            <a:xfrm>
              <a:off x="2263" y="3947"/>
              <a:ext cx="17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59" name="Line 9"/>
            <p:cNvSpPr>
              <a:spLocks noChangeShapeType="1"/>
            </p:cNvSpPr>
            <p:nvPr/>
          </p:nvSpPr>
          <p:spPr bwMode="auto">
            <a:xfrm>
              <a:off x="1705" y="1783"/>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0" name="Rectangle 10"/>
            <p:cNvSpPr>
              <a:spLocks noChangeArrowheads="1"/>
            </p:cNvSpPr>
            <p:nvPr/>
          </p:nvSpPr>
          <p:spPr bwMode="auto">
            <a:xfrm>
              <a:off x="4245" y="749"/>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1" name="Text Box 11"/>
            <p:cNvSpPr txBox="1">
              <a:spLocks noChangeArrowheads="1"/>
            </p:cNvSpPr>
            <p:nvPr/>
          </p:nvSpPr>
          <p:spPr bwMode="auto">
            <a:xfrm>
              <a:off x="4471" y="737"/>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162" name="Text Box 12"/>
            <p:cNvSpPr txBox="1">
              <a:spLocks noChangeArrowheads="1"/>
            </p:cNvSpPr>
            <p:nvPr/>
          </p:nvSpPr>
          <p:spPr bwMode="auto">
            <a:xfrm>
              <a:off x="4464" y="973"/>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163" name="Text Box 13"/>
            <p:cNvSpPr txBox="1">
              <a:spLocks noChangeArrowheads="1"/>
            </p:cNvSpPr>
            <p:nvPr/>
          </p:nvSpPr>
          <p:spPr bwMode="auto">
            <a:xfrm>
              <a:off x="4213" y="749"/>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275" name="Text Box 14"/>
            <p:cNvSpPr txBox="1">
              <a:spLocks noChangeArrowheads="1"/>
            </p:cNvSpPr>
            <p:nvPr/>
          </p:nvSpPr>
          <p:spPr bwMode="auto">
            <a:xfrm>
              <a:off x="4161" y="958"/>
              <a:ext cx="502"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p>
          </p:txBody>
        </p:sp>
        <p:sp>
          <p:nvSpPr>
            <p:cNvPr id="177165" name="Oval 15"/>
            <p:cNvSpPr>
              <a:spLocks noChangeArrowheads="1"/>
            </p:cNvSpPr>
            <p:nvPr/>
          </p:nvSpPr>
          <p:spPr bwMode="auto">
            <a:xfrm>
              <a:off x="4641"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6" name="Oval 16"/>
            <p:cNvSpPr>
              <a:spLocks noChangeArrowheads="1"/>
            </p:cNvSpPr>
            <p:nvPr/>
          </p:nvSpPr>
          <p:spPr bwMode="auto">
            <a:xfrm>
              <a:off x="4194" y="1051"/>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67" name="Line 17"/>
            <p:cNvSpPr>
              <a:spLocks noChangeShapeType="1"/>
            </p:cNvSpPr>
            <p:nvPr/>
          </p:nvSpPr>
          <p:spPr bwMode="auto">
            <a:xfrm>
              <a:off x="4688" y="106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8" name="Line 18"/>
            <p:cNvSpPr>
              <a:spLocks noChangeShapeType="1"/>
            </p:cNvSpPr>
            <p:nvPr/>
          </p:nvSpPr>
          <p:spPr bwMode="auto">
            <a:xfrm>
              <a:off x="4631" y="843"/>
              <a:ext cx="28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69" name="Line 19"/>
            <p:cNvSpPr>
              <a:spLocks noChangeShapeType="1"/>
            </p:cNvSpPr>
            <p:nvPr/>
          </p:nvSpPr>
          <p:spPr bwMode="auto">
            <a:xfrm>
              <a:off x="3968" y="843"/>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0" name="Line 20"/>
            <p:cNvSpPr>
              <a:spLocks noChangeShapeType="1"/>
            </p:cNvSpPr>
            <p:nvPr/>
          </p:nvSpPr>
          <p:spPr bwMode="auto">
            <a:xfrm>
              <a:off x="4059" y="106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1" name="Line 21"/>
            <p:cNvSpPr>
              <a:spLocks noChangeShapeType="1"/>
            </p:cNvSpPr>
            <p:nvPr/>
          </p:nvSpPr>
          <p:spPr bwMode="auto">
            <a:xfrm>
              <a:off x="4822" y="1066"/>
              <a:ext cx="0" cy="232"/>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2" name="Oval 22"/>
            <p:cNvSpPr>
              <a:spLocks noChangeArrowheads="1"/>
            </p:cNvSpPr>
            <p:nvPr/>
          </p:nvSpPr>
          <p:spPr bwMode="auto">
            <a:xfrm>
              <a:off x="4043" y="1051"/>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3" name="AutoShape 23"/>
            <p:cNvSpPr>
              <a:spLocks noChangeArrowheads="1"/>
            </p:cNvSpPr>
            <p:nvPr/>
          </p:nvSpPr>
          <p:spPr bwMode="auto">
            <a:xfrm>
              <a:off x="3672" y="744"/>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4" name="AutoShape 24"/>
            <p:cNvSpPr>
              <a:spLocks noChangeArrowheads="1"/>
            </p:cNvSpPr>
            <p:nvPr/>
          </p:nvSpPr>
          <p:spPr bwMode="auto">
            <a:xfrm rot="10774188">
              <a:off x="3619" y="725"/>
              <a:ext cx="89" cy="247"/>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5" name="Line 25"/>
            <p:cNvSpPr>
              <a:spLocks noChangeShapeType="1"/>
            </p:cNvSpPr>
            <p:nvPr/>
          </p:nvSpPr>
          <p:spPr bwMode="auto">
            <a:xfrm>
              <a:off x="3595" y="78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6" name="Line 26"/>
            <p:cNvSpPr>
              <a:spLocks noChangeShapeType="1"/>
            </p:cNvSpPr>
            <p:nvPr/>
          </p:nvSpPr>
          <p:spPr bwMode="auto">
            <a:xfrm>
              <a:off x="3596" y="89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7" name="AutoShape 27"/>
            <p:cNvSpPr>
              <a:spLocks noChangeArrowheads="1"/>
            </p:cNvSpPr>
            <p:nvPr/>
          </p:nvSpPr>
          <p:spPr bwMode="auto">
            <a:xfrm>
              <a:off x="3225" y="635"/>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78" name="Line 28"/>
            <p:cNvSpPr>
              <a:spLocks noChangeShapeType="1"/>
            </p:cNvSpPr>
            <p:nvPr/>
          </p:nvSpPr>
          <p:spPr bwMode="auto">
            <a:xfrm>
              <a:off x="3484" y="964"/>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79" name="AutoShape 29"/>
            <p:cNvSpPr>
              <a:spLocks noChangeArrowheads="1"/>
            </p:cNvSpPr>
            <p:nvPr/>
          </p:nvSpPr>
          <p:spPr bwMode="auto">
            <a:xfrm>
              <a:off x="3225" y="868"/>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0" name="Line 30"/>
            <p:cNvSpPr>
              <a:spLocks noChangeShapeType="1"/>
            </p:cNvSpPr>
            <p:nvPr/>
          </p:nvSpPr>
          <p:spPr bwMode="auto">
            <a:xfrm>
              <a:off x="3500" y="72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1" name="Line 31"/>
            <p:cNvSpPr>
              <a:spLocks noChangeShapeType="1"/>
            </p:cNvSpPr>
            <p:nvPr/>
          </p:nvSpPr>
          <p:spPr bwMode="auto">
            <a:xfrm>
              <a:off x="3596" y="72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2" name="Line 32"/>
            <p:cNvSpPr>
              <a:spLocks noChangeShapeType="1"/>
            </p:cNvSpPr>
            <p:nvPr/>
          </p:nvSpPr>
          <p:spPr bwMode="auto">
            <a:xfrm>
              <a:off x="3596" y="90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83" name="Rectangle 33"/>
            <p:cNvSpPr>
              <a:spLocks noChangeArrowheads="1"/>
            </p:cNvSpPr>
            <p:nvPr/>
          </p:nvSpPr>
          <p:spPr bwMode="auto">
            <a:xfrm>
              <a:off x="4236" y="152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4" name="Text Box 34"/>
            <p:cNvSpPr txBox="1">
              <a:spLocks noChangeArrowheads="1"/>
            </p:cNvSpPr>
            <p:nvPr/>
          </p:nvSpPr>
          <p:spPr bwMode="auto">
            <a:xfrm>
              <a:off x="4462" y="1510"/>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185" name="Text Box 35"/>
            <p:cNvSpPr txBox="1">
              <a:spLocks noChangeArrowheads="1"/>
            </p:cNvSpPr>
            <p:nvPr/>
          </p:nvSpPr>
          <p:spPr bwMode="auto">
            <a:xfrm>
              <a:off x="4455" y="1743"/>
              <a:ext cx="2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186" name="Text Box 36"/>
            <p:cNvSpPr txBox="1">
              <a:spLocks noChangeArrowheads="1"/>
            </p:cNvSpPr>
            <p:nvPr/>
          </p:nvSpPr>
          <p:spPr bwMode="auto">
            <a:xfrm>
              <a:off x="4204" y="152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298" name="Text Box 37"/>
            <p:cNvSpPr txBox="1">
              <a:spLocks noChangeArrowheads="1"/>
            </p:cNvSpPr>
            <p:nvPr/>
          </p:nvSpPr>
          <p:spPr bwMode="auto">
            <a:xfrm>
              <a:off x="4141" y="1737"/>
              <a:ext cx="505" cy="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p>
          </p:txBody>
        </p:sp>
        <p:sp>
          <p:nvSpPr>
            <p:cNvPr id="177188" name="Oval 38"/>
            <p:cNvSpPr>
              <a:spLocks noChangeArrowheads="1"/>
            </p:cNvSpPr>
            <p:nvPr/>
          </p:nvSpPr>
          <p:spPr bwMode="auto">
            <a:xfrm>
              <a:off x="4632"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89" name="Oval 39"/>
            <p:cNvSpPr>
              <a:spLocks noChangeArrowheads="1"/>
            </p:cNvSpPr>
            <p:nvPr/>
          </p:nvSpPr>
          <p:spPr bwMode="auto">
            <a:xfrm>
              <a:off x="4185" y="1822"/>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0" name="Line 40"/>
            <p:cNvSpPr>
              <a:spLocks noChangeShapeType="1"/>
            </p:cNvSpPr>
            <p:nvPr/>
          </p:nvSpPr>
          <p:spPr bwMode="auto">
            <a:xfrm>
              <a:off x="4679" y="1835"/>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1" name="Line 41"/>
            <p:cNvSpPr>
              <a:spLocks noChangeShapeType="1"/>
            </p:cNvSpPr>
            <p:nvPr/>
          </p:nvSpPr>
          <p:spPr bwMode="auto">
            <a:xfrm>
              <a:off x="4621" y="161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2" name="Line 42"/>
            <p:cNvSpPr>
              <a:spLocks noChangeShapeType="1"/>
            </p:cNvSpPr>
            <p:nvPr/>
          </p:nvSpPr>
          <p:spPr bwMode="auto">
            <a:xfrm>
              <a:off x="3959" y="161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3" name="Line 43"/>
            <p:cNvSpPr>
              <a:spLocks noChangeShapeType="1"/>
            </p:cNvSpPr>
            <p:nvPr/>
          </p:nvSpPr>
          <p:spPr bwMode="auto">
            <a:xfrm>
              <a:off x="4050" y="1835"/>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4" name="Line 44"/>
            <p:cNvSpPr>
              <a:spLocks noChangeShapeType="1"/>
            </p:cNvSpPr>
            <p:nvPr/>
          </p:nvSpPr>
          <p:spPr bwMode="auto">
            <a:xfrm>
              <a:off x="4813" y="1835"/>
              <a:ext cx="0" cy="234"/>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5" name="Oval 45"/>
            <p:cNvSpPr>
              <a:spLocks noChangeArrowheads="1"/>
            </p:cNvSpPr>
            <p:nvPr/>
          </p:nvSpPr>
          <p:spPr bwMode="auto">
            <a:xfrm>
              <a:off x="4034" y="1811"/>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6" name="AutoShape 46"/>
            <p:cNvSpPr>
              <a:spLocks noChangeArrowheads="1"/>
            </p:cNvSpPr>
            <p:nvPr/>
          </p:nvSpPr>
          <p:spPr bwMode="auto">
            <a:xfrm>
              <a:off x="3663" y="1515"/>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7" name="AutoShape 47"/>
            <p:cNvSpPr>
              <a:spLocks noChangeArrowheads="1"/>
            </p:cNvSpPr>
            <p:nvPr/>
          </p:nvSpPr>
          <p:spPr bwMode="auto">
            <a:xfrm rot="10774188">
              <a:off x="3610" y="1495"/>
              <a:ext cx="89" cy="248"/>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198" name="Line 48"/>
            <p:cNvSpPr>
              <a:spLocks noChangeShapeType="1"/>
            </p:cNvSpPr>
            <p:nvPr/>
          </p:nvSpPr>
          <p:spPr bwMode="auto">
            <a:xfrm>
              <a:off x="3586" y="155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199" name="Line 49"/>
            <p:cNvSpPr>
              <a:spLocks noChangeShapeType="1"/>
            </p:cNvSpPr>
            <p:nvPr/>
          </p:nvSpPr>
          <p:spPr bwMode="auto">
            <a:xfrm>
              <a:off x="3587" y="1670"/>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0" name="AutoShape 50"/>
            <p:cNvSpPr>
              <a:spLocks noChangeArrowheads="1"/>
            </p:cNvSpPr>
            <p:nvPr/>
          </p:nvSpPr>
          <p:spPr bwMode="auto">
            <a:xfrm>
              <a:off x="3216" y="1404"/>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1" name="Line 51"/>
            <p:cNvSpPr>
              <a:spLocks noChangeShapeType="1"/>
            </p:cNvSpPr>
            <p:nvPr/>
          </p:nvSpPr>
          <p:spPr bwMode="auto">
            <a:xfrm>
              <a:off x="3475" y="1735"/>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2" name="AutoShape 52"/>
            <p:cNvSpPr>
              <a:spLocks noChangeArrowheads="1"/>
            </p:cNvSpPr>
            <p:nvPr/>
          </p:nvSpPr>
          <p:spPr bwMode="auto">
            <a:xfrm>
              <a:off x="3216" y="1638"/>
              <a:ext cx="259" cy="18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3" name="Line 53"/>
            <p:cNvSpPr>
              <a:spLocks noChangeShapeType="1"/>
            </p:cNvSpPr>
            <p:nvPr/>
          </p:nvSpPr>
          <p:spPr bwMode="auto">
            <a:xfrm>
              <a:off x="3491" y="149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4" name="Line 54"/>
            <p:cNvSpPr>
              <a:spLocks noChangeShapeType="1"/>
            </p:cNvSpPr>
            <p:nvPr/>
          </p:nvSpPr>
          <p:spPr bwMode="auto">
            <a:xfrm>
              <a:off x="3587" y="1498"/>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5" name="Line 55"/>
            <p:cNvSpPr>
              <a:spLocks noChangeShapeType="1"/>
            </p:cNvSpPr>
            <p:nvPr/>
          </p:nvSpPr>
          <p:spPr bwMode="auto">
            <a:xfrm>
              <a:off x="3587" y="1678"/>
              <a:ext cx="0" cy="69"/>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06" name="Rectangle 56"/>
            <p:cNvSpPr>
              <a:spLocks noChangeArrowheads="1"/>
            </p:cNvSpPr>
            <p:nvPr/>
          </p:nvSpPr>
          <p:spPr bwMode="auto">
            <a:xfrm>
              <a:off x="4236" y="2270"/>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07" name="Text Box 57"/>
            <p:cNvSpPr txBox="1">
              <a:spLocks noChangeArrowheads="1"/>
            </p:cNvSpPr>
            <p:nvPr/>
          </p:nvSpPr>
          <p:spPr bwMode="auto">
            <a:xfrm>
              <a:off x="4462" y="2258"/>
              <a:ext cx="290"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208" name="Text Box 58"/>
            <p:cNvSpPr txBox="1">
              <a:spLocks noChangeArrowheads="1"/>
            </p:cNvSpPr>
            <p:nvPr/>
          </p:nvSpPr>
          <p:spPr bwMode="auto">
            <a:xfrm>
              <a:off x="4455" y="249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209" name="Text Box 59"/>
            <p:cNvSpPr txBox="1">
              <a:spLocks noChangeArrowheads="1"/>
            </p:cNvSpPr>
            <p:nvPr/>
          </p:nvSpPr>
          <p:spPr bwMode="auto">
            <a:xfrm>
              <a:off x="4204" y="2270"/>
              <a:ext cx="287"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321" name="Text Box 60"/>
            <p:cNvSpPr txBox="1">
              <a:spLocks noChangeArrowheads="1"/>
            </p:cNvSpPr>
            <p:nvPr/>
          </p:nvSpPr>
          <p:spPr bwMode="auto">
            <a:xfrm>
              <a:off x="4146" y="2482"/>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p>
          </p:txBody>
        </p:sp>
        <p:sp>
          <p:nvSpPr>
            <p:cNvPr id="177211" name="Oval 61"/>
            <p:cNvSpPr>
              <a:spLocks noChangeArrowheads="1"/>
            </p:cNvSpPr>
            <p:nvPr/>
          </p:nvSpPr>
          <p:spPr bwMode="auto">
            <a:xfrm>
              <a:off x="4632"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2" name="Oval 62"/>
            <p:cNvSpPr>
              <a:spLocks noChangeArrowheads="1"/>
            </p:cNvSpPr>
            <p:nvPr/>
          </p:nvSpPr>
          <p:spPr bwMode="auto">
            <a:xfrm>
              <a:off x="4185" y="2572"/>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3" name="Line 63"/>
            <p:cNvSpPr>
              <a:spLocks noChangeShapeType="1"/>
            </p:cNvSpPr>
            <p:nvPr/>
          </p:nvSpPr>
          <p:spPr bwMode="auto">
            <a:xfrm>
              <a:off x="4679" y="258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4" name="Line 64"/>
            <p:cNvSpPr>
              <a:spLocks noChangeShapeType="1"/>
            </p:cNvSpPr>
            <p:nvPr/>
          </p:nvSpPr>
          <p:spPr bwMode="auto">
            <a:xfrm>
              <a:off x="4621" y="2362"/>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5" name="Line 65"/>
            <p:cNvSpPr>
              <a:spLocks noChangeShapeType="1"/>
            </p:cNvSpPr>
            <p:nvPr/>
          </p:nvSpPr>
          <p:spPr bwMode="auto">
            <a:xfrm>
              <a:off x="3959" y="2362"/>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6" name="Line 66"/>
            <p:cNvSpPr>
              <a:spLocks noChangeShapeType="1"/>
            </p:cNvSpPr>
            <p:nvPr/>
          </p:nvSpPr>
          <p:spPr bwMode="auto">
            <a:xfrm>
              <a:off x="4050" y="258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7" name="Line 67"/>
            <p:cNvSpPr>
              <a:spLocks noChangeShapeType="1"/>
            </p:cNvSpPr>
            <p:nvPr/>
          </p:nvSpPr>
          <p:spPr bwMode="auto">
            <a:xfrm>
              <a:off x="4813" y="2586"/>
              <a:ext cx="0" cy="231"/>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18" name="Oval 68"/>
            <p:cNvSpPr>
              <a:spLocks noChangeArrowheads="1"/>
            </p:cNvSpPr>
            <p:nvPr/>
          </p:nvSpPr>
          <p:spPr bwMode="auto">
            <a:xfrm>
              <a:off x="4034" y="2572"/>
              <a:ext cx="48" cy="48"/>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19" name="AutoShape 69"/>
            <p:cNvSpPr>
              <a:spLocks noChangeArrowheads="1"/>
            </p:cNvSpPr>
            <p:nvPr/>
          </p:nvSpPr>
          <p:spPr bwMode="auto">
            <a:xfrm>
              <a:off x="3663" y="2264"/>
              <a:ext cx="287" cy="20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0" name="AutoShape 70"/>
            <p:cNvSpPr>
              <a:spLocks noChangeArrowheads="1"/>
            </p:cNvSpPr>
            <p:nvPr/>
          </p:nvSpPr>
          <p:spPr bwMode="auto">
            <a:xfrm rot="10774188">
              <a:off x="3610" y="2244"/>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1" name="Line 71"/>
            <p:cNvSpPr>
              <a:spLocks noChangeShapeType="1"/>
            </p:cNvSpPr>
            <p:nvPr/>
          </p:nvSpPr>
          <p:spPr bwMode="auto">
            <a:xfrm>
              <a:off x="3586" y="230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2" name="Line 72"/>
            <p:cNvSpPr>
              <a:spLocks noChangeShapeType="1"/>
            </p:cNvSpPr>
            <p:nvPr/>
          </p:nvSpPr>
          <p:spPr bwMode="auto">
            <a:xfrm>
              <a:off x="3587" y="241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3" name="AutoShape 73"/>
            <p:cNvSpPr>
              <a:spLocks noChangeArrowheads="1"/>
            </p:cNvSpPr>
            <p:nvPr/>
          </p:nvSpPr>
          <p:spPr bwMode="auto">
            <a:xfrm>
              <a:off x="3216" y="2153"/>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4" name="Line 74"/>
            <p:cNvSpPr>
              <a:spLocks noChangeShapeType="1"/>
            </p:cNvSpPr>
            <p:nvPr/>
          </p:nvSpPr>
          <p:spPr bwMode="auto">
            <a:xfrm>
              <a:off x="3475" y="248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5" name="AutoShape 75"/>
            <p:cNvSpPr>
              <a:spLocks noChangeArrowheads="1"/>
            </p:cNvSpPr>
            <p:nvPr/>
          </p:nvSpPr>
          <p:spPr bwMode="auto">
            <a:xfrm>
              <a:off x="3216" y="2389"/>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26" name="Line 76"/>
            <p:cNvSpPr>
              <a:spLocks noChangeShapeType="1"/>
            </p:cNvSpPr>
            <p:nvPr/>
          </p:nvSpPr>
          <p:spPr bwMode="auto">
            <a:xfrm>
              <a:off x="3491" y="2247"/>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7" name="Line 77"/>
            <p:cNvSpPr>
              <a:spLocks noChangeShapeType="1"/>
            </p:cNvSpPr>
            <p:nvPr/>
          </p:nvSpPr>
          <p:spPr bwMode="auto">
            <a:xfrm>
              <a:off x="3587" y="224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8" name="Line 78"/>
            <p:cNvSpPr>
              <a:spLocks noChangeShapeType="1"/>
            </p:cNvSpPr>
            <p:nvPr/>
          </p:nvSpPr>
          <p:spPr bwMode="auto">
            <a:xfrm>
              <a:off x="3587" y="2429"/>
              <a:ext cx="0" cy="6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29" name="Rectangle 79"/>
            <p:cNvSpPr>
              <a:spLocks noChangeArrowheads="1"/>
            </p:cNvSpPr>
            <p:nvPr/>
          </p:nvSpPr>
          <p:spPr bwMode="auto">
            <a:xfrm>
              <a:off x="4236" y="3018"/>
              <a:ext cx="385" cy="421"/>
            </a:xfrm>
            <a:prstGeom prst="rect">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0" name="Text Box 80"/>
            <p:cNvSpPr txBox="1">
              <a:spLocks noChangeArrowheads="1"/>
            </p:cNvSpPr>
            <p:nvPr/>
          </p:nvSpPr>
          <p:spPr bwMode="auto">
            <a:xfrm>
              <a:off x="4462" y="3007"/>
              <a:ext cx="290"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231" name="Text Box 81"/>
            <p:cNvSpPr txBox="1">
              <a:spLocks noChangeArrowheads="1"/>
            </p:cNvSpPr>
            <p:nvPr/>
          </p:nvSpPr>
          <p:spPr bwMode="auto">
            <a:xfrm>
              <a:off x="4455" y="3241"/>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77232" name="Text Box 82"/>
            <p:cNvSpPr txBox="1">
              <a:spLocks noChangeArrowheads="1"/>
            </p:cNvSpPr>
            <p:nvPr/>
          </p:nvSpPr>
          <p:spPr bwMode="auto">
            <a:xfrm>
              <a:off x="4204" y="3018"/>
              <a:ext cx="287"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344" name="Text Box 83"/>
            <p:cNvSpPr txBox="1">
              <a:spLocks noChangeArrowheads="1"/>
            </p:cNvSpPr>
            <p:nvPr/>
          </p:nvSpPr>
          <p:spPr bwMode="auto">
            <a:xfrm>
              <a:off x="4146" y="3231"/>
              <a:ext cx="505"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t>
              </a:r>
              <a:r>
                <a:rPr kumimoji="0" lang="en-US" altLang="zh-CN" sz="105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CK</a:t>
              </a:r>
            </a:p>
          </p:txBody>
        </p:sp>
        <p:sp>
          <p:nvSpPr>
            <p:cNvPr id="177234" name="Oval 84"/>
            <p:cNvSpPr>
              <a:spLocks noChangeArrowheads="1"/>
            </p:cNvSpPr>
            <p:nvPr/>
          </p:nvSpPr>
          <p:spPr bwMode="auto">
            <a:xfrm>
              <a:off x="4632"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5" name="Oval 85"/>
            <p:cNvSpPr>
              <a:spLocks noChangeArrowheads="1"/>
            </p:cNvSpPr>
            <p:nvPr/>
          </p:nvSpPr>
          <p:spPr bwMode="auto">
            <a:xfrm>
              <a:off x="4185" y="3320"/>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36" name="Line 86"/>
            <p:cNvSpPr>
              <a:spLocks noChangeShapeType="1"/>
            </p:cNvSpPr>
            <p:nvPr/>
          </p:nvSpPr>
          <p:spPr bwMode="auto">
            <a:xfrm>
              <a:off x="4679" y="3336"/>
              <a:ext cx="14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7" name="Line 87"/>
            <p:cNvSpPr>
              <a:spLocks noChangeShapeType="1"/>
            </p:cNvSpPr>
            <p:nvPr/>
          </p:nvSpPr>
          <p:spPr bwMode="auto">
            <a:xfrm>
              <a:off x="4621" y="3111"/>
              <a:ext cx="28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8" name="Line 88"/>
            <p:cNvSpPr>
              <a:spLocks noChangeShapeType="1"/>
            </p:cNvSpPr>
            <p:nvPr/>
          </p:nvSpPr>
          <p:spPr bwMode="auto">
            <a:xfrm>
              <a:off x="3959" y="3111"/>
              <a:ext cx="28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39" name="Line 89"/>
            <p:cNvSpPr>
              <a:spLocks noChangeShapeType="1"/>
            </p:cNvSpPr>
            <p:nvPr/>
          </p:nvSpPr>
          <p:spPr bwMode="auto">
            <a:xfrm>
              <a:off x="4050" y="3336"/>
              <a:ext cx="140"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0" name="Line 90"/>
            <p:cNvSpPr>
              <a:spLocks noChangeShapeType="1"/>
            </p:cNvSpPr>
            <p:nvPr/>
          </p:nvSpPr>
          <p:spPr bwMode="auto">
            <a:xfrm>
              <a:off x="4824" y="3336"/>
              <a:ext cx="0" cy="1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1" name="Oval 91"/>
            <p:cNvSpPr>
              <a:spLocks noChangeArrowheads="1"/>
            </p:cNvSpPr>
            <p:nvPr/>
          </p:nvSpPr>
          <p:spPr bwMode="auto">
            <a:xfrm>
              <a:off x="4034" y="3320"/>
              <a:ext cx="48" cy="47"/>
            </a:xfrm>
            <a:prstGeom prst="ellipse">
              <a:avLst/>
            </a:prstGeom>
            <a:solidFill>
              <a:srgbClr val="FFFF00"/>
            </a:solidFill>
            <a:ln w="28575">
              <a:solidFill>
                <a:srgbClr val="FFFF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2" name="AutoShape 92"/>
            <p:cNvSpPr>
              <a:spLocks noChangeArrowheads="1"/>
            </p:cNvSpPr>
            <p:nvPr/>
          </p:nvSpPr>
          <p:spPr bwMode="auto">
            <a:xfrm>
              <a:off x="3663" y="3012"/>
              <a:ext cx="287" cy="21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3" name="AutoShape 93"/>
            <p:cNvSpPr>
              <a:spLocks noChangeArrowheads="1"/>
            </p:cNvSpPr>
            <p:nvPr/>
          </p:nvSpPr>
          <p:spPr bwMode="auto">
            <a:xfrm rot="10774188">
              <a:off x="3610" y="2992"/>
              <a:ext cx="89" cy="247"/>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4" name="Line 94"/>
            <p:cNvSpPr>
              <a:spLocks noChangeShapeType="1"/>
            </p:cNvSpPr>
            <p:nvPr/>
          </p:nvSpPr>
          <p:spPr bwMode="auto">
            <a:xfrm>
              <a:off x="3586" y="3058"/>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5" name="Line 95"/>
            <p:cNvSpPr>
              <a:spLocks noChangeShapeType="1"/>
            </p:cNvSpPr>
            <p:nvPr/>
          </p:nvSpPr>
          <p:spPr bwMode="auto">
            <a:xfrm>
              <a:off x="3587" y="3169"/>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6" name="AutoShape 96"/>
            <p:cNvSpPr>
              <a:spLocks noChangeArrowheads="1"/>
            </p:cNvSpPr>
            <p:nvPr/>
          </p:nvSpPr>
          <p:spPr bwMode="auto">
            <a:xfrm>
              <a:off x="3216" y="2901"/>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7" name="Line 97"/>
            <p:cNvSpPr>
              <a:spLocks noChangeShapeType="1"/>
            </p:cNvSpPr>
            <p:nvPr/>
          </p:nvSpPr>
          <p:spPr bwMode="auto">
            <a:xfrm>
              <a:off x="3475" y="3233"/>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48" name="AutoShape 98"/>
            <p:cNvSpPr>
              <a:spLocks noChangeArrowheads="1"/>
            </p:cNvSpPr>
            <p:nvPr/>
          </p:nvSpPr>
          <p:spPr bwMode="auto">
            <a:xfrm>
              <a:off x="3216" y="3137"/>
              <a:ext cx="259" cy="187"/>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49" name="Line 99"/>
            <p:cNvSpPr>
              <a:spLocks noChangeShapeType="1"/>
            </p:cNvSpPr>
            <p:nvPr/>
          </p:nvSpPr>
          <p:spPr bwMode="auto">
            <a:xfrm>
              <a:off x="3491" y="2996"/>
              <a:ext cx="11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0" name="Line 100"/>
            <p:cNvSpPr>
              <a:spLocks noChangeShapeType="1"/>
            </p:cNvSpPr>
            <p:nvPr/>
          </p:nvSpPr>
          <p:spPr bwMode="auto">
            <a:xfrm>
              <a:off x="3587" y="2996"/>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1" name="Line 101"/>
            <p:cNvSpPr>
              <a:spLocks noChangeShapeType="1"/>
            </p:cNvSpPr>
            <p:nvPr/>
          </p:nvSpPr>
          <p:spPr bwMode="auto">
            <a:xfrm>
              <a:off x="3587" y="3177"/>
              <a:ext cx="0" cy="6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2" name="Line 102"/>
            <p:cNvSpPr>
              <a:spLocks noChangeShapeType="1"/>
            </p:cNvSpPr>
            <p:nvPr/>
          </p:nvSpPr>
          <p:spPr bwMode="auto">
            <a:xfrm flipV="1">
              <a:off x="2794" y="101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3" name="AutoShape 103"/>
            <p:cNvSpPr>
              <a:spLocks noChangeArrowheads="1"/>
            </p:cNvSpPr>
            <p:nvPr/>
          </p:nvSpPr>
          <p:spPr bwMode="auto">
            <a:xfrm>
              <a:off x="2465" y="90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4" name="AutoShape 104"/>
            <p:cNvSpPr>
              <a:spLocks noChangeArrowheads="1"/>
            </p:cNvSpPr>
            <p:nvPr/>
          </p:nvSpPr>
          <p:spPr bwMode="auto">
            <a:xfrm rot="10774188">
              <a:off x="2400" y="879"/>
              <a:ext cx="118" cy="281"/>
            </a:xfrm>
            <a:prstGeom prst="moon">
              <a:avLst>
                <a:gd name="adj" fmla="val 50000"/>
              </a:avLst>
            </a:prstGeom>
            <a:solidFill>
              <a:srgbClr val="000066"/>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5" name="Line 105"/>
            <p:cNvSpPr>
              <a:spLocks noChangeShapeType="1"/>
            </p:cNvSpPr>
            <p:nvPr/>
          </p:nvSpPr>
          <p:spPr bwMode="auto">
            <a:xfrm flipV="1">
              <a:off x="1711" y="967"/>
              <a:ext cx="80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6" name="Line 106"/>
            <p:cNvSpPr>
              <a:spLocks noChangeShapeType="1"/>
            </p:cNvSpPr>
            <p:nvPr/>
          </p:nvSpPr>
          <p:spPr bwMode="auto">
            <a:xfrm>
              <a:off x="2255" y="107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57" name="Freeform 107"/>
            <p:cNvSpPr>
              <a:spLocks noChangeAspect="1"/>
            </p:cNvSpPr>
            <p:nvPr/>
          </p:nvSpPr>
          <p:spPr>
            <a:xfrm>
              <a:off x="2389" y="906"/>
              <a:ext cx="54" cy="234"/>
            </a:xfrm>
            <a:custGeom>
              <a:avLst/>
              <a:gdLst/>
              <a:ahLst/>
              <a:cxnLst>
                <a:cxn ang="0">
                  <a:pos x="0" y="0"/>
                </a:cxn>
                <a:cxn ang="0">
                  <a:pos x="0" y="0"/>
                </a:cxn>
                <a:cxn ang="0">
                  <a:pos x="0" y="0"/>
                </a:cxn>
                <a:cxn ang="0">
                  <a:pos x="0" y="0"/>
                </a:cxn>
                <a:cxn ang="0">
                  <a:pos x="0" y="0"/>
                </a:cxn>
              </a:cxnLst>
              <a:rect l="0" t="0" r="0" b="0"/>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77258" name="Oval 108"/>
            <p:cNvSpPr>
              <a:spLocks noChangeArrowheads="1"/>
            </p:cNvSpPr>
            <p:nvPr/>
          </p:nvSpPr>
          <p:spPr bwMode="auto">
            <a:xfrm>
              <a:off x="2391" y="105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59" name="Line 109"/>
            <p:cNvSpPr>
              <a:spLocks noChangeShapeType="1"/>
            </p:cNvSpPr>
            <p:nvPr/>
          </p:nvSpPr>
          <p:spPr bwMode="auto">
            <a:xfrm flipV="1">
              <a:off x="2803" y="1777"/>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0" name="AutoShape 110"/>
            <p:cNvSpPr>
              <a:spLocks noChangeArrowheads="1"/>
            </p:cNvSpPr>
            <p:nvPr/>
          </p:nvSpPr>
          <p:spPr bwMode="auto">
            <a:xfrm>
              <a:off x="2474" y="1666"/>
              <a:ext cx="322" cy="234"/>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1" name="AutoShape 111"/>
            <p:cNvSpPr>
              <a:spLocks noChangeArrowheads="1"/>
            </p:cNvSpPr>
            <p:nvPr/>
          </p:nvSpPr>
          <p:spPr bwMode="auto">
            <a:xfrm rot="10774188">
              <a:off x="2409" y="1638"/>
              <a:ext cx="120" cy="282"/>
            </a:xfrm>
            <a:prstGeom prst="moon">
              <a:avLst>
                <a:gd name="adj" fmla="val 50000"/>
              </a:avLst>
            </a:prstGeom>
            <a:solidFill>
              <a:srgbClr val="000088"/>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2" name="Line 112"/>
            <p:cNvSpPr>
              <a:spLocks noChangeShapeType="1"/>
            </p:cNvSpPr>
            <p:nvPr/>
          </p:nvSpPr>
          <p:spPr bwMode="auto">
            <a:xfrm>
              <a:off x="2264" y="1831"/>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3" name="Freeform 113"/>
            <p:cNvSpPr>
              <a:spLocks noChangeAspect="1"/>
            </p:cNvSpPr>
            <p:nvPr/>
          </p:nvSpPr>
          <p:spPr>
            <a:xfrm>
              <a:off x="2398" y="1666"/>
              <a:ext cx="54" cy="234"/>
            </a:xfrm>
            <a:custGeom>
              <a:avLst/>
              <a:gdLst/>
              <a:ahLst/>
              <a:cxnLst>
                <a:cxn ang="0">
                  <a:pos x="0" y="0"/>
                </a:cxn>
                <a:cxn ang="0">
                  <a:pos x="0" y="0"/>
                </a:cxn>
                <a:cxn ang="0">
                  <a:pos x="0" y="0"/>
                </a:cxn>
                <a:cxn ang="0">
                  <a:pos x="0" y="0"/>
                </a:cxn>
                <a:cxn ang="0">
                  <a:pos x="0" y="0"/>
                </a:cxn>
              </a:cxnLst>
              <a:rect l="0" t="0" r="0" b="0"/>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77264" name="Oval 114"/>
            <p:cNvSpPr>
              <a:spLocks noChangeArrowheads="1"/>
            </p:cNvSpPr>
            <p:nvPr/>
          </p:nvSpPr>
          <p:spPr bwMode="auto">
            <a:xfrm>
              <a:off x="2400" y="1815"/>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5" name="Line 115"/>
            <p:cNvSpPr>
              <a:spLocks noChangeShapeType="1"/>
            </p:cNvSpPr>
            <p:nvPr/>
          </p:nvSpPr>
          <p:spPr bwMode="auto">
            <a:xfrm flipV="1">
              <a:off x="2803" y="2522"/>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6" name="AutoShape 116"/>
            <p:cNvSpPr>
              <a:spLocks noChangeArrowheads="1"/>
            </p:cNvSpPr>
            <p:nvPr/>
          </p:nvSpPr>
          <p:spPr bwMode="auto">
            <a:xfrm>
              <a:off x="2474" y="2411"/>
              <a:ext cx="322" cy="23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7" name="AutoShape 117"/>
            <p:cNvSpPr>
              <a:spLocks noChangeArrowheads="1"/>
            </p:cNvSpPr>
            <p:nvPr/>
          </p:nvSpPr>
          <p:spPr bwMode="auto">
            <a:xfrm rot="10774188">
              <a:off x="2409" y="2385"/>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68" name="Line 118"/>
            <p:cNvSpPr>
              <a:spLocks noChangeShapeType="1"/>
            </p:cNvSpPr>
            <p:nvPr/>
          </p:nvSpPr>
          <p:spPr bwMode="auto">
            <a:xfrm>
              <a:off x="2264" y="2576"/>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69" name="Freeform 119"/>
            <p:cNvSpPr>
              <a:spLocks noChangeAspect="1"/>
            </p:cNvSpPr>
            <p:nvPr/>
          </p:nvSpPr>
          <p:spPr>
            <a:xfrm>
              <a:off x="2398" y="2411"/>
              <a:ext cx="54" cy="234"/>
            </a:xfrm>
            <a:custGeom>
              <a:avLst/>
              <a:gdLst/>
              <a:ahLst/>
              <a:cxnLst>
                <a:cxn ang="0">
                  <a:pos x="0" y="0"/>
                </a:cxn>
                <a:cxn ang="0">
                  <a:pos x="0" y="0"/>
                </a:cxn>
                <a:cxn ang="0">
                  <a:pos x="0" y="0"/>
                </a:cxn>
                <a:cxn ang="0">
                  <a:pos x="0" y="0"/>
                </a:cxn>
                <a:cxn ang="0">
                  <a:pos x="0" y="0"/>
                </a:cxn>
              </a:cxnLst>
              <a:rect l="0" t="0" r="0" b="0"/>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77270" name="Oval 120"/>
            <p:cNvSpPr>
              <a:spLocks noChangeArrowheads="1"/>
            </p:cNvSpPr>
            <p:nvPr/>
          </p:nvSpPr>
          <p:spPr bwMode="auto">
            <a:xfrm>
              <a:off x="2400" y="2560"/>
              <a:ext cx="49" cy="48"/>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1" name="Line 121"/>
            <p:cNvSpPr>
              <a:spLocks noChangeShapeType="1"/>
            </p:cNvSpPr>
            <p:nvPr/>
          </p:nvSpPr>
          <p:spPr bwMode="auto">
            <a:xfrm flipV="1">
              <a:off x="2803" y="3276"/>
              <a:ext cx="42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2" name="AutoShape 122"/>
            <p:cNvSpPr>
              <a:spLocks noChangeArrowheads="1"/>
            </p:cNvSpPr>
            <p:nvPr/>
          </p:nvSpPr>
          <p:spPr bwMode="auto">
            <a:xfrm>
              <a:off x="2474" y="3165"/>
              <a:ext cx="322" cy="23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3" name="AutoShape 123"/>
            <p:cNvSpPr>
              <a:spLocks noChangeArrowheads="1"/>
            </p:cNvSpPr>
            <p:nvPr/>
          </p:nvSpPr>
          <p:spPr bwMode="auto">
            <a:xfrm rot="10774188">
              <a:off x="2409" y="3137"/>
              <a:ext cx="120" cy="282"/>
            </a:xfrm>
            <a:prstGeom prst="moon">
              <a:avLst>
                <a:gd name="adj" fmla="val 50000"/>
              </a:avLst>
            </a:prstGeom>
            <a:solidFill>
              <a:srgbClr val="000092"/>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4" name="Line 124"/>
            <p:cNvSpPr>
              <a:spLocks noChangeShapeType="1"/>
            </p:cNvSpPr>
            <p:nvPr/>
          </p:nvSpPr>
          <p:spPr bwMode="auto">
            <a:xfrm>
              <a:off x="2264" y="3329"/>
              <a:ext cx="2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5" name="Freeform 125"/>
            <p:cNvSpPr>
              <a:spLocks noChangeAspect="1"/>
            </p:cNvSpPr>
            <p:nvPr/>
          </p:nvSpPr>
          <p:spPr>
            <a:xfrm>
              <a:off x="2398" y="3164"/>
              <a:ext cx="54" cy="234"/>
            </a:xfrm>
            <a:custGeom>
              <a:avLst/>
              <a:gdLst/>
              <a:ahLst/>
              <a:cxnLst>
                <a:cxn ang="0">
                  <a:pos x="0" y="0"/>
                </a:cxn>
                <a:cxn ang="0">
                  <a:pos x="0" y="0"/>
                </a:cxn>
                <a:cxn ang="0">
                  <a:pos x="0" y="0"/>
                </a:cxn>
                <a:cxn ang="0">
                  <a:pos x="0" y="0"/>
                </a:cxn>
                <a:cxn ang="0">
                  <a:pos x="0" y="0"/>
                </a:cxn>
              </a:cxnLst>
              <a:rect l="0" t="0" r="0" b="0"/>
              <a:pathLst>
                <a:path w="192" h="1152">
                  <a:moveTo>
                    <a:pt x="0" y="0"/>
                  </a:moveTo>
                  <a:cubicBezTo>
                    <a:pt x="56" y="72"/>
                    <a:pt x="112" y="144"/>
                    <a:pt x="144" y="240"/>
                  </a:cubicBezTo>
                  <a:cubicBezTo>
                    <a:pt x="176" y="336"/>
                    <a:pt x="192" y="464"/>
                    <a:pt x="192" y="576"/>
                  </a:cubicBezTo>
                  <a:cubicBezTo>
                    <a:pt x="192" y="688"/>
                    <a:pt x="176" y="816"/>
                    <a:pt x="144" y="912"/>
                  </a:cubicBezTo>
                  <a:cubicBezTo>
                    <a:pt x="112" y="1008"/>
                    <a:pt x="56" y="1080"/>
                    <a:pt x="0" y="1152"/>
                  </a:cubicBezTo>
                </a:path>
              </a:pathLst>
            </a:custGeom>
            <a:noFill/>
            <a:ln w="28575" cap="flat" cmpd="sng">
              <a:solidFill>
                <a:schemeClr val="bg1">
                  <a:alpha val="100000"/>
                </a:schemeClr>
              </a:solidFill>
              <a:prstDash val="solid"/>
              <a:round/>
              <a:headEnd type="none" w="med" len="med"/>
              <a:tailEnd type="none" w="med" len="med"/>
            </a:ln>
          </p:spPr>
          <p:txBody>
            <a:bodyPr/>
            <a:lstStyle/>
            <a:p>
              <a:endParaRPr lang="zh-CN" altLang="en-US"/>
            </a:p>
          </p:txBody>
        </p:sp>
        <p:sp>
          <p:nvSpPr>
            <p:cNvPr id="177276" name="Oval 126"/>
            <p:cNvSpPr>
              <a:spLocks noChangeArrowheads="1"/>
            </p:cNvSpPr>
            <p:nvPr/>
          </p:nvSpPr>
          <p:spPr bwMode="auto">
            <a:xfrm>
              <a:off x="2400" y="3313"/>
              <a:ext cx="49" cy="47"/>
            </a:xfrm>
            <a:prstGeom prst="ellipse">
              <a:avLst/>
            </a:prstGeom>
            <a:solidFill>
              <a:schemeClr val="tx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7" name="Line 127"/>
            <p:cNvSpPr>
              <a:spLocks noChangeShapeType="1"/>
            </p:cNvSpPr>
            <p:nvPr/>
          </p:nvSpPr>
          <p:spPr bwMode="auto">
            <a:xfrm>
              <a:off x="2166" y="1733"/>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78" name="AutoShape 128"/>
            <p:cNvSpPr>
              <a:spLocks noChangeArrowheads="1"/>
            </p:cNvSpPr>
            <p:nvPr/>
          </p:nvSpPr>
          <p:spPr bwMode="auto">
            <a:xfrm>
              <a:off x="1878" y="1624"/>
              <a:ext cx="289"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79" name="Line 129"/>
            <p:cNvSpPr>
              <a:spLocks noChangeShapeType="1"/>
            </p:cNvSpPr>
            <p:nvPr/>
          </p:nvSpPr>
          <p:spPr bwMode="auto">
            <a:xfrm>
              <a:off x="2123" y="431"/>
              <a:ext cx="721"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280" name="Group 130"/>
            <p:cNvGrpSpPr/>
            <p:nvPr/>
          </p:nvGrpSpPr>
          <p:grpSpPr>
            <a:xfrm>
              <a:off x="1883" y="2373"/>
              <a:ext cx="644" cy="213"/>
              <a:chOff x="0" y="0"/>
              <a:chExt cx="644" cy="218"/>
            </a:xfrm>
          </p:grpSpPr>
          <p:sp>
            <p:nvSpPr>
              <p:cNvPr id="177417" name="Line 131"/>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8" name="AutoShape 132"/>
              <p:cNvSpPr>
                <a:spLocks noChangeArrowheads="1"/>
              </p:cNvSpPr>
              <p:nvPr/>
            </p:nvSpPr>
            <p:spPr bwMode="auto">
              <a:xfrm>
                <a:off x="0" y="-2"/>
                <a:ext cx="289" cy="220"/>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grpSp>
          <p:nvGrpSpPr>
            <p:cNvPr id="177281" name="Group 133"/>
            <p:cNvGrpSpPr/>
            <p:nvPr/>
          </p:nvGrpSpPr>
          <p:grpSpPr>
            <a:xfrm>
              <a:off x="1883" y="3111"/>
              <a:ext cx="644" cy="213"/>
              <a:chOff x="0" y="0"/>
              <a:chExt cx="644" cy="218"/>
            </a:xfrm>
          </p:grpSpPr>
          <p:sp>
            <p:nvSpPr>
              <p:cNvPr id="177415" name="Line 134"/>
              <p:cNvSpPr>
                <a:spLocks noChangeShapeType="1"/>
              </p:cNvSpPr>
              <p:nvPr/>
            </p:nvSpPr>
            <p:spPr bwMode="auto">
              <a:xfrm>
                <a:off x="289" y="112"/>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16" name="AutoShape 135"/>
              <p:cNvSpPr>
                <a:spLocks noChangeArrowheads="1"/>
              </p:cNvSpPr>
              <p:nvPr/>
            </p:nvSpPr>
            <p:spPr bwMode="auto">
              <a:xfrm>
                <a:off x="0" y="0"/>
                <a:ext cx="289"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282" name="Line 136"/>
            <p:cNvSpPr>
              <a:spLocks noChangeShapeType="1"/>
            </p:cNvSpPr>
            <p:nvPr/>
          </p:nvSpPr>
          <p:spPr bwMode="auto">
            <a:xfrm>
              <a:off x="2710" y="297"/>
              <a:ext cx="35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3" name="Line 137"/>
            <p:cNvSpPr>
              <a:spLocks noChangeShapeType="1"/>
            </p:cNvSpPr>
            <p:nvPr/>
          </p:nvSpPr>
          <p:spPr bwMode="auto">
            <a:xfrm>
              <a:off x="480" y="773"/>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4" name="Line 138"/>
            <p:cNvSpPr>
              <a:spLocks noChangeShapeType="1"/>
            </p:cNvSpPr>
            <p:nvPr/>
          </p:nvSpPr>
          <p:spPr bwMode="auto">
            <a:xfrm>
              <a:off x="3060" y="293"/>
              <a:ext cx="0" cy="2669"/>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5" name="Line 139"/>
            <p:cNvSpPr>
              <a:spLocks noChangeShapeType="1"/>
            </p:cNvSpPr>
            <p:nvPr/>
          </p:nvSpPr>
          <p:spPr bwMode="auto">
            <a:xfrm>
              <a:off x="2722" y="588"/>
              <a:ext cx="24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6" name="AutoShape 140"/>
            <p:cNvSpPr>
              <a:spLocks noChangeArrowheads="1"/>
            </p:cNvSpPr>
            <p:nvPr/>
          </p:nvSpPr>
          <p:spPr bwMode="auto">
            <a:xfrm>
              <a:off x="2422" y="480"/>
              <a:ext cx="291" cy="211"/>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87" name="Line 141"/>
            <p:cNvSpPr>
              <a:spLocks noChangeShapeType="1"/>
            </p:cNvSpPr>
            <p:nvPr/>
          </p:nvSpPr>
          <p:spPr bwMode="auto">
            <a:xfrm>
              <a:off x="2950" y="582"/>
              <a:ext cx="0" cy="2621"/>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8" name="Line 142"/>
            <p:cNvSpPr>
              <a:spLocks noChangeShapeType="1"/>
            </p:cNvSpPr>
            <p:nvPr/>
          </p:nvSpPr>
          <p:spPr bwMode="auto">
            <a:xfrm>
              <a:off x="480" y="3032"/>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89" name="Line 143"/>
            <p:cNvSpPr>
              <a:spLocks noChangeShapeType="1"/>
            </p:cNvSpPr>
            <p:nvPr/>
          </p:nvSpPr>
          <p:spPr bwMode="auto">
            <a:xfrm>
              <a:off x="3072" y="295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0" name="Line 144"/>
            <p:cNvSpPr>
              <a:spLocks noChangeShapeType="1"/>
            </p:cNvSpPr>
            <p:nvPr/>
          </p:nvSpPr>
          <p:spPr bwMode="auto">
            <a:xfrm>
              <a:off x="2950" y="319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1" name="Line 145"/>
            <p:cNvSpPr>
              <a:spLocks noChangeShapeType="1"/>
            </p:cNvSpPr>
            <p:nvPr/>
          </p:nvSpPr>
          <p:spPr bwMode="auto">
            <a:xfrm>
              <a:off x="3072" y="703"/>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2" name="Line 146"/>
            <p:cNvSpPr>
              <a:spLocks noChangeShapeType="1"/>
            </p:cNvSpPr>
            <p:nvPr/>
          </p:nvSpPr>
          <p:spPr bwMode="auto">
            <a:xfrm>
              <a:off x="3072" y="1451"/>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3" name="Line 147"/>
            <p:cNvSpPr>
              <a:spLocks noChangeShapeType="1"/>
            </p:cNvSpPr>
            <p:nvPr/>
          </p:nvSpPr>
          <p:spPr bwMode="auto">
            <a:xfrm>
              <a:off x="3072" y="2200"/>
              <a:ext cx="144"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4" name="Line 148"/>
            <p:cNvSpPr>
              <a:spLocks noChangeShapeType="1"/>
            </p:cNvSpPr>
            <p:nvPr/>
          </p:nvSpPr>
          <p:spPr bwMode="auto">
            <a:xfrm>
              <a:off x="2950" y="2434"/>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5" name="Line 149"/>
            <p:cNvSpPr>
              <a:spLocks noChangeShapeType="1"/>
            </p:cNvSpPr>
            <p:nvPr/>
          </p:nvSpPr>
          <p:spPr bwMode="auto">
            <a:xfrm>
              <a:off x="2950" y="1697"/>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6" name="Line 150"/>
            <p:cNvSpPr>
              <a:spLocks noChangeShapeType="1"/>
            </p:cNvSpPr>
            <p:nvPr/>
          </p:nvSpPr>
          <p:spPr bwMode="auto">
            <a:xfrm>
              <a:off x="2950" y="932"/>
              <a:ext cx="27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297" name="Oval 151"/>
            <p:cNvSpPr>
              <a:spLocks noChangeArrowheads="1"/>
            </p:cNvSpPr>
            <p:nvPr/>
          </p:nvSpPr>
          <p:spPr bwMode="auto">
            <a:xfrm>
              <a:off x="3035" y="677"/>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8" name="Oval 152"/>
            <p:cNvSpPr>
              <a:spLocks noChangeArrowheads="1"/>
            </p:cNvSpPr>
            <p:nvPr/>
          </p:nvSpPr>
          <p:spPr bwMode="auto">
            <a:xfrm>
              <a:off x="2928" y="911"/>
              <a:ext cx="48"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299" name="Oval 153"/>
            <p:cNvSpPr>
              <a:spLocks noChangeArrowheads="1"/>
            </p:cNvSpPr>
            <p:nvPr/>
          </p:nvSpPr>
          <p:spPr bwMode="auto">
            <a:xfrm>
              <a:off x="3038" y="1425"/>
              <a:ext cx="49"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0" name="Oval 154"/>
            <p:cNvSpPr>
              <a:spLocks noChangeArrowheads="1"/>
            </p:cNvSpPr>
            <p:nvPr/>
          </p:nvSpPr>
          <p:spPr bwMode="auto">
            <a:xfrm>
              <a:off x="2928" y="1671"/>
              <a:ext cx="48" cy="45"/>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1" name="Oval 155"/>
            <p:cNvSpPr>
              <a:spLocks noChangeArrowheads="1"/>
            </p:cNvSpPr>
            <p:nvPr/>
          </p:nvSpPr>
          <p:spPr bwMode="auto">
            <a:xfrm>
              <a:off x="3035" y="2185"/>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2" name="Oval 156"/>
            <p:cNvSpPr>
              <a:spLocks noChangeArrowheads="1"/>
            </p:cNvSpPr>
            <p:nvPr/>
          </p:nvSpPr>
          <p:spPr bwMode="auto">
            <a:xfrm>
              <a:off x="2928" y="2409"/>
              <a:ext cx="48" cy="48"/>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3" name="Line 157"/>
            <p:cNvSpPr>
              <a:spLocks noChangeShapeType="1"/>
            </p:cNvSpPr>
            <p:nvPr/>
          </p:nvSpPr>
          <p:spPr bwMode="auto">
            <a:xfrm>
              <a:off x="480" y="153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04" name="Line 158"/>
            <p:cNvSpPr>
              <a:spLocks noChangeShapeType="1"/>
            </p:cNvSpPr>
            <p:nvPr/>
          </p:nvSpPr>
          <p:spPr bwMode="auto">
            <a:xfrm>
              <a:off x="480" y="2294"/>
              <a:ext cx="27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05" name="Group 159"/>
            <p:cNvGrpSpPr/>
            <p:nvPr/>
          </p:nvGrpSpPr>
          <p:grpSpPr>
            <a:xfrm>
              <a:off x="2367" y="187"/>
              <a:ext cx="343" cy="213"/>
              <a:chOff x="0" y="0"/>
              <a:chExt cx="343" cy="218"/>
            </a:xfrm>
          </p:grpSpPr>
          <p:sp>
            <p:nvSpPr>
              <p:cNvPr id="177412" name="AutoShape 160"/>
              <p:cNvSpPr>
                <a:spLocks noChangeArrowheads="1"/>
              </p:cNvSpPr>
              <p:nvPr/>
            </p:nvSpPr>
            <p:spPr bwMode="auto">
              <a:xfrm>
                <a:off x="56" y="0"/>
                <a:ext cx="287" cy="216"/>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3" name="Oval 161"/>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4" name="Oval 162"/>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06" name="Oval 163"/>
            <p:cNvSpPr>
              <a:spLocks noChangeArrowheads="1"/>
            </p:cNvSpPr>
            <p:nvPr/>
          </p:nvSpPr>
          <p:spPr bwMode="auto">
            <a:xfrm>
              <a:off x="2374" y="50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07" name="Oval 164"/>
            <p:cNvSpPr>
              <a:spLocks noChangeArrowheads="1"/>
            </p:cNvSpPr>
            <p:nvPr/>
          </p:nvSpPr>
          <p:spPr bwMode="auto">
            <a:xfrm>
              <a:off x="2374" y="61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08" name="Group 165"/>
            <p:cNvGrpSpPr/>
            <p:nvPr/>
          </p:nvGrpSpPr>
          <p:grpSpPr>
            <a:xfrm>
              <a:off x="1181" y="2337"/>
              <a:ext cx="707" cy="212"/>
              <a:chOff x="0" y="0"/>
              <a:chExt cx="707" cy="218"/>
            </a:xfrm>
          </p:grpSpPr>
          <p:grpSp>
            <p:nvGrpSpPr>
              <p:cNvPr id="177407" name="Group 166"/>
              <p:cNvGrpSpPr/>
              <p:nvPr/>
            </p:nvGrpSpPr>
            <p:grpSpPr>
              <a:xfrm>
                <a:off x="0" y="0"/>
                <a:ext cx="343" cy="218"/>
                <a:chOff x="0" y="0"/>
                <a:chExt cx="343" cy="218"/>
              </a:xfrm>
            </p:grpSpPr>
            <p:sp>
              <p:nvSpPr>
                <p:cNvPr id="177409" name="AutoShape 167"/>
                <p:cNvSpPr>
                  <a:spLocks noChangeArrowheads="1"/>
                </p:cNvSpPr>
                <p:nvPr/>
              </p:nvSpPr>
              <p:spPr bwMode="auto">
                <a:xfrm>
                  <a:off x="56" y="-2"/>
                  <a:ext cx="287" cy="218"/>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0" name="Oval 168"/>
                <p:cNvSpPr>
                  <a:spLocks noChangeArrowheads="1"/>
                </p:cNvSpPr>
                <p:nvPr/>
              </p:nvSpPr>
              <p:spPr bwMode="auto">
                <a:xfrm>
                  <a:off x="0" y="2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11" name="Oval 169"/>
                <p:cNvSpPr>
                  <a:spLocks noChangeArrowheads="1"/>
                </p:cNvSpPr>
                <p:nvPr/>
              </p:nvSpPr>
              <p:spPr bwMode="auto">
                <a:xfrm>
                  <a:off x="7" y="144"/>
                  <a:ext cx="49"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408" name="Line 170"/>
              <p:cNvSpPr>
                <a:spLocks noChangeShapeType="1"/>
              </p:cNvSpPr>
              <p:nvPr/>
            </p:nvSpPr>
            <p:spPr bwMode="auto">
              <a:xfrm>
                <a:off x="352" y="107"/>
                <a:ext cx="35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sp>
          <p:nvSpPr>
            <p:cNvPr id="177309" name="AutoShape 171"/>
            <p:cNvSpPr>
              <a:spLocks noChangeArrowheads="1"/>
            </p:cNvSpPr>
            <p:nvPr/>
          </p:nvSpPr>
          <p:spPr bwMode="auto">
            <a:xfrm>
              <a:off x="1244" y="3090"/>
              <a:ext cx="287"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0" name="Oval 172"/>
            <p:cNvSpPr>
              <a:spLocks noChangeArrowheads="1"/>
            </p:cNvSpPr>
            <p:nvPr/>
          </p:nvSpPr>
          <p:spPr bwMode="auto">
            <a:xfrm>
              <a:off x="1189" y="3094"/>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1" name="Oval 173"/>
            <p:cNvSpPr>
              <a:spLocks noChangeArrowheads="1"/>
            </p:cNvSpPr>
            <p:nvPr/>
          </p:nvSpPr>
          <p:spPr bwMode="auto">
            <a:xfrm>
              <a:off x="1197" y="3251"/>
              <a:ext cx="4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2" name="Line 174"/>
            <p:cNvSpPr>
              <a:spLocks noChangeShapeType="1"/>
            </p:cNvSpPr>
            <p:nvPr/>
          </p:nvSpPr>
          <p:spPr bwMode="auto">
            <a:xfrm>
              <a:off x="1540" y="3194"/>
              <a:ext cx="35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3" name="Line 175"/>
            <p:cNvSpPr>
              <a:spLocks noChangeShapeType="1"/>
            </p:cNvSpPr>
            <p:nvPr/>
          </p:nvSpPr>
          <p:spPr bwMode="auto">
            <a:xfrm>
              <a:off x="2255" y="3324"/>
              <a:ext cx="0" cy="30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4" name="Line 176"/>
            <p:cNvSpPr>
              <a:spLocks noChangeShapeType="1"/>
            </p:cNvSpPr>
            <p:nvPr/>
          </p:nvSpPr>
          <p:spPr bwMode="auto">
            <a:xfrm>
              <a:off x="2255" y="3511"/>
              <a:ext cx="2567"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5" name="Oval 177"/>
            <p:cNvSpPr>
              <a:spLocks noChangeArrowheads="1"/>
            </p:cNvSpPr>
            <p:nvPr/>
          </p:nvSpPr>
          <p:spPr bwMode="auto">
            <a:xfrm>
              <a:off x="2230" y="3491"/>
              <a:ext cx="49" cy="45"/>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nvGrpSpPr>
            <p:cNvPr id="177316" name="Group 178"/>
            <p:cNvGrpSpPr/>
            <p:nvPr/>
          </p:nvGrpSpPr>
          <p:grpSpPr>
            <a:xfrm>
              <a:off x="2433" y="3594"/>
              <a:ext cx="2511" cy="396"/>
              <a:chOff x="0" y="0"/>
              <a:chExt cx="2511" cy="406"/>
            </a:xfrm>
          </p:grpSpPr>
          <p:sp>
            <p:nvSpPr>
              <p:cNvPr id="177399" name="Line 179"/>
              <p:cNvSpPr>
                <a:spLocks noChangeShapeType="1"/>
              </p:cNvSpPr>
              <p:nvPr/>
            </p:nvSpPr>
            <p:spPr bwMode="auto">
              <a:xfrm flipV="1">
                <a:off x="344" y="204"/>
                <a:ext cx="216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0" name="AutoShape 180"/>
              <p:cNvSpPr>
                <a:spLocks noChangeArrowheads="1"/>
              </p:cNvSpPr>
              <p:nvPr/>
            </p:nvSpPr>
            <p:spPr bwMode="auto">
              <a:xfrm>
                <a:off x="55" y="72"/>
                <a:ext cx="289" cy="275"/>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1" name="Line 181"/>
              <p:cNvSpPr>
                <a:spLocks noChangeShapeType="1"/>
              </p:cNvSpPr>
              <p:nvPr/>
            </p:nvSpPr>
            <p:spPr bwMode="auto">
              <a:xfrm>
                <a:off x="63" y="-2"/>
                <a:ext cx="0" cy="4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402" name="Oval 182"/>
              <p:cNvSpPr>
                <a:spLocks noChangeArrowheads="1"/>
              </p:cNvSpPr>
              <p:nvPr/>
            </p:nvSpPr>
            <p:spPr bwMode="auto">
              <a:xfrm>
                <a:off x="4" y="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3" name="Oval 183"/>
              <p:cNvSpPr>
                <a:spLocks noChangeArrowheads="1"/>
              </p:cNvSpPr>
              <p:nvPr/>
            </p:nvSpPr>
            <p:spPr bwMode="auto">
              <a:xfrm>
                <a:off x="4" y="169"/>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4" name="Oval 184"/>
              <p:cNvSpPr>
                <a:spLocks noChangeArrowheads="1"/>
              </p:cNvSpPr>
              <p:nvPr/>
            </p:nvSpPr>
            <p:spPr bwMode="auto">
              <a:xfrm>
                <a:off x="4" y="33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5" name="Oval 185"/>
              <p:cNvSpPr>
                <a:spLocks noChangeArrowheads="1"/>
              </p:cNvSpPr>
              <p:nvPr/>
            </p:nvSpPr>
            <p:spPr bwMode="auto">
              <a:xfrm>
                <a:off x="0" y="94"/>
                <a:ext cx="48" cy="49"/>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406" name="Oval 186"/>
              <p:cNvSpPr>
                <a:spLocks noChangeArrowheads="1"/>
              </p:cNvSpPr>
              <p:nvPr/>
            </p:nvSpPr>
            <p:spPr bwMode="auto">
              <a:xfrm>
                <a:off x="4" y="256"/>
                <a:ext cx="48" cy="48"/>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17" name="Line 187"/>
            <p:cNvSpPr>
              <a:spLocks noChangeShapeType="1"/>
            </p:cNvSpPr>
            <p:nvPr/>
          </p:nvSpPr>
          <p:spPr bwMode="auto">
            <a:xfrm>
              <a:off x="2255" y="3626"/>
              <a:ext cx="193"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18" name="Oval 188"/>
            <p:cNvSpPr>
              <a:spLocks noChangeArrowheads="1"/>
            </p:cNvSpPr>
            <p:nvPr/>
          </p:nvSpPr>
          <p:spPr bwMode="auto">
            <a:xfrm>
              <a:off x="1189" y="3173"/>
              <a:ext cx="48"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19" name="Line 190"/>
            <p:cNvSpPr>
              <a:spLocks noChangeShapeType="1"/>
            </p:cNvSpPr>
            <p:nvPr/>
          </p:nvSpPr>
          <p:spPr bwMode="auto">
            <a:xfrm>
              <a:off x="480" y="119"/>
              <a:ext cx="388"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0" name="Group 191"/>
            <p:cNvGrpSpPr/>
            <p:nvPr/>
          </p:nvGrpSpPr>
          <p:grpSpPr>
            <a:xfrm>
              <a:off x="867" y="25"/>
              <a:ext cx="263" cy="188"/>
              <a:chOff x="0" y="0"/>
              <a:chExt cx="263" cy="192"/>
            </a:xfrm>
          </p:grpSpPr>
          <p:sp>
            <p:nvSpPr>
              <p:cNvPr id="177397" name="Oval 192"/>
              <p:cNvSpPr>
                <a:spLocks noChangeArrowheads="1"/>
              </p:cNvSpPr>
              <p:nvPr/>
            </p:nvSpPr>
            <p:spPr bwMode="auto">
              <a:xfrm>
                <a:off x="207" y="75"/>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8" name="AutoShape 193"/>
              <p:cNvSpPr>
                <a:spLocks noChangeArrowheads="1"/>
              </p:cNvSpPr>
              <p:nvPr/>
            </p:nvSpPr>
            <p:spPr bwMode="auto">
              <a:xfrm rot="5400000">
                <a:off x="12" y="-12"/>
                <a:ext cx="190"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1" name="Line 194"/>
            <p:cNvSpPr>
              <a:spLocks noChangeShapeType="1"/>
            </p:cNvSpPr>
            <p:nvPr/>
          </p:nvSpPr>
          <p:spPr bwMode="auto">
            <a:xfrm>
              <a:off x="1130" y="115"/>
              <a:ext cx="2929" cy="0"/>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2" name="Line 195"/>
            <p:cNvSpPr>
              <a:spLocks noChangeShapeType="1"/>
            </p:cNvSpPr>
            <p:nvPr/>
          </p:nvSpPr>
          <p:spPr bwMode="auto">
            <a:xfrm>
              <a:off x="4053" y="111"/>
              <a:ext cx="0" cy="3233"/>
            </a:xfrm>
            <a:prstGeom prst="line">
              <a:avLst/>
            </a:prstGeom>
            <a:noFill/>
            <a:ln w="28575">
              <a:solidFill>
                <a:srgbClr val="FFFF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3" name="Line 196"/>
            <p:cNvSpPr>
              <a:spLocks noChangeShapeType="1"/>
            </p:cNvSpPr>
            <p:nvPr/>
          </p:nvSpPr>
          <p:spPr bwMode="auto">
            <a:xfrm>
              <a:off x="2832" y="302"/>
              <a:ext cx="0" cy="142"/>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4" name="Oval 197"/>
            <p:cNvSpPr>
              <a:spLocks noChangeArrowheads="1"/>
            </p:cNvSpPr>
            <p:nvPr/>
          </p:nvSpPr>
          <p:spPr bwMode="auto">
            <a:xfrm>
              <a:off x="2811" y="274"/>
              <a:ext cx="49" cy="47"/>
            </a:xfrm>
            <a:prstGeom prst="ellipse">
              <a:avLst/>
            </a:prstGeom>
            <a:solidFill>
              <a:srgbClr val="FF00FF"/>
            </a:solidFill>
            <a:ln w="28575">
              <a:solidFill>
                <a:srgbClr val="FF00FF"/>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25" name="Line 198"/>
            <p:cNvSpPr>
              <a:spLocks noChangeShapeType="1"/>
            </p:cNvSpPr>
            <p:nvPr/>
          </p:nvSpPr>
          <p:spPr bwMode="auto">
            <a:xfrm>
              <a:off x="2123" y="431"/>
              <a:ext cx="0" cy="95"/>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6" name="Line 200"/>
            <p:cNvSpPr>
              <a:spLocks noChangeShapeType="1"/>
            </p:cNvSpPr>
            <p:nvPr/>
          </p:nvSpPr>
          <p:spPr bwMode="auto">
            <a:xfrm>
              <a:off x="513" y="631"/>
              <a:ext cx="38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27" name="Group 201"/>
            <p:cNvGrpSpPr/>
            <p:nvPr/>
          </p:nvGrpSpPr>
          <p:grpSpPr>
            <a:xfrm>
              <a:off x="900" y="536"/>
              <a:ext cx="263" cy="188"/>
              <a:chOff x="0" y="0"/>
              <a:chExt cx="263" cy="192"/>
            </a:xfrm>
          </p:grpSpPr>
          <p:sp>
            <p:nvSpPr>
              <p:cNvPr id="177395" name="Oval 202"/>
              <p:cNvSpPr>
                <a:spLocks noChangeArrowheads="1"/>
              </p:cNvSpPr>
              <p:nvPr/>
            </p:nvSpPr>
            <p:spPr bwMode="auto">
              <a:xfrm>
                <a:off x="208" y="76"/>
                <a:ext cx="55" cy="46"/>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6" name="AutoShape 203"/>
              <p:cNvSpPr>
                <a:spLocks noChangeArrowheads="1"/>
              </p:cNvSpPr>
              <p:nvPr/>
            </p:nvSpPr>
            <p:spPr bwMode="auto">
              <a:xfrm rot="5400000">
                <a:off x="11" y="-11"/>
                <a:ext cx="192"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28" name="Line 204"/>
            <p:cNvSpPr>
              <a:spLocks noChangeShapeType="1"/>
            </p:cNvSpPr>
            <p:nvPr/>
          </p:nvSpPr>
          <p:spPr bwMode="auto">
            <a:xfrm>
              <a:off x="1173" y="635"/>
              <a:ext cx="1199"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29" name="Line 205"/>
            <p:cNvSpPr>
              <a:spLocks noChangeShapeType="1"/>
            </p:cNvSpPr>
            <p:nvPr/>
          </p:nvSpPr>
          <p:spPr bwMode="auto">
            <a:xfrm>
              <a:off x="1750" y="349"/>
              <a:ext cx="622"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0" name="Line 206"/>
            <p:cNvSpPr>
              <a:spLocks noChangeShapeType="1"/>
            </p:cNvSpPr>
            <p:nvPr/>
          </p:nvSpPr>
          <p:spPr bwMode="auto">
            <a:xfrm>
              <a:off x="1754" y="349"/>
              <a:ext cx="0" cy="298"/>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1" name="Oval 207"/>
            <p:cNvSpPr>
              <a:spLocks noChangeArrowheads="1"/>
            </p:cNvSpPr>
            <p:nvPr/>
          </p:nvSpPr>
          <p:spPr bwMode="auto">
            <a:xfrm>
              <a:off x="1729" y="609"/>
              <a:ext cx="49" cy="45"/>
            </a:xfrm>
            <a:prstGeom prst="ellipse">
              <a:avLst/>
            </a:prstGeom>
            <a:solidFill>
              <a:srgbClr val="FF33CC"/>
            </a:solidFill>
            <a:ln w="28575">
              <a:solidFill>
                <a:srgbClr val="FF33CC"/>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2" name="Line 208"/>
            <p:cNvSpPr>
              <a:spLocks noChangeShapeType="1"/>
            </p:cNvSpPr>
            <p:nvPr/>
          </p:nvSpPr>
          <p:spPr bwMode="auto">
            <a:xfrm>
              <a:off x="480" y="248"/>
              <a:ext cx="1895" cy="0"/>
            </a:xfrm>
            <a:prstGeom prst="line">
              <a:avLst/>
            </a:prstGeom>
            <a:noFill/>
            <a:ln w="28575">
              <a:solidFill>
                <a:srgbClr val="FF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3" name="Line 209"/>
            <p:cNvSpPr>
              <a:spLocks noChangeShapeType="1"/>
            </p:cNvSpPr>
            <p:nvPr/>
          </p:nvSpPr>
          <p:spPr bwMode="auto">
            <a:xfrm>
              <a:off x="1495" y="1671"/>
              <a:ext cx="38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34" name="Group 210"/>
            <p:cNvGrpSpPr/>
            <p:nvPr/>
          </p:nvGrpSpPr>
          <p:grpSpPr>
            <a:xfrm>
              <a:off x="1229" y="1577"/>
              <a:ext cx="263" cy="187"/>
              <a:chOff x="0" y="0"/>
              <a:chExt cx="263" cy="192"/>
            </a:xfrm>
          </p:grpSpPr>
          <p:sp>
            <p:nvSpPr>
              <p:cNvPr id="177393" name="Oval 211"/>
              <p:cNvSpPr>
                <a:spLocks noChangeArrowheads="1"/>
              </p:cNvSpPr>
              <p:nvPr/>
            </p:nvSpPr>
            <p:spPr bwMode="auto">
              <a:xfrm>
                <a:off x="207" y="76"/>
                <a:ext cx="53" cy="45"/>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4" name="AutoShape 212"/>
              <p:cNvSpPr>
                <a:spLocks noChangeArrowheads="1"/>
              </p:cNvSpPr>
              <p:nvPr/>
            </p:nvSpPr>
            <p:spPr bwMode="auto">
              <a:xfrm rot="5400000">
                <a:off x="15" y="-12"/>
                <a:ext cx="185" cy="214"/>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35" name="Line 213"/>
            <p:cNvSpPr>
              <a:spLocks noChangeShapeType="1"/>
            </p:cNvSpPr>
            <p:nvPr/>
          </p:nvSpPr>
          <p:spPr bwMode="auto">
            <a:xfrm>
              <a:off x="698" y="1664"/>
              <a:ext cx="528"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6" name="Line 214"/>
            <p:cNvSpPr>
              <a:spLocks noChangeShapeType="1"/>
            </p:cNvSpPr>
            <p:nvPr/>
          </p:nvSpPr>
          <p:spPr bwMode="auto">
            <a:xfrm>
              <a:off x="687" y="1285"/>
              <a:ext cx="41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7" name="Line 215"/>
            <p:cNvSpPr>
              <a:spLocks noChangeShapeType="1"/>
            </p:cNvSpPr>
            <p:nvPr/>
          </p:nvSpPr>
          <p:spPr bwMode="auto">
            <a:xfrm>
              <a:off x="687" y="1285"/>
              <a:ext cx="0" cy="2576"/>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38" name="Oval 216"/>
            <p:cNvSpPr>
              <a:spLocks noChangeArrowheads="1"/>
            </p:cNvSpPr>
            <p:nvPr/>
          </p:nvSpPr>
          <p:spPr bwMode="auto">
            <a:xfrm>
              <a:off x="661" y="1638"/>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39" name="Line 217"/>
            <p:cNvSpPr>
              <a:spLocks noChangeShapeType="1"/>
            </p:cNvSpPr>
            <p:nvPr/>
          </p:nvSpPr>
          <p:spPr bwMode="auto">
            <a:xfrm>
              <a:off x="683" y="3861"/>
              <a:ext cx="176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0" name="AutoShape 218"/>
            <p:cNvSpPr>
              <a:spLocks noChangeArrowheads="1"/>
            </p:cNvSpPr>
            <p:nvPr/>
          </p:nvSpPr>
          <p:spPr bwMode="auto">
            <a:xfrm>
              <a:off x="1233" y="3886"/>
              <a:ext cx="290" cy="212"/>
            </a:xfrm>
            <a:prstGeom prst="flowChartDelay">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1" name="Line 219"/>
            <p:cNvSpPr>
              <a:spLocks noChangeShapeType="1"/>
            </p:cNvSpPr>
            <p:nvPr/>
          </p:nvSpPr>
          <p:spPr bwMode="auto">
            <a:xfrm>
              <a:off x="1705" y="969"/>
              <a:ext cx="0" cy="3043"/>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2" name="Line 220"/>
            <p:cNvSpPr>
              <a:spLocks noChangeShapeType="1"/>
            </p:cNvSpPr>
            <p:nvPr/>
          </p:nvSpPr>
          <p:spPr bwMode="auto">
            <a:xfrm>
              <a:off x="1705" y="2531"/>
              <a:ext cx="173"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3" name="Line 221"/>
            <p:cNvSpPr>
              <a:spLocks noChangeShapeType="1"/>
            </p:cNvSpPr>
            <p:nvPr/>
          </p:nvSpPr>
          <p:spPr bwMode="auto">
            <a:xfrm>
              <a:off x="1713" y="3277"/>
              <a:ext cx="17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4" name="Oval 222"/>
            <p:cNvSpPr>
              <a:spLocks noChangeArrowheads="1"/>
            </p:cNvSpPr>
            <p:nvPr/>
          </p:nvSpPr>
          <p:spPr bwMode="auto">
            <a:xfrm>
              <a:off x="1683" y="1754"/>
              <a:ext cx="49" cy="45"/>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5" name="Oval 223"/>
            <p:cNvSpPr>
              <a:spLocks noChangeArrowheads="1"/>
            </p:cNvSpPr>
            <p:nvPr/>
          </p:nvSpPr>
          <p:spPr bwMode="auto">
            <a:xfrm>
              <a:off x="1680" y="2507"/>
              <a:ext cx="49" cy="44"/>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6" name="Oval 224"/>
            <p:cNvSpPr>
              <a:spLocks noChangeArrowheads="1"/>
            </p:cNvSpPr>
            <p:nvPr/>
          </p:nvSpPr>
          <p:spPr bwMode="auto">
            <a:xfrm>
              <a:off x="1683" y="3251"/>
              <a:ext cx="49"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47" name="Line 225"/>
            <p:cNvSpPr>
              <a:spLocks noChangeShapeType="1"/>
            </p:cNvSpPr>
            <p:nvPr/>
          </p:nvSpPr>
          <p:spPr bwMode="auto">
            <a:xfrm>
              <a:off x="459" y="3931"/>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48" name="Line 226"/>
            <p:cNvSpPr>
              <a:spLocks noChangeShapeType="1"/>
            </p:cNvSpPr>
            <p:nvPr/>
          </p:nvSpPr>
          <p:spPr bwMode="auto">
            <a:xfrm>
              <a:off x="459" y="4048"/>
              <a:ext cx="76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grpSp>
          <p:nvGrpSpPr>
            <p:cNvPr id="177349" name="Group 227"/>
            <p:cNvGrpSpPr/>
            <p:nvPr/>
          </p:nvGrpSpPr>
          <p:grpSpPr>
            <a:xfrm>
              <a:off x="1872" y="4037"/>
              <a:ext cx="263" cy="187"/>
              <a:chOff x="0" y="0"/>
              <a:chExt cx="263" cy="192"/>
            </a:xfrm>
          </p:grpSpPr>
          <p:sp>
            <p:nvSpPr>
              <p:cNvPr id="177391" name="Oval 228"/>
              <p:cNvSpPr>
                <a:spLocks noChangeArrowheads="1"/>
              </p:cNvSpPr>
              <p:nvPr/>
            </p:nvSpPr>
            <p:spPr bwMode="auto">
              <a:xfrm>
                <a:off x="207" y="75"/>
                <a:ext cx="59" cy="47"/>
              </a:xfrm>
              <a:prstGeom prst="ellipse">
                <a:avLst/>
              </a:prstGeom>
              <a:noFill/>
              <a:ln w="28575">
                <a:solidFill>
                  <a:schemeClr val="bg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92" name="AutoShape 229"/>
              <p:cNvSpPr>
                <a:spLocks noChangeArrowheads="1"/>
              </p:cNvSpPr>
              <p:nvPr/>
            </p:nvSpPr>
            <p:spPr bwMode="auto">
              <a:xfrm rot="5400000">
                <a:off x="10" y="-13"/>
                <a:ext cx="192" cy="220"/>
              </a:xfrm>
              <a:prstGeom prst="triangle">
                <a:avLst>
                  <a:gd name="adj" fmla="val 50000"/>
                </a:avLst>
              </a:prstGeom>
              <a:solidFill>
                <a:schemeClr val="accent1"/>
              </a:solidFill>
              <a:ln w="28575">
                <a:solidFill>
                  <a:schemeClr val="bg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177350" name="Line 230"/>
            <p:cNvSpPr>
              <a:spLocks noChangeShapeType="1"/>
            </p:cNvSpPr>
            <p:nvPr/>
          </p:nvSpPr>
          <p:spPr bwMode="auto">
            <a:xfrm>
              <a:off x="672" y="4147"/>
              <a:ext cx="1199"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1" name="Line 231"/>
            <p:cNvSpPr>
              <a:spLocks noChangeShapeType="1"/>
            </p:cNvSpPr>
            <p:nvPr/>
          </p:nvSpPr>
          <p:spPr bwMode="auto">
            <a:xfrm>
              <a:off x="2255" y="3943"/>
              <a:ext cx="0" cy="191"/>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2" name="Line 232"/>
            <p:cNvSpPr>
              <a:spLocks noChangeShapeType="1"/>
            </p:cNvSpPr>
            <p:nvPr/>
          </p:nvSpPr>
          <p:spPr bwMode="auto">
            <a:xfrm>
              <a:off x="2134" y="4139"/>
              <a:ext cx="121" cy="0"/>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3" name="Line 233"/>
            <p:cNvSpPr>
              <a:spLocks noChangeShapeType="1"/>
            </p:cNvSpPr>
            <p:nvPr/>
          </p:nvSpPr>
          <p:spPr bwMode="auto">
            <a:xfrm>
              <a:off x="672" y="4050"/>
              <a:ext cx="0" cy="95"/>
            </a:xfrm>
            <a:prstGeom prst="line">
              <a:avLst/>
            </a:prstGeom>
            <a:noFill/>
            <a:ln w="28575">
              <a:solidFill>
                <a:srgbClr val="FF99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4" name="Oval 234"/>
            <p:cNvSpPr>
              <a:spLocks noChangeArrowheads="1"/>
            </p:cNvSpPr>
            <p:nvPr/>
          </p:nvSpPr>
          <p:spPr bwMode="auto">
            <a:xfrm>
              <a:off x="650" y="4026"/>
              <a:ext cx="48" cy="47"/>
            </a:xfrm>
            <a:prstGeom prst="ellipse">
              <a:avLst/>
            </a:prstGeom>
            <a:solidFill>
              <a:srgbClr val="FF9900"/>
            </a:solidFill>
            <a:ln w="28575">
              <a:solidFill>
                <a:srgbClr val="FF9900"/>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5" name="Line 235"/>
            <p:cNvSpPr>
              <a:spLocks noChangeShapeType="1"/>
            </p:cNvSpPr>
            <p:nvPr/>
          </p:nvSpPr>
          <p:spPr bwMode="auto">
            <a:xfrm>
              <a:off x="2255" y="1077"/>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6" name="Oval 236"/>
            <p:cNvSpPr>
              <a:spLocks noChangeArrowheads="1"/>
            </p:cNvSpPr>
            <p:nvPr/>
          </p:nvSpPr>
          <p:spPr bwMode="auto">
            <a:xfrm>
              <a:off x="2223" y="1253"/>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57" name="Line 237"/>
            <p:cNvSpPr>
              <a:spLocks noChangeShapeType="1"/>
            </p:cNvSpPr>
            <p:nvPr/>
          </p:nvSpPr>
          <p:spPr bwMode="auto">
            <a:xfrm>
              <a:off x="839" y="2056"/>
              <a:ext cx="398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8" name="Line 238"/>
            <p:cNvSpPr>
              <a:spLocks noChangeShapeType="1"/>
            </p:cNvSpPr>
            <p:nvPr/>
          </p:nvSpPr>
          <p:spPr bwMode="auto">
            <a:xfrm>
              <a:off x="827" y="2060"/>
              <a:ext cx="0" cy="1733"/>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59" name="Line 239"/>
            <p:cNvSpPr>
              <a:spLocks noChangeShapeType="1"/>
            </p:cNvSpPr>
            <p:nvPr/>
          </p:nvSpPr>
          <p:spPr bwMode="auto">
            <a:xfrm>
              <a:off x="827" y="3780"/>
              <a:ext cx="1604"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0" name="Line 240"/>
            <p:cNvSpPr>
              <a:spLocks noChangeShapeType="1"/>
            </p:cNvSpPr>
            <p:nvPr/>
          </p:nvSpPr>
          <p:spPr bwMode="auto">
            <a:xfrm>
              <a:off x="839" y="2389"/>
              <a:ext cx="335"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1" name="Line 241"/>
            <p:cNvSpPr>
              <a:spLocks noChangeShapeType="1"/>
            </p:cNvSpPr>
            <p:nvPr/>
          </p:nvSpPr>
          <p:spPr bwMode="auto">
            <a:xfrm>
              <a:off x="708" y="250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2" name="Oval 242"/>
            <p:cNvSpPr>
              <a:spLocks noChangeArrowheads="1"/>
            </p:cNvSpPr>
            <p:nvPr/>
          </p:nvSpPr>
          <p:spPr bwMode="auto">
            <a:xfrm>
              <a:off x="805" y="2366"/>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3" name="Oval 243"/>
            <p:cNvSpPr>
              <a:spLocks noChangeArrowheads="1"/>
            </p:cNvSpPr>
            <p:nvPr/>
          </p:nvSpPr>
          <p:spPr bwMode="auto">
            <a:xfrm>
              <a:off x="661" y="2481"/>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4" name="Line 244"/>
            <p:cNvSpPr>
              <a:spLocks noChangeShapeType="1"/>
            </p:cNvSpPr>
            <p:nvPr/>
          </p:nvSpPr>
          <p:spPr bwMode="auto">
            <a:xfrm>
              <a:off x="853" y="3187"/>
              <a:ext cx="336"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5" name="Line 245"/>
            <p:cNvSpPr>
              <a:spLocks noChangeShapeType="1"/>
            </p:cNvSpPr>
            <p:nvPr/>
          </p:nvSpPr>
          <p:spPr bwMode="auto">
            <a:xfrm>
              <a:off x="708" y="3277"/>
              <a:ext cx="479"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6" name="Oval 246"/>
            <p:cNvSpPr>
              <a:spLocks noChangeArrowheads="1"/>
            </p:cNvSpPr>
            <p:nvPr/>
          </p:nvSpPr>
          <p:spPr bwMode="auto">
            <a:xfrm>
              <a:off x="817" y="3169"/>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7" name="Oval 247"/>
            <p:cNvSpPr>
              <a:spLocks noChangeArrowheads="1"/>
            </p:cNvSpPr>
            <p:nvPr/>
          </p:nvSpPr>
          <p:spPr bwMode="auto">
            <a:xfrm>
              <a:off x="665" y="3255"/>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68" name="Line 248"/>
            <p:cNvSpPr>
              <a:spLocks noChangeShapeType="1"/>
            </p:cNvSpPr>
            <p:nvPr/>
          </p:nvSpPr>
          <p:spPr bwMode="auto">
            <a:xfrm>
              <a:off x="993" y="2809"/>
              <a:ext cx="38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69" name="Line 249"/>
            <p:cNvSpPr>
              <a:spLocks noChangeShapeType="1"/>
            </p:cNvSpPr>
            <p:nvPr/>
          </p:nvSpPr>
          <p:spPr bwMode="auto">
            <a:xfrm>
              <a:off x="997" y="2809"/>
              <a:ext cx="0" cy="887"/>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0" name="Line 250"/>
            <p:cNvSpPr>
              <a:spLocks noChangeShapeType="1"/>
            </p:cNvSpPr>
            <p:nvPr/>
          </p:nvSpPr>
          <p:spPr bwMode="auto">
            <a:xfrm>
              <a:off x="997" y="3698"/>
              <a:ext cx="1440"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1" name="Line 251"/>
            <p:cNvSpPr>
              <a:spLocks noChangeShapeType="1"/>
            </p:cNvSpPr>
            <p:nvPr/>
          </p:nvSpPr>
          <p:spPr bwMode="auto">
            <a:xfrm>
              <a:off x="1009" y="3111"/>
              <a:ext cx="192" cy="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2" name="Oval 252"/>
            <p:cNvSpPr>
              <a:spLocks noChangeArrowheads="1"/>
            </p:cNvSpPr>
            <p:nvPr/>
          </p:nvSpPr>
          <p:spPr bwMode="auto">
            <a:xfrm>
              <a:off x="971" y="3090"/>
              <a:ext cx="48"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3" name="Line 253"/>
            <p:cNvSpPr>
              <a:spLocks noChangeShapeType="1"/>
            </p:cNvSpPr>
            <p:nvPr/>
          </p:nvSpPr>
          <p:spPr bwMode="auto">
            <a:xfrm>
              <a:off x="2255" y="1833"/>
              <a:ext cx="0" cy="210"/>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4" name="Line 254"/>
            <p:cNvSpPr>
              <a:spLocks noChangeShapeType="1"/>
            </p:cNvSpPr>
            <p:nvPr/>
          </p:nvSpPr>
          <p:spPr bwMode="auto">
            <a:xfrm>
              <a:off x="2255" y="2576"/>
              <a:ext cx="0" cy="208"/>
            </a:xfrm>
            <a:prstGeom prst="line">
              <a:avLst/>
            </a:prstGeom>
            <a:noFill/>
            <a:ln w="2857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77375" name="Oval 255"/>
            <p:cNvSpPr>
              <a:spLocks noChangeArrowheads="1"/>
            </p:cNvSpPr>
            <p:nvPr/>
          </p:nvSpPr>
          <p:spPr bwMode="auto">
            <a:xfrm>
              <a:off x="2233" y="2035"/>
              <a:ext cx="49" cy="48"/>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6" name="Oval 256"/>
            <p:cNvSpPr>
              <a:spLocks noChangeArrowheads="1"/>
            </p:cNvSpPr>
            <p:nvPr/>
          </p:nvSpPr>
          <p:spPr bwMode="auto">
            <a:xfrm>
              <a:off x="2230" y="2783"/>
              <a:ext cx="49" cy="47"/>
            </a:xfrm>
            <a:prstGeom prst="ellipse">
              <a:avLst/>
            </a:prstGeom>
            <a:solidFill>
              <a:schemeClr val="bg1"/>
            </a:solidFill>
            <a:ln w="28575">
              <a:solidFill>
                <a:schemeClr val="bg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77377" name="Text Box 257"/>
            <p:cNvSpPr txBox="1">
              <a:spLocks noChangeArrowheads="1"/>
            </p:cNvSpPr>
            <p:nvPr/>
          </p:nvSpPr>
          <p:spPr bwMode="auto">
            <a:xfrm>
              <a:off x="4900" y="699"/>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8" name="Text Box 258"/>
            <p:cNvSpPr txBox="1">
              <a:spLocks noChangeArrowheads="1"/>
            </p:cNvSpPr>
            <p:nvPr/>
          </p:nvSpPr>
          <p:spPr bwMode="auto">
            <a:xfrm>
              <a:off x="4896" y="1465"/>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79" name="Text Box 259"/>
            <p:cNvSpPr txBox="1">
              <a:spLocks noChangeArrowheads="1"/>
            </p:cNvSpPr>
            <p:nvPr/>
          </p:nvSpPr>
          <p:spPr bwMode="auto">
            <a:xfrm>
              <a:off x="4892" y="2222"/>
              <a:ext cx="384"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0" name="Text Box 260"/>
            <p:cNvSpPr txBox="1">
              <a:spLocks noChangeArrowheads="1"/>
            </p:cNvSpPr>
            <p:nvPr/>
          </p:nvSpPr>
          <p:spPr bwMode="auto">
            <a:xfrm>
              <a:off x="4886" y="2975"/>
              <a:ext cx="38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Q</a:t>
              </a:r>
              <a:r>
                <a:rPr kumimoji="0" lang="en-US" altLang="zh-CN" sz="1600" b="0" i="0" u="none" strike="noStrike" kern="1200" cap="none" spc="0" normalizeH="0" baseline="-2500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endPar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endParaRPr>
            </a:p>
          </p:txBody>
        </p:sp>
        <p:sp>
          <p:nvSpPr>
            <p:cNvPr id="177381" name="Text Box 261"/>
            <p:cNvSpPr txBox="1">
              <a:spLocks noChangeArrowheads="1"/>
            </p:cNvSpPr>
            <p:nvPr/>
          </p:nvSpPr>
          <p:spPr bwMode="auto">
            <a:xfrm>
              <a:off x="4837" y="3557"/>
              <a:ext cx="538"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RCO</a:t>
              </a:r>
            </a:p>
          </p:txBody>
        </p:sp>
        <p:sp>
          <p:nvSpPr>
            <p:cNvPr id="177382" name="Text Box 262"/>
            <p:cNvSpPr txBox="1">
              <a:spLocks noChangeArrowheads="1"/>
            </p:cNvSpPr>
            <p:nvPr/>
          </p:nvSpPr>
          <p:spPr bwMode="auto">
            <a:xfrm>
              <a:off x="0" y="0"/>
              <a:ext cx="480"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CLK</a:t>
              </a:r>
            </a:p>
          </p:txBody>
        </p:sp>
        <p:sp>
          <p:nvSpPr>
            <p:cNvPr id="177383" name="Text Box 263"/>
            <p:cNvSpPr txBox="1">
              <a:spLocks noChangeArrowheads="1"/>
            </p:cNvSpPr>
            <p:nvPr/>
          </p:nvSpPr>
          <p:spPr bwMode="auto">
            <a:xfrm>
              <a:off x="12" y="144"/>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/LD</a:t>
              </a:r>
            </a:p>
          </p:txBody>
        </p:sp>
        <p:sp>
          <p:nvSpPr>
            <p:cNvPr id="177384" name="Text Box 264"/>
            <p:cNvSpPr txBox="1">
              <a:spLocks noChangeArrowheads="1"/>
            </p:cNvSpPr>
            <p:nvPr/>
          </p:nvSpPr>
          <p:spPr bwMode="auto">
            <a:xfrm>
              <a:off x="0" y="468"/>
              <a:ext cx="57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00FF"/>
                  </a:solidFill>
                  <a:effectLst/>
                  <a:uLnTx/>
                  <a:uFillTx/>
                  <a:latin typeface="Times New Roman" panose="02020603050405020304" pitchFamily="18" charset="0"/>
                  <a:ea typeface="华文新魏" panose="02010800040101010101" pitchFamily="2" charset="-122"/>
                  <a:cs typeface="+mn-cs"/>
                </a:rPr>
                <a:t>/CLR</a:t>
              </a:r>
            </a:p>
          </p:txBody>
        </p:sp>
        <p:sp>
          <p:nvSpPr>
            <p:cNvPr id="177385" name="Text Box 265"/>
            <p:cNvSpPr txBox="1">
              <a:spLocks noChangeArrowheads="1"/>
            </p:cNvSpPr>
            <p:nvPr/>
          </p:nvSpPr>
          <p:spPr bwMode="auto">
            <a:xfrm>
              <a:off x="91" y="655"/>
              <a:ext cx="33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A</a:t>
              </a:r>
            </a:p>
          </p:txBody>
        </p:sp>
        <p:sp>
          <p:nvSpPr>
            <p:cNvPr id="177386" name="Text Box 266"/>
            <p:cNvSpPr txBox="1">
              <a:spLocks noChangeArrowheads="1"/>
            </p:cNvSpPr>
            <p:nvPr/>
          </p:nvSpPr>
          <p:spPr bwMode="auto">
            <a:xfrm>
              <a:off x="97" y="1404"/>
              <a:ext cx="335"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B</a:t>
              </a:r>
            </a:p>
          </p:txBody>
        </p:sp>
        <p:sp>
          <p:nvSpPr>
            <p:cNvPr id="177387" name="Text Box 267"/>
            <p:cNvSpPr txBox="1">
              <a:spLocks noChangeArrowheads="1"/>
            </p:cNvSpPr>
            <p:nvPr/>
          </p:nvSpPr>
          <p:spPr bwMode="auto">
            <a:xfrm>
              <a:off x="97" y="2147"/>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C</a:t>
              </a:r>
            </a:p>
          </p:txBody>
        </p:sp>
        <p:sp>
          <p:nvSpPr>
            <p:cNvPr id="177388" name="Text Box 268"/>
            <p:cNvSpPr txBox="1">
              <a:spLocks noChangeArrowheads="1"/>
            </p:cNvSpPr>
            <p:nvPr/>
          </p:nvSpPr>
          <p:spPr bwMode="auto">
            <a:xfrm>
              <a:off x="97" y="2901"/>
              <a:ext cx="335"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FF00"/>
                  </a:solidFill>
                  <a:effectLst/>
                  <a:uLnTx/>
                  <a:uFillTx/>
                  <a:latin typeface="Times New Roman" panose="02020603050405020304" pitchFamily="18" charset="0"/>
                  <a:ea typeface="华文新魏" panose="02010800040101010101" pitchFamily="2" charset="-122"/>
                  <a:cs typeface="+mn-cs"/>
                </a:rPr>
                <a:t>D</a:t>
              </a:r>
            </a:p>
          </p:txBody>
        </p:sp>
        <p:sp>
          <p:nvSpPr>
            <p:cNvPr id="177389" name="Text Box 269"/>
            <p:cNvSpPr txBox="1">
              <a:spLocks noChangeArrowheads="1"/>
            </p:cNvSpPr>
            <p:nvPr/>
          </p:nvSpPr>
          <p:spPr bwMode="auto">
            <a:xfrm>
              <a:off x="15" y="3752"/>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ENP</a:t>
              </a:r>
            </a:p>
          </p:txBody>
        </p:sp>
        <p:sp>
          <p:nvSpPr>
            <p:cNvPr id="177390" name="Text Box 270"/>
            <p:cNvSpPr txBox="1">
              <a:spLocks noChangeArrowheads="1"/>
            </p:cNvSpPr>
            <p:nvPr/>
          </p:nvSpPr>
          <p:spPr bwMode="auto">
            <a:xfrm>
              <a:off x="15" y="3927"/>
              <a:ext cx="47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600" b="0" i="0" u="none" strike="noStrike" kern="1200" cap="none" spc="0" normalizeH="0" baseline="0" noProof="0">
                  <a:ln>
                    <a:noFill/>
                  </a:ln>
                  <a:solidFill>
                    <a:srgbClr val="FF6600"/>
                  </a:solidFill>
                  <a:effectLst/>
                  <a:uLnTx/>
                  <a:uFillTx/>
                  <a:latin typeface="Times New Roman" panose="02020603050405020304" pitchFamily="18" charset="0"/>
                  <a:ea typeface="华文新魏" panose="02010800040101010101" pitchFamily="2" charset="-122"/>
                  <a:cs typeface="+mn-cs"/>
                </a:rPr>
                <a:t>ENT</a:t>
              </a:r>
            </a:p>
          </p:txBody>
        </p:sp>
      </p:grpSp>
      <p:sp>
        <p:nvSpPr>
          <p:cNvPr id="177155" name="Rectangle 2"/>
          <p:cNvSpPr txBox="1"/>
          <p:nvPr/>
        </p:nvSpPr>
        <p:spPr>
          <a:xfrm>
            <a:off x="4897438" y="4718050"/>
            <a:ext cx="3962400" cy="381000"/>
          </a:xfrm>
          <a:prstGeom prst="rect">
            <a:avLst/>
          </a:prstGeom>
          <a:noFill/>
          <a:ln w="9525">
            <a:noFill/>
          </a:ln>
        </p:spPr>
        <p:txBody>
          <a:bodyPr/>
          <a:lstStyle/>
          <a:p>
            <a:pPr algn="r" defTabSz="685800" eaLnBrk="1" hangingPunct="1">
              <a:lnSpc>
                <a:spcPct val="90000"/>
              </a:lnSpc>
            </a:pPr>
            <a:r>
              <a:rPr lang="en-US" altLang="zh-CN" b="1">
                <a:latin typeface="华文新魏" panose="02010800040101010101" pitchFamily="2" charset="-122"/>
                <a:ea typeface="华文新魏" panose="02010800040101010101" pitchFamily="2" charset="-122"/>
              </a:rPr>
              <a:t>74LS163</a:t>
            </a:r>
            <a:r>
              <a:rPr lang="zh-CN" altLang="en-US" b="1" dirty="0">
                <a:latin typeface="华文新魏" panose="02010800040101010101" pitchFamily="2" charset="-122"/>
                <a:ea typeface="华文新魏" panose="02010800040101010101" pitchFamily="2" charset="-122"/>
              </a:rPr>
              <a:t>四位二进制同步计数器</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p:cNvSpPr>
          <p:nvPr>
            <p:ph type="title"/>
          </p:nvPr>
        </p:nvSpPr>
        <p:spPr>
          <a:xfrm>
            <a:off x="381000" y="1176338"/>
            <a:ext cx="4114800" cy="342900"/>
          </a:xfrm>
          <a:prstGeom prst="rect">
            <a:avLst/>
          </a:prstGeom>
          <a:noFill/>
          <a:ln w="28575">
            <a:noFill/>
          </a:ln>
        </p:spPr>
        <p:txBody>
          <a:bodyPr/>
          <a:lstStyle/>
          <a:p>
            <a:pPr eaLnBrk="1" hangingPunct="1">
              <a:buFont typeface="Wingdings" panose="05000000000000000000" pitchFamily="2" charset="2"/>
              <a:buChar char="Ø"/>
            </a:pPr>
            <a:r>
              <a:rPr lang="zh-CN" altLang="en-US" sz="2000" b="1" dirty="0">
                <a:solidFill>
                  <a:srgbClr val="FF0000"/>
                </a:solidFill>
                <a:latin typeface="华文新魏" panose="02010800040101010101" pitchFamily="2" charset="-122"/>
                <a:ea typeface="华文新魏" panose="02010800040101010101" pitchFamily="2" charset="-122"/>
              </a:rPr>
              <a:t>单片</a:t>
            </a:r>
            <a:r>
              <a:rPr lang="en-US" altLang="zh-CN" sz="2000" b="1">
                <a:solidFill>
                  <a:srgbClr val="FF0000"/>
                </a:solidFill>
                <a:latin typeface="华文新魏" panose="02010800040101010101" pitchFamily="2" charset="-122"/>
                <a:ea typeface="华文新魏" panose="02010800040101010101" pitchFamily="2" charset="-122"/>
              </a:rPr>
              <a:t>74LS163</a:t>
            </a:r>
            <a:r>
              <a:rPr lang="zh-CN" altLang="en-US" sz="2000" b="1" dirty="0">
                <a:solidFill>
                  <a:srgbClr val="FF0000"/>
                </a:solidFill>
                <a:latin typeface="华文新魏" panose="02010800040101010101" pitchFamily="2" charset="-122"/>
                <a:ea typeface="华文新魏" panose="02010800040101010101" pitchFamily="2" charset="-122"/>
              </a:rPr>
              <a:t>应用</a:t>
            </a:r>
          </a:p>
        </p:txBody>
      </p:sp>
      <p:grpSp>
        <p:nvGrpSpPr>
          <p:cNvPr id="178179" name="Group 3"/>
          <p:cNvGrpSpPr/>
          <p:nvPr/>
        </p:nvGrpSpPr>
        <p:grpSpPr>
          <a:xfrm>
            <a:off x="250825" y="2517458"/>
            <a:ext cx="8593138" cy="2627312"/>
            <a:chOff x="0" y="0"/>
            <a:chExt cx="13800" cy="3796"/>
          </a:xfrm>
        </p:grpSpPr>
        <p:sp>
          <p:nvSpPr>
            <p:cNvPr id="178229" name="Line 40"/>
            <p:cNvSpPr/>
            <p:nvPr/>
          </p:nvSpPr>
          <p:spPr>
            <a:xfrm>
              <a:off x="1200" y="450"/>
              <a:ext cx="340" cy="0"/>
            </a:xfrm>
            <a:prstGeom prst="line">
              <a:avLst/>
            </a:prstGeom>
            <a:ln w="28575" cap="flat" cmpd="sng">
              <a:solidFill>
                <a:schemeClr val="tx1"/>
              </a:solidFill>
              <a:prstDash val="solid"/>
              <a:headEnd type="none" w="med" len="med"/>
              <a:tailEnd type="none" w="med" len="med"/>
            </a:ln>
          </p:spPr>
        </p:sp>
        <p:sp>
          <p:nvSpPr>
            <p:cNvPr id="178230" name="Line 42"/>
            <p:cNvSpPr/>
            <p:nvPr/>
          </p:nvSpPr>
          <p:spPr>
            <a:xfrm>
              <a:off x="1540" y="90"/>
              <a:ext cx="0" cy="360"/>
            </a:xfrm>
            <a:prstGeom prst="line">
              <a:avLst/>
            </a:prstGeom>
            <a:ln w="28575" cap="flat" cmpd="sng">
              <a:solidFill>
                <a:schemeClr val="tx1"/>
              </a:solidFill>
              <a:prstDash val="solid"/>
              <a:headEnd type="none" w="med" len="med"/>
              <a:tailEnd type="none" w="med" len="med"/>
            </a:ln>
          </p:spPr>
        </p:sp>
        <p:sp>
          <p:nvSpPr>
            <p:cNvPr id="178231" name="Line 43"/>
            <p:cNvSpPr/>
            <p:nvPr/>
          </p:nvSpPr>
          <p:spPr>
            <a:xfrm>
              <a:off x="1555" y="90"/>
              <a:ext cx="282" cy="0"/>
            </a:xfrm>
            <a:prstGeom prst="line">
              <a:avLst/>
            </a:prstGeom>
            <a:ln w="28575" cap="flat" cmpd="sng">
              <a:solidFill>
                <a:schemeClr val="tx1"/>
              </a:solidFill>
              <a:prstDash val="solid"/>
              <a:headEnd type="none" w="med" len="med"/>
              <a:tailEnd type="none" w="med" len="med"/>
            </a:ln>
          </p:spPr>
        </p:sp>
        <p:sp>
          <p:nvSpPr>
            <p:cNvPr id="178232" name="Line 44"/>
            <p:cNvSpPr/>
            <p:nvPr/>
          </p:nvSpPr>
          <p:spPr>
            <a:xfrm>
              <a:off x="1850" y="90"/>
              <a:ext cx="0" cy="360"/>
            </a:xfrm>
            <a:prstGeom prst="line">
              <a:avLst/>
            </a:prstGeom>
            <a:ln w="28575" cap="flat" cmpd="sng">
              <a:solidFill>
                <a:schemeClr val="tx1"/>
              </a:solidFill>
              <a:prstDash val="solid"/>
              <a:headEnd type="none" w="med" len="med"/>
              <a:tailEnd type="none" w="med" len="med"/>
            </a:ln>
          </p:spPr>
        </p:sp>
        <p:sp>
          <p:nvSpPr>
            <p:cNvPr id="178233" name="Line 64"/>
            <p:cNvSpPr/>
            <p:nvPr/>
          </p:nvSpPr>
          <p:spPr>
            <a:xfrm>
              <a:off x="1870" y="450"/>
              <a:ext cx="340" cy="0"/>
            </a:xfrm>
            <a:prstGeom prst="line">
              <a:avLst/>
            </a:prstGeom>
            <a:ln w="28575" cap="flat" cmpd="sng">
              <a:solidFill>
                <a:schemeClr val="tx1"/>
              </a:solidFill>
              <a:prstDash val="solid"/>
              <a:headEnd type="none" w="med" len="med"/>
              <a:tailEnd type="none" w="med" len="med"/>
            </a:ln>
          </p:spPr>
        </p:sp>
        <p:sp>
          <p:nvSpPr>
            <p:cNvPr id="178234" name="Line 65"/>
            <p:cNvSpPr/>
            <p:nvPr/>
          </p:nvSpPr>
          <p:spPr>
            <a:xfrm>
              <a:off x="2210" y="90"/>
              <a:ext cx="0" cy="360"/>
            </a:xfrm>
            <a:prstGeom prst="line">
              <a:avLst/>
            </a:prstGeom>
            <a:ln w="28575" cap="flat" cmpd="sng">
              <a:solidFill>
                <a:schemeClr val="tx1"/>
              </a:solidFill>
              <a:prstDash val="solid"/>
              <a:headEnd type="none" w="med" len="med"/>
              <a:tailEnd type="none" w="med" len="med"/>
            </a:ln>
          </p:spPr>
        </p:sp>
        <p:sp>
          <p:nvSpPr>
            <p:cNvPr id="178235" name="Line 66"/>
            <p:cNvSpPr/>
            <p:nvPr/>
          </p:nvSpPr>
          <p:spPr>
            <a:xfrm>
              <a:off x="2225" y="90"/>
              <a:ext cx="282" cy="0"/>
            </a:xfrm>
            <a:prstGeom prst="line">
              <a:avLst/>
            </a:prstGeom>
            <a:ln w="28575" cap="flat" cmpd="sng">
              <a:solidFill>
                <a:schemeClr val="tx1"/>
              </a:solidFill>
              <a:prstDash val="solid"/>
              <a:headEnd type="none" w="med" len="med"/>
              <a:tailEnd type="none" w="med" len="med"/>
            </a:ln>
          </p:spPr>
        </p:sp>
        <p:sp>
          <p:nvSpPr>
            <p:cNvPr id="178236" name="Line 67"/>
            <p:cNvSpPr/>
            <p:nvPr/>
          </p:nvSpPr>
          <p:spPr>
            <a:xfrm>
              <a:off x="2520" y="90"/>
              <a:ext cx="0" cy="360"/>
            </a:xfrm>
            <a:prstGeom prst="line">
              <a:avLst/>
            </a:prstGeom>
            <a:ln w="28575" cap="flat" cmpd="sng">
              <a:solidFill>
                <a:schemeClr val="tx1"/>
              </a:solidFill>
              <a:prstDash val="solid"/>
              <a:headEnd type="none" w="med" len="med"/>
              <a:tailEnd type="none" w="med" len="med"/>
            </a:ln>
          </p:spPr>
        </p:sp>
        <p:sp>
          <p:nvSpPr>
            <p:cNvPr id="178237" name="Line 71"/>
            <p:cNvSpPr/>
            <p:nvPr/>
          </p:nvSpPr>
          <p:spPr>
            <a:xfrm>
              <a:off x="2520" y="450"/>
              <a:ext cx="340" cy="0"/>
            </a:xfrm>
            <a:prstGeom prst="line">
              <a:avLst/>
            </a:prstGeom>
            <a:ln w="28575" cap="flat" cmpd="sng">
              <a:solidFill>
                <a:schemeClr val="tx1"/>
              </a:solidFill>
              <a:prstDash val="solid"/>
              <a:headEnd type="none" w="med" len="med"/>
              <a:tailEnd type="none" w="med" len="med"/>
            </a:ln>
          </p:spPr>
        </p:sp>
        <p:sp>
          <p:nvSpPr>
            <p:cNvPr id="178238" name="Line 72"/>
            <p:cNvSpPr/>
            <p:nvPr/>
          </p:nvSpPr>
          <p:spPr>
            <a:xfrm>
              <a:off x="2860" y="90"/>
              <a:ext cx="0" cy="360"/>
            </a:xfrm>
            <a:prstGeom prst="line">
              <a:avLst/>
            </a:prstGeom>
            <a:ln w="28575" cap="flat" cmpd="sng">
              <a:solidFill>
                <a:schemeClr val="tx1"/>
              </a:solidFill>
              <a:prstDash val="solid"/>
              <a:headEnd type="none" w="med" len="med"/>
              <a:tailEnd type="none" w="med" len="med"/>
            </a:ln>
          </p:spPr>
        </p:sp>
        <p:sp>
          <p:nvSpPr>
            <p:cNvPr id="178239" name="Line 73"/>
            <p:cNvSpPr/>
            <p:nvPr/>
          </p:nvSpPr>
          <p:spPr>
            <a:xfrm>
              <a:off x="2875" y="90"/>
              <a:ext cx="282" cy="0"/>
            </a:xfrm>
            <a:prstGeom prst="line">
              <a:avLst/>
            </a:prstGeom>
            <a:ln w="28575" cap="flat" cmpd="sng">
              <a:solidFill>
                <a:schemeClr val="tx1"/>
              </a:solidFill>
              <a:prstDash val="solid"/>
              <a:headEnd type="none" w="med" len="med"/>
              <a:tailEnd type="none" w="med" len="med"/>
            </a:ln>
          </p:spPr>
        </p:sp>
        <p:sp>
          <p:nvSpPr>
            <p:cNvPr id="178240" name="Line 74"/>
            <p:cNvSpPr/>
            <p:nvPr/>
          </p:nvSpPr>
          <p:spPr>
            <a:xfrm>
              <a:off x="3170" y="90"/>
              <a:ext cx="0" cy="360"/>
            </a:xfrm>
            <a:prstGeom prst="line">
              <a:avLst/>
            </a:prstGeom>
            <a:ln w="28575" cap="flat" cmpd="sng">
              <a:solidFill>
                <a:schemeClr val="tx1"/>
              </a:solidFill>
              <a:prstDash val="solid"/>
              <a:headEnd type="none" w="med" len="med"/>
              <a:tailEnd type="none" w="med" len="med"/>
            </a:ln>
          </p:spPr>
        </p:sp>
        <p:sp>
          <p:nvSpPr>
            <p:cNvPr id="178241" name="Line 76"/>
            <p:cNvSpPr/>
            <p:nvPr/>
          </p:nvSpPr>
          <p:spPr>
            <a:xfrm>
              <a:off x="3190" y="450"/>
              <a:ext cx="340" cy="0"/>
            </a:xfrm>
            <a:prstGeom prst="line">
              <a:avLst/>
            </a:prstGeom>
            <a:ln w="28575" cap="flat" cmpd="sng">
              <a:solidFill>
                <a:schemeClr val="tx1"/>
              </a:solidFill>
              <a:prstDash val="solid"/>
              <a:headEnd type="none" w="med" len="med"/>
              <a:tailEnd type="none" w="med" len="med"/>
            </a:ln>
          </p:spPr>
        </p:sp>
        <p:sp>
          <p:nvSpPr>
            <p:cNvPr id="178242" name="Line 77"/>
            <p:cNvSpPr/>
            <p:nvPr/>
          </p:nvSpPr>
          <p:spPr>
            <a:xfrm>
              <a:off x="3530" y="90"/>
              <a:ext cx="0" cy="360"/>
            </a:xfrm>
            <a:prstGeom prst="line">
              <a:avLst/>
            </a:prstGeom>
            <a:ln w="28575" cap="flat" cmpd="sng">
              <a:solidFill>
                <a:schemeClr val="tx1"/>
              </a:solidFill>
              <a:prstDash val="solid"/>
              <a:headEnd type="none" w="med" len="med"/>
              <a:tailEnd type="none" w="med" len="med"/>
            </a:ln>
          </p:spPr>
        </p:sp>
        <p:sp>
          <p:nvSpPr>
            <p:cNvPr id="178243" name="Line 78"/>
            <p:cNvSpPr/>
            <p:nvPr/>
          </p:nvSpPr>
          <p:spPr>
            <a:xfrm>
              <a:off x="3545" y="90"/>
              <a:ext cx="282" cy="0"/>
            </a:xfrm>
            <a:prstGeom prst="line">
              <a:avLst/>
            </a:prstGeom>
            <a:ln w="28575" cap="flat" cmpd="sng">
              <a:solidFill>
                <a:schemeClr val="tx1"/>
              </a:solidFill>
              <a:prstDash val="solid"/>
              <a:headEnd type="none" w="med" len="med"/>
              <a:tailEnd type="none" w="med" len="med"/>
            </a:ln>
          </p:spPr>
        </p:sp>
        <p:sp>
          <p:nvSpPr>
            <p:cNvPr id="178244" name="Line 79"/>
            <p:cNvSpPr/>
            <p:nvPr/>
          </p:nvSpPr>
          <p:spPr>
            <a:xfrm>
              <a:off x="3840" y="90"/>
              <a:ext cx="0" cy="360"/>
            </a:xfrm>
            <a:prstGeom prst="line">
              <a:avLst/>
            </a:prstGeom>
            <a:ln w="28575" cap="flat" cmpd="sng">
              <a:solidFill>
                <a:schemeClr val="tx1"/>
              </a:solidFill>
              <a:prstDash val="solid"/>
              <a:headEnd type="none" w="med" len="med"/>
              <a:tailEnd type="none" w="med" len="med"/>
            </a:ln>
          </p:spPr>
        </p:sp>
        <p:sp>
          <p:nvSpPr>
            <p:cNvPr id="178245" name="Line 84"/>
            <p:cNvSpPr/>
            <p:nvPr/>
          </p:nvSpPr>
          <p:spPr>
            <a:xfrm>
              <a:off x="3840" y="450"/>
              <a:ext cx="340" cy="0"/>
            </a:xfrm>
            <a:prstGeom prst="line">
              <a:avLst/>
            </a:prstGeom>
            <a:ln w="28575" cap="flat" cmpd="sng">
              <a:solidFill>
                <a:schemeClr val="tx1"/>
              </a:solidFill>
              <a:prstDash val="solid"/>
              <a:headEnd type="none" w="med" len="med"/>
              <a:tailEnd type="none" w="med" len="med"/>
            </a:ln>
          </p:spPr>
        </p:sp>
        <p:sp>
          <p:nvSpPr>
            <p:cNvPr id="178246" name="Line 85"/>
            <p:cNvSpPr/>
            <p:nvPr/>
          </p:nvSpPr>
          <p:spPr>
            <a:xfrm>
              <a:off x="4180" y="90"/>
              <a:ext cx="0" cy="360"/>
            </a:xfrm>
            <a:prstGeom prst="line">
              <a:avLst/>
            </a:prstGeom>
            <a:ln w="28575" cap="flat" cmpd="sng">
              <a:solidFill>
                <a:schemeClr val="tx1"/>
              </a:solidFill>
              <a:prstDash val="solid"/>
              <a:headEnd type="none" w="med" len="med"/>
              <a:tailEnd type="none" w="med" len="med"/>
            </a:ln>
          </p:spPr>
        </p:sp>
        <p:sp>
          <p:nvSpPr>
            <p:cNvPr id="178247" name="Line 86"/>
            <p:cNvSpPr/>
            <p:nvPr/>
          </p:nvSpPr>
          <p:spPr>
            <a:xfrm>
              <a:off x="4195" y="90"/>
              <a:ext cx="282" cy="0"/>
            </a:xfrm>
            <a:prstGeom prst="line">
              <a:avLst/>
            </a:prstGeom>
            <a:ln w="28575" cap="flat" cmpd="sng">
              <a:solidFill>
                <a:schemeClr val="tx1"/>
              </a:solidFill>
              <a:prstDash val="solid"/>
              <a:headEnd type="none" w="med" len="med"/>
              <a:tailEnd type="none" w="med" len="med"/>
            </a:ln>
          </p:spPr>
        </p:sp>
        <p:sp>
          <p:nvSpPr>
            <p:cNvPr id="178248" name="Line 87"/>
            <p:cNvSpPr/>
            <p:nvPr/>
          </p:nvSpPr>
          <p:spPr>
            <a:xfrm>
              <a:off x="4490" y="90"/>
              <a:ext cx="0" cy="360"/>
            </a:xfrm>
            <a:prstGeom prst="line">
              <a:avLst/>
            </a:prstGeom>
            <a:ln w="28575" cap="flat" cmpd="sng">
              <a:solidFill>
                <a:schemeClr val="tx1"/>
              </a:solidFill>
              <a:prstDash val="solid"/>
              <a:headEnd type="none" w="med" len="med"/>
              <a:tailEnd type="none" w="med" len="med"/>
            </a:ln>
          </p:spPr>
        </p:sp>
        <p:sp>
          <p:nvSpPr>
            <p:cNvPr id="178249" name="Line 89"/>
            <p:cNvSpPr/>
            <p:nvPr/>
          </p:nvSpPr>
          <p:spPr>
            <a:xfrm>
              <a:off x="4510" y="450"/>
              <a:ext cx="340" cy="0"/>
            </a:xfrm>
            <a:prstGeom prst="line">
              <a:avLst/>
            </a:prstGeom>
            <a:ln w="28575" cap="flat" cmpd="sng">
              <a:solidFill>
                <a:schemeClr val="tx1"/>
              </a:solidFill>
              <a:prstDash val="solid"/>
              <a:headEnd type="none" w="med" len="med"/>
              <a:tailEnd type="none" w="med" len="med"/>
            </a:ln>
          </p:spPr>
        </p:sp>
        <p:sp>
          <p:nvSpPr>
            <p:cNvPr id="178250" name="Line 90"/>
            <p:cNvSpPr/>
            <p:nvPr/>
          </p:nvSpPr>
          <p:spPr>
            <a:xfrm>
              <a:off x="4850" y="90"/>
              <a:ext cx="0" cy="360"/>
            </a:xfrm>
            <a:prstGeom prst="line">
              <a:avLst/>
            </a:prstGeom>
            <a:ln w="28575" cap="flat" cmpd="sng">
              <a:solidFill>
                <a:schemeClr val="tx1"/>
              </a:solidFill>
              <a:prstDash val="solid"/>
              <a:headEnd type="none" w="med" len="med"/>
              <a:tailEnd type="none" w="med" len="med"/>
            </a:ln>
          </p:spPr>
        </p:sp>
        <p:sp>
          <p:nvSpPr>
            <p:cNvPr id="178251" name="Line 91"/>
            <p:cNvSpPr/>
            <p:nvPr/>
          </p:nvSpPr>
          <p:spPr>
            <a:xfrm>
              <a:off x="4865" y="90"/>
              <a:ext cx="282" cy="0"/>
            </a:xfrm>
            <a:prstGeom prst="line">
              <a:avLst/>
            </a:prstGeom>
            <a:ln w="28575" cap="flat" cmpd="sng">
              <a:solidFill>
                <a:schemeClr val="tx1"/>
              </a:solidFill>
              <a:prstDash val="solid"/>
              <a:headEnd type="none" w="med" len="med"/>
              <a:tailEnd type="none" w="med" len="med"/>
            </a:ln>
          </p:spPr>
        </p:sp>
        <p:sp>
          <p:nvSpPr>
            <p:cNvPr id="178252" name="Line 92"/>
            <p:cNvSpPr/>
            <p:nvPr/>
          </p:nvSpPr>
          <p:spPr>
            <a:xfrm>
              <a:off x="5160" y="90"/>
              <a:ext cx="0" cy="360"/>
            </a:xfrm>
            <a:prstGeom prst="line">
              <a:avLst/>
            </a:prstGeom>
            <a:ln w="28575" cap="flat" cmpd="sng">
              <a:solidFill>
                <a:schemeClr val="tx1"/>
              </a:solidFill>
              <a:prstDash val="solid"/>
              <a:headEnd type="none" w="med" len="med"/>
              <a:tailEnd type="none" w="med" len="med"/>
            </a:ln>
          </p:spPr>
        </p:sp>
        <p:sp>
          <p:nvSpPr>
            <p:cNvPr id="178253" name="Line 95"/>
            <p:cNvSpPr/>
            <p:nvPr/>
          </p:nvSpPr>
          <p:spPr>
            <a:xfrm>
              <a:off x="5160" y="450"/>
              <a:ext cx="340" cy="0"/>
            </a:xfrm>
            <a:prstGeom prst="line">
              <a:avLst/>
            </a:prstGeom>
            <a:ln w="28575" cap="flat" cmpd="sng">
              <a:solidFill>
                <a:schemeClr val="tx1"/>
              </a:solidFill>
              <a:prstDash val="solid"/>
              <a:headEnd type="none" w="med" len="med"/>
              <a:tailEnd type="none" w="med" len="med"/>
            </a:ln>
          </p:spPr>
        </p:sp>
        <p:sp>
          <p:nvSpPr>
            <p:cNvPr id="178254" name="Line 96"/>
            <p:cNvSpPr/>
            <p:nvPr/>
          </p:nvSpPr>
          <p:spPr>
            <a:xfrm>
              <a:off x="5500" y="90"/>
              <a:ext cx="0" cy="360"/>
            </a:xfrm>
            <a:prstGeom prst="line">
              <a:avLst/>
            </a:prstGeom>
            <a:ln w="28575" cap="flat" cmpd="sng">
              <a:solidFill>
                <a:schemeClr val="tx1"/>
              </a:solidFill>
              <a:prstDash val="solid"/>
              <a:headEnd type="none" w="med" len="med"/>
              <a:tailEnd type="none" w="med" len="med"/>
            </a:ln>
          </p:spPr>
        </p:sp>
        <p:sp>
          <p:nvSpPr>
            <p:cNvPr id="178255" name="Line 97"/>
            <p:cNvSpPr/>
            <p:nvPr/>
          </p:nvSpPr>
          <p:spPr>
            <a:xfrm>
              <a:off x="5515" y="90"/>
              <a:ext cx="282" cy="0"/>
            </a:xfrm>
            <a:prstGeom prst="line">
              <a:avLst/>
            </a:prstGeom>
            <a:ln w="28575" cap="flat" cmpd="sng">
              <a:solidFill>
                <a:schemeClr val="tx1"/>
              </a:solidFill>
              <a:prstDash val="solid"/>
              <a:headEnd type="none" w="med" len="med"/>
              <a:tailEnd type="none" w="med" len="med"/>
            </a:ln>
          </p:spPr>
        </p:sp>
        <p:sp>
          <p:nvSpPr>
            <p:cNvPr id="178256" name="Line 98"/>
            <p:cNvSpPr/>
            <p:nvPr/>
          </p:nvSpPr>
          <p:spPr>
            <a:xfrm>
              <a:off x="5810" y="90"/>
              <a:ext cx="0" cy="360"/>
            </a:xfrm>
            <a:prstGeom prst="line">
              <a:avLst/>
            </a:prstGeom>
            <a:ln w="28575" cap="flat" cmpd="sng">
              <a:solidFill>
                <a:schemeClr val="tx1"/>
              </a:solidFill>
              <a:prstDash val="solid"/>
              <a:headEnd type="none" w="med" len="med"/>
              <a:tailEnd type="none" w="med" len="med"/>
            </a:ln>
          </p:spPr>
        </p:sp>
        <p:sp>
          <p:nvSpPr>
            <p:cNvPr id="178257" name="Line 100"/>
            <p:cNvSpPr/>
            <p:nvPr/>
          </p:nvSpPr>
          <p:spPr>
            <a:xfrm>
              <a:off x="5830" y="450"/>
              <a:ext cx="340" cy="0"/>
            </a:xfrm>
            <a:prstGeom prst="line">
              <a:avLst/>
            </a:prstGeom>
            <a:ln w="28575" cap="flat" cmpd="sng">
              <a:solidFill>
                <a:schemeClr val="tx1"/>
              </a:solidFill>
              <a:prstDash val="solid"/>
              <a:headEnd type="none" w="med" len="med"/>
              <a:tailEnd type="none" w="med" len="med"/>
            </a:ln>
          </p:spPr>
        </p:sp>
        <p:sp>
          <p:nvSpPr>
            <p:cNvPr id="178258" name="Line 101"/>
            <p:cNvSpPr/>
            <p:nvPr/>
          </p:nvSpPr>
          <p:spPr>
            <a:xfrm>
              <a:off x="6170" y="90"/>
              <a:ext cx="0" cy="360"/>
            </a:xfrm>
            <a:prstGeom prst="line">
              <a:avLst/>
            </a:prstGeom>
            <a:ln w="28575" cap="flat" cmpd="sng">
              <a:solidFill>
                <a:schemeClr val="tx1"/>
              </a:solidFill>
              <a:prstDash val="solid"/>
              <a:headEnd type="none" w="med" len="med"/>
              <a:tailEnd type="none" w="med" len="med"/>
            </a:ln>
          </p:spPr>
        </p:sp>
        <p:sp>
          <p:nvSpPr>
            <p:cNvPr id="178259" name="Line 102"/>
            <p:cNvSpPr/>
            <p:nvPr/>
          </p:nvSpPr>
          <p:spPr>
            <a:xfrm>
              <a:off x="6185" y="90"/>
              <a:ext cx="282" cy="0"/>
            </a:xfrm>
            <a:prstGeom prst="line">
              <a:avLst/>
            </a:prstGeom>
            <a:ln w="28575" cap="flat" cmpd="sng">
              <a:solidFill>
                <a:schemeClr val="tx1"/>
              </a:solidFill>
              <a:prstDash val="solid"/>
              <a:headEnd type="none" w="med" len="med"/>
              <a:tailEnd type="none" w="med" len="med"/>
            </a:ln>
          </p:spPr>
        </p:sp>
        <p:sp>
          <p:nvSpPr>
            <p:cNvPr id="178260" name="Line 103"/>
            <p:cNvSpPr/>
            <p:nvPr/>
          </p:nvSpPr>
          <p:spPr>
            <a:xfrm>
              <a:off x="6480" y="90"/>
              <a:ext cx="0" cy="360"/>
            </a:xfrm>
            <a:prstGeom prst="line">
              <a:avLst/>
            </a:prstGeom>
            <a:ln w="28575" cap="flat" cmpd="sng">
              <a:solidFill>
                <a:schemeClr val="tx1"/>
              </a:solidFill>
              <a:prstDash val="solid"/>
              <a:headEnd type="none" w="med" len="med"/>
              <a:tailEnd type="none" w="med" len="med"/>
            </a:ln>
          </p:spPr>
        </p:sp>
        <p:sp>
          <p:nvSpPr>
            <p:cNvPr id="178261" name="Line 109"/>
            <p:cNvSpPr/>
            <p:nvPr/>
          </p:nvSpPr>
          <p:spPr>
            <a:xfrm>
              <a:off x="6455" y="450"/>
              <a:ext cx="340" cy="0"/>
            </a:xfrm>
            <a:prstGeom prst="line">
              <a:avLst/>
            </a:prstGeom>
            <a:ln w="28575" cap="flat" cmpd="sng">
              <a:solidFill>
                <a:schemeClr val="tx1"/>
              </a:solidFill>
              <a:prstDash val="solid"/>
              <a:headEnd type="none" w="med" len="med"/>
              <a:tailEnd type="none" w="med" len="med"/>
            </a:ln>
          </p:spPr>
        </p:sp>
        <p:sp>
          <p:nvSpPr>
            <p:cNvPr id="178262" name="Line 110"/>
            <p:cNvSpPr/>
            <p:nvPr/>
          </p:nvSpPr>
          <p:spPr>
            <a:xfrm>
              <a:off x="6795" y="90"/>
              <a:ext cx="0" cy="360"/>
            </a:xfrm>
            <a:prstGeom prst="line">
              <a:avLst/>
            </a:prstGeom>
            <a:ln w="28575" cap="flat" cmpd="sng">
              <a:solidFill>
                <a:schemeClr val="tx1"/>
              </a:solidFill>
              <a:prstDash val="solid"/>
              <a:headEnd type="none" w="med" len="med"/>
              <a:tailEnd type="none" w="med" len="med"/>
            </a:ln>
          </p:spPr>
        </p:sp>
        <p:sp>
          <p:nvSpPr>
            <p:cNvPr id="178263" name="Line 111"/>
            <p:cNvSpPr/>
            <p:nvPr/>
          </p:nvSpPr>
          <p:spPr>
            <a:xfrm>
              <a:off x="6810" y="90"/>
              <a:ext cx="282" cy="0"/>
            </a:xfrm>
            <a:prstGeom prst="line">
              <a:avLst/>
            </a:prstGeom>
            <a:ln w="28575" cap="flat" cmpd="sng">
              <a:solidFill>
                <a:schemeClr val="tx1"/>
              </a:solidFill>
              <a:prstDash val="solid"/>
              <a:headEnd type="none" w="med" len="med"/>
              <a:tailEnd type="none" w="med" len="med"/>
            </a:ln>
          </p:spPr>
        </p:sp>
        <p:sp>
          <p:nvSpPr>
            <p:cNvPr id="178264" name="Line 112"/>
            <p:cNvSpPr/>
            <p:nvPr/>
          </p:nvSpPr>
          <p:spPr>
            <a:xfrm>
              <a:off x="7105" y="90"/>
              <a:ext cx="0" cy="360"/>
            </a:xfrm>
            <a:prstGeom prst="line">
              <a:avLst/>
            </a:prstGeom>
            <a:ln w="28575" cap="flat" cmpd="sng">
              <a:solidFill>
                <a:schemeClr val="tx1"/>
              </a:solidFill>
              <a:prstDash val="solid"/>
              <a:headEnd type="none" w="med" len="med"/>
              <a:tailEnd type="none" w="med" len="med"/>
            </a:ln>
          </p:spPr>
        </p:sp>
        <p:sp>
          <p:nvSpPr>
            <p:cNvPr id="178265" name="Line 114"/>
            <p:cNvSpPr/>
            <p:nvPr/>
          </p:nvSpPr>
          <p:spPr>
            <a:xfrm>
              <a:off x="7125" y="450"/>
              <a:ext cx="340" cy="0"/>
            </a:xfrm>
            <a:prstGeom prst="line">
              <a:avLst/>
            </a:prstGeom>
            <a:ln w="28575" cap="flat" cmpd="sng">
              <a:solidFill>
                <a:schemeClr val="tx1"/>
              </a:solidFill>
              <a:prstDash val="solid"/>
              <a:headEnd type="none" w="med" len="med"/>
              <a:tailEnd type="none" w="med" len="med"/>
            </a:ln>
          </p:spPr>
        </p:sp>
        <p:sp>
          <p:nvSpPr>
            <p:cNvPr id="178266" name="Line 115"/>
            <p:cNvSpPr/>
            <p:nvPr/>
          </p:nvSpPr>
          <p:spPr>
            <a:xfrm>
              <a:off x="7465" y="90"/>
              <a:ext cx="0" cy="360"/>
            </a:xfrm>
            <a:prstGeom prst="line">
              <a:avLst/>
            </a:prstGeom>
            <a:ln w="28575" cap="flat" cmpd="sng">
              <a:solidFill>
                <a:schemeClr val="tx1"/>
              </a:solidFill>
              <a:prstDash val="solid"/>
              <a:headEnd type="none" w="med" len="med"/>
              <a:tailEnd type="none" w="med" len="med"/>
            </a:ln>
          </p:spPr>
        </p:sp>
        <p:sp>
          <p:nvSpPr>
            <p:cNvPr id="178267" name="Line 116"/>
            <p:cNvSpPr/>
            <p:nvPr/>
          </p:nvSpPr>
          <p:spPr>
            <a:xfrm>
              <a:off x="7480" y="90"/>
              <a:ext cx="282" cy="0"/>
            </a:xfrm>
            <a:prstGeom prst="line">
              <a:avLst/>
            </a:prstGeom>
            <a:ln w="28575" cap="flat" cmpd="sng">
              <a:solidFill>
                <a:schemeClr val="tx1"/>
              </a:solidFill>
              <a:prstDash val="solid"/>
              <a:headEnd type="none" w="med" len="med"/>
              <a:tailEnd type="none" w="med" len="med"/>
            </a:ln>
          </p:spPr>
        </p:sp>
        <p:sp>
          <p:nvSpPr>
            <p:cNvPr id="178268" name="Line 117"/>
            <p:cNvSpPr/>
            <p:nvPr/>
          </p:nvSpPr>
          <p:spPr>
            <a:xfrm>
              <a:off x="7775" y="90"/>
              <a:ext cx="0" cy="360"/>
            </a:xfrm>
            <a:prstGeom prst="line">
              <a:avLst/>
            </a:prstGeom>
            <a:ln w="28575" cap="flat" cmpd="sng">
              <a:solidFill>
                <a:schemeClr val="tx1"/>
              </a:solidFill>
              <a:prstDash val="solid"/>
              <a:headEnd type="none" w="med" len="med"/>
              <a:tailEnd type="none" w="med" len="med"/>
            </a:ln>
          </p:spPr>
        </p:sp>
        <p:sp>
          <p:nvSpPr>
            <p:cNvPr id="178269" name="Line 120"/>
            <p:cNvSpPr/>
            <p:nvPr/>
          </p:nvSpPr>
          <p:spPr>
            <a:xfrm>
              <a:off x="7775" y="450"/>
              <a:ext cx="340" cy="0"/>
            </a:xfrm>
            <a:prstGeom prst="line">
              <a:avLst/>
            </a:prstGeom>
            <a:ln w="28575" cap="flat" cmpd="sng">
              <a:solidFill>
                <a:schemeClr val="tx1"/>
              </a:solidFill>
              <a:prstDash val="solid"/>
              <a:headEnd type="none" w="med" len="med"/>
              <a:tailEnd type="none" w="med" len="med"/>
            </a:ln>
          </p:spPr>
        </p:sp>
        <p:sp>
          <p:nvSpPr>
            <p:cNvPr id="178270" name="Line 121"/>
            <p:cNvSpPr/>
            <p:nvPr/>
          </p:nvSpPr>
          <p:spPr>
            <a:xfrm>
              <a:off x="8115" y="90"/>
              <a:ext cx="0" cy="360"/>
            </a:xfrm>
            <a:prstGeom prst="line">
              <a:avLst/>
            </a:prstGeom>
            <a:ln w="28575" cap="flat" cmpd="sng">
              <a:solidFill>
                <a:schemeClr val="tx1"/>
              </a:solidFill>
              <a:prstDash val="solid"/>
              <a:headEnd type="none" w="med" len="med"/>
              <a:tailEnd type="none" w="med" len="med"/>
            </a:ln>
          </p:spPr>
        </p:sp>
        <p:sp>
          <p:nvSpPr>
            <p:cNvPr id="178271" name="Line 122"/>
            <p:cNvSpPr/>
            <p:nvPr/>
          </p:nvSpPr>
          <p:spPr>
            <a:xfrm>
              <a:off x="8130" y="90"/>
              <a:ext cx="282" cy="0"/>
            </a:xfrm>
            <a:prstGeom prst="line">
              <a:avLst/>
            </a:prstGeom>
            <a:ln w="28575" cap="flat" cmpd="sng">
              <a:solidFill>
                <a:schemeClr val="tx1"/>
              </a:solidFill>
              <a:prstDash val="solid"/>
              <a:headEnd type="none" w="med" len="med"/>
              <a:tailEnd type="none" w="med" len="med"/>
            </a:ln>
          </p:spPr>
        </p:sp>
        <p:sp>
          <p:nvSpPr>
            <p:cNvPr id="178272" name="Line 123"/>
            <p:cNvSpPr/>
            <p:nvPr/>
          </p:nvSpPr>
          <p:spPr>
            <a:xfrm>
              <a:off x="8425" y="90"/>
              <a:ext cx="0" cy="360"/>
            </a:xfrm>
            <a:prstGeom prst="line">
              <a:avLst/>
            </a:prstGeom>
            <a:ln w="28575" cap="flat" cmpd="sng">
              <a:solidFill>
                <a:schemeClr val="tx1"/>
              </a:solidFill>
              <a:prstDash val="solid"/>
              <a:headEnd type="none" w="med" len="med"/>
              <a:tailEnd type="none" w="med" len="med"/>
            </a:ln>
          </p:spPr>
        </p:sp>
        <p:sp>
          <p:nvSpPr>
            <p:cNvPr id="178273" name="Line 125"/>
            <p:cNvSpPr/>
            <p:nvPr/>
          </p:nvSpPr>
          <p:spPr>
            <a:xfrm>
              <a:off x="8445" y="450"/>
              <a:ext cx="340" cy="0"/>
            </a:xfrm>
            <a:prstGeom prst="line">
              <a:avLst/>
            </a:prstGeom>
            <a:ln w="28575" cap="flat" cmpd="sng">
              <a:solidFill>
                <a:schemeClr val="tx1"/>
              </a:solidFill>
              <a:prstDash val="solid"/>
              <a:headEnd type="none" w="med" len="med"/>
              <a:tailEnd type="none" w="med" len="med"/>
            </a:ln>
          </p:spPr>
        </p:sp>
        <p:sp>
          <p:nvSpPr>
            <p:cNvPr id="178274" name="Line 126"/>
            <p:cNvSpPr/>
            <p:nvPr/>
          </p:nvSpPr>
          <p:spPr>
            <a:xfrm>
              <a:off x="8785" y="90"/>
              <a:ext cx="0" cy="360"/>
            </a:xfrm>
            <a:prstGeom prst="line">
              <a:avLst/>
            </a:prstGeom>
            <a:ln w="28575" cap="flat" cmpd="sng">
              <a:solidFill>
                <a:schemeClr val="tx1"/>
              </a:solidFill>
              <a:prstDash val="solid"/>
              <a:headEnd type="none" w="med" len="med"/>
              <a:tailEnd type="none" w="med" len="med"/>
            </a:ln>
          </p:spPr>
        </p:sp>
        <p:sp>
          <p:nvSpPr>
            <p:cNvPr id="178275" name="Line 127"/>
            <p:cNvSpPr/>
            <p:nvPr/>
          </p:nvSpPr>
          <p:spPr>
            <a:xfrm>
              <a:off x="8800" y="90"/>
              <a:ext cx="282" cy="0"/>
            </a:xfrm>
            <a:prstGeom prst="line">
              <a:avLst/>
            </a:prstGeom>
            <a:ln w="28575" cap="flat" cmpd="sng">
              <a:solidFill>
                <a:schemeClr val="tx1"/>
              </a:solidFill>
              <a:prstDash val="solid"/>
              <a:headEnd type="none" w="med" len="med"/>
              <a:tailEnd type="none" w="med" len="med"/>
            </a:ln>
          </p:spPr>
        </p:sp>
        <p:sp>
          <p:nvSpPr>
            <p:cNvPr id="178276" name="Line 128"/>
            <p:cNvSpPr/>
            <p:nvPr/>
          </p:nvSpPr>
          <p:spPr>
            <a:xfrm>
              <a:off x="9095" y="90"/>
              <a:ext cx="0" cy="360"/>
            </a:xfrm>
            <a:prstGeom prst="line">
              <a:avLst/>
            </a:prstGeom>
            <a:ln w="28575" cap="flat" cmpd="sng">
              <a:solidFill>
                <a:schemeClr val="tx1"/>
              </a:solidFill>
              <a:prstDash val="solid"/>
              <a:headEnd type="none" w="med" len="med"/>
              <a:tailEnd type="none" w="med" len="med"/>
            </a:ln>
          </p:spPr>
        </p:sp>
        <p:sp>
          <p:nvSpPr>
            <p:cNvPr id="178277" name="Line 132"/>
            <p:cNvSpPr/>
            <p:nvPr/>
          </p:nvSpPr>
          <p:spPr>
            <a:xfrm>
              <a:off x="9095" y="450"/>
              <a:ext cx="340" cy="0"/>
            </a:xfrm>
            <a:prstGeom prst="line">
              <a:avLst/>
            </a:prstGeom>
            <a:ln w="28575" cap="flat" cmpd="sng">
              <a:solidFill>
                <a:schemeClr val="tx1"/>
              </a:solidFill>
              <a:prstDash val="solid"/>
              <a:headEnd type="none" w="med" len="med"/>
              <a:tailEnd type="none" w="med" len="med"/>
            </a:ln>
          </p:spPr>
        </p:sp>
        <p:sp>
          <p:nvSpPr>
            <p:cNvPr id="178278" name="Line 133"/>
            <p:cNvSpPr/>
            <p:nvPr/>
          </p:nvSpPr>
          <p:spPr>
            <a:xfrm>
              <a:off x="9435" y="90"/>
              <a:ext cx="0" cy="360"/>
            </a:xfrm>
            <a:prstGeom prst="line">
              <a:avLst/>
            </a:prstGeom>
            <a:ln w="28575" cap="flat" cmpd="sng">
              <a:solidFill>
                <a:schemeClr val="tx1"/>
              </a:solidFill>
              <a:prstDash val="solid"/>
              <a:headEnd type="none" w="med" len="med"/>
              <a:tailEnd type="none" w="med" len="med"/>
            </a:ln>
          </p:spPr>
        </p:sp>
        <p:sp>
          <p:nvSpPr>
            <p:cNvPr id="178279" name="Line 134"/>
            <p:cNvSpPr/>
            <p:nvPr/>
          </p:nvSpPr>
          <p:spPr>
            <a:xfrm>
              <a:off x="9450" y="90"/>
              <a:ext cx="282" cy="0"/>
            </a:xfrm>
            <a:prstGeom prst="line">
              <a:avLst/>
            </a:prstGeom>
            <a:ln w="28575" cap="flat" cmpd="sng">
              <a:solidFill>
                <a:schemeClr val="tx1"/>
              </a:solidFill>
              <a:prstDash val="solid"/>
              <a:headEnd type="none" w="med" len="med"/>
              <a:tailEnd type="none" w="med" len="med"/>
            </a:ln>
          </p:spPr>
        </p:sp>
        <p:sp>
          <p:nvSpPr>
            <p:cNvPr id="178280" name="Line 135"/>
            <p:cNvSpPr/>
            <p:nvPr/>
          </p:nvSpPr>
          <p:spPr>
            <a:xfrm>
              <a:off x="9745" y="90"/>
              <a:ext cx="0" cy="360"/>
            </a:xfrm>
            <a:prstGeom prst="line">
              <a:avLst/>
            </a:prstGeom>
            <a:ln w="28575" cap="flat" cmpd="sng">
              <a:solidFill>
                <a:schemeClr val="tx1"/>
              </a:solidFill>
              <a:prstDash val="solid"/>
              <a:headEnd type="none" w="med" len="med"/>
              <a:tailEnd type="none" w="med" len="med"/>
            </a:ln>
          </p:spPr>
        </p:sp>
        <p:sp>
          <p:nvSpPr>
            <p:cNvPr id="178281" name="Line 137"/>
            <p:cNvSpPr/>
            <p:nvPr/>
          </p:nvSpPr>
          <p:spPr>
            <a:xfrm>
              <a:off x="9765" y="450"/>
              <a:ext cx="340" cy="0"/>
            </a:xfrm>
            <a:prstGeom prst="line">
              <a:avLst/>
            </a:prstGeom>
            <a:ln w="28575" cap="flat" cmpd="sng">
              <a:solidFill>
                <a:schemeClr val="tx1"/>
              </a:solidFill>
              <a:prstDash val="solid"/>
              <a:headEnd type="none" w="med" len="med"/>
              <a:tailEnd type="none" w="med" len="med"/>
            </a:ln>
          </p:spPr>
        </p:sp>
        <p:sp>
          <p:nvSpPr>
            <p:cNvPr id="178282" name="Line 138"/>
            <p:cNvSpPr/>
            <p:nvPr/>
          </p:nvSpPr>
          <p:spPr>
            <a:xfrm>
              <a:off x="10105" y="90"/>
              <a:ext cx="0" cy="360"/>
            </a:xfrm>
            <a:prstGeom prst="line">
              <a:avLst/>
            </a:prstGeom>
            <a:ln w="28575" cap="flat" cmpd="sng">
              <a:solidFill>
                <a:schemeClr val="tx1"/>
              </a:solidFill>
              <a:prstDash val="solid"/>
              <a:headEnd type="none" w="med" len="med"/>
              <a:tailEnd type="none" w="med" len="med"/>
            </a:ln>
          </p:spPr>
        </p:sp>
        <p:sp>
          <p:nvSpPr>
            <p:cNvPr id="178283" name="Line 139"/>
            <p:cNvSpPr/>
            <p:nvPr/>
          </p:nvSpPr>
          <p:spPr>
            <a:xfrm>
              <a:off x="10120" y="90"/>
              <a:ext cx="282" cy="0"/>
            </a:xfrm>
            <a:prstGeom prst="line">
              <a:avLst/>
            </a:prstGeom>
            <a:ln w="28575" cap="flat" cmpd="sng">
              <a:solidFill>
                <a:schemeClr val="tx1"/>
              </a:solidFill>
              <a:prstDash val="solid"/>
              <a:headEnd type="none" w="med" len="med"/>
              <a:tailEnd type="none" w="med" len="med"/>
            </a:ln>
          </p:spPr>
        </p:sp>
        <p:sp>
          <p:nvSpPr>
            <p:cNvPr id="178284" name="Line 140"/>
            <p:cNvSpPr/>
            <p:nvPr/>
          </p:nvSpPr>
          <p:spPr>
            <a:xfrm>
              <a:off x="10415" y="90"/>
              <a:ext cx="0" cy="360"/>
            </a:xfrm>
            <a:prstGeom prst="line">
              <a:avLst/>
            </a:prstGeom>
            <a:ln w="28575" cap="flat" cmpd="sng">
              <a:solidFill>
                <a:schemeClr val="tx1"/>
              </a:solidFill>
              <a:prstDash val="solid"/>
              <a:headEnd type="none" w="med" len="med"/>
              <a:tailEnd type="none" w="med" len="med"/>
            </a:ln>
          </p:spPr>
        </p:sp>
        <p:sp>
          <p:nvSpPr>
            <p:cNvPr id="178285" name="Line 143"/>
            <p:cNvSpPr/>
            <p:nvPr/>
          </p:nvSpPr>
          <p:spPr>
            <a:xfrm>
              <a:off x="10415" y="450"/>
              <a:ext cx="340" cy="0"/>
            </a:xfrm>
            <a:prstGeom prst="line">
              <a:avLst/>
            </a:prstGeom>
            <a:ln w="28575" cap="flat" cmpd="sng">
              <a:solidFill>
                <a:schemeClr val="tx1"/>
              </a:solidFill>
              <a:prstDash val="solid"/>
              <a:headEnd type="none" w="med" len="med"/>
              <a:tailEnd type="none" w="med" len="med"/>
            </a:ln>
          </p:spPr>
        </p:sp>
        <p:sp>
          <p:nvSpPr>
            <p:cNvPr id="178286" name="Line 144"/>
            <p:cNvSpPr/>
            <p:nvPr/>
          </p:nvSpPr>
          <p:spPr>
            <a:xfrm>
              <a:off x="10755" y="90"/>
              <a:ext cx="0" cy="360"/>
            </a:xfrm>
            <a:prstGeom prst="line">
              <a:avLst/>
            </a:prstGeom>
            <a:ln w="28575" cap="flat" cmpd="sng">
              <a:solidFill>
                <a:schemeClr val="tx1"/>
              </a:solidFill>
              <a:prstDash val="solid"/>
              <a:headEnd type="none" w="med" len="med"/>
              <a:tailEnd type="none" w="med" len="med"/>
            </a:ln>
          </p:spPr>
        </p:sp>
        <p:sp>
          <p:nvSpPr>
            <p:cNvPr id="178287" name="Line 145"/>
            <p:cNvSpPr/>
            <p:nvPr/>
          </p:nvSpPr>
          <p:spPr>
            <a:xfrm>
              <a:off x="10770" y="90"/>
              <a:ext cx="282" cy="0"/>
            </a:xfrm>
            <a:prstGeom prst="line">
              <a:avLst/>
            </a:prstGeom>
            <a:ln w="28575" cap="flat" cmpd="sng">
              <a:solidFill>
                <a:schemeClr val="tx1"/>
              </a:solidFill>
              <a:prstDash val="solid"/>
              <a:headEnd type="none" w="med" len="med"/>
              <a:tailEnd type="none" w="med" len="med"/>
            </a:ln>
          </p:spPr>
        </p:sp>
        <p:sp>
          <p:nvSpPr>
            <p:cNvPr id="178288" name="Line 146"/>
            <p:cNvSpPr/>
            <p:nvPr/>
          </p:nvSpPr>
          <p:spPr>
            <a:xfrm>
              <a:off x="11065" y="90"/>
              <a:ext cx="0" cy="360"/>
            </a:xfrm>
            <a:prstGeom prst="line">
              <a:avLst/>
            </a:prstGeom>
            <a:ln w="28575" cap="flat" cmpd="sng">
              <a:solidFill>
                <a:schemeClr val="tx1"/>
              </a:solidFill>
              <a:prstDash val="solid"/>
              <a:headEnd type="none" w="med" len="med"/>
              <a:tailEnd type="none" w="med" len="med"/>
            </a:ln>
          </p:spPr>
        </p:sp>
        <p:sp>
          <p:nvSpPr>
            <p:cNvPr id="178289" name="Line 148"/>
            <p:cNvSpPr/>
            <p:nvPr/>
          </p:nvSpPr>
          <p:spPr>
            <a:xfrm>
              <a:off x="11085" y="450"/>
              <a:ext cx="340" cy="0"/>
            </a:xfrm>
            <a:prstGeom prst="line">
              <a:avLst/>
            </a:prstGeom>
            <a:ln w="28575" cap="flat" cmpd="sng">
              <a:solidFill>
                <a:schemeClr val="tx1"/>
              </a:solidFill>
              <a:prstDash val="solid"/>
              <a:headEnd type="none" w="med" len="med"/>
              <a:tailEnd type="none" w="med" len="med"/>
            </a:ln>
          </p:spPr>
        </p:sp>
        <p:sp>
          <p:nvSpPr>
            <p:cNvPr id="178290" name="Line 149"/>
            <p:cNvSpPr/>
            <p:nvPr/>
          </p:nvSpPr>
          <p:spPr>
            <a:xfrm>
              <a:off x="11425" y="90"/>
              <a:ext cx="0" cy="360"/>
            </a:xfrm>
            <a:prstGeom prst="line">
              <a:avLst/>
            </a:prstGeom>
            <a:ln w="28575" cap="flat" cmpd="sng">
              <a:solidFill>
                <a:schemeClr val="tx1"/>
              </a:solidFill>
              <a:prstDash val="solid"/>
              <a:headEnd type="none" w="med" len="med"/>
              <a:tailEnd type="none" w="med" len="med"/>
            </a:ln>
          </p:spPr>
        </p:sp>
        <p:sp>
          <p:nvSpPr>
            <p:cNvPr id="178291" name="Line 150"/>
            <p:cNvSpPr/>
            <p:nvPr/>
          </p:nvSpPr>
          <p:spPr>
            <a:xfrm>
              <a:off x="11440" y="90"/>
              <a:ext cx="282" cy="0"/>
            </a:xfrm>
            <a:prstGeom prst="line">
              <a:avLst/>
            </a:prstGeom>
            <a:ln w="28575" cap="flat" cmpd="sng">
              <a:solidFill>
                <a:schemeClr val="tx1"/>
              </a:solidFill>
              <a:prstDash val="solid"/>
              <a:headEnd type="none" w="med" len="med"/>
              <a:tailEnd type="none" w="med" len="med"/>
            </a:ln>
          </p:spPr>
        </p:sp>
        <p:sp>
          <p:nvSpPr>
            <p:cNvPr id="178292" name="Line 151"/>
            <p:cNvSpPr/>
            <p:nvPr/>
          </p:nvSpPr>
          <p:spPr>
            <a:xfrm>
              <a:off x="11735" y="90"/>
              <a:ext cx="0" cy="360"/>
            </a:xfrm>
            <a:prstGeom prst="line">
              <a:avLst/>
            </a:prstGeom>
            <a:ln w="28575" cap="flat" cmpd="sng">
              <a:solidFill>
                <a:schemeClr val="tx1"/>
              </a:solidFill>
              <a:prstDash val="solid"/>
              <a:headEnd type="none" w="med" len="med"/>
              <a:tailEnd type="none" w="med" len="med"/>
            </a:ln>
          </p:spPr>
        </p:sp>
        <p:sp>
          <p:nvSpPr>
            <p:cNvPr id="178293" name="Line 153"/>
            <p:cNvSpPr/>
            <p:nvPr/>
          </p:nvSpPr>
          <p:spPr>
            <a:xfrm>
              <a:off x="11760" y="450"/>
              <a:ext cx="340" cy="0"/>
            </a:xfrm>
            <a:prstGeom prst="line">
              <a:avLst/>
            </a:prstGeom>
            <a:ln w="28575" cap="flat" cmpd="sng">
              <a:solidFill>
                <a:schemeClr val="tx1"/>
              </a:solidFill>
              <a:prstDash val="solid"/>
              <a:headEnd type="none" w="med" len="med"/>
              <a:tailEnd type="none" w="med" len="med"/>
            </a:ln>
          </p:spPr>
        </p:sp>
        <p:sp>
          <p:nvSpPr>
            <p:cNvPr id="178294" name="Line 154"/>
            <p:cNvSpPr/>
            <p:nvPr/>
          </p:nvSpPr>
          <p:spPr>
            <a:xfrm>
              <a:off x="12100" y="90"/>
              <a:ext cx="0" cy="360"/>
            </a:xfrm>
            <a:prstGeom prst="line">
              <a:avLst/>
            </a:prstGeom>
            <a:ln w="28575" cap="flat" cmpd="sng">
              <a:solidFill>
                <a:schemeClr val="tx1"/>
              </a:solidFill>
              <a:prstDash val="solid"/>
              <a:headEnd type="none" w="med" len="med"/>
              <a:tailEnd type="none" w="med" len="med"/>
            </a:ln>
          </p:spPr>
        </p:sp>
        <p:sp>
          <p:nvSpPr>
            <p:cNvPr id="178295" name="Line 155"/>
            <p:cNvSpPr/>
            <p:nvPr/>
          </p:nvSpPr>
          <p:spPr>
            <a:xfrm>
              <a:off x="12115" y="90"/>
              <a:ext cx="282" cy="0"/>
            </a:xfrm>
            <a:prstGeom prst="line">
              <a:avLst/>
            </a:prstGeom>
            <a:ln w="28575" cap="flat" cmpd="sng">
              <a:solidFill>
                <a:schemeClr val="tx1"/>
              </a:solidFill>
              <a:prstDash val="solid"/>
              <a:headEnd type="none" w="med" len="med"/>
              <a:tailEnd type="none" w="med" len="med"/>
            </a:ln>
          </p:spPr>
        </p:sp>
        <p:sp>
          <p:nvSpPr>
            <p:cNvPr id="178296" name="Line 156"/>
            <p:cNvSpPr/>
            <p:nvPr/>
          </p:nvSpPr>
          <p:spPr>
            <a:xfrm>
              <a:off x="12410" y="90"/>
              <a:ext cx="0" cy="360"/>
            </a:xfrm>
            <a:prstGeom prst="line">
              <a:avLst/>
            </a:prstGeom>
            <a:ln w="28575" cap="flat" cmpd="sng">
              <a:solidFill>
                <a:schemeClr val="tx1"/>
              </a:solidFill>
              <a:prstDash val="solid"/>
              <a:headEnd type="none" w="med" len="med"/>
              <a:tailEnd type="none" w="med" len="med"/>
            </a:ln>
          </p:spPr>
        </p:sp>
        <p:sp>
          <p:nvSpPr>
            <p:cNvPr id="178297" name="Line 158"/>
            <p:cNvSpPr/>
            <p:nvPr/>
          </p:nvSpPr>
          <p:spPr>
            <a:xfrm>
              <a:off x="12410" y="450"/>
              <a:ext cx="340" cy="0"/>
            </a:xfrm>
            <a:prstGeom prst="line">
              <a:avLst/>
            </a:prstGeom>
            <a:ln w="28575" cap="flat" cmpd="sng">
              <a:solidFill>
                <a:schemeClr val="tx1"/>
              </a:solidFill>
              <a:prstDash val="solid"/>
              <a:headEnd type="none" w="med" len="med"/>
              <a:tailEnd type="none" w="med" len="med"/>
            </a:ln>
          </p:spPr>
        </p:sp>
        <p:sp>
          <p:nvSpPr>
            <p:cNvPr id="178298" name="Line 159"/>
            <p:cNvSpPr/>
            <p:nvPr/>
          </p:nvSpPr>
          <p:spPr>
            <a:xfrm>
              <a:off x="12750" y="90"/>
              <a:ext cx="0" cy="360"/>
            </a:xfrm>
            <a:prstGeom prst="line">
              <a:avLst/>
            </a:prstGeom>
            <a:ln w="28575" cap="flat" cmpd="sng">
              <a:solidFill>
                <a:schemeClr val="tx1"/>
              </a:solidFill>
              <a:prstDash val="solid"/>
              <a:headEnd type="none" w="med" len="med"/>
              <a:tailEnd type="none" w="med" len="med"/>
            </a:ln>
          </p:spPr>
        </p:sp>
        <p:sp>
          <p:nvSpPr>
            <p:cNvPr id="178299" name="Line 160"/>
            <p:cNvSpPr/>
            <p:nvPr/>
          </p:nvSpPr>
          <p:spPr>
            <a:xfrm>
              <a:off x="12765" y="90"/>
              <a:ext cx="282" cy="0"/>
            </a:xfrm>
            <a:prstGeom prst="line">
              <a:avLst/>
            </a:prstGeom>
            <a:ln w="28575" cap="flat" cmpd="sng">
              <a:solidFill>
                <a:schemeClr val="tx1"/>
              </a:solidFill>
              <a:prstDash val="solid"/>
              <a:headEnd type="none" w="med" len="med"/>
              <a:tailEnd type="none" w="med" len="med"/>
            </a:ln>
          </p:spPr>
        </p:sp>
        <p:sp>
          <p:nvSpPr>
            <p:cNvPr id="178300" name="Line 161"/>
            <p:cNvSpPr/>
            <p:nvPr/>
          </p:nvSpPr>
          <p:spPr>
            <a:xfrm>
              <a:off x="13060" y="90"/>
              <a:ext cx="0" cy="360"/>
            </a:xfrm>
            <a:prstGeom prst="line">
              <a:avLst/>
            </a:prstGeom>
            <a:ln w="28575" cap="flat" cmpd="sng">
              <a:solidFill>
                <a:schemeClr val="tx1"/>
              </a:solidFill>
              <a:prstDash val="solid"/>
              <a:headEnd type="none" w="med" len="med"/>
              <a:tailEnd type="none" w="med" len="med"/>
            </a:ln>
          </p:spPr>
        </p:sp>
        <p:sp>
          <p:nvSpPr>
            <p:cNvPr id="178301" name="Line 162"/>
            <p:cNvSpPr/>
            <p:nvPr/>
          </p:nvSpPr>
          <p:spPr>
            <a:xfrm>
              <a:off x="1535" y="450"/>
              <a:ext cx="0" cy="2881"/>
            </a:xfrm>
            <a:prstGeom prst="line">
              <a:avLst/>
            </a:prstGeom>
            <a:ln w="28575" cap="flat" cmpd="sng">
              <a:solidFill>
                <a:schemeClr val="tx1"/>
              </a:solidFill>
              <a:prstDash val="dash"/>
              <a:headEnd type="none" w="med" len="med"/>
              <a:tailEnd type="none" w="med" len="med"/>
            </a:ln>
          </p:spPr>
        </p:sp>
        <p:sp>
          <p:nvSpPr>
            <p:cNvPr id="178302" name="Line 164"/>
            <p:cNvSpPr/>
            <p:nvPr/>
          </p:nvSpPr>
          <p:spPr>
            <a:xfrm>
              <a:off x="2210" y="450"/>
              <a:ext cx="0" cy="2881"/>
            </a:xfrm>
            <a:prstGeom prst="line">
              <a:avLst/>
            </a:prstGeom>
            <a:ln w="28575" cap="flat" cmpd="sng">
              <a:solidFill>
                <a:schemeClr val="tx1"/>
              </a:solidFill>
              <a:prstDash val="dash"/>
              <a:headEnd type="none" w="med" len="med"/>
              <a:tailEnd type="none" w="med" len="med"/>
            </a:ln>
          </p:spPr>
        </p:sp>
        <p:sp>
          <p:nvSpPr>
            <p:cNvPr id="178303" name="Line 168"/>
            <p:cNvSpPr/>
            <p:nvPr/>
          </p:nvSpPr>
          <p:spPr>
            <a:xfrm>
              <a:off x="2855" y="450"/>
              <a:ext cx="0" cy="2881"/>
            </a:xfrm>
            <a:prstGeom prst="line">
              <a:avLst/>
            </a:prstGeom>
            <a:ln w="28575" cap="flat" cmpd="sng">
              <a:solidFill>
                <a:schemeClr val="tx1"/>
              </a:solidFill>
              <a:prstDash val="dash"/>
              <a:headEnd type="none" w="med" len="med"/>
              <a:tailEnd type="none" w="med" len="med"/>
            </a:ln>
          </p:spPr>
        </p:sp>
        <p:sp>
          <p:nvSpPr>
            <p:cNvPr id="178304" name="Line 170"/>
            <p:cNvSpPr/>
            <p:nvPr/>
          </p:nvSpPr>
          <p:spPr>
            <a:xfrm>
              <a:off x="3530" y="450"/>
              <a:ext cx="0" cy="2881"/>
            </a:xfrm>
            <a:prstGeom prst="line">
              <a:avLst/>
            </a:prstGeom>
            <a:ln w="28575" cap="flat" cmpd="sng">
              <a:solidFill>
                <a:schemeClr val="tx1"/>
              </a:solidFill>
              <a:prstDash val="dash"/>
              <a:headEnd type="none" w="med" len="med"/>
              <a:tailEnd type="none" w="med" len="med"/>
            </a:ln>
          </p:spPr>
        </p:sp>
        <p:sp>
          <p:nvSpPr>
            <p:cNvPr id="178305" name="Line 219"/>
            <p:cNvSpPr/>
            <p:nvPr/>
          </p:nvSpPr>
          <p:spPr>
            <a:xfrm>
              <a:off x="4175" y="450"/>
              <a:ext cx="0" cy="2881"/>
            </a:xfrm>
            <a:prstGeom prst="line">
              <a:avLst/>
            </a:prstGeom>
            <a:ln w="28575" cap="flat" cmpd="sng">
              <a:solidFill>
                <a:schemeClr val="tx1"/>
              </a:solidFill>
              <a:prstDash val="dash"/>
              <a:headEnd type="none" w="med" len="med"/>
              <a:tailEnd type="none" w="med" len="med"/>
            </a:ln>
          </p:spPr>
        </p:sp>
        <p:sp>
          <p:nvSpPr>
            <p:cNvPr id="178306" name="Line 220"/>
            <p:cNvSpPr/>
            <p:nvPr/>
          </p:nvSpPr>
          <p:spPr>
            <a:xfrm>
              <a:off x="4850" y="450"/>
              <a:ext cx="0" cy="2881"/>
            </a:xfrm>
            <a:prstGeom prst="line">
              <a:avLst/>
            </a:prstGeom>
            <a:ln w="28575" cap="flat" cmpd="sng">
              <a:solidFill>
                <a:schemeClr val="tx1"/>
              </a:solidFill>
              <a:prstDash val="dash"/>
              <a:headEnd type="none" w="med" len="med"/>
              <a:tailEnd type="none" w="med" len="med"/>
            </a:ln>
          </p:spPr>
        </p:sp>
        <p:sp>
          <p:nvSpPr>
            <p:cNvPr id="178307" name="Line 221"/>
            <p:cNvSpPr/>
            <p:nvPr/>
          </p:nvSpPr>
          <p:spPr>
            <a:xfrm>
              <a:off x="5495" y="450"/>
              <a:ext cx="0" cy="2881"/>
            </a:xfrm>
            <a:prstGeom prst="line">
              <a:avLst/>
            </a:prstGeom>
            <a:ln w="28575" cap="flat" cmpd="sng">
              <a:solidFill>
                <a:schemeClr val="tx1"/>
              </a:solidFill>
              <a:prstDash val="dash"/>
              <a:headEnd type="none" w="med" len="med"/>
              <a:tailEnd type="none" w="med" len="med"/>
            </a:ln>
          </p:spPr>
        </p:sp>
        <p:sp>
          <p:nvSpPr>
            <p:cNvPr id="178308" name="Line 222"/>
            <p:cNvSpPr/>
            <p:nvPr/>
          </p:nvSpPr>
          <p:spPr>
            <a:xfrm>
              <a:off x="6170" y="450"/>
              <a:ext cx="0" cy="2881"/>
            </a:xfrm>
            <a:prstGeom prst="line">
              <a:avLst/>
            </a:prstGeom>
            <a:ln w="28575" cap="flat" cmpd="sng">
              <a:solidFill>
                <a:schemeClr val="tx1"/>
              </a:solidFill>
              <a:prstDash val="dash"/>
              <a:headEnd type="none" w="med" len="med"/>
              <a:tailEnd type="none" w="med" len="med"/>
            </a:ln>
          </p:spPr>
        </p:sp>
        <p:sp>
          <p:nvSpPr>
            <p:cNvPr id="178309" name="Line 224"/>
            <p:cNvSpPr/>
            <p:nvPr/>
          </p:nvSpPr>
          <p:spPr>
            <a:xfrm>
              <a:off x="6790" y="450"/>
              <a:ext cx="0" cy="2881"/>
            </a:xfrm>
            <a:prstGeom prst="line">
              <a:avLst/>
            </a:prstGeom>
            <a:ln w="28575" cap="flat" cmpd="sng">
              <a:solidFill>
                <a:schemeClr val="tx1"/>
              </a:solidFill>
              <a:prstDash val="dash"/>
              <a:headEnd type="none" w="med" len="med"/>
              <a:tailEnd type="none" w="med" len="med"/>
            </a:ln>
          </p:spPr>
        </p:sp>
        <p:sp>
          <p:nvSpPr>
            <p:cNvPr id="178310" name="Line 225"/>
            <p:cNvSpPr/>
            <p:nvPr/>
          </p:nvSpPr>
          <p:spPr>
            <a:xfrm>
              <a:off x="7465" y="450"/>
              <a:ext cx="0" cy="2881"/>
            </a:xfrm>
            <a:prstGeom prst="line">
              <a:avLst/>
            </a:prstGeom>
            <a:ln w="28575" cap="flat" cmpd="sng">
              <a:solidFill>
                <a:schemeClr val="tx1"/>
              </a:solidFill>
              <a:prstDash val="dash"/>
              <a:headEnd type="none" w="med" len="med"/>
              <a:tailEnd type="none" w="med" len="med"/>
            </a:ln>
          </p:spPr>
        </p:sp>
        <p:sp>
          <p:nvSpPr>
            <p:cNvPr id="178311" name="Line 226"/>
            <p:cNvSpPr/>
            <p:nvPr/>
          </p:nvSpPr>
          <p:spPr>
            <a:xfrm>
              <a:off x="8110" y="450"/>
              <a:ext cx="0" cy="2881"/>
            </a:xfrm>
            <a:prstGeom prst="line">
              <a:avLst/>
            </a:prstGeom>
            <a:ln w="28575" cap="flat" cmpd="sng">
              <a:solidFill>
                <a:schemeClr val="tx1"/>
              </a:solidFill>
              <a:prstDash val="dash"/>
              <a:headEnd type="none" w="med" len="med"/>
              <a:tailEnd type="none" w="med" len="med"/>
            </a:ln>
          </p:spPr>
        </p:sp>
        <p:sp>
          <p:nvSpPr>
            <p:cNvPr id="178312" name="Line 227"/>
            <p:cNvSpPr/>
            <p:nvPr/>
          </p:nvSpPr>
          <p:spPr>
            <a:xfrm>
              <a:off x="8785" y="450"/>
              <a:ext cx="0" cy="2881"/>
            </a:xfrm>
            <a:prstGeom prst="line">
              <a:avLst/>
            </a:prstGeom>
            <a:ln w="28575" cap="flat" cmpd="sng">
              <a:solidFill>
                <a:schemeClr val="tx1"/>
              </a:solidFill>
              <a:prstDash val="dash"/>
              <a:headEnd type="none" w="med" len="med"/>
              <a:tailEnd type="none" w="med" len="med"/>
            </a:ln>
          </p:spPr>
        </p:sp>
        <p:sp>
          <p:nvSpPr>
            <p:cNvPr id="178313" name="Line 230"/>
            <p:cNvSpPr/>
            <p:nvPr/>
          </p:nvSpPr>
          <p:spPr>
            <a:xfrm>
              <a:off x="9430" y="450"/>
              <a:ext cx="0" cy="2881"/>
            </a:xfrm>
            <a:prstGeom prst="line">
              <a:avLst/>
            </a:prstGeom>
            <a:ln w="28575" cap="flat" cmpd="sng">
              <a:solidFill>
                <a:schemeClr val="tx1"/>
              </a:solidFill>
              <a:prstDash val="dash"/>
              <a:headEnd type="none" w="med" len="med"/>
              <a:tailEnd type="none" w="med" len="med"/>
            </a:ln>
          </p:spPr>
        </p:sp>
        <p:sp>
          <p:nvSpPr>
            <p:cNvPr id="178314" name="Line 231"/>
            <p:cNvSpPr/>
            <p:nvPr/>
          </p:nvSpPr>
          <p:spPr>
            <a:xfrm>
              <a:off x="10105" y="450"/>
              <a:ext cx="0" cy="2881"/>
            </a:xfrm>
            <a:prstGeom prst="line">
              <a:avLst/>
            </a:prstGeom>
            <a:ln w="28575" cap="flat" cmpd="sng">
              <a:solidFill>
                <a:schemeClr val="tx1"/>
              </a:solidFill>
              <a:prstDash val="dash"/>
              <a:headEnd type="none" w="med" len="med"/>
              <a:tailEnd type="none" w="med" len="med"/>
            </a:ln>
          </p:spPr>
        </p:sp>
        <p:sp>
          <p:nvSpPr>
            <p:cNvPr id="178315" name="Line 232"/>
            <p:cNvSpPr/>
            <p:nvPr/>
          </p:nvSpPr>
          <p:spPr>
            <a:xfrm>
              <a:off x="10750" y="450"/>
              <a:ext cx="0" cy="2881"/>
            </a:xfrm>
            <a:prstGeom prst="line">
              <a:avLst/>
            </a:prstGeom>
            <a:ln w="28575" cap="flat" cmpd="sng">
              <a:solidFill>
                <a:schemeClr val="tx1"/>
              </a:solidFill>
              <a:prstDash val="dash"/>
              <a:headEnd type="none" w="med" len="med"/>
              <a:tailEnd type="none" w="med" len="med"/>
            </a:ln>
          </p:spPr>
        </p:sp>
        <p:sp>
          <p:nvSpPr>
            <p:cNvPr id="178316" name="Line 233"/>
            <p:cNvSpPr/>
            <p:nvPr/>
          </p:nvSpPr>
          <p:spPr>
            <a:xfrm>
              <a:off x="11425" y="450"/>
              <a:ext cx="0" cy="2881"/>
            </a:xfrm>
            <a:prstGeom prst="line">
              <a:avLst/>
            </a:prstGeom>
            <a:ln w="28575" cap="flat" cmpd="sng">
              <a:solidFill>
                <a:schemeClr val="tx1"/>
              </a:solidFill>
              <a:prstDash val="dash"/>
              <a:headEnd type="none" w="med" len="med"/>
              <a:tailEnd type="none" w="med" len="med"/>
            </a:ln>
          </p:spPr>
        </p:sp>
        <p:sp>
          <p:nvSpPr>
            <p:cNvPr id="178317" name="Line 235"/>
            <p:cNvSpPr/>
            <p:nvPr/>
          </p:nvSpPr>
          <p:spPr>
            <a:xfrm>
              <a:off x="12095" y="450"/>
              <a:ext cx="0" cy="2772"/>
            </a:xfrm>
            <a:prstGeom prst="line">
              <a:avLst/>
            </a:prstGeom>
            <a:ln w="28575" cap="flat" cmpd="sng">
              <a:solidFill>
                <a:schemeClr val="tx1"/>
              </a:solidFill>
              <a:prstDash val="dash"/>
              <a:headEnd type="none" w="med" len="med"/>
              <a:tailEnd type="none" w="med" len="med"/>
            </a:ln>
          </p:spPr>
        </p:sp>
        <p:sp>
          <p:nvSpPr>
            <p:cNvPr id="178318" name="Line 236"/>
            <p:cNvSpPr/>
            <p:nvPr/>
          </p:nvSpPr>
          <p:spPr>
            <a:xfrm>
              <a:off x="12770" y="450"/>
              <a:ext cx="0" cy="2772"/>
            </a:xfrm>
            <a:prstGeom prst="line">
              <a:avLst/>
            </a:prstGeom>
            <a:ln w="28575" cap="flat" cmpd="sng">
              <a:solidFill>
                <a:schemeClr val="tx1"/>
              </a:solidFill>
              <a:prstDash val="dash"/>
              <a:headEnd type="none" w="med" len="med"/>
              <a:tailEnd type="none" w="med" len="med"/>
            </a:ln>
          </p:spPr>
        </p:sp>
        <p:sp>
          <p:nvSpPr>
            <p:cNvPr id="178319" name="Line 239"/>
            <p:cNvSpPr/>
            <p:nvPr/>
          </p:nvSpPr>
          <p:spPr>
            <a:xfrm>
              <a:off x="1200" y="630"/>
              <a:ext cx="340" cy="0"/>
            </a:xfrm>
            <a:prstGeom prst="line">
              <a:avLst/>
            </a:prstGeom>
            <a:ln w="28575" cap="flat" cmpd="sng">
              <a:solidFill>
                <a:schemeClr val="tx1"/>
              </a:solidFill>
              <a:prstDash val="solid"/>
              <a:headEnd type="none" w="med" len="med"/>
              <a:tailEnd type="none" w="med" len="med"/>
            </a:ln>
          </p:spPr>
        </p:sp>
        <p:sp>
          <p:nvSpPr>
            <p:cNvPr id="178320" name="Line 240"/>
            <p:cNvSpPr/>
            <p:nvPr/>
          </p:nvSpPr>
          <p:spPr>
            <a:xfrm>
              <a:off x="2185" y="630"/>
              <a:ext cx="680" cy="0"/>
            </a:xfrm>
            <a:prstGeom prst="line">
              <a:avLst/>
            </a:prstGeom>
            <a:ln w="28575" cap="flat" cmpd="sng">
              <a:solidFill>
                <a:schemeClr val="tx1"/>
              </a:solidFill>
              <a:prstDash val="solid"/>
              <a:headEnd type="none" w="med" len="med"/>
              <a:tailEnd type="none" w="med" len="med"/>
            </a:ln>
          </p:spPr>
        </p:sp>
        <p:sp>
          <p:nvSpPr>
            <p:cNvPr id="178321" name="Line 241"/>
            <p:cNvSpPr/>
            <p:nvPr/>
          </p:nvSpPr>
          <p:spPr>
            <a:xfrm>
              <a:off x="2210" y="630"/>
              <a:ext cx="0" cy="360"/>
            </a:xfrm>
            <a:prstGeom prst="line">
              <a:avLst/>
            </a:prstGeom>
            <a:ln w="28575" cap="flat" cmpd="sng">
              <a:solidFill>
                <a:schemeClr val="tx1"/>
              </a:solidFill>
              <a:prstDash val="solid"/>
              <a:headEnd type="none" w="med" len="med"/>
              <a:tailEnd type="none" w="med" len="med"/>
            </a:ln>
          </p:spPr>
        </p:sp>
        <p:sp>
          <p:nvSpPr>
            <p:cNvPr id="178322" name="Line 242"/>
            <p:cNvSpPr/>
            <p:nvPr/>
          </p:nvSpPr>
          <p:spPr>
            <a:xfrm>
              <a:off x="2855" y="630"/>
              <a:ext cx="0" cy="360"/>
            </a:xfrm>
            <a:prstGeom prst="line">
              <a:avLst/>
            </a:prstGeom>
            <a:ln w="28575" cap="flat" cmpd="sng">
              <a:solidFill>
                <a:schemeClr val="tx1"/>
              </a:solidFill>
              <a:prstDash val="solid"/>
              <a:headEnd type="none" w="med" len="med"/>
              <a:tailEnd type="none" w="med" len="med"/>
            </a:ln>
          </p:spPr>
        </p:sp>
        <p:sp>
          <p:nvSpPr>
            <p:cNvPr id="178323" name="Line 243"/>
            <p:cNvSpPr/>
            <p:nvPr/>
          </p:nvSpPr>
          <p:spPr>
            <a:xfrm>
              <a:off x="1510" y="971"/>
              <a:ext cx="680" cy="0"/>
            </a:xfrm>
            <a:prstGeom prst="line">
              <a:avLst/>
            </a:prstGeom>
            <a:ln w="28575" cap="flat" cmpd="sng">
              <a:solidFill>
                <a:schemeClr val="tx1"/>
              </a:solidFill>
              <a:prstDash val="solid"/>
              <a:headEnd type="none" w="med" len="med"/>
              <a:tailEnd type="none" w="med" len="med"/>
            </a:ln>
          </p:spPr>
        </p:sp>
        <p:sp>
          <p:nvSpPr>
            <p:cNvPr id="178324" name="Line 246"/>
            <p:cNvSpPr/>
            <p:nvPr/>
          </p:nvSpPr>
          <p:spPr>
            <a:xfrm>
              <a:off x="3505" y="630"/>
              <a:ext cx="680" cy="0"/>
            </a:xfrm>
            <a:prstGeom prst="line">
              <a:avLst/>
            </a:prstGeom>
            <a:ln w="28575" cap="flat" cmpd="sng">
              <a:solidFill>
                <a:schemeClr val="tx1"/>
              </a:solidFill>
              <a:prstDash val="solid"/>
              <a:headEnd type="none" w="med" len="med"/>
              <a:tailEnd type="none" w="med" len="med"/>
            </a:ln>
          </p:spPr>
        </p:sp>
        <p:sp>
          <p:nvSpPr>
            <p:cNvPr id="178325" name="Line 247"/>
            <p:cNvSpPr/>
            <p:nvPr/>
          </p:nvSpPr>
          <p:spPr>
            <a:xfrm>
              <a:off x="3530" y="630"/>
              <a:ext cx="0" cy="360"/>
            </a:xfrm>
            <a:prstGeom prst="line">
              <a:avLst/>
            </a:prstGeom>
            <a:ln w="28575" cap="flat" cmpd="sng">
              <a:solidFill>
                <a:schemeClr val="tx1"/>
              </a:solidFill>
              <a:prstDash val="solid"/>
              <a:headEnd type="none" w="med" len="med"/>
              <a:tailEnd type="none" w="med" len="med"/>
            </a:ln>
          </p:spPr>
        </p:sp>
        <p:sp>
          <p:nvSpPr>
            <p:cNvPr id="178326" name="Line 248"/>
            <p:cNvSpPr/>
            <p:nvPr/>
          </p:nvSpPr>
          <p:spPr>
            <a:xfrm>
              <a:off x="4175" y="630"/>
              <a:ext cx="0" cy="360"/>
            </a:xfrm>
            <a:prstGeom prst="line">
              <a:avLst/>
            </a:prstGeom>
            <a:ln w="28575" cap="flat" cmpd="sng">
              <a:solidFill>
                <a:schemeClr val="tx1"/>
              </a:solidFill>
              <a:prstDash val="solid"/>
              <a:headEnd type="none" w="med" len="med"/>
              <a:tailEnd type="none" w="med" len="med"/>
            </a:ln>
          </p:spPr>
        </p:sp>
        <p:sp>
          <p:nvSpPr>
            <p:cNvPr id="178327" name="Line 249"/>
            <p:cNvSpPr/>
            <p:nvPr/>
          </p:nvSpPr>
          <p:spPr>
            <a:xfrm>
              <a:off x="2830" y="971"/>
              <a:ext cx="680" cy="0"/>
            </a:xfrm>
            <a:prstGeom prst="line">
              <a:avLst/>
            </a:prstGeom>
            <a:ln w="28575" cap="flat" cmpd="sng">
              <a:solidFill>
                <a:schemeClr val="tx1"/>
              </a:solidFill>
              <a:prstDash val="solid"/>
              <a:headEnd type="none" w="med" len="med"/>
              <a:tailEnd type="none" w="med" len="med"/>
            </a:ln>
          </p:spPr>
        </p:sp>
        <p:sp>
          <p:nvSpPr>
            <p:cNvPr id="178328" name="Line 253"/>
            <p:cNvSpPr/>
            <p:nvPr/>
          </p:nvSpPr>
          <p:spPr>
            <a:xfrm>
              <a:off x="4825" y="630"/>
              <a:ext cx="680" cy="0"/>
            </a:xfrm>
            <a:prstGeom prst="line">
              <a:avLst/>
            </a:prstGeom>
            <a:ln w="28575" cap="flat" cmpd="sng">
              <a:solidFill>
                <a:schemeClr val="tx1"/>
              </a:solidFill>
              <a:prstDash val="solid"/>
              <a:headEnd type="none" w="med" len="med"/>
              <a:tailEnd type="none" w="med" len="med"/>
            </a:ln>
          </p:spPr>
        </p:sp>
        <p:sp>
          <p:nvSpPr>
            <p:cNvPr id="178329" name="Line 254"/>
            <p:cNvSpPr/>
            <p:nvPr/>
          </p:nvSpPr>
          <p:spPr>
            <a:xfrm>
              <a:off x="4850" y="630"/>
              <a:ext cx="0" cy="360"/>
            </a:xfrm>
            <a:prstGeom prst="line">
              <a:avLst/>
            </a:prstGeom>
            <a:ln w="28575" cap="flat" cmpd="sng">
              <a:solidFill>
                <a:schemeClr val="tx1"/>
              </a:solidFill>
              <a:prstDash val="solid"/>
              <a:headEnd type="none" w="med" len="med"/>
              <a:tailEnd type="none" w="med" len="med"/>
            </a:ln>
          </p:spPr>
        </p:sp>
        <p:sp>
          <p:nvSpPr>
            <p:cNvPr id="178330" name="Line 255"/>
            <p:cNvSpPr/>
            <p:nvPr/>
          </p:nvSpPr>
          <p:spPr>
            <a:xfrm>
              <a:off x="5495" y="630"/>
              <a:ext cx="0" cy="360"/>
            </a:xfrm>
            <a:prstGeom prst="line">
              <a:avLst/>
            </a:prstGeom>
            <a:ln w="28575" cap="flat" cmpd="sng">
              <a:solidFill>
                <a:schemeClr val="tx1"/>
              </a:solidFill>
              <a:prstDash val="solid"/>
              <a:headEnd type="none" w="med" len="med"/>
              <a:tailEnd type="none" w="med" len="med"/>
            </a:ln>
          </p:spPr>
        </p:sp>
        <p:sp>
          <p:nvSpPr>
            <p:cNvPr id="178331" name="Line 256"/>
            <p:cNvSpPr/>
            <p:nvPr/>
          </p:nvSpPr>
          <p:spPr>
            <a:xfrm>
              <a:off x="4150" y="971"/>
              <a:ext cx="680" cy="0"/>
            </a:xfrm>
            <a:prstGeom prst="line">
              <a:avLst/>
            </a:prstGeom>
            <a:ln w="28575" cap="flat" cmpd="sng">
              <a:solidFill>
                <a:schemeClr val="tx1"/>
              </a:solidFill>
              <a:prstDash val="solid"/>
              <a:headEnd type="none" w="med" len="med"/>
              <a:tailEnd type="none" w="med" len="med"/>
            </a:ln>
          </p:spPr>
        </p:sp>
        <p:sp>
          <p:nvSpPr>
            <p:cNvPr id="178332" name="Line 258"/>
            <p:cNvSpPr/>
            <p:nvPr/>
          </p:nvSpPr>
          <p:spPr>
            <a:xfrm>
              <a:off x="6145" y="630"/>
              <a:ext cx="680" cy="0"/>
            </a:xfrm>
            <a:prstGeom prst="line">
              <a:avLst/>
            </a:prstGeom>
            <a:ln w="28575" cap="flat" cmpd="sng">
              <a:solidFill>
                <a:schemeClr val="tx1"/>
              </a:solidFill>
              <a:prstDash val="solid"/>
              <a:headEnd type="none" w="med" len="med"/>
              <a:tailEnd type="none" w="med" len="med"/>
            </a:ln>
          </p:spPr>
        </p:sp>
        <p:sp>
          <p:nvSpPr>
            <p:cNvPr id="178333" name="Line 259"/>
            <p:cNvSpPr/>
            <p:nvPr/>
          </p:nvSpPr>
          <p:spPr>
            <a:xfrm>
              <a:off x="6170" y="630"/>
              <a:ext cx="0" cy="360"/>
            </a:xfrm>
            <a:prstGeom prst="line">
              <a:avLst/>
            </a:prstGeom>
            <a:ln w="28575" cap="flat" cmpd="sng">
              <a:solidFill>
                <a:schemeClr val="tx1"/>
              </a:solidFill>
              <a:prstDash val="solid"/>
              <a:headEnd type="none" w="med" len="med"/>
              <a:tailEnd type="none" w="med" len="med"/>
            </a:ln>
          </p:spPr>
        </p:sp>
        <p:sp>
          <p:nvSpPr>
            <p:cNvPr id="178334" name="Line 260"/>
            <p:cNvSpPr/>
            <p:nvPr/>
          </p:nvSpPr>
          <p:spPr>
            <a:xfrm>
              <a:off x="6815" y="630"/>
              <a:ext cx="0" cy="360"/>
            </a:xfrm>
            <a:prstGeom prst="line">
              <a:avLst/>
            </a:prstGeom>
            <a:ln w="28575" cap="flat" cmpd="sng">
              <a:solidFill>
                <a:schemeClr val="tx1"/>
              </a:solidFill>
              <a:prstDash val="solid"/>
              <a:headEnd type="none" w="med" len="med"/>
              <a:tailEnd type="none" w="med" len="med"/>
            </a:ln>
          </p:spPr>
        </p:sp>
        <p:sp>
          <p:nvSpPr>
            <p:cNvPr id="178335" name="Line 261"/>
            <p:cNvSpPr/>
            <p:nvPr/>
          </p:nvSpPr>
          <p:spPr>
            <a:xfrm>
              <a:off x="5470" y="971"/>
              <a:ext cx="680" cy="0"/>
            </a:xfrm>
            <a:prstGeom prst="line">
              <a:avLst/>
            </a:prstGeom>
            <a:ln w="28575" cap="flat" cmpd="sng">
              <a:solidFill>
                <a:schemeClr val="tx1"/>
              </a:solidFill>
              <a:prstDash val="solid"/>
              <a:headEnd type="none" w="med" len="med"/>
              <a:tailEnd type="none" w="med" len="med"/>
            </a:ln>
          </p:spPr>
        </p:sp>
        <p:sp>
          <p:nvSpPr>
            <p:cNvPr id="178336" name="Line 264"/>
            <p:cNvSpPr/>
            <p:nvPr/>
          </p:nvSpPr>
          <p:spPr>
            <a:xfrm>
              <a:off x="7445" y="630"/>
              <a:ext cx="680" cy="0"/>
            </a:xfrm>
            <a:prstGeom prst="line">
              <a:avLst/>
            </a:prstGeom>
            <a:ln w="28575" cap="flat" cmpd="sng">
              <a:solidFill>
                <a:schemeClr val="tx1"/>
              </a:solidFill>
              <a:prstDash val="solid"/>
              <a:headEnd type="none" w="med" len="med"/>
              <a:tailEnd type="none" w="med" len="med"/>
            </a:ln>
          </p:spPr>
        </p:sp>
        <p:sp>
          <p:nvSpPr>
            <p:cNvPr id="178337" name="Line 265"/>
            <p:cNvSpPr/>
            <p:nvPr/>
          </p:nvSpPr>
          <p:spPr>
            <a:xfrm>
              <a:off x="7470" y="630"/>
              <a:ext cx="0" cy="360"/>
            </a:xfrm>
            <a:prstGeom prst="line">
              <a:avLst/>
            </a:prstGeom>
            <a:ln w="28575" cap="flat" cmpd="sng">
              <a:solidFill>
                <a:schemeClr val="tx1"/>
              </a:solidFill>
              <a:prstDash val="solid"/>
              <a:headEnd type="none" w="med" len="med"/>
              <a:tailEnd type="none" w="med" len="med"/>
            </a:ln>
          </p:spPr>
        </p:sp>
        <p:sp>
          <p:nvSpPr>
            <p:cNvPr id="178338" name="Line 266"/>
            <p:cNvSpPr/>
            <p:nvPr/>
          </p:nvSpPr>
          <p:spPr>
            <a:xfrm>
              <a:off x="8115" y="630"/>
              <a:ext cx="0" cy="360"/>
            </a:xfrm>
            <a:prstGeom prst="line">
              <a:avLst/>
            </a:prstGeom>
            <a:ln w="28575" cap="flat" cmpd="sng">
              <a:solidFill>
                <a:schemeClr val="tx1"/>
              </a:solidFill>
              <a:prstDash val="solid"/>
              <a:headEnd type="none" w="med" len="med"/>
              <a:tailEnd type="none" w="med" len="med"/>
            </a:ln>
          </p:spPr>
        </p:sp>
        <p:sp>
          <p:nvSpPr>
            <p:cNvPr id="178339" name="Line 267"/>
            <p:cNvSpPr/>
            <p:nvPr/>
          </p:nvSpPr>
          <p:spPr>
            <a:xfrm>
              <a:off x="6790" y="971"/>
              <a:ext cx="680" cy="0"/>
            </a:xfrm>
            <a:prstGeom prst="line">
              <a:avLst/>
            </a:prstGeom>
            <a:ln w="28575" cap="flat" cmpd="sng">
              <a:solidFill>
                <a:schemeClr val="tx1"/>
              </a:solidFill>
              <a:prstDash val="solid"/>
              <a:headEnd type="none" w="med" len="med"/>
              <a:tailEnd type="none" w="med" len="med"/>
            </a:ln>
          </p:spPr>
        </p:sp>
        <p:sp>
          <p:nvSpPr>
            <p:cNvPr id="178340" name="Line 269"/>
            <p:cNvSpPr/>
            <p:nvPr/>
          </p:nvSpPr>
          <p:spPr>
            <a:xfrm>
              <a:off x="8765" y="630"/>
              <a:ext cx="680" cy="0"/>
            </a:xfrm>
            <a:prstGeom prst="line">
              <a:avLst/>
            </a:prstGeom>
            <a:ln w="28575" cap="flat" cmpd="sng">
              <a:solidFill>
                <a:schemeClr val="tx1"/>
              </a:solidFill>
              <a:prstDash val="solid"/>
              <a:headEnd type="none" w="med" len="med"/>
              <a:tailEnd type="none" w="med" len="med"/>
            </a:ln>
          </p:spPr>
        </p:sp>
        <p:sp>
          <p:nvSpPr>
            <p:cNvPr id="178341" name="Line 270"/>
            <p:cNvSpPr/>
            <p:nvPr/>
          </p:nvSpPr>
          <p:spPr>
            <a:xfrm>
              <a:off x="8790" y="630"/>
              <a:ext cx="0" cy="360"/>
            </a:xfrm>
            <a:prstGeom prst="line">
              <a:avLst/>
            </a:prstGeom>
            <a:ln w="28575" cap="flat" cmpd="sng">
              <a:solidFill>
                <a:schemeClr val="tx1"/>
              </a:solidFill>
              <a:prstDash val="solid"/>
              <a:headEnd type="none" w="med" len="med"/>
              <a:tailEnd type="none" w="med" len="med"/>
            </a:ln>
          </p:spPr>
        </p:sp>
        <p:sp>
          <p:nvSpPr>
            <p:cNvPr id="178342" name="Line 271"/>
            <p:cNvSpPr/>
            <p:nvPr/>
          </p:nvSpPr>
          <p:spPr>
            <a:xfrm>
              <a:off x="9435" y="630"/>
              <a:ext cx="0" cy="360"/>
            </a:xfrm>
            <a:prstGeom prst="line">
              <a:avLst/>
            </a:prstGeom>
            <a:ln w="28575" cap="flat" cmpd="sng">
              <a:solidFill>
                <a:schemeClr val="tx1"/>
              </a:solidFill>
              <a:prstDash val="solid"/>
              <a:headEnd type="none" w="med" len="med"/>
              <a:tailEnd type="none" w="med" len="med"/>
            </a:ln>
          </p:spPr>
        </p:sp>
        <p:sp>
          <p:nvSpPr>
            <p:cNvPr id="178343" name="Line 272"/>
            <p:cNvSpPr/>
            <p:nvPr/>
          </p:nvSpPr>
          <p:spPr>
            <a:xfrm>
              <a:off x="8090" y="971"/>
              <a:ext cx="680" cy="0"/>
            </a:xfrm>
            <a:prstGeom prst="line">
              <a:avLst/>
            </a:prstGeom>
            <a:ln w="28575" cap="flat" cmpd="sng">
              <a:solidFill>
                <a:schemeClr val="tx1"/>
              </a:solidFill>
              <a:prstDash val="solid"/>
              <a:headEnd type="none" w="med" len="med"/>
              <a:tailEnd type="none" w="med" len="med"/>
            </a:ln>
          </p:spPr>
        </p:sp>
        <p:sp>
          <p:nvSpPr>
            <p:cNvPr id="178344" name="Line 275"/>
            <p:cNvSpPr/>
            <p:nvPr/>
          </p:nvSpPr>
          <p:spPr>
            <a:xfrm>
              <a:off x="10085" y="630"/>
              <a:ext cx="680" cy="0"/>
            </a:xfrm>
            <a:prstGeom prst="line">
              <a:avLst/>
            </a:prstGeom>
            <a:ln w="28575" cap="flat" cmpd="sng">
              <a:solidFill>
                <a:schemeClr val="tx1"/>
              </a:solidFill>
              <a:prstDash val="solid"/>
              <a:headEnd type="none" w="med" len="med"/>
              <a:tailEnd type="none" w="med" len="med"/>
            </a:ln>
          </p:spPr>
        </p:sp>
        <p:sp>
          <p:nvSpPr>
            <p:cNvPr id="178345" name="Line 276"/>
            <p:cNvSpPr/>
            <p:nvPr/>
          </p:nvSpPr>
          <p:spPr>
            <a:xfrm>
              <a:off x="10110" y="630"/>
              <a:ext cx="0" cy="360"/>
            </a:xfrm>
            <a:prstGeom prst="line">
              <a:avLst/>
            </a:prstGeom>
            <a:ln w="28575" cap="flat" cmpd="sng">
              <a:solidFill>
                <a:schemeClr val="tx1"/>
              </a:solidFill>
              <a:prstDash val="solid"/>
              <a:headEnd type="none" w="med" len="med"/>
              <a:tailEnd type="none" w="med" len="med"/>
            </a:ln>
          </p:spPr>
        </p:sp>
        <p:sp>
          <p:nvSpPr>
            <p:cNvPr id="178346" name="Line 277"/>
            <p:cNvSpPr/>
            <p:nvPr/>
          </p:nvSpPr>
          <p:spPr>
            <a:xfrm>
              <a:off x="10755" y="630"/>
              <a:ext cx="0" cy="360"/>
            </a:xfrm>
            <a:prstGeom prst="line">
              <a:avLst/>
            </a:prstGeom>
            <a:ln w="28575" cap="flat" cmpd="sng">
              <a:solidFill>
                <a:schemeClr val="tx1"/>
              </a:solidFill>
              <a:prstDash val="solid"/>
              <a:headEnd type="none" w="med" len="med"/>
              <a:tailEnd type="none" w="med" len="med"/>
            </a:ln>
          </p:spPr>
        </p:sp>
        <p:sp>
          <p:nvSpPr>
            <p:cNvPr id="178347" name="Line 278"/>
            <p:cNvSpPr/>
            <p:nvPr/>
          </p:nvSpPr>
          <p:spPr>
            <a:xfrm>
              <a:off x="9430" y="971"/>
              <a:ext cx="680" cy="0"/>
            </a:xfrm>
            <a:prstGeom prst="line">
              <a:avLst/>
            </a:prstGeom>
            <a:ln w="28575" cap="flat" cmpd="sng">
              <a:solidFill>
                <a:schemeClr val="tx1"/>
              </a:solidFill>
              <a:prstDash val="solid"/>
              <a:headEnd type="none" w="med" len="med"/>
              <a:tailEnd type="none" w="med" len="med"/>
            </a:ln>
          </p:spPr>
        </p:sp>
        <p:sp>
          <p:nvSpPr>
            <p:cNvPr id="178348" name="Line 280"/>
            <p:cNvSpPr/>
            <p:nvPr/>
          </p:nvSpPr>
          <p:spPr>
            <a:xfrm>
              <a:off x="11405" y="630"/>
              <a:ext cx="680" cy="0"/>
            </a:xfrm>
            <a:prstGeom prst="line">
              <a:avLst/>
            </a:prstGeom>
            <a:ln w="28575" cap="flat" cmpd="sng">
              <a:solidFill>
                <a:schemeClr val="tx1"/>
              </a:solidFill>
              <a:prstDash val="solid"/>
              <a:headEnd type="none" w="med" len="med"/>
              <a:tailEnd type="none" w="med" len="med"/>
            </a:ln>
          </p:spPr>
        </p:sp>
        <p:sp>
          <p:nvSpPr>
            <p:cNvPr id="178349" name="Line 281"/>
            <p:cNvSpPr/>
            <p:nvPr/>
          </p:nvSpPr>
          <p:spPr>
            <a:xfrm>
              <a:off x="11430" y="630"/>
              <a:ext cx="0" cy="360"/>
            </a:xfrm>
            <a:prstGeom prst="line">
              <a:avLst/>
            </a:prstGeom>
            <a:ln w="28575" cap="flat" cmpd="sng">
              <a:solidFill>
                <a:schemeClr val="tx1"/>
              </a:solidFill>
              <a:prstDash val="solid"/>
              <a:headEnd type="none" w="med" len="med"/>
              <a:tailEnd type="none" w="med" len="med"/>
            </a:ln>
          </p:spPr>
        </p:sp>
        <p:sp>
          <p:nvSpPr>
            <p:cNvPr id="178350" name="Line 282"/>
            <p:cNvSpPr/>
            <p:nvPr/>
          </p:nvSpPr>
          <p:spPr>
            <a:xfrm>
              <a:off x="12095" y="630"/>
              <a:ext cx="0" cy="360"/>
            </a:xfrm>
            <a:prstGeom prst="line">
              <a:avLst/>
            </a:prstGeom>
            <a:ln w="28575" cap="flat" cmpd="sng">
              <a:solidFill>
                <a:schemeClr val="tx1"/>
              </a:solidFill>
              <a:prstDash val="solid"/>
              <a:headEnd type="none" w="med" len="med"/>
              <a:tailEnd type="none" w="med" len="med"/>
            </a:ln>
          </p:spPr>
        </p:sp>
        <p:sp>
          <p:nvSpPr>
            <p:cNvPr id="178351" name="Line 283"/>
            <p:cNvSpPr/>
            <p:nvPr/>
          </p:nvSpPr>
          <p:spPr>
            <a:xfrm>
              <a:off x="10730" y="971"/>
              <a:ext cx="680" cy="0"/>
            </a:xfrm>
            <a:prstGeom prst="line">
              <a:avLst/>
            </a:prstGeom>
            <a:ln w="28575" cap="flat" cmpd="sng">
              <a:solidFill>
                <a:schemeClr val="tx1"/>
              </a:solidFill>
              <a:prstDash val="solid"/>
              <a:headEnd type="none" w="med" len="med"/>
              <a:tailEnd type="none" w="med" len="med"/>
            </a:ln>
          </p:spPr>
        </p:sp>
        <p:sp>
          <p:nvSpPr>
            <p:cNvPr id="178352" name="Line 286"/>
            <p:cNvSpPr/>
            <p:nvPr/>
          </p:nvSpPr>
          <p:spPr>
            <a:xfrm>
              <a:off x="12770" y="611"/>
              <a:ext cx="0" cy="360"/>
            </a:xfrm>
            <a:prstGeom prst="line">
              <a:avLst/>
            </a:prstGeom>
            <a:ln w="28575" cap="flat" cmpd="sng">
              <a:solidFill>
                <a:schemeClr val="tx1"/>
              </a:solidFill>
              <a:prstDash val="solid"/>
              <a:headEnd type="none" w="med" len="med"/>
              <a:tailEnd type="none" w="med" len="med"/>
            </a:ln>
          </p:spPr>
        </p:sp>
        <p:sp>
          <p:nvSpPr>
            <p:cNvPr id="178353" name="Line 288"/>
            <p:cNvSpPr/>
            <p:nvPr/>
          </p:nvSpPr>
          <p:spPr>
            <a:xfrm>
              <a:off x="12090" y="952"/>
              <a:ext cx="680" cy="0"/>
            </a:xfrm>
            <a:prstGeom prst="line">
              <a:avLst/>
            </a:prstGeom>
            <a:ln w="28575" cap="flat" cmpd="sng">
              <a:solidFill>
                <a:schemeClr val="tx1"/>
              </a:solidFill>
              <a:prstDash val="solid"/>
              <a:headEnd type="none" w="med" len="med"/>
              <a:tailEnd type="none" w="med" len="med"/>
            </a:ln>
          </p:spPr>
        </p:sp>
        <p:sp>
          <p:nvSpPr>
            <p:cNvPr id="178354" name="Line 289"/>
            <p:cNvSpPr/>
            <p:nvPr/>
          </p:nvSpPr>
          <p:spPr>
            <a:xfrm>
              <a:off x="1560" y="611"/>
              <a:ext cx="0" cy="360"/>
            </a:xfrm>
            <a:prstGeom prst="line">
              <a:avLst/>
            </a:prstGeom>
            <a:ln w="28575" cap="flat" cmpd="sng">
              <a:solidFill>
                <a:schemeClr val="tx1"/>
              </a:solidFill>
              <a:prstDash val="solid"/>
              <a:headEnd type="none" w="med" len="med"/>
              <a:tailEnd type="none" w="med" len="med"/>
            </a:ln>
          </p:spPr>
        </p:sp>
        <p:sp>
          <p:nvSpPr>
            <p:cNvPr id="178355" name="Line 290"/>
            <p:cNvSpPr/>
            <p:nvPr/>
          </p:nvSpPr>
          <p:spPr>
            <a:xfrm>
              <a:off x="12765" y="630"/>
              <a:ext cx="340" cy="0"/>
            </a:xfrm>
            <a:prstGeom prst="line">
              <a:avLst/>
            </a:prstGeom>
            <a:ln w="28575" cap="flat" cmpd="sng">
              <a:solidFill>
                <a:schemeClr val="tx1"/>
              </a:solidFill>
              <a:prstDash val="solid"/>
              <a:headEnd type="none" w="med" len="med"/>
              <a:tailEnd type="none" w="med" len="med"/>
            </a:ln>
          </p:spPr>
        </p:sp>
        <p:sp>
          <p:nvSpPr>
            <p:cNvPr id="178356" name="Line 291"/>
            <p:cNvSpPr/>
            <p:nvPr/>
          </p:nvSpPr>
          <p:spPr>
            <a:xfrm>
              <a:off x="1195" y="1193"/>
              <a:ext cx="340" cy="0"/>
            </a:xfrm>
            <a:prstGeom prst="line">
              <a:avLst/>
            </a:prstGeom>
            <a:ln w="28575" cap="flat" cmpd="sng">
              <a:solidFill>
                <a:schemeClr val="tx1"/>
              </a:solidFill>
              <a:prstDash val="solid"/>
              <a:headEnd type="none" w="med" len="med"/>
              <a:tailEnd type="none" w="med" len="med"/>
            </a:ln>
          </p:spPr>
        </p:sp>
        <p:sp>
          <p:nvSpPr>
            <p:cNvPr id="178357" name="Line 292"/>
            <p:cNvSpPr/>
            <p:nvPr/>
          </p:nvSpPr>
          <p:spPr>
            <a:xfrm>
              <a:off x="1535" y="1166"/>
              <a:ext cx="0" cy="360"/>
            </a:xfrm>
            <a:prstGeom prst="line">
              <a:avLst/>
            </a:prstGeom>
            <a:ln w="28575" cap="flat" cmpd="sng">
              <a:solidFill>
                <a:schemeClr val="tx1"/>
              </a:solidFill>
              <a:prstDash val="solid"/>
              <a:headEnd type="none" w="med" len="med"/>
              <a:tailEnd type="none" w="med" len="med"/>
            </a:ln>
          </p:spPr>
        </p:sp>
        <p:sp>
          <p:nvSpPr>
            <p:cNvPr id="178358" name="Line 293"/>
            <p:cNvSpPr/>
            <p:nvPr/>
          </p:nvSpPr>
          <p:spPr>
            <a:xfrm>
              <a:off x="1535" y="1511"/>
              <a:ext cx="1360" cy="0"/>
            </a:xfrm>
            <a:prstGeom prst="line">
              <a:avLst/>
            </a:prstGeom>
            <a:ln w="28575" cap="flat" cmpd="sng">
              <a:solidFill>
                <a:schemeClr val="tx1"/>
              </a:solidFill>
              <a:prstDash val="solid"/>
              <a:headEnd type="none" w="med" len="med"/>
              <a:tailEnd type="none" w="med" len="med"/>
            </a:ln>
          </p:spPr>
        </p:sp>
        <p:sp>
          <p:nvSpPr>
            <p:cNvPr id="178359" name="Line 294"/>
            <p:cNvSpPr/>
            <p:nvPr/>
          </p:nvSpPr>
          <p:spPr>
            <a:xfrm>
              <a:off x="2855" y="1170"/>
              <a:ext cx="0" cy="360"/>
            </a:xfrm>
            <a:prstGeom prst="line">
              <a:avLst/>
            </a:prstGeom>
            <a:ln w="28575" cap="flat" cmpd="sng">
              <a:solidFill>
                <a:schemeClr val="tx1"/>
              </a:solidFill>
              <a:prstDash val="solid"/>
              <a:headEnd type="none" w="med" len="med"/>
              <a:tailEnd type="none" w="med" len="med"/>
            </a:ln>
          </p:spPr>
        </p:sp>
        <p:sp>
          <p:nvSpPr>
            <p:cNvPr id="178360" name="Line 295"/>
            <p:cNvSpPr/>
            <p:nvPr/>
          </p:nvSpPr>
          <p:spPr>
            <a:xfrm>
              <a:off x="2835" y="1189"/>
              <a:ext cx="1077" cy="0"/>
            </a:xfrm>
            <a:prstGeom prst="line">
              <a:avLst/>
            </a:prstGeom>
            <a:ln w="28575" cap="flat" cmpd="sng">
              <a:solidFill>
                <a:schemeClr val="tx1"/>
              </a:solidFill>
              <a:prstDash val="solid"/>
              <a:headEnd type="none" w="med" len="med"/>
              <a:tailEnd type="none" w="med" len="med"/>
            </a:ln>
          </p:spPr>
        </p:sp>
        <p:sp>
          <p:nvSpPr>
            <p:cNvPr id="178361" name="Line 332"/>
            <p:cNvSpPr/>
            <p:nvPr/>
          </p:nvSpPr>
          <p:spPr>
            <a:xfrm>
              <a:off x="3832" y="1178"/>
              <a:ext cx="340" cy="0"/>
            </a:xfrm>
            <a:prstGeom prst="line">
              <a:avLst/>
            </a:prstGeom>
            <a:ln w="28575" cap="flat" cmpd="sng">
              <a:solidFill>
                <a:schemeClr val="tx1"/>
              </a:solidFill>
              <a:prstDash val="solid"/>
              <a:headEnd type="none" w="med" len="med"/>
              <a:tailEnd type="none" w="med" len="med"/>
            </a:ln>
          </p:spPr>
        </p:sp>
        <p:sp>
          <p:nvSpPr>
            <p:cNvPr id="178362" name="Line 333"/>
            <p:cNvSpPr/>
            <p:nvPr/>
          </p:nvSpPr>
          <p:spPr>
            <a:xfrm>
              <a:off x="4172" y="1151"/>
              <a:ext cx="0" cy="360"/>
            </a:xfrm>
            <a:prstGeom prst="line">
              <a:avLst/>
            </a:prstGeom>
            <a:ln w="28575" cap="flat" cmpd="sng">
              <a:solidFill>
                <a:schemeClr val="tx1"/>
              </a:solidFill>
              <a:prstDash val="solid"/>
              <a:headEnd type="none" w="med" len="med"/>
              <a:tailEnd type="none" w="med" len="med"/>
            </a:ln>
          </p:spPr>
        </p:sp>
        <p:sp>
          <p:nvSpPr>
            <p:cNvPr id="178363" name="Line 334"/>
            <p:cNvSpPr/>
            <p:nvPr/>
          </p:nvSpPr>
          <p:spPr>
            <a:xfrm>
              <a:off x="4172" y="1496"/>
              <a:ext cx="1360" cy="0"/>
            </a:xfrm>
            <a:prstGeom prst="line">
              <a:avLst/>
            </a:prstGeom>
            <a:ln w="28575" cap="flat" cmpd="sng">
              <a:solidFill>
                <a:schemeClr val="tx1"/>
              </a:solidFill>
              <a:prstDash val="solid"/>
              <a:headEnd type="none" w="med" len="med"/>
              <a:tailEnd type="none" w="med" len="med"/>
            </a:ln>
          </p:spPr>
        </p:sp>
        <p:sp>
          <p:nvSpPr>
            <p:cNvPr id="178364" name="Line 335"/>
            <p:cNvSpPr/>
            <p:nvPr/>
          </p:nvSpPr>
          <p:spPr>
            <a:xfrm>
              <a:off x="5492" y="1155"/>
              <a:ext cx="0" cy="360"/>
            </a:xfrm>
            <a:prstGeom prst="line">
              <a:avLst/>
            </a:prstGeom>
            <a:ln w="28575" cap="flat" cmpd="sng">
              <a:solidFill>
                <a:schemeClr val="tx1"/>
              </a:solidFill>
              <a:prstDash val="solid"/>
              <a:headEnd type="none" w="med" len="med"/>
              <a:tailEnd type="none" w="med" len="med"/>
            </a:ln>
          </p:spPr>
        </p:sp>
        <p:sp>
          <p:nvSpPr>
            <p:cNvPr id="178365" name="Line 336"/>
            <p:cNvSpPr/>
            <p:nvPr/>
          </p:nvSpPr>
          <p:spPr>
            <a:xfrm>
              <a:off x="5472" y="1174"/>
              <a:ext cx="1303" cy="0"/>
            </a:xfrm>
            <a:prstGeom prst="line">
              <a:avLst/>
            </a:prstGeom>
            <a:ln w="28575" cap="flat" cmpd="sng">
              <a:solidFill>
                <a:schemeClr val="tx1"/>
              </a:solidFill>
              <a:prstDash val="solid"/>
              <a:headEnd type="none" w="med" len="med"/>
              <a:tailEnd type="none" w="med" len="med"/>
            </a:ln>
          </p:spPr>
        </p:sp>
        <p:sp>
          <p:nvSpPr>
            <p:cNvPr id="178366" name="Line 339"/>
            <p:cNvSpPr/>
            <p:nvPr/>
          </p:nvSpPr>
          <p:spPr>
            <a:xfrm>
              <a:off x="6792" y="1157"/>
              <a:ext cx="0" cy="360"/>
            </a:xfrm>
            <a:prstGeom prst="line">
              <a:avLst/>
            </a:prstGeom>
            <a:ln w="28575" cap="flat" cmpd="sng">
              <a:solidFill>
                <a:schemeClr val="tx1"/>
              </a:solidFill>
              <a:prstDash val="solid"/>
              <a:headEnd type="none" w="med" len="med"/>
              <a:tailEnd type="none" w="med" len="med"/>
            </a:ln>
          </p:spPr>
        </p:sp>
        <p:sp>
          <p:nvSpPr>
            <p:cNvPr id="178367" name="Line 340"/>
            <p:cNvSpPr/>
            <p:nvPr/>
          </p:nvSpPr>
          <p:spPr>
            <a:xfrm>
              <a:off x="6792" y="1502"/>
              <a:ext cx="1360" cy="0"/>
            </a:xfrm>
            <a:prstGeom prst="line">
              <a:avLst/>
            </a:prstGeom>
            <a:ln w="28575" cap="flat" cmpd="sng">
              <a:solidFill>
                <a:schemeClr val="tx1"/>
              </a:solidFill>
              <a:prstDash val="solid"/>
              <a:headEnd type="none" w="med" len="med"/>
              <a:tailEnd type="none" w="med" len="med"/>
            </a:ln>
          </p:spPr>
        </p:sp>
        <p:sp>
          <p:nvSpPr>
            <p:cNvPr id="178368" name="Line 341"/>
            <p:cNvSpPr/>
            <p:nvPr/>
          </p:nvSpPr>
          <p:spPr>
            <a:xfrm>
              <a:off x="8112" y="1161"/>
              <a:ext cx="0" cy="360"/>
            </a:xfrm>
            <a:prstGeom prst="line">
              <a:avLst/>
            </a:prstGeom>
            <a:ln w="28575" cap="flat" cmpd="sng">
              <a:solidFill>
                <a:schemeClr val="tx1"/>
              </a:solidFill>
              <a:prstDash val="solid"/>
              <a:headEnd type="none" w="med" len="med"/>
              <a:tailEnd type="none" w="med" len="med"/>
            </a:ln>
          </p:spPr>
        </p:sp>
        <p:sp>
          <p:nvSpPr>
            <p:cNvPr id="178369" name="Line 342"/>
            <p:cNvSpPr/>
            <p:nvPr/>
          </p:nvSpPr>
          <p:spPr>
            <a:xfrm>
              <a:off x="8092" y="1179"/>
              <a:ext cx="1303" cy="0"/>
            </a:xfrm>
            <a:prstGeom prst="line">
              <a:avLst/>
            </a:prstGeom>
            <a:ln w="28575" cap="flat" cmpd="sng">
              <a:solidFill>
                <a:schemeClr val="tx1"/>
              </a:solidFill>
              <a:prstDash val="solid"/>
              <a:headEnd type="none" w="med" len="med"/>
              <a:tailEnd type="none" w="med" len="med"/>
            </a:ln>
          </p:spPr>
        </p:sp>
        <p:sp>
          <p:nvSpPr>
            <p:cNvPr id="178370" name="Line 345"/>
            <p:cNvSpPr/>
            <p:nvPr/>
          </p:nvSpPr>
          <p:spPr>
            <a:xfrm>
              <a:off x="9437" y="1142"/>
              <a:ext cx="0" cy="360"/>
            </a:xfrm>
            <a:prstGeom prst="line">
              <a:avLst/>
            </a:prstGeom>
            <a:ln w="28575" cap="flat" cmpd="sng">
              <a:solidFill>
                <a:schemeClr val="tx1"/>
              </a:solidFill>
              <a:prstDash val="solid"/>
              <a:headEnd type="none" w="med" len="med"/>
              <a:tailEnd type="none" w="med" len="med"/>
            </a:ln>
          </p:spPr>
        </p:sp>
        <p:sp>
          <p:nvSpPr>
            <p:cNvPr id="178371" name="Line 346"/>
            <p:cNvSpPr/>
            <p:nvPr/>
          </p:nvSpPr>
          <p:spPr>
            <a:xfrm>
              <a:off x="9437" y="1487"/>
              <a:ext cx="1303" cy="0"/>
            </a:xfrm>
            <a:prstGeom prst="line">
              <a:avLst/>
            </a:prstGeom>
            <a:ln w="28575" cap="flat" cmpd="sng">
              <a:solidFill>
                <a:schemeClr val="tx1"/>
              </a:solidFill>
              <a:prstDash val="solid"/>
              <a:headEnd type="none" w="med" len="med"/>
              <a:tailEnd type="none" w="med" len="med"/>
            </a:ln>
          </p:spPr>
        </p:sp>
        <p:sp>
          <p:nvSpPr>
            <p:cNvPr id="178372" name="Line 347"/>
            <p:cNvSpPr/>
            <p:nvPr/>
          </p:nvSpPr>
          <p:spPr>
            <a:xfrm>
              <a:off x="10757" y="1146"/>
              <a:ext cx="0" cy="360"/>
            </a:xfrm>
            <a:prstGeom prst="line">
              <a:avLst/>
            </a:prstGeom>
            <a:ln w="28575" cap="flat" cmpd="sng">
              <a:solidFill>
                <a:schemeClr val="tx1"/>
              </a:solidFill>
              <a:prstDash val="solid"/>
              <a:headEnd type="none" w="med" len="med"/>
              <a:tailEnd type="none" w="med" len="med"/>
            </a:ln>
          </p:spPr>
        </p:sp>
        <p:sp>
          <p:nvSpPr>
            <p:cNvPr id="178373" name="Line 348"/>
            <p:cNvSpPr/>
            <p:nvPr/>
          </p:nvSpPr>
          <p:spPr>
            <a:xfrm>
              <a:off x="10757" y="1164"/>
              <a:ext cx="1360" cy="0"/>
            </a:xfrm>
            <a:prstGeom prst="line">
              <a:avLst/>
            </a:prstGeom>
            <a:ln w="28575" cap="flat" cmpd="sng">
              <a:solidFill>
                <a:schemeClr val="tx1"/>
              </a:solidFill>
              <a:prstDash val="solid"/>
              <a:headEnd type="none" w="med" len="med"/>
              <a:tailEnd type="none" w="med" len="med"/>
            </a:ln>
          </p:spPr>
        </p:sp>
        <p:sp>
          <p:nvSpPr>
            <p:cNvPr id="178374" name="Line 351"/>
            <p:cNvSpPr/>
            <p:nvPr/>
          </p:nvSpPr>
          <p:spPr>
            <a:xfrm>
              <a:off x="12097" y="1118"/>
              <a:ext cx="0" cy="360"/>
            </a:xfrm>
            <a:prstGeom prst="line">
              <a:avLst/>
            </a:prstGeom>
            <a:ln w="28575" cap="flat" cmpd="sng">
              <a:solidFill>
                <a:schemeClr val="tx1"/>
              </a:solidFill>
              <a:prstDash val="solid"/>
              <a:headEnd type="none" w="med" len="med"/>
              <a:tailEnd type="none" w="med" len="med"/>
            </a:ln>
          </p:spPr>
        </p:sp>
        <p:sp>
          <p:nvSpPr>
            <p:cNvPr id="178375" name="Line 352"/>
            <p:cNvSpPr/>
            <p:nvPr/>
          </p:nvSpPr>
          <p:spPr>
            <a:xfrm>
              <a:off x="12097" y="1463"/>
              <a:ext cx="1020" cy="0"/>
            </a:xfrm>
            <a:prstGeom prst="line">
              <a:avLst/>
            </a:prstGeom>
            <a:ln w="28575" cap="flat" cmpd="sng">
              <a:solidFill>
                <a:schemeClr val="tx1"/>
              </a:solidFill>
              <a:prstDash val="solid"/>
              <a:headEnd type="none" w="med" len="med"/>
              <a:tailEnd type="none" w="med" len="med"/>
            </a:ln>
          </p:spPr>
        </p:sp>
        <p:sp>
          <p:nvSpPr>
            <p:cNvPr id="178376" name="Line 355"/>
            <p:cNvSpPr/>
            <p:nvPr/>
          </p:nvSpPr>
          <p:spPr>
            <a:xfrm>
              <a:off x="1200" y="1710"/>
              <a:ext cx="340" cy="0"/>
            </a:xfrm>
            <a:prstGeom prst="line">
              <a:avLst/>
            </a:prstGeom>
            <a:ln w="28575" cap="flat" cmpd="sng">
              <a:solidFill>
                <a:schemeClr val="tx1"/>
              </a:solidFill>
              <a:prstDash val="solid"/>
              <a:headEnd type="none" w="med" len="med"/>
              <a:tailEnd type="none" w="med" len="med"/>
            </a:ln>
          </p:spPr>
        </p:sp>
        <p:sp>
          <p:nvSpPr>
            <p:cNvPr id="178377" name="Line 356"/>
            <p:cNvSpPr/>
            <p:nvPr/>
          </p:nvSpPr>
          <p:spPr>
            <a:xfrm>
              <a:off x="1535" y="1695"/>
              <a:ext cx="0" cy="360"/>
            </a:xfrm>
            <a:prstGeom prst="line">
              <a:avLst/>
            </a:prstGeom>
            <a:ln w="28575" cap="flat" cmpd="sng">
              <a:solidFill>
                <a:schemeClr val="tx1"/>
              </a:solidFill>
              <a:prstDash val="solid"/>
              <a:headEnd type="none" w="med" len="med"/>
              <a:tailEnd type="none" w="med" len="med"/>
            </a:ln>
          </p:spPr>
        </p:sp>
        <p:sp>
          <p:nvSpPr>
            <p:cNvPr id="178378" name="Line 357"/>
            <p:cNvSpPr/>
            <p:nvPr/>
          </p:nvSpPr>
          <p:spPr>
            <a:xfrm>
              <a:off x="1535" y="2033"/>
              <a:ext cx="2662" cy="0"/>
            </a:xfrm>
            <a:prstGeom prst="line">
              <a:avLst/>
            </a:prstGeom>
            <a:ln w="28575" cap="flat" cmpd="sng">
              <a:solidFill>
                <a:schemeClr val="tx1"/>
              </a:solidFill>
              <a:prstDash val="solid"/>
              <a:headEnd type="none" w="med" len="med"/>
              <a:tailEnd type="none" w="med" len="med"/>
            </a:ln>
          </p:spPr>
        </p:sp>
        <p:sp>
          <p:nvSpPr>
            <p:cNvPr id="178379" name="Line 358"/>
            <p:cNvSpPr/>
            <p:nvPr/>
          </p:nvSpPr>
          <p:spPr>
            <a:xfrm>
              <a:off x="4175" y="1673"/>
              <a:ext cx="0" cy="360"/>
            </a:xfrm>
            <a:prstGeom prst="line">
              <a:avLst/>
            </a:prstGeom>
            <a:ln w="28575" cap="flat" cmpd="sng">
              <a:solidFill>
                <a:schemeClr val="tx1"/>
              </a:solidFill>
              <a:prstDash val="solid"/>
              <a:headEnd type="none" w="med" len="med"/>
              <a:tailEnd type="none" w="med" len="med"/>
            </a:ln>
          </p:spPr>
        </p:sp>
        <p:sp>
          <p:nvSpPr>
            <p:cNvPr id="178380" name="Line 359"/>
            <p:cNvSpPr/>
            <p:nvPr/>
          </p:nvSpPr>
          <p:spPr>
            <a:xfrm>
              <a:off x="4175" y="1692"/>
              <a:ext cx="2607" cy="0"/>
            </a:xfrm>
            <a:prstGeom prst="line">
              <a:avLst/>
            </a:prstGeom>
            <a:ln w="28575" cap="flat" cmpd="sng">
              <a:solidFill>
                <a:schemeClr val="tx1"/>
              </a:solidFill>
              <a:prstDash val="solid"/>
              <a:headEnd type="none" w="med" len="med"/>
              <a:tailEnd type="none" w="med" len="med"/>
            </a:ln>
          </p:spPr>
        </p:sp>
        <p:sp>
          <p:nvSpPr>
            <p:cNvPr id="178381" name="Line 363"/>
            <p:cNvSpPr/>
            <p:nvPr/>
          </p:nvSpPr>
          <p:spPr>
            <a:xfrm>
              <a:off x="6802" y="1680"/>
              <a:ext cx="0" cy="360"/>
            </a:xfrm>
            <a:prstGeom prst="line">
              <a:avLst/>
            </a:prstGeom>
            <a:ln w="28575" cap="flat" cmpd="sng">
              <a:solidFill>
                <a:schemeClr val="tx1"/>
              </a:solidFill>
              <a:prstDash val="solid"/>
              <a:headEnd type="none" w="med" len="med"/>
              <a:tailEnd type="none" w="med" len="med"/>
            </a:ln>
          </p:spPr>
        </p:sp>
        <p:sp>
          <p:nvSpPr>
            <p:cNvPr id="178382" name="Line 364"/>
            <p:cNvSpPr/>
            <p:nvPr/>
          </p:nvSpPr>
          <p:spPr>
            <a:xfrm>
              <a:off x="6802" y="2018"/>
              <a:ext cx="2663" cy="0"/>
            </a:xfrm>
            <a:prstGeom prst="line">
              <a:avLst/>
            </a:prstGeom>
            <a:ln w="28575" cap="flat" cmpd="sng">
              <a:solidFill>
                <a:schemeClr val="tx1"/>
              </a:solidFill>
              <a:prstDash val="solid"/>
              <a:headEnd type="none" w="med" len="med"/>
              <a:tailEnd type="none" w="med" len="med"/>
            </a:ln>
          </p:spPr>
        </p:sp>
        <p:sp>
          <p:nvSpPr>
            <p:cNvPr id="178383" name="Line 365"/>
            <p:cNvSpPr/>
            <p:nvPr/>
          </p:nvSpPr>
          <p:spPr>
            <a:xfrm>
              <a:off x="9442" y="1658"/>
              <a:ext cx="0" cy="360"/>
            </a:xfrm>
            <a:prstGeom prst="line">
              <a:avLst/>
            </a:prstGeom>
            <a:ln w="28575" cap="flat" cmpd="sng">
              <a:solidFill>
                <a:schemeClr val="tx1"/>
              </a:solidFill>
              <a:prstDash val="solid"/>
              <a:headEnd type="none" w="med" len="med"/>
              <a:tailEnd type="none" w="med" len="med"/>
            </a:ln>
          </p:spPr>
        </p:sp>
        <p:sp>
          <p:nvSpPr>
            <p:cNvPr id="178384" name="Line 366"/>
            <p:cNvSpPr/>
            <p:nvPr/>
          </p:nvSpPr>
          <p:spPr>
            <a:xfrm>
              <a:off x="9442" y="1677"/>
              <a:ext cx="2663" cy="0"/>
            </a:xfrm>
            <a:prstGeom prst="line">
              <a:avLst/>
            </a:prstGeom>
            <a:ln w="28575" cap="flat" cmpd="sng">
              <a:solidFill>
                <a:schemeClr val="tx1"/>
              </a:solidFill>
              <a:prstDash val="solid"/>
              <a:headEnd type="none" w="med" len="med"/>
              <a:tailEnd type="none" w="med" len="med"/>
            </a:ln>
          </p:spPr>
        </p:sp>
        <p:sp>
          <p:nvSpPr>
            <p:cNvPr id="178385" name="Line 367"/>
            <p:cNvSpPr/>
            <p:nvPr/>
          </p:nvSpPr>
          <p:spPr>
            <a:xfrm>
              <a:off x="12095" y="1673"/>
              <a:ext cx="0" cy="360"/>
            </a:xfrm>
            <a:prstGeom prst="line">
              <a:avLst/>
            </a:prstGeom>
            <a:ln w="28575" cap="flat" cmpd="sng">
              <a:solidFill>
                <a:schemeClr val="tx1"/>
              </a:solidFill>
              <a:prstDash val="solid"/>
              <a:headEnd type="none" w="med" len="med"/>
              <a:tailEnd type="none" w="med" len="med"/>
            </a:ln>
          </p:spPr>
        </p:sp>
        <p:sp>
          <p:nvSpPr>
            <p:cNvPr id="178386" name="Line 368"/>
            <p:cNvSpPr/>
            <p:nvPr/>
          </p:nvSpPr>
          <p:spPr>
            <a:xfrm>
              <a:off x="12095" y="2018"/>
              <a:ext cx="1020" cy="0"/>
            </a:xfrm>
            <a:prstGeom prst="line">
              <a:avLst/>
            </a:prstGeom>
            <a:ln w="28575" cap="flat" cmpd="sng">
              <a:solidFill>
                <a:schemeClr val="tx1"/>
              </a:solidFill>
              <a:prstDash val="solid"/>
              <a:headEnd type="none" w="med" len="med"/>
              <a:tailEnd type="none" w="med" len="med"/>
            </a:ln>
          </p:spPr>
        </p:sp>
        <p:sp>
          <p:nvSpPr>
            <p:cNvPr id="178387" name="Line 369"/>
            <p:cNvSpPr/>
            <p:nvPr/>
          </p:nvSpPr>
          <p:spPr>
            <a:xfrm>
              <a:off x="1200" y="2269"/>
              <a:ext cx="340" cy="0"/>
            </a:xfrm>
            <a:prstGeom prst="line">
              <a:avLst/>
            </a:prstGeom>
            <a:ln w="28575" cap="flat" cmpd="sng">
              <a:solidFill>
                <a:schemeClr val="tx1"/>
              </a:solidFill>
              <a:prstDash val="solid"/>
              <a:headEnd type="none" w="med" len="med"/>
              <a:tailEnd type="none" w="med" len="med"/>
            </a:ln>
          </p:spPr>
        </p:sp>
        <p:sp>
          <p:nvSpPr>
            <p:cNvPr id="178388" name="Line 370"/>
            <p:cNvSpPr/>
            <p:nvPr/>
          </p:nvSpPr>
          <p:spPr>
            <a:xfrm>
              <a:off x="1535" y="2269"/>
              <a:ext cx="0" cy="360"/>
            </a:xfrm>
            <a:prstGeom prst="line">
              <a:avLst/>
            </a:prstGeom>
            <a:ln w="28575" cap="flat" cmpd="sng">
              <a:solidFill>
                <a:schemeClr val="tx1"/>
              </a:solidFill>
              <a:prstDash val="solid"/>
              <a:headEnd type="none" w="med" len="med"/>
              <a:tailEnd type="none" w="med" len="med"/>
            </a:ln>
          </p:spPr>
        </p:sp>
        <p:sp>
          <p:nvSpPr>
            <p:cNvPr id="178389" name="Line 371"/>
            <p:cNvSpPr/>
            <p:nvPr/>
          </p:nvSpPr>
          <p:spPr>
            <a:xfrm>
              <a:off x="1510" y="2611"/>
              <a:ext cx="5327" cy="0"/>
            </a:xfrm>
            <a:prstGeom prst="line">
              <a:avLst/>
            </a:prstGeom>
            <a:ln w="28575" cap="flat" cmpd="sng">
              <a:solidFill>
                <a:schemeClr val="tx1"/>
              </a:solidFill>
              <a:prstDash val="solid"/>
              <a:headEnd type="none" w="med" len="med"/>
              <a:tailEnd type="none" w="med" len="med"/>
            </a:ln>
          </p:spPr>
        </p:sp>
        <p:sp>
          <p:nvSpPr>
            <p:cNvPr id="178390" name="Line 372"/>
            <p:cNvSpPr/>
            <p:nvPr/>
          </p:nvSpPr>
          <p:spPr>
            <a:xfrm>
              <a:off x="6795" y="2251"/>
              <a:ext cx="0" cy="360"/>
            </a:xfrm>
            <a:prstGeom prst="line">
              <a:avLst/>
            </a:prstGeom>
            <a:ln w="28575" cap="flat" cmpd="sng">
              <a:solidFill>
                <a:schemeClr val="tx1"/>
              </a:solidFill>
              <a:prstDash val="solid"/>
              <a:headEnd type="none" w="med" len="med"/>
              <a:tailEnd type="none" w="med" len="med"/>
            </a:ln>
          </p:spPr>
        </p:sp>
        <p:sp>
          <p:nvSpPr>
            <p:cNvPr id="178391" name="Line 373"/>
            <p:cNvSpPr/>
            <p:nvPr/>
          </p:nvSpPr>
          <p:spPr>
            <a:xfrm>
              <a:off x="6770" y="2251"/>
              <a:ext cx="5327" cy="0"/>
            </a:xfrm>
            <a:prstGeom prst="line">
              <a:avLst/>
            </a:prstGeom>
            <a:ln w="28575" cap="flat" cmpd="sng">
              <a:solidFill>
                <a:schemeClr val="tx1"/>
              </a:solidFill>
              <a:prstDash val="solid"/>
              <a:headEnd type="none" w="med" len="med"/>
              <a:tailEnd type="none" w="med" len="med"/>
            </a:ln>
          </p:spPr>
        </p:sp>
        <p:sp>
          <p:nvSpPr>
            <p:cNvPr id="178392" name="Line 374"/>
            <p:cNvSpPr/>
            <p:nvPr/>
          </p:nvSpPr>
          <p:spPr>
            <a:xfrm>
              <a:off x="12095" y="2251"/>
              <a:ext cx="0" cy="360"/>
            </a:xfrm>
            <a:prstGeom prst="line">
              <a:avLst/>
            </a:prstGeom>
            <a:ln w="28575" cap="flat" cmpd="sng">
              <a:solidFill>
                <a:schemeClr val="tx1"/>
              </a:solidFill>
              <a:prstDash val="solid"/>
              <a:headEnd type="none" w="med" len="med"/>
              <a:tailEnd type="none" w="med" len="med"/>
            </a:ln>
          </p:spPr>
        </p:sp>
        <p:sp>
          <p:nvSpPr>
            <p:cNvPr id="178393" name="Line 375"/>
            <p:cNvSpPr/>
            <p:nvPr/>
          </p:nvSpPr>
          <p:spPr>
            <a:xfrm>
              <a:off x="12095" y="2577"/>
              <a:ext cx="1020" cy="0"/>
            </a:xfrm>
            <a:prstGeom prst="line">
              <a:avLst/>
            </a:prstGeom>
            <a:ln w="28575" cap="flat" cmpd="sng">
              <a:solidFill>
                <a:schemeClr val="tx1"/>
              </a:solidFill>
              <a:prstDash val="solid"/>
              <a:headEnd type="none" w="med" len="med"/>
              <a:tailEnd type="none" w="med" len="med"/>
            </a:ln>
          </p:spPr>
        </p:sp>
        <p:sp>
          <p:nvSpPr>
            <p:cNvPr id="178394" name="Line 376"/>
            <p:cNvSpPr/>
            <p:nvPr/>
          </p:nvSpPr>
          <p:spPr>
            <a:xfrm>
              <a:off x="1195" y="2791"/>
              <a:ext cx="340" cy="0"/>
            </a:xfrm>
            <a:prstGeom prst="line">
              <a:avLst/>
            </a:prstGeom>
            <a:ln w="28575" cap="flat" cmpd="sng">
              <a:solidFill>
                <a:schemeClr val="tx1"/>
              </a:solidFill>
              <a:prstDash val="solid"/>
              <a:headEnd type="none" w="med" len="med"/>
              <a:tailEnd type="none" w="med" len="med"/>
            </a:ln>
          </p:spPr>
        </p:sp>
        <p:sp>
          <p:nvSpPr>
            <p:cNvPr id="178395" name="Line 377"/>
            <p:cNvSpPr/>
            <p:nvPr/>
          </p:nvSpPr>
          <p:spPr>
            <a:xfrm>
              <a:off x="1560" y="2791"/>
              <a:ext cx="0" cy="360"/>
            </a:xfrm>
            <a:prstGeom prst="line">
              <a:avLst/>
            </a:prstGeom>
            <a:ln w="28575" cap="flat" cmpd="sng">
              <a:solidFill>
                <a:schemeClr val="tx1"/>
              </a:solidFill>
              <a:prstDash val="solid"/>
              <a:headEnd type="none" w="med" len="med"/>
              <a:tailEnd type="none" w="med" len="med"/>
            </a:ln>
          </p:spPr>
        </p:sp>
        <p:sp>
          <p:nvSpPr>
            <p:cNvPr id="178396" name="Line 378"/>
            <p:cNvSpPr/>
            <p:nvPr/>
          </p:nvSpPr>
          <p:spPr>
            <a:xfrm>
              <a:off x="1535" y="3151"/>
              <a:ext cx="9895" cy="0"/>
            </a:xfrm>
            <a:prstGeom prst="line">
              <a:avLst/>
            </a:prstGeom>
            <a:ln w="28575" cap="flat" cmpd="sng">
              <a:solidFill>
                <a:schemeClr val="tx1"/>
              </a:solidFill>
              <a:prstDash val="solid"/>
              <a:headEnd type="none" w="med" len="med"/>
              <a:tailEnd type="none" w="med" len="med"/>
            </a:ln>
          </p:spPr>
        </p:sp>
        <p:sp>
          <p:nvSpPr>
            <p:cNvPr id="178397" name="Line 379"/>
            <p:cNvSpPr/>
            <p:nvPr/>
          </p:nvSpPr>
          <p:spPr>
            <a:xfrm>
              <a:off x="11425" y="2791"/>
              <a:ext cx="0" cy="360"/>
            </a:xfrm>
            <a:prstGeom prst="line">
              <a:avLst/>
            </a:prstGeom>
            <a:ln w="28575" cap="flat" cmpd="sng">
              <a:solidFill>
                <a:schemeClr val="tx1"/>
              </a:solidFill>
              <a:prstDash val="solid"/>
              <a:headEnd type="none" w="med" len="med"/>
              <a:tailEnd type="none" w="med" len="med"/>
            </a:ln>
          </p:spPr>
        </p:sp>
        <p:sp>
          <p:nvSpPr>
            <p:cNvPr id="178398" name="Line 380"/>
            <p:cNvSpPr/>
            <p:nvPr/>
          </p:nvSpPr>
          <p:spPr>
            <a:xfrm>
              <a:off x="11432" y="2791"/>
              <a:ext cx="680" cy="0"/>
            </a:xfrm>
            <a:prstGeom prst="line">
              <a:avLst/>
            </a:prstGeom>
            <a:ln w="28575" cap="flat" cmpd="sng">
              <a:solidFill>
                <a:schemeClr val="tx1"/>
              </a:solidFill>
              <a:prstDash val="solid"/>
              <a:headEnd type="none" w="med" len="med"/>
              <a:tailEnd type="none" w="med" len="med"/>
            </a:ln>
          </p:spPr>
        </p:sp>
        <p:sp>
          <p:nvSpPr>
            <p:cNvPr id="178399" name="Line 381"/>
            <p:cNvSpPr/>
            <p:nvPr/>
          </p:nvSpPr>
          <p:spPr>
            <a:xfrm>
              <a:off x="12095" y="2791"/>
              <a:ext cx="0" cy="360"/>
            </a:xfrm>
            <a:prstGeom prst="line">
              <a:avLst/>
            </a:prstGeom>
            <a:ln w="28575" cap="flat" cmpd="sng">
              <a:solidFill>
                <a:schemeClr val="tx1"/>
              </a:solidFill>
              <a:prstDash val="solid"/>
              <a:headEnd type="none" w="med" len="med"/>
              <a:tailEnd type="none" w="med" len="med"/>
            </a:ln>
          </p:spPr>
        </p:sp>
        <p:sp>
          <p:nvSpPr>
            <p:cNvPr id="178400" name="Line 382"/>
            <p:cNvSpPr/>
            <p:nvPr/>
          </p:nvSpPr>
          <p:spPr>
            <a:xfrm>
              <a:off x="12120" y="3132"/>
              <a:ext cx="1020" cy="0"/>
            </a:xfrm>
            <a:prstGeom prst="line">
              <a:avLst/>
            </a:prstGeom>
            <a:ln w="28575" cap="flat" cmpd="sng">
              <a:solidFill>
                <a:schemeClr val="tx1"/>
              </a:solidFill>
              <a:prstDash val="solid"/>
              <a:headEnd type="none" w="med" len="med"/>
              <a:tailEnd type="none" w="med" len="med"/>
            </a:ln>
          </p:spPr>
        </p:sp>
        <p:sp>
          <p:nvSpPr>
            <p:cNvPr id="178401" name="Text Box 383"/>
            <p:cNvSpPr txBox="1"/>
            <p:nvPr/>
          </p:nvSpPr>
          <p:spPr>
            <a:xfrm>
              <a:off x="120" y="0"/>
              <a:ext cx="1320" cy="5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p>
          </p:txBody>
        </p:sp>
        <p:sp>
          <p:nvSpPr>
            <p:cNvPr id="178402" name="Text Box 384"/>
            <p:cNvSpPr txBox="1"/>
            <p:nvPr/>
          </p:nvSpPr>
          <p:spPr>
            <a:xfrm>
              <a:off x="359" y="443"/>
              <a:ext cx="1321" cy="5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sp>
          <p:nvSpPr>
            <p:cNvPr id="178403" name="Text Box 385"/>
            <p:cNvSpPr txBox="1"/>
            <p:nvPr/>
          </p:nvSpPr>
          <p:spPr>
            <a:xfrm>
              <a:off x="359" y="1023"/>
              <a:ext cx="1321" cy="5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sp>
          <p:nvSpPr>
            <p:cNvPr id="178404" name="Text Box 386"/>
            <p:cNvSpPr txBox="1"/>
            <p:nvPr/>
          </p:nvSpPr>
          <p:spPr>
            <a:xfrm>
              <a:off x="359" y="1528"/>
              <a:ext cx="1321" cy="5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178405" name="Text Box 387"/>
            <p:cNvSpPr txBox="1"/>
            <p:nvPr/>
          </p:nvSpPr>
          <p:spPr>
            <a:xfrm>
              <a:off x="359" y="2087"/>
              <a:ext cx="1321" cy="57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178406" name="Text Box 388"/>
            <p:cNvSpPr txBox="1"/>
            <p:nvPr/>
          </p:nvSpPr>
          <p:spPr>
            <a:xfrm>
              <a:off x="120" y="2723"/>
              <a:ext cx="1320" cy="5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RCO</a:t>
              </a:r>
            </a:p>
          </p:txBody>
        </p:sp>
        <p:sp>
          <p:nvSpPr>
            <p:cNvPr id="178407" name="Text Box 389"/>
            <p:cNvSpPr txBox="1"/>
            <p:nvPr/>
          </p:nvSpPr>
          <p:spPr>
            <a:xfrm>
              <a:off x="0" y="3222"/>
              <a:ext cx="13800" cy="57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COUNT</a:t>
              </a:r>
              <a:r>
                <a:rPr lang="en-US" altLang="zh-CN">
                  <a:solidFill>
                    <a:schemeClr val="tx1"/>
                  </a:solidFill>
                  <a:latin typeface="黑体" panose="02010609060101010101" pitchFamily="2" charset="-122"/>
                  <a:ea typeface="黑体" panose="02010609060101010101" pitchFamily="2" charset="-122"/>
                </a:rPr>
                <a:t>   0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1  2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3  4  5  6  7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8  9 </a:t>
              </a:r>
              <a:r>
                <a:rPr lang="zh-CN" altLang="en-US" dirty="0">
                  <a:solidFill>
                    <a:schemeClr val="tx1"/>
                  </a:solidFill>
                  <a:latin typeface="黑体" panose="02010609060101010101" pitchFamily="2" charset="-122"/>
                  <a:ea typeface="黑体" panose="02010609060101010101" pitchFamily="2" charset="-122"/>
                </a:rPr>
                <a:t> </a:t>
              </a:r>
              <a:r>
                <a:rPr lang="en-US" altLang="zh-CN">
                  <a:solidFill>
                    <a:schemeClr val="tx1"/>
                  </a:solidFill>
                  <a:latin typeface="黑体" panose="02010609060101010101" pitchFamily="2" charset="-122"/>
                  <a:ea typeface="黑体" panose="02010609060101010101" pitchFamily="2" charset="-122"/>
                </a:rPr>
                <a:t>10 11 12 13 14 15  0</a:t>
              </a:r>
            </a:p>
          </p:txBody>
        </p:sp>
      </p:grpSp>
      <p:grpSp>
        <p:nvGrpSpPr>
          <p:cNvPr id="178180" name="Group 183"/>
          <p:cNvGrpSpPr/>
          <p:nvPr/>
        </p:nvGrpSpPr>
        <p:grpSpPr>
          <a:xfrm>
            <a:off x="3887788" y="179264"/>
            <a:ext cx="3816350" cy="2176462"/>
            <a:chOff x="0" y="153"/>
            <a:chExt cx="6480" cy="3661"/>
          </a:xfrm>
        </p:grpSpPr>
        <p:sp>
          <p:nvSpPr>
            <p:cNvPr id="178187" name="Rectangle 7"/>
            <p:cNvSpPr/>
            <p:nvPr/>
          </p:nvSpPr>
          <p:spPr>
            <a:xfrm>
              <a:off x="2848" y="695"/>
              <a:ext cx="1920" cy="3061"/>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188" name="Text Box 8"/>
            <p:cNvSpPr txBox="1"/>
            <p:nvPr/>
          </p:nvSpPr>
          <p:spPr>
            <a:xfrm>
              <a:off x="2710" y="540"/>
              <a:ext cx="156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&gt; CLK</a:t>
              </a:r>
            </a:p>
          </p:txBody>
        </p:sp>
        <p:sp>
          <p:nvSpPr>
            <p:cNvPr id="178189" name="Text Box 9"/>
            <p:cNvSpPr txBox="1"/>
            <p:nvPr/>
          </p:nvSpPr>
          <p:spPr>
            <a:xfrm>
              <a:off x="2810" y="770"/>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CLR</a:t>
              </a:r>
            </a:p>
          </p:txBody>
        </p:sp>
        <p:sp>
          <p:nvSpPr>
            <p:cNvPr id="178190" name="Text Box 11"/>
            <p:cNvSpPr txBox="1"/>
            <p:nvPr/>
          </p:nvSpPr>
          <p:spPr>
            <a:xfrm>
              <a:off x="2810" y="1295"/>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ENP</a:t>
              </a:r>
            </a:p>
          </p:txBody>
        </p:sp>
        <p:sp>
          <p:nvSpPr>
            <p:cNvPr id="178191" name="Text Box 12"/>
            <p:cNvSpPr txBox="1"/>
            <p:nvPr/>
          </p:nvSpPr>
          <p:spPr>
            <a:xfrm>
              <a:off x="2810" y="1562"/>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ENT</a:t>
              </a:r>
            </a:p>
          </p:txBody>
        </p:sp>
        <p:sp>
          <p:nvSpPr>
            <p:cNvPr id="178192" name="Text Box 13"/>
            <p:cNvSpPr txBox="1"/>
            <p:nvPr/>
          </p:nvSpPr>
          <p:spPr>
            <a:xfrm>
              <a:off x="2835" y="1980"/>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A</a:t>
              </a:r>
            </a:p>
          </p:txBody>
        </p:sp>
        <p:sp>
          <p:nvSpPr>
            <p:cNvPr id="178193" name="Text Box 14"/>
            <p:cNvSpPr txBox="1"/>
            <p:nvPr/>
          </p:nvSpPr>
          <p:spPr>
            <a:xfrm>
              <a:off x="2835" y="2303"/>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B</a:t>
              </a:r>
            </a:p>
          </p:txBody>
        </p:sp>
        <p:sp>
          <p:nvSpPr>
            <p:cNvPr id="178194" name="Text Box 15"/>
            <p:cNvSpPr txBox="1"/>
            <p:nvPr/>
          </p:nvSpPr>
          <p:spPr>
            <a:xfrm>
              <a:off x="2830" y="2592"/>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a:t>
              </a:r>
            </a:p>
          </p:txBody>
        </p:sp>
        <p:sp>
          <p:nvSpPr>
            <p:cNvPr id="178195" name="Text Box 16"/>
            <p:cNvSpPr txBox="1"/>
            <p:nvPr/>
          </p:nvSpPr>
          <p:spPr>
            <a:xfrm>
              <a:off x="2830" y="2900"/>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D</a:t>
              </a:r>
            </a:p>
          </p:txBody>
        </p:sp>
        <p:sp>
          <p:nvSpPr>
            <p:cNvPr id="178196" name="Text Box 19"/>
            <p:cNvSpPr txBox="1"/>
            <p:nvPr/>
          </p:nvSpPr>
          <p:spPr>
            <a:xfrm>
              <a:off x="4225" y="2508"/>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C</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97" name="Text Box 21"/>
            <p:cNvSpPr txBox="1"/>
            <p:nvPr/>
          </p:nvSpPr>
          <p:spPr>
            <a:xfrm>
              <a:off x="3965" y="3245"/>
              <a:ext cx="103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RCO</a:t>
              </a:r>
            </a:p>
          </p:txBody>
        </p:sp>
        <p:sp>
          <p:nvSpPr>
            <p:cNvPr id="178198" name="Line 22"/>
            <p:cNvSpPr/>
            <p:nvPr/>
          </p:nvSpPr>
          <p:spPr>
            <a:xfrm>
              <a:off x="4800" y="2194"/>
              <a:ext cx="600" cy="0"/>
            </a:xfrm>
            <a:prstGeom prst="line">
              <a:avLst/>
            </a:prstGeom>
            <a:ln w="28575" cap="flat" cmpd="sng">
              <a:solidFill>
                <a:schemeClr val="tx1"/>
              </a:solidFill>
              <a:prstDash val="solid"/>
              <a:headEnd type="none" w="med" len="med"/>
              <a:tailEnd type="none" w="med" len="med"/>
            </a:ln>
          </p:spPr>
        </p:sp>
        <p:sp>
          <p:nvSpPr>
            <p:cNvPr id="178199" name="Line 23"/>
            <p:cNvSpPr/>
            <p:nvPr/>
          </p:nvSpPr>
          <p:spPr>
            <a:xfrm>
              <a:off x="2397" y="2194"/>
              <a:ext cx="488" cy="0"/>
            </a:xfrm>
            <a:prstGeom prst="line">
              <a:avLst/>
            </a:prstGeom>
            <a:ln w="28575" cap="flat" cmpd="sng">
              <a:solidFill>
                <a:schemeClr val="tx1"/>
              </a:solidFill>
              <a:prstDash val="solid"/>
              <a:headEnd type="none" w="med" len="med"/>
              <a:tailEnd type="none" w="med" len="med"/>
            </a:ln>
          </p:spPr>
        </p:sp>
        <p:sp>
          <p:nvSpPr>
            <p:cNvPr id="178200" name="Line 24"/>
            <p:cNvSpPr/>
            <p:nvPr/>
          </p:nvSpPr>
          <p:spPr>
            <a:xfrm>
              <a:off x="2400" y="2464"/>
              <a:ext cx="487" cy="0"/>
            </a:xfrm>
            <a:prstGeom prst="line">
              <a:avLst/>
            </a:prstGeom>
            <a:ln w="28575" cap="flat" cmpd="sng">
              <a:solidFill>
                <a:schemeClr val="tx1"/>
              </a:solidFill>
              <a:prstDash val="solid"/>
              <a:headEnd type="none" w="med" len="med"/>
              <a:tailEnd type="none" w="med" len="med"/>
            </a:ln>
          </p:spPr>
        </p:sp>
        <p:sp>
          <p:nvSpPr>
            <p:cNvPr id="178201" name="Line 25"/>
            <p:cNvSpPr/>
            <p:nvPr/>
          </p:nvSpPr>
          <p:spPr>
            <a:xfrm>
              <a:off x="2400" y="2791"/>
              <a:ext cx="487" cy="0"/>
            </a:xfrm>
            <a:prstGeom prst="line">
              <a:avLst/>
            </a:prstGeom>
            <a:ln w="28575" cap="flat" cmpd="sng">
              <a:solidFill>
                <a:schemeClr val="tx1"/>
              </a:solidFill>
              <a:prstDash val="solid"/>
              <a:headEnd type="none" w="med" len="med"/>
              <a:tailEnd type="none" w="med" len="med"/>
            </a:ln>
          </p:spPr>
        </p:sp>
        <p:sp>
          <p:nvSpPr>
            <p:cNvPr id="178202" name="Line 26"/>
            <p:cNvSpPr/>
            <p:nvPr/>
          </p:nvSpPr>
          <p:spPr>
            <a:xfrm>
              <a:off x="2400" y="3080"/>
              <a:ext cx="487" cy="0"/>
            </a:xfrm>
            <a:prstGeom prst="line">
              <a:avLst/>
            </a:prstGeom>
            <a:ln w="28575" cap="flat" cmpd="sng">
              <a:solidFill>
                <a:schemeClr val="tx1"/>
              </a:solidFill>
              <a:prstDash val="solid"/>
              <a:headEnd type="none" w="med" len="med"/>
              <a:tailEnd type="none" w="med" len="med"/>
            </a:ln>
          </p:spPr>
        </p:sp>
        <p:sp>
          <p:nvSpPr>
            <p:cNvPr id="178203" name="Line 27"/>
            <p:cNvSpPr/>
            <p:nvPr/>
          </p:nvSpPr>
          <p:spPr>
            <a:xfrm>
              <a:off x="4800" y="3440"/>
              <a:ext cx="487" cy="0"/>
            </a:xfrm>
            <a:prstGeom prst="line">
              <a:avLst/>
            </a:prstGeom>
            <a:ln w="28575">
              <a:noFill/>
            </a:ln>
          </p:spPr>
        </p:sp>
        <p:sp>
          <p:nvSpPr>
            <p:cNvPr id="178204" name="Line 28"/>
            <p:cNvSpPr/>
            <p:nvPr/>
          </p:nvSpPr>
          <p:spPr>
            <a:xfrm>
              <a:off x="4800" y="2521"/>
              <a:ext cx="600" cy="0"/>
            </a:xfrm>
            <a:prstGeom prst="line">
              <a:avLst/>
            </a:prstGeom>
            <a:ln w="28575" cap="flat" cmpd="sng">
              <a:solidFill>
                <a:schemeClr val="tx1"/>
              </a:solidFill>
              <a:prstDash val="solid"/>
              <a:headEnd type="none" w="med" len="med"/>
              <a:tailEnd type="none" w="med" len="med"/>
            </a:ln>
          </p:spPr>
        </p:sp>
        <p:sp>
          <p:nvSpPr>
            <p:cNvPr id="178205" name="Line 29"/>
            <p:cNvSpPr/>
            <p:nvPr/>
          </p:nvSpPr>
          <p:spPr>
            <a:xfrm>
              <a:off x="4800" y="2810"/>
              <a:ext cx="600" cy="0"/>
            </a:xfrm>
            <a:prstGeom prst="line">
              <a:avLst/>
            </a:prstGeom>
            <a:ln w="28575" cap="flat" cmpd="sng">
              <a:solidFill>
                <a:schemeClr val="tx1"/>
              </a:solidFill>
              <a:prstDash val="solid"/>
              <a:headEnd type="none" w="med" len="med"/>
              <a:tailEnd type="none" w="med" len="med"/>
            </a:ln>
          </p:spPr>
        </p:sp>
        <p:sp>
          <p:nvSpPr>
            <p:cNvPr id="178206" name="Line 30"/>
            <p:cNvSpPr/>
            <p:nvPr/>
          </p:nvSpPr>
          <p:spPr>
            <a:xfrm>
              <a:off x="4800" y="3098"/>
              <a:ext cx="600" cy="0"/>
            </a:xfrm>
            <a:prstGeom prst="line">
              <a:avLst/>
            </a:prstGeom>
            <a:ln w="28575" cap="flat" cmpd="sng">
              <a:solidFill>
                <a:schemeClr val="tx1"/>
              </a:solidFill>
              <a:prstDash val="solid"/>
              <a:headEnd type="none" w="med" len="med"/>
              <a:tailEnd type="none" w="med" len="med"/>
            </a:ln>
          </p:spPr>
        </p:sp>
        <p:sp>
          <p:nvSpPr>
            <p:cNvPr id="178207" name="Oval 31"/>
            <p:cNvSpPr/>
            <p:nvPr/>
          </p:nvSpPr>
          <p:spPr>
            <a:xfrm>
              <a:off x="2690" y="971"/>
              <a:ext cx="175" cy="13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8" name="Oval 32"/>
            <p:cNvSpPr/>
            <p:nvPr/>
          </p:nvSpPr>
          <p:spPr>
            <a:xfrm>
              <a:off x="2710" y="1260"/>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09" name="Line 33"/>
            <p:cNvSpPr/>
            <p:nvPr/>
          </p:nvSpPr>
          <p:spPr>
            <a:xfrm>
              <a:off x="2210" y="1042"/>
              <a:ext cx="487" cy="0"/>
            </a:xfrm>
            <a:prstGeom prst="line">
              <a:avLst/>
            </a:prstGeom>
            <a:ln w="28575" cap="flat" cmpd="sng">
              <a:solidFill>
                <a:schemeClr val="tx1"/>
              </a:solidFill>
              <a:prstDash val="solid"/>
              <a:headEnd type="none" w="med" len="med"/>
              <a:tailEnd type="none" w="med" len="med"/>
            </a:ln>
          </p:spPr>
        </p:sp>
        <p:sp>
          <p:nvSpPr>
            <p:cNvPr id="178210" name="Line 34"/>
            <p:cNvSpPr/>
            <p:nvPr/>
          </p:nvSpPr>
          <p:spPr>
            <a:xfrm>
              <a:off x="2235" y="1331"/>
              <a:ext cx="487" cy="0"/>
            </a:xfrm>
            <a:prstGeom prst="line">
              <a:avLst/>
            </a:prstGeom>
            <a:ln w="28575" cap="flat" cmpd="sng">
              <a:solidFill>
                <a:schemeClr val="tx1"/>
              </a:solidFill>
              <a:prstDash val="solid"/>
              <a:headEnd type="none" w="med" len="med"/>
              <a:tailEnd type="none" w="med" len="med"/>
            </a:ln>
          </p:spPr>
        </p:sp>
        <p:sp>
          <p:nvSpPr>
            <p:cNvPr id="178211" name="Line 35"/>
            <p:cNvSpPr/>
            <p:nvPr/>
          </p:nvSpPr>
          <p:spPr>
            <a:xfrm>
              <a:off x="1325" y="817"/>
              <a:ext cx="1565" cy="0"/>
            </a:xfrm>
            <a:prstGeom prst="line">
              <a:avLst/>
            </a:prstGeom>
            <a:ln w="28575" cap="flat" cmpd="sng">
              <a:solidFill>
                <a:schemeClr val="tx1"/>
              </a:solidFill>
              <a:prstDash val="solid"/>
              <a:headEnd type="none" w="med" len="med"/>
              <a:tailEnd type="none" w="med" len="med"/>
            </a:ln>
          </p:spPr>
        </p:sp>
        <p:sp>
          <p:nvSpPr>
            <p:cNvPr id="178212" name="Line 36"/>
            <p:cNvSpPr/>
            <p:nvPr/>
          </p:nvSpPr>
          <p:spPr>
            <a:xfrm>
              <a:off x="2185" y="1583"/>
              <a:ext cx="715" cy="0"/>
            </a:xfrm>
            <a:prstGeom prst="line">
              <a:avLst/>
            </a:prstGeom>
            <a:ln w="28575" cap="flat" cmpd="sng">
              <a:solidFill>
                <a:schemeClr val="tx1"/>
              </a:solidFill>
              <a:prstDash val="solid"/>
              <a:headEnd type="none" w="med" len="med"/>
              <a:tailEnd type="none" w="med" len="med"/>
            </a:ln>
          </p:spPr>
        </p:sp>
        <p:sp>
          <p:nvSpPr>
            <p:cNvPr id="178213" name="Line 37"/>
            <p:cNvSpPr/>
            <p:nvPr/>
          </p:nvSpPr>
          <p:spPr>
            <a:xfrm>
              <a:off x="1780" y="1838"/>
              <a:ext cx="1110" cy="0"/>
            </a:xfrm>
            <a:prstGeom prst="line">
              <a:avLst/>
            </a:prstGeom>
            <a:ln w="28575" cap="flat" cmpd="sng">
              <a:solidFill>
                <a:schemeClr val="tx1"/>
              </a:solidFill>
              <a:prstDash val="solid"/>
              <a:headEnd type="none" w="med" len="med"/>
              <a:tailEnd type="none" w="med" len="med"/>
            </a:ln>
          </p:spPr>
        </p:sp>
        <p:sp>
          <p:nvSpPr>
            <p:cNvPr id="178214" name="Text Box 38"/>
            <p:cNvSpPr txBox="1"/>
            <p:nvPr/>
          </p:nvSpPr>
          <p:spPr>
            <a:xfrm>
              <a:off x="2885" y="153"/>
              <a:ext cx="204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p>
          </p:txBody>
        </p:sp>
        <p:sp>
          <p:nvSpPr>
            <p:cNvPr id="178215" name="Text Box 391"/>
            <p:cNvSpPr txBox="1"/>
            <p:nvPr/>
          </p:nvSpPr>
          <p:spPr>
            <a:xfrm>
              <a:off x="5380" y="1905"/>
              <a:ext cx="108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6" name="Text Box 392"/>
            <p:cNvSpPr txBox="1"/>
            <p:nvPr/>
          </p:nvSpPr>
          <p:spPr>
            <a:xfrm>
              <a:off x="5395" y="2251"/>
              <a:ext cx="108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7" name="Text Box 393"/>
            <p:cNvSpPr txBox="1"/>
            <p:nvPr/>
          </p:nvSpPr>
          <p:spPr>
            <a:xfrm>
              <a:off x="5400" y="2558"/>
              <a:ext cx="108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8" name="Text Box 394"/>
            <p:cNvSpPr txBox="1"/>
            <p:nvPr/>
          </p:nvSpPr>
          <p:spPr>
            <a:xfrm>
              <a:off x="5399" y="2861"/>
              <a:ext cx="1081" cy="56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219" name="Rectangle 396"/>
            <p:cNvSpPr/>
            <p:nvPr/>
          </p:nvSpPr>
          <p:spPr>
            <a:xfrm>
              <a:off x="1155" y="1744"/>
              <a:ext cx="600" cy="1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0" name="Line 397"/>
            <p:cNvSpPr/>
            <p:nvPr/>
          </p:nvSpPr>
          <p:spPr>
            <a:xfrm>
              <a:off x="2210" y="1061"/>
              <a:ext cx="0" cy="803"/>
            </a:xfrm>
            <a:prstGeom prst="line">
              <a:avLst/>
            </a:prstGeom>
            <a:ln w="28575" cap="flat" cmpd="sng">
              <a:solidFill>
                <a:schemeClr val="tx1"/>
              </a:solidFill>
              <a:prstDash val="solid"/>
              <a:headEnd type="none" w="med" len="med"/>
              <a:tailEnd type="none" w="med" len="med"/>
            </a:ln>
          </p:spPr>
        </p:sp>
        <p:sp>
          <p:nvSpPr>
            <p:cNvPr id="178221" name="Oval 398"/>
            <p:cNvSpPr/>
            <p:nvPr/>
          </p:nvSpPr>
          <p:spPr>
            <a:xfrm>
              <a:off x="2140" y="178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2" name="Oval 399"/>
            <p:cNvSpPr/>
            <p:nvPr/>
          </p:nvSpPr>
          <p:spPr>
            <a:xfrm>
              <a:off x="2131" y="1298"/>
              <a:ext cx="129" cy="12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3" name="Line 400"/>
            <p:cNvSpPr/>
            <p:nvPr/>
          </p:nvSpPr>
          <p:spPr>
            <a:xfrm>
              <a:off x="675" y="1838"/>
              <a:ext cx="480" cy="0"/>
            </a:xfrm>
            <a:prstGeom prst="line">
              <a:avLst/>
            </a:prstGeom>
            <a:ln w="28575" cap="flat" cmpd="sng">
              <a:solidFill>
                <a:schemeClr val="tx1"/>
              </a:solidFill>
              <a:prstDash val="solid"/>
              <a:headEnd type="none" w="med" len="med"/>
              <a:tailEnd type="none" w="med" len="med"/>
            </a:ln>
          </p:spPr>
        </p:sp>
        <p:sp>
          <p:nvSpPr>
            <p:cNvPr id="178224" name="Line 401"/>
            <p:cNvSpPr/>
            <p:nvPr/>
          </p:nvSpPr>
          <p:spPr>
            <a:xfrm>
              <a:off x="675" y="1511"/>
              <a:ext cx="0" cy="357"/>
            </a:xfrm>
            <a:prstGeom prst="line">
              <a:avLst/>
            </a:prstGeom>
            <a:ln w="28575" cap="flat" cmpd="sng">
              <a:solidFill>
                <a:schemeClr val="tx1"/>
              </a:solidFill>
              <a:prstDash val="solid"/>
              <a:headEnd type="none" w="med" len="med"/>
              <a:tailEnd type="none" w="med" len="med"/>
            </a:ln>
          </p:spPr>
        </p:sp>
        <p:sp>
          <p:nvSpPr>
            <p:cNvPr id="178225" name="Line 402"/>
            <p:cNvSpPr/>
            <p:nvPr/>
          </p:nvSpPr>
          <p:spPr>
            <a:xfrm>
              <a:off x="530" y="1511"/>
              <a:ext cx="295" cy="0"/>
            </a:xfrm>
            <a:prstGeom prst="line">
              <a:avLst/>
            </a:prstGeom>
            <a:ln w="28575" cap="flat" cmpd="sng">
              <a:solidFill>
                <a:schemeClr val="tx1"/>
              </a:solidFill>
              <a:prstDash val="solid"/>
              <a:headEnd type="none" w="med" len="med"/>
              <a:tailEnd type="none" w="med" len="med"/>
            </a:ln>
          </p:spPr>
        </p:sp>
        <p:sp>
          <p:nvSpPr>
            <p:cNvPr id="178226" name="Oval 404"/>
            <p:cNvSpPr/>
            <p:nvPr/>
          </p:nvSpPr>
          <p:spPr>
            <a:xfrm>
              <a:off x="2136" y="1571"/>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b="1" dirty="0">
                <a:solidFill>
                  <a:schemeClr val="tx1"/>
                </a:solidFill>
                <a:latin typeface="黑体" panose="02010609060101010101" pitchFamily="2" charset="-122"/>
                <a:ea typeface="黑体" panose="02010609060101010101" pitchFamily="2" charset="-122"/>
              </a:endParaRPr>
            </a:p>
          </p:txBody>
        </p:sp>
        <p:sp>
          <p:nvSpPr>
            <p:cNvPr id="178227" name="Text Box 405"/>
            <p:cNvSpPr txBox="1"/>
            <p:nvPr/>
          </p:nvSpPr>
          <p:spPr>
            <a:xfrm>
              <a:off x="0" y="491"/>
              <a:ext cx="120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p>
          </p:txBody>
        </p:sp>
        <p:sp>
          <p:nvSpPr>
            <p:cNvPr id="178228" name="Text Box 406"/>
            <p:cNvSpPr txBox="1"/>
            <p:nvPr/>
          </p:nvSpPr>
          <p:spPr>
            <a:xfrm>
              <a:off x="195" y="1050"/>
              <a:ext cx="1200" cy="56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p>
          </p:txBody>
        </p:sp>
      </p:grpSp>
      <p:sp>
        <p:nvSpPr>
          <p:cNvPr id="178181" name="Text Box 407"/>
          <p:cNvSpPr txBox="1"/>
          <p:nvPr/>
        </p:nvSpPr>
        <p:spPr>
          <a:xfrm>
            <a:off x="228600" y="1657350"/>
            <a:ext cx="4191000" cy="396875"/>
          </a:xfrm>
          <a:prstGeom prst="rect">
            <a:avLst/>
          </a:prstGeom>
          <a:noFill/>
          <a:ln w="28575">
            <a:noFill/>
          </a:ln>
        </p:spPr>
        <p:txBody>
          <a:bodyPr>
            <a:spAutoFit/>
          </a:bodyPr>
          <a:lstStyle/>
          <a:p>
            <a:pPr eaLnBrk="1" hangingPunct="1">
              <a:spcBef>
                <a:spcPct val="50000"/>
              </a:spcBef>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78182" name="Text Box 441"/>
          <p:cNvSpPr txBox="1"/>
          <p:nvPr/>
        </p:nvSpPr>
        <p:spPr>
          <a:xfrm>
            <a:off x="304800" y="1735138"/>
            <a:ext cx="4191000" cy="337185"/>
          </a:xfrm>
          <a:prstGeom prst="rect">
            <a:avLst/>
          </a:prstGeom>
          <a:noFill/>
          <a:ln w="28575">
            <a:noFill/>
          </a:ln>
        </p:spPr>
        <p:txBody>
          <a:bodyPr>
            <a:spAutoFit/>
          </a:bodyPr>
          <a:lstStyle/>
          <a:p>
            <a:pPr marL="514350" indent="-514350" algn="ctr" eaLnBrk="1" hangingPunct="1">
              <a:lnSpc>
                <a:spcPct val="80000"/>
              </a:lnSpc>
              <a:spcBef>
                <a:spcPct val="50000"/>
              </a:spcBef>
              <a:buFont typeface="宋体" panose="02010600030101010101" pitchFamily="2" charset="-122"/>
              <a:buAutoNum type="circleNumDbPlain"/>
            </a:pPr>
            <a:r>
              <a:rPr lang="zh-CN" altLang="en-US" b="1" dirty="0">
                <a:solidFill>
                  <a:schemeClr val="tx1"/>
                </a:solidFill>
                <a:latin typeface="华文新魏" panose="02010800040101010101" pitchFamily="2" charset="-122"/>
                <a:ea typeface="华文新魏" panose="02010800040101010101" pitchFamily="2" charset="-122"/>
              </a:rPr>
              <a:t>用</a:t>
            </a:r>
            <a:r>
              <a:rPr lang="en-US" altLang="zh-CN" b="1">
                <a:solidFill>
                  <a:schemeClr val="tx1"/>
                </a:solidFill>
                <a:latin typeface="华文新魏" panose="02010800040101010101" pitchFamily="2" charset="-122"/>
                <a:ea typeface="华文新魏" panose="02010800040101010101" pitchFamily="2" charset="-122"/>
              </a:rPr>
              <a:t>74LS163</a:t>
            </a:r>
            <a:r>
              <a:rPr lang="zh-CN" altLang="en-US" b="1" dirty="0">
                <a:solidFill>
                  <a:schemeClr val="tx1"/>
                </a:solidFill>
                <a:latin typeface="华文新魏" panose="02010800040101010101" pitchFamily="2" charset="-122"/>
                <a:ea typeface="华文新魏" panose="02010800040101010101" pitchFamily="2" charset="-122"/>
              </a:rPr>
              <a:t>实现分频器</a:t>
            </a:r>
          </a:p>
        </p:txBody>
      </p:sp>
      <p:sp>
        <p:nvSpPr>
          <p:cNvPr id="178183" name="Text Box 17"/>
          <p:cNvSpPr txBox="1"/>
          <p:nvPr/>
        </p:nvSpPr>
        <p:spPr>
          <a:xfrm>
            <a:off x="6375400" y="1252414"/>
            <a:ext cx="608013"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A</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4" name="Text Box 18"/>
          <p:cNvSpPr txBox="1"/>
          <p:nvPr/>
        </p:nvSpPr>
        <p:spPr>
          <a:xfrm>
            <a:off x="6375400" y="1434976"/>
            <a:ext cx="608013" cy="3397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B</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5" name="Text Box 20"/>
          <p:cNvSpPr txBox="1"/>
          <p:nvPr/>
        </p:nvSpPr>
        <p:spPr>
          <a:xfrm>
            <a:off x="6375400" y="1790576"/>
            <a:ext cx="608013"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D</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8186" name="Text Box 10"/>
          <p:cNvSpPr txBox="1"/>
          <p:nvPr/>
        </p:nvSpPr>
        <p:spPr>
          <a:xfrm>
            <a:off x="5543550" y="688534"/>
            <a:ext cx="6064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LD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8182"/>
                                        </p:tgtEl>
                                        <p:attrNameLst>
                                          <p:attrName>style.visibility</p:attrName>
                                        </p:attrNameLst>
                                      </p:cBhvr>
                                      <p:to>
                                        <p:strVal val="visible"/>
                                      </p:to>
                                    </p:set>
                                    <p:anim calcmode="lin" valueType="num">
                                      <p:cBhvr additive="base">
                                        <p:cTn id="7" dur="500" fill="hold"/>
                                        <p:tgtEl>
                                          <p:spTgt spid="178182"/>
                                        </p:tgtEl>
                                        <p:attrNameLst>
                                          <p:attrName>ppt_x</p:attrName>
                                        </p:attrNameLst>
                                      </p:cBhvr>
                                      <p:tavLst>
                                        <p:tav tm="0">
                                          <p:val>
                                            <p:strVal val="#ppt_x"/>
                                          </p:val>
                                        </p:tav>
                                        <p:tav tm="100000">
                                          <p:val>
                                            <p:strVal val="#ppt_x"/>
                                          </p:val>
                                        </p:tav>
                                      </p:tavLst>
                                    </p:anim>
                                    <p:anim calcmode="lin" valueType="num">
                                      <p:cBhvr additive="base">
                                        <p:cTn id="8" dur="500" fill="hold"/>
                                        <p:tgtEl>
                                          <p:spTgt spid="17818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8179"/>
                                        </p:tgtEl>
                                        <p:attrNameLst>
                                          <p:attrName>style.visibility</p:attrName>
                                        </p:attrNameLst>
                                      </p:cBhvr>
                                      <p:to>
                                        <p:strVal val="visible"/>
                                      </p:to>
                                    </p:set>
                                    <p:anim calcmode="lin" valueType="num">
                                      <p:cBhvr additive="base">
                                        <p:cTn id="13" dur="500" fill="hold"/>
                                        <p:tgtEl>
                                          <p:spTgt spid="178179"/>
                                        </p:tgtEl>
                                        <p:attrNameLst>
                                          <p:attrName>ppt_x</p:attrName>
                                        </p:attrNameLst>
                                      </p:cBhvr>
                                      <p:tavLst>
                                        <p:tav tm="0">
                                          <p:val>
                                            <p:strVal val="#ppt_x"/>
                                          </p:val>
                                        </p:tav>
                                        <p:tav tm="100000">
                                          <p:val>
                                            <p:strVal val="#ppt_x"/>
                                          </p:val>
                                        </p:tav>
                                      </p:tavLst>
                                    </p:anim>
                                    <p:anim calcmode="lin" valueType="num">
                                      <p:cBhvr additive="base">
                                        <p:cTn id="14" dur="500" fill="hold"/>
                                        <p:tgtEl>
                                          <p:spTgt spid="1781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2"/>
          <p:cNvSpPr>
            <a:spLocks noGrp="1"/>
          </p:cNvSpPr>
          <p:nvPr>
            <p:ph type="title"/>
          </p:nvPr>
        </p:nvSpPr>
        <p:spPr>
          <a:xfrm>
            <a:off x="595313" y="774700"/>
            <a:ext cx="8382000" cy="685800"/>
          </a:xfrm>
          <a:prstGeom prst="rect">
            <a:avLst/>
          </a:prstGeom>
          <a:noFill/>
          <a:ln w="28575">
            <a:noFill/>
          </a:ln>
        </p:spPr>
        <p:txBody>
          <a:bodyPr/>
          <a:lstStyle/>
          <a:p>
            <a:pPr marL="514350" indent="-514350" eaLnBrk="1" hangingPunct="1">
              <a:buFont typeface="宋体" panose="02010600030101010101" pitchFamily="2" charset="-122"/>
              <a:buAutoNum type="circleNumDbPlain" startAt="2"/>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0,1,···,10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p>
        </p:txBody>
      </p:sp>
      <p:grpSp>
        <p:nvGrpSpPr>
          <p:cNvPr id="179203" name="Group 103"/>
          <p:cNvGrpSpPr/>
          <p:nvPr/>
        </p:nvGrpSpPr>
        <p:grpSpPr>
          <a:xfrm>
            <a:off x="1421130" y="1664335"/>
            <a:ext cx="6553200" cy="3086100"/>
            <a:chOff x="0" y="0"/>
            <a:chExt cx="4128" cy="2314"/>
          </a:xfrm>
        </p:grpSpPr>
        <p:sp>
          <p:nvSpPr>
            <p:cNvPr id="179212" name="Rectangle 38"/>
            <p:cNvSpPr/>
            <p:nvPr/>
          </p:nvSpPr>
          <p:spPr>
            <a:xfrm>
              <a:off x="1344"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13" name="Text Box 39"/>
            <p:cNvSpPr txBox="1"/>
            <p:nvPr/>
          </p:nvSpPr>
          <p:spPr>
            <a:xfrm>
              <a:off x="1287" y="258"/>
              <a:ext cx="624"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p>
          </p:txBody>
        </p:sp>
        <p:sp>
          <p:nvSpPr>
            <p:cNvPr id="179214" name="Text Box 42"/>
            <p:cNvSpPr txBox="1"/>
            <p:nvPr/>
          </p:nvSpPr>
          <p:spPr>
            <a:xfrm>
              <a:off x="1316" y="706"/>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p>
          </p:txBody>
        </p:sp>
        <p:sp>
          <p:nvSpPr>
            <p:cNvPr id="179215" name="Text Box 44"/>
            <p:cNvSpPr txBox="1"/>
            <p:nvPr/>
          </p:nvSpPr>
          <p:spPr>
            <a:xfrm>
              <a:off x="1326" y="1056"/>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179216" name="Text Box 45"/>
            <p:cNvSpPr txBox="1"/>
            <p:nvPr/>
          </p:nvSpPr>
          <p:spPr>
            <a:xfrm>
              <a:off x="1326" y="1228"/>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179217" name="Text Box 46"/>
            <p:cNvSpPr txBox="1"/>
            <p:nvPr/>
          </p:nvSpPr>
          <p:spPr>
            <a:xfrm>
              <a:off x="1324" y="1382"/>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179218" name="Text Box 47"/>
            <p:cNvSpPr txBox="1"/>
            <p:nvPr/>
          </p:nvSpPr>
          <p:spPr>
            <a:xfrm>
              <a:off x="1324" y="1546"/>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79219" name="Text Box 49"/>
            <p:cNvSpPr txBox="1"/>
            <p:nvPr/>
          </p:nvSpPr>
          <p:spPr>
            <a:xfrm>
              <a:off x="1882" y="1084"/>
              <a:ext cx="41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20" name="Line 54"/>
            <p:cNvSpPr/>
            <p:nvPr/>
          </p:nvSpPr>
          <p:spPr>
            <a:xfrm>
              <a:off x="1151" y="1170"/>
              <a:ext cx="195" cy="0"/>
            </a:xfrm>
            <a:prstGeom prst="line">
              <a:avLst/>
            </a:prstGeom>
            <a:ln w="28575" cap="flat" cmpd="sng">
              <a:solidFill>
                <a:schemeClr val="tx1"/>
              </a:solidFill>
              <a:prstDash val="solid"/>
              <a:headEnd type="none" w="med" len="med"/>
              <a:tailEnd type="none" w="med" len="med"/>
            </a:ln>
          </p:spPr>
        </p:sp>
        <p:sp>
          <p:nvSpPr>
            <p:cNvPr id="179221" name="Line 55"/>
            <p:cNvSpPr/>
            <p:nvPr/>
          </p:nvSpPr>
          <p:spPr>
            <a:xfrm>
              <a:off x="1152" y="1314"/>
              <a:ext cx="195" cy="0"/>
            </a:xfrm>
            <a:prstGeom prst="line">
              <a:avLst/>
            </a:prstGeom>
            <a:ln w="28575" cap="flat" cmpd="sng">
              <a:solidFill>
                <a:schemeClr val="tx1"/>
              </a:solidFill>
              <a:prstDash val="solid"/>
              <a:headEnd type="none" w="med" len="med"/>
              <a:tailEnd type="none" w="med" len="med"/>
            </a:ln>
          </p:spPr>
        </p:sp>
        <p:sp>
          <p:nvSpPr>
            <p:cNvPr id="179222" name="Line 56"/>
            <p:cNvSpPr/>
            <p:nvPr/>
          </p:nvSpPr>
          <p:spPr>
            <a:xfrm>
              <a:off x="1152" y="1488"/>
              <a:ext cx="195" cy="0"/>
            </a:xfrm>
            <a:prstGeom prst="line">
              <a:avLst/>
            </a:prstGeom>
            <a:ln w="28575" cap="flat" cmpd="sng">
              <a:solidFill>
                <a:schemeClr val="tx1"/>
              </a:solidFill>
              <a:prstDash val="solid"/>
              <a:headEnd type="none" w="med" len="med"/>
              <a:tailEnd type="none" w="med" len="med"/>
            </a:ln>
          </p:spPr>
        </p:sp>
        <p:sp>
          <p:nvSpPr>
            <p:cNvPr id="179223" name="Line 57"/>
            <p:cNvSpPr/>
            <p:nvPr/>
          </p:nvSpPr>
          <p:spPr>
            <a:xfrm>
              <a:off x="1152" y="1642"/>
              <a:ext cx="195" cy="0"/>
            </a:xfrm>
            <a:prstGeom prst="line">
              <a:avLst/>
            </a:prstGeom>
            <a:ln w="28575" cap="flat" cmpd="sng">
              <a:solidFill>
                <a:schemeClr val="tx1"/>
              </a:solidFill>
              <a:prstDash val="solid"/>
              <a:headEnd type="none" w="med" len="med"/>
              <a:tailEnd type="none" w="med" len="med"/>
            </a:ln>
          </p:spPr>
        </p:sp>
        <p:sp>
          <p:nvSpPr>
            <p:cNvPr id="179224" name="Line 53"/>
            <p:cNvSpPr/>
            <p:nvPr/>
          </p:nvSpPr>
          <p:spPr>
            <a:xfrm>
              <a:off x="2112" y="1170"/>
              <a:ext cx="1584" cy="0"/>
            </a:xfrm>
            <a:prstGeom prst="line">
              <a:avLst/>
            </a:prstGeom>
            <a:ln w="28575" cap="flat" cmpd="sng">
              <a:solidFill>
                <a:schemeClr val="tx1"/>
              </a:solidFill>
              <a:prstDash val="solid"/>
              <a:headEnd type="none" w="med" len="med"/>
              <a:tailEnd type="none" w="med" len="med"/>
            </a:ln>
          </p:spPr>
        </p:sp>
        <p:sp>
          <p:nvSpPr>
            <p:cNvPr id="179225" name="Line 58"/>
            <p:cNvSpPr/>
            <p:nvPr/>
          </p:nvSpPr>
          <p:spPr>
            <a:xfrm>
              <a:off x="2112" y="1834"/>
              <a:ext cx="154" cy="0"/>
            </a:xfrm>
            <a:prstGeom prst="line">
              <a:avLst/>
            </a:prstGeom>
            <a:ln w="28575" cap="flat" cmpd="sng">
              <a:solidFill>
                <a:schemeClr val="tx1"/>
              </a:solidFill>
              <a:prstDash val="solid"/>
              <a:headEnd type="none" w="med" len="med"/>
              <a:tailEnd type="none" w="med" len="med"/>
            </a:ln>
          </p:spPr>
        </p:sp>
        <p:sp>
          <p:nvSpPr>
            <p:cNvPr id="179226" name="Line 59"/>
            <p:cNvSpPr/>
            <p:nvPr/>
          </p:nvSpPr>
          <p:spPr>
            <a:xfrm>
              <a:off x="2112" y="1344"/>
              <a:ext cx="1584" cy="0"/>
            </a:xfrm>
            <a:prstGeom prst="line">
              <a:avLst/>
            </a:prstGeom>
            <a:ln w="28575" cap="flat" cmpd="sng">
              <a:solidFill>
                <a:schemeClr val="tx1"/>
              </a:solidFill>
              <a:prstDash val="solid"/>
              <a:headEnd type="none" w="med" len="med"/>
              <a:tailEnd type="none" w="med" len="med"/>
            </a:ln>
          </p:spPr>
        </p:sp>
        <p:sp>
          <p:nvSpPr>
            <p:cNvPr id="179227" name="Line 60"/>
            <p:cNvSpPr/>
            <p:nvPr/>
          </p:nvSpPr>
          <p:spPr>
            <a:xfrm>
              <a:off x="2112" y="1498"/>
              <a:ext cx="1584" cy="0"/>
            </a:xfrm>
            <a:prstGeom prst="line">
              <a:avLst/>
            </a:prstGeom>
            <a:ln w="28575" cap="flat" cmpd="sng">
              <a:solidFill>
                <a:schemeClr val="tx1"/>
              </a:solidFill>
              <a:prstDash val="solid"/>
              <a:headEnd type="none" w="med" len="med"/>
              <a:tailEnd type="none" w="med" len="med"/>
            </a:ln>
          </p:spPr>
        </p:sp>
        <p:sp>
          <p:nvSpPr>
            <p:cNvPr id="179228" name="Line 61"/>
            <p:cNvSpPr/>
            <p:nvPr/>
          </p:nvSpPr>
          <p:spPr>
            <a:xfrm>
              <a:off x="2112" y="1652"/>
              <a:ext cx="1584" cy="0"/>
            </a:xfrm>
            <a:prstGeom prst="line">
              <a:avLst/>
            </a:prstGeom>
            <a:ln w="28575" cap="flat" cmpd="sng">
              <a:solidFill>
                <a:schemeClr val="tx1"/>
              </a:solidFill>
              <a:prstDash val="solid"/>
              <a:headEnd type="none" w="med" len="med"/>
              <a:tailEnd type="none" w="med" len="med"/>
            </a:ln>
          </p:spPr>
        </p:sp>
        <p:sp>
          <p:nvSpPr>
            <p:cNvPr id="179229" name="Oval 62"/>
            <p:cNvSpPr/>
            <p:nvPr/>
          </p:nvSpPr>
          <p:spPr>
            <a:xfrm>
              <a:off x="1268" y="518"/>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0" name="Oval 63"/>
            <p:cNvSpPr/>
            <p:nvPr/>
          </p:nvSpPr>
          <p:spPr>
            <a:xfrm>
              <a:off x="1276" y="672"/>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31" name="Line 64"/>
            <p:cNvSpPr/>
            <p:nvPr/>
          </p:nvSpPr>
          <p:spPr>
            <a:xfrm flipV="1">
              <a:off x="0" y="546"/>
              <a:ext cx="1271" cy="0"/>
            </a:xfrm>
            <a:prstGeom prst="line">
              <a:avLst/>
            </a:prstGeom>
            <a:ln w="28575" cap="flat" cmpd="sng">
              <a:solidFill>
                <a:schemeClr val="tx1"/>
              </a:solidFill>
              <a:prstDash val="solid"/>
              <a:headEnd type="none" w="med" len="med"/>
              <a:tailEnd type="none" w="med" len="med"/>
            </a:ln>
          </p:spPr>
        </p:sp>
        <p:sp>
          <p:nvSpPr>
            <p:cNvPr id="179232" name="Line 65"/>
            <p:cNvSpPr/>
            <p:nvPr/>
          </p:nvSpPr>
          <p:spPr>
            <a:xfrm>
              <a:off x="1086" y="710"/>
              <a:ext cx="195" cy="0"/>
            </a:xfrm>
            <a:prstGeom prst="line">
              <a:avLst/>
            </a:prstGeom>
            <a:ln w="28575" cap="flat" cmpd="sng">
              <a:solidFill>
                <a:schemeClr val="tx1"/>
              </a:solidFill>
              <a:prstDash val="solid"/>
              <a:headEnd type="none" w="med" len="med"/>
              <a:tailEnd type="none" w="med" len="med"/>
            </a:ln>
          </p:spPr>
        </p:sp>
        <p:sp>
          <p:nvSpPr>
            <p:cNvPr id="179233" name="Line 66"/>
            <p:cNvSpPr/>
            <p:nvPr/>
          </p:nvSpPr>
          <p:spPr>
            <a:xfrm>
              <a:off x="722" y="404"/>
              <a:ext cx="626" cy="0"/>
            </a:xfrm>
            <a:prstGeom prst="line">
              <a:avLst/>
            </a:prstGeom>
            <a:ln w="28575" cap="flat" cmpd="sng">
              <a:solidFill>
                <a:schemeClr val="tx1"/>
              </a:solidFill>
              <a:prstDash val="solid"/>
              <a:headEnd type="none" w="med" len="med"/>
              <a:tailEnd type="none" w="med" len="med"/>
            </a:ln>
          </p:spPr>
        </p:sp>
        <p:sp>
          <p:nvSpPr>
            <p:cNvPr id="179234" name="Line 67"/>
            <p:cNvSpPr/>
            <p:nvPr/>
          </p:nvSpPr>
          <p:spPr>
            <a:xfrm>
              <a:off x="1066" y="844"/>
              <a:ext cx="286" cy="0"/>
            </a:xfrm>
            <a:prstGeom prst="line">
              <a:avLst/>
            </a:prstGeom>
            <a:ln w="28575" cap="flat" cmpd="sng">
              <a:solidFill>
                <a:schemeClr val="tx1"/>
              </a:solidFill>
              <a:prstDash val="solid"/>
              <a:headEnd type="none" w="med" len="med"/>
              <a:tailEnd type="none" w="med" len="med"/>
            </a:ln>
          </p:spPr>
        </p:sp>
        <p:sp>
          <p:nvSpPr>
            <p:cNvPr id="179235" name="Line 68"/>
            <p:cNvSpPr/>
            <p:nvPr/>
          </p:nvSpPr>
          <p:spPr>
            <a:xfrm>
              <a:off x="904" y="980"/>
              <a:ext cx="444" cy="0"/>
            </a:xfrm>
            <a:prstGeom prst="line">
              <a:avLst/>
            </a:prstGeom>
            <a:ln w="28575" cap="flat" cmpd="sng">
              <a:solidFill>
                <a:schemeClr val="tx1"/>
              </a:solidFill>
              <a:prstDash val="solid"/>
              <a:headEnd type="none" w="med" len="med"/>
              <a:tailEnd type="none" w="med" len="med"/>
            </a:ln>
          </p:spPr>
        </p:sp>
        <p:sp>
          <p:nvSpPr>
            <p:cNvPr id="179236" name="Text Box 69"/>
            <p:cNvSpPr txBox="1"/>
            <p:nvPr/>
          </p:nvSpPr>
          <p:spPr>
            <a:xfrm>
              <a:off x="1344" y="0"/>
              <a:ext cx="816"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p>
          </p:txBody>
        </p:sp>
        <p:sp>
          <p:nvSpPr>
            <p:cNvPr id="179237" name="Text Box 70"/>
            <p:cNvSpPr txBox="1"/>
            <p:nvPr/>
          </p:nvSpPr>
          <p:spPr>
            <a:xfrm>
              <a:off x="3688" y="1016"/>
              <a:ext cx="43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8" name="Text Box 71"/>
            <p:cNvSpPr txBox="1"/>
            <p:nvPr/>
          </p:nvSpPr>
          <p:spPr>
            <a:xfrm>
              <a:off x="3694" y="1200"/>
              <a:ext cx="43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39" name="Text Box 72"/>
            <p:cNvSpPr txBox="1"/>
            <p:nvPr/>
          </p:nvSpPr>
          <p:spPr>
            <a:xfrm>
              <a:off x="3696" y="1364"/>
              <a:ext cx="43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0" name="Text Box 73"/>
            <p:cNvSpPr txBox="1"/>
            <p:nvPr/>
          </p:nvSpPr>
          <p:spPr>
            <a:xfrm>
              <a:off x="3696" y="1526"/>
              <a:ext cx="432"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79241" name="Rectangle 74"/>
            <p:cNvSpPr/>
            <p:nvPr/>
          </p:nvSpPr>
          <p:spPr>
            <a:xfrm>
              <a:off x="654" y="930"/>
              <a:ext cx="240" cy="9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2" name="Line 75"/>
            <p:cNvSpPr/>
            <p:nvPr/>
          </p:nvSpPr>
          <p:spPr>
            <a:xfrm>
              <a:off x="1078" y="707"/>
              <a:ext cx="0" cy="292"/>
            </a:xfrm>
            <a:prstGeom prst="line">
              <a:avLst/>
            </a:prstGeom>
            <a:ln w="28575" cap="flat" cmpd="sng">
              <a:solidFill>
                <a:schemeClr val="tx1"/>
              </a:solidFill>
              <a:prstDash val="solid"/>
              <a:headEnd type="none" w="med" len="med"/>
              <a:tailEnd type="none" w="med" len="med"/>
            </a:ln>
          </p:spPr>
        </p:sp>
        <p:sp>
          <p:nvSpPr>
            <p:cNvPr id="179243" name="Oval 76"/>
            <p:cNvSpPr/>
            <p:nvPr/>
          </p:nvSpPr>
          <p:spPr>
            <a:xfrm>
              <a:off x="1058" y="95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4" name="Line 78"/>
            <p:cNvSpPr/>
            <p:nvPr/>
          </p:nvSpPr>
          <p:spPr>
            <a:xfrm>
              <a:off x="462" y="980"/>
              <a:ext cx="192" cy="0"/>
            </a:xfrm>
            <a:prstGeom prst="line">
              <a:avLst/>
            </a:prstGeom>
            <a:ln w="28575" cap="flat" cmpd="sng">
              <a:solidFill>
                <a:schemeClr val="tx1"/>
              </a:solidFill>
              <a:prstDash val="solid"/>
              <a:headEnd type="none" w="med" len="med"/>
              <a:tailEnd type="none" w="med" len="med"/>
            </a:ln>
          </p:spPr>
        </p:sp>
        <p:sp>
          <p:nvSpPr>
            <p:cNvPr id="179245" name="Line 79"/>
            <p:cNvSpPr/>
            <p:nvPr/>
          </p:nvSpPr>
          <p:spPr>
            <a:xfrm>
              <a:off x="462" y="806"/>
              <a:ext cx="0" cy="190"/>
            </a:xfrm>
            <a:prstGeom prst="line">
              <a:avLst/>
            </a:prstGeom>
            <a:ln w="28575" cap="flat" cmpd="sng">
              <a:solidFill>
                <a:schemeClr val="tx1"/>
              </a:solidFill>
              <a:prstDash val="solid"/>
              <a:headEnd type="none" w="med" len="med"/>
              <a:tailEnd type="none" w="med" len="med"/>
            </a:ln>
          </p:spPr>
        </p:sp>
        <p:sp>
          <p:nvSpPr>
            <p:cNvPr id="179246" name="Line 80"/>
            <p:cNvSpPr/>
            <p:nvPr/>
          </p:nvSpPr>
          <p:spPr>
            <a:xfrm>
              <a:off x="404" y="806"/>
              <a:ext cx="118" cy="0"/>
            </a:xfrm>
            <a:prstGeom prst="line">
              <a:avLst/>
            </a:prstGeom>
            <a:ln w="28575" cap="flat" cmpd="sng">
              <a:solidFill>
                <a:schemeClr val="tx1"/>
              </a:solidFill>
              <a:prstDash val="solid"/>
              <a:headEnd type="none" w="med" len="med"/>
              <a:tailEnd type="none" w="med" len="med"/>
            </a:ln>
          </p:spPr>
        </p:sp>
        <p:sp>
          <p:nvSpPr>
            <p:cNvPr id="179247" name="Oval 81"/>
            <p:cNvSpPr/>
            <p:nvPr/>
          </p:nvSpPr>
          <p:spPr>
            <a:xfrm>
              <a:off x="1056" y="830"/>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48" name="Text Box 82"/>
            <p:cNvSpPr txBox="1"/>
            <p:nvPr/>
          </p:nvSpPr>
          <p:spPr>
            <a:xfrm>
              <a:off x="327" y="262"/>
              <a:ext cx="480"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p>
          </p:txBody>
        </p:sp>
        <p:sp>
          <p:nvSpPr>
            <p:cNvPr id="179249" name="Text Box 83"/>
            <p:cNvSpPr txBox="1"/>
            <p:nvPr/>
          </p:nvSpPr>
          <p:spPr>
            <a:xfrm>
              <a:off x="270" y="560"/>
              <a:ext cx="480"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p>
          </p:txBody>
        </p:sp>
        <p:sp>
          <p:nvSpPr>
            <p:cNvPr id="179250" name="Rectangle 85"/>
            <p:cNvSpPr/>
            <p:nvPr/>
          </p:nvSpPr>
          <p:spPr>
            <a:xfrm>
              <a:off x="2832" y="1788"/>
              <a:ext cx="240"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1" name="Oval 86"/>
            <p:cNvSpPr/>
            <p:nvPr/>
          </p:nvSpPr>
          <p:spPr>
            <a:xfrm>
              <a:off x="3072" y="1952"/>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2" name="Text Box 87"/>
            <p:cNvSpPr txBox="1"/>
            <p:nvPr/>
          </p:nvSpPr>
          <p:spPr>
            <a:xfrm>
              <a:off x="2804" y="1778"/>
              <a:ext cx="240" cy="25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p>
          </p:txBody>
        </p:sp>
        <p:sp>
          <p:nvSpPr>
            <p:cNvPr id="179253" name="Line 89"/>
            <p:cNvSpPr/>
            <p:nvPr/>
          </p:nvSpPr>
          <p:spPr>
            <a:xfrm>
              <a:off x="2640" y="1882"/>
              <a:ext cx="192" cy="0"/>
            </a:xfrm>
            <a:prstGeom prst="line">
              <a:avLst/>
            </a:prstGeom>
            <a:ln w="28575" cap="flat" cmpd="sng">
              <a:solidFill>
                <a:schemeClr val="tx1"/>
              </a:solidFill>
              <a:prstDash val="solid"/>
              <a:headEnd type="none" w="med" len="med"/>
              <a:tailEnd type="none" w="med" len="med"/>
            </a:ln>
          </p:spPr>
        </p:sp>
        <p:sp>
          <p:nvSpPr>
            <p:cNvPr id="179254" name="Line 90"/>
            <p:cNvSpPr/>
            <p:nvPr/>
          </p:nvSpPr>
          <p:spPr>
            <a:xfrm>
              <a:off x="2496" y="2064"/>
              <a:ext cx="336" cy="0"/>
            </a:xfrm>
            <a:prstGeom prst="line">
              <a:avLst/>
            </a:prstGeom>
            <a:ln w="28575" cap="flat" cmpd="sng">
              <a:solidFill>
                <a:schemeClr val="tx1"/>
              </a:solidFill>
              <a:prstDash val="solid"/>
              <a:headEnd type="none" w="med" len="med"/>
              <a:tailEnd type="none" w="med" len="med"/>
            </a:ln>
          </p:spPr>
        </p:sp>
        <p:sp>
          <p:nvSpPr>
            <p:cNvPr id="179255" name="Line 91"/>
            <p:cNvSpPr/>
            <p:nvPr/>
          </p:nvSpPr>
          <p:spPr>
            <a:xfrm>
              <a:off x="2640" y="1652"/>
              <a:ext cx="0" cy="240"/>
            </a:xfrm>
            <a:prstGeom prst="line">
              <a:avLst/>
            </a:prstGeom>
            <a:ln w="28575" cap="flat" cmpd="sng">
              <a:solidFill>
                <a:schemeClr val="tx1"/>
              </a:solidFill>
              <a:prstDash val="solid"/>
              <a:headEnd type="none" w="med" len="med"/>
              <a:tailEnd type="none" w="med" len="med"/>
            </a:ln>
          </p:spPr>
        </p:sp>
        <p:sp>
          <p:nvSpPr>
            <p:cNvPr id="179256" name="Line 92"/>
            <p:cNvSpPr/>
            <p:nvPr/>
          </p:nvSpPr>
          <p:spPr>
            <a:xfrm>
              <a:off x="2496" y="1344"/>
              <a:ext cx="0" cy="720"/>
            </a:xfrm>
            <a:prstGeom prst="line">
              <a:avLst/>
            </a:prstGeom>
            <a:ln w="28575" cap="flat" cmpd="sng">
              <a:solidFill>
                <a:schemeClr val="tx1"/>
              </a:solidFill>
              <a:prstDash val="solid"/>
              <a:headEnd type="none" w="med" len="med"/>
              <a:tailEnd type="none" w="med" len="med"/>
            </a:ln>
          </p:spPr>
        </p:sp>
        <p:sp>
          <p:nvSpPr>
            <p:cNvPr id="179257" name="Oval 93"/>
            <p:cNvSpPr/>
            <p:nvPr/>
          </p:nvSpPr>
          <p:spPr>
            <a:xfrm>
              <a:off x="2468" y="1324"/>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8" name="Oval 94"/>
            <p:cNvSpPr/>
            <p:nvPr/>
          </p:nvSpPr>
          <p:spPr>
            <a:xfrm>
              <a:off x="2620" y="1632"/>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79259" name="Line 95"/>
            <p:cNvSpPr/>
            <p:nvPr/>
          </p:nvSpPr>
          <p:spPr>
            <a:xfrm>
              <a:off x="3140" y="1978"/>
              <a:ext cx="240" cy="0"/>
            </a:xfrm>
            <a:prstGeom prst="line">
              <a:avLst/>
            </a:prstGeom>
            <a:ln w="28575" cap="flat" cmpd="sng">
              <a:solidFill>
                <a:schemeClr val="tx1"/>
              </a:solidFill>
              <a:prstDash val="solid"/>
              <a:headEnd type="none" w="med" len="med"/>
              <a:tailEnd type="none" w="med" len="med"/>
            </a:ln>
          </p:spPr>
        </p:sp>
        <p:sp>
          <p:nvSpPr>
            <p:cNvPr id="179260" name="Line 96"/>
            <p:cNvSpPr/>
            <p:nvPr/>
          </p:nvSpPr>
          <p:spPr>
            <a:xfrm>
              <a:off x="3380" y="1978"/>
              <a:ext cx="0" cy="336"/>
            </a:xfrm>
            <a:prstGeom prst="line">
              <a:avLst/>
            </a:prstGeom>
            <a:ln w="28575" cap="flat" cmpd="sng">
              <a:solidFill>
                <a:schemeClr val="tx1"/>
              </a:solidFill>
              <a:prstDash val="solid"/>
              <a:headEnd type="none" w="med" len="med"/>
              <a:tailEnd type="none" w="med" len="med"/>
            </a:ln>
          </p:spPr>
        </p:sp>
        <p:sp>
          <p:nvSpPr>
            <p:cNvPr id="179261" name="Line 97"/>
            <p:cNvSpPr/>
            <p:nvPr/>
          </p:nvSpPr>
          <p:spPr>
            <a:xfrm>
              <a:off x="10" y="2294"/>
              <a:ext cx="3378" cy="0"/>
            </a:xfrm>
            <a:prstGeom prst="line">
              <a:avLst/>
            </a:prstGeom>
            <a:ln w="28575" cap="flat" cmpd="sng">
              <a:solidFill>
                <a:schemeClr val="tx1"/>
              </a:solidFill>
              <a:prstDash val="solid"/>
              <a:headEnd type="none" w="med" len="med"/>
              <a:tailEnd type="none" w="med" len="med"/>
            </a:ln>
          </p:spPr>
        </p:sp>
        <p:sp>
          <p:nvSpPr>
            <p:cNvPr id="179262" name="Line 98"/>
            <p:cNvSpPr/>
            <p:nvPr/>
          </p:nvSpPr>
          <p:spPr>
            <a:xfrm>
              <a:off x="0" y="548"/>
              <a:ext cx="0" cy="1752"/>
            </a:xfrm>
            <a:prstGeom prst="line">
              <a:avLst/>
            </a:prstGeom>
            <a:ln w="28575" cap="flat" cmpd="sng">
              <a:solidFill>
                <a:schemeClr val="tx1"/>
              </a:solidFill>
              <a:prstDash val="solid"/>
              <a:headEnd type="none" w="med" len="med"/>
              <a:tailEnd type="none" w="med" len="med"/>
            </a:ln>
          </p:spPr>
        </p:sp>
      </p:grpSp>
      <p:sp>
        <p:nvSpPr>
          <p:cNvPr id="179204" name="Text Box 99"/>
          <p:cNvSpPr txBox="1"/>
          <p:nvPr/>
        </p:nvSpPr>
        <p:spPr>
          <a:xfrm>
            <a:off x="1097915" y="1359535"/>
            <a:ext cx="7434523" cy="544444"/>
          </a:xfrm>
          <a:prstGeom prst="rect">
            <a:avLst/>
          </a:prstGeom>
          <a:noFill/>
          <a:ln w="28575">
            <a:noFill/>
          </a:ln>
        </p:spPr>
        <p:txBody>
          <a:bodyPr wrap="square">
            <a:spAutoFit/>
          </a:bodyPr>
          <a:lstStyle/>
          <a:p>
            <a:pPr eaLnBrk="1" hangingPunct="1">
              <a:lnSpc>
                <a:spcPct val="8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dirty="0">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dirty="0">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同步清零</a:t>
            </a:r>
            <a:r>
              <a:rPr lang="en-US" altLang="zh-CN"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完成跳越的次态为全零的</a:t>
            </a:r>
            <a:r>
              <a:rPr lang="zh-CN" altLang="en-US" sz="1800" b="1" dirty="0">
                <a:solidFill>
                  <a:srgbClr val="FF0000"/>
                </a:solidFill>
                <a:latin typeface="华文新魏" panose="02010800040101010101" pitchFamily="2" charset="-122"/>
                <a:ea typeface="华文新魏" panose="02010800040101010101" pitchFamily="2" charset="-122"/>
              </a:rPr>
              <a:t>预置电路</a:t>
            </a:r>
            <a:r>
              <a:rPr lang="zh-CN" altLang="en-US" sz="1800" b="1" dirty="0">
                <a:solidFill>
                  <a:schemeClr val="tx1"/>
                </a:solidFill>
                <a:latin typeface="华文新魏" panose="02010800040101010101" pitchFamily="2" charset="-122"/>
                <a:ea typeface="华文新魏" panose="02010800040101010101" pitchFamily="2" charset="-122"/>
              </a:rPr>
              <a:t>（</a:t>
            </a:r>
            <a:r>
              <a:rPr lang="zh-CN" altLang="en-US" sz="1800" b="1" dirty="0">
                <a:solidFill>
                  <a:srgbClr val="FF0000"/>
                </a:solidFill>
                <a:latin typeface="华文新魏" panose="02010800040101010101" pitchFamily="2" charset="-122"/>
                <a:ea typeface="华文新魏" panose="02010800040101010101" pitchFamily="2" charset="-122"/>
              </a:rPr>
              <a:t>也可以用</a:t>
            </a:r>
            <a:r>
              <a:rPr lang="en-US" altLang="zh-CN" sz="1800" b="1" dirty="0">
                <a:solidFill>
                  <a:srgbClr val="FF0000"/>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a:t>
            </a:r>
          </a:p>
        </p:txBody>
      </p:sp>
      <p:sp>
        <p:nvSpPr>
          <p:cNvPr id="179205" name="Text Box 48"/>
          <p:cNvSpPr txBox="1"/>
          <p:nvPr/>
        </p:nvSpPr>
        <p:spPr>
          <a:xfrm>
            <a:off x="4421188" y="2913063"/>
            <a:ext cx="6540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6" name="Text Box 50"/>
          <p:cNvSpPr txBox="1"/>
          <p:nvPr/>
        </p:nvSpPr>
        <p:spPr>
          <a:xfrm>
            <a:off x="4421188" y="3302318"/>
            <a:ext cx="654050" cy="337185"/>
          </a:xfrm>
          <a:prstGeom prst="rect">
            <a:avLst/>
          </a:prstGeom>
          <a:noFill/>
          <a:ln w="28575">
            <a:noFill/>
          </a:ln>
        </p:spPr>
        <p:txBody>
          <a:bodyPr wrap="square">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7" name="Text Box 51"/>
          <p:cNvSpPr txBox="1"/>
          <p:nvPr/>
        </p:nvSpPr>
        <p:spPr>
          <a:xfrm>
            <a:off x="4421188" y="3486150"/>
            <a:ext cx="65405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79208" name="Text Box 52"/>
          <p:cNvSpPr txBox="1"/>
          <p:nvPr/>
        </p:nvSpPr>
        <p:spPr>
          <a:xfrm>
            <a:off x="4256088" y="3705225"/>
            <a:ext cx="65405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p>
        </p:txBody>
      </p:sp>
      <p:sp>
        <p:nvSpPr>
          <p:cNvPr id="179209" name="Text Box 40"/>
          <p:cNvSpPr txBox="1"/>
          <p:nvPr/>
        </p:nvSpPr>
        <p:spPr>
          <a:xfrm>
            <a:off x="3500120" y="2223770"/>
            <a:ext cx="654050" cy="337185"/>
          </a:xfrm>
          <a:prstGeom prst="rect">
            <a:avLst/>
          </a:prstGeom>
          <a:noFill/>
          <a:ln w="28575">
            <a:noFill/>
          </a:ln>
        </p:spPr>
        <p:txBody>
          <a:bodyPr wrap="square">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79210" name="Text Box 41"/>
          <p:cNvSpPr txBox="1"/>
          <p:nvPr/>
        </p:nvSpPr>
        <p:spPr>
          <a:xfrm>
            <a:off x="3511233" y="2405063"/>
            <a:ext cx="6540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p>
        </p:txBody>
      </p:sp>
      <p:sp>
        <p:nvSpPr>
          <p:cNvPr id="179211" name="Text Box 43"/>
          <p:cNvSpPr txBox="1"/>
          <p:nvPr/>
        </p:nvSpPr>
        <p:spPr>
          <a:xfrm>
            <a:off x="3522663" y="2762568"/>
            <a:ext cx="6540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p>
        </p:txBody>
      </p:sp>
      <p:cxnSp>
        <p:nvCxnSpPr>
          <p:cNvPr id="2" name="直接连接符 1"/>
          <p:cNvCxnSpPr/>
          <p:nvPr/>
        </p:nvCxnSpPr>
        <p:spPr>
          <a:xfrm flipV="1">
            <a:off x="1421130" y="2607310"/>
            <a:ext cx="1713230" cy="6985"/>
          </a:xfrm>
          <a:prstGeom prst="line">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nvGrpSpPr>
          <p:cNvPr id="5" name="组合 4"/>
          <p:cNvGrpSpPr/>
          <p:nvPr/>
        </p:nvGrpSpPr>
        <p:grpSpPr>
          <a:xfrm>
            <a:off x="3097530" y="3220085"/>
            <a:ext cx="288290" cy="935990"/>
            <a:chOff x="4878" y="5071"/>
            <a:chExt cx="454" cy="1474"/>
          </a:xfrm>
        </p:grpSpPr>
        <p:cxnSp>
          <p:nvCxnSpPr>
            <p:cNvPr id="3" name="直接连接符 2"/>
            <p:cNvCxnSpPr/>
            <p:nvPr/>
          </p:nvCxnSpPr>
          <p:spPr>
            <a:xfrm>
              <a:off x="5116" y="5071"/>
              <a:ext cx="0" cy="1474"/>
            </a:xfrm>
            <a:prstGeom prst="line">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4" name="直接连接符 3"/>
            <p:cNvCxnSpPr/>
            <p:nvPr/>
          </p:nvCxnSpPr>
          <p:spPr>
            <a:xfrm>
              <a:off x="4878" y="6545"/>
              <a:ext cx="454" cy="0"/>
            </a:xfrm>
            <a:prstGeom prst="line">
              <a:avLst/>
            </a:prstGeom>
            <a:ln w="19050">
              <a:headEnd type="none" w="med" len="med"/>
              <a:tailEnd type="none" w="med" len="med"/>
            </a:ln>
          </p:spPr>
          <p:style>
            <a:lnRef idx="1">
              <a:schemeClr val="accent2"/>
            </a:lnRef>
            <a:fillRef idx="0">
              <a:schemeClr val="accent2"/>
            </a:fillRef>
            <a:effectRef idx="0">
              <a:schemeClr val="accent2"/>
            </a:effectRef>
            <a:fontRef idx="minor">
              <a:schemeClr val="tx1"/>
            </a:fontRef>
          </p:style>
        </p:cxnSp>
      </p:grpSp>
      <p:sp>
        <p:nvSpPr>
          <p:cNvPr id="6" name="矩形 5">
            <a:extLst>
              <a:ext uri="{FF2B5EF4-FFF2-40B4-BE49-F238E27FC236}">
                <a16:creationId xmlns:a16="http://schemas.microsoft.com/office/drawing/2014/main" id="{ACCA01D4-D390-46DC-8731-343ADA2C5AE0}"/>
              </a:ext>
            </a:extLst>
          </p:cNvPr>
          <p:cNvSpPr/>
          <p:nvPr/>
        </p:nvSpPr>
        <p:spPr bwMode="auto">
          <a:xfrm>
            <a:off x="3077844" y="2614295"/>
            <a:ext cx="111125" cy="15564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70" name="矩形 69">
            <a:extLst>
              <a:ext uri="{FF2B5EF4-FFF2-40B4-BE49-F238E27FC236}">
                <a16:creationId xmlns:a16="http://schemas.microsoft.com/office/drawing/2014/main" id="{518AB9A7-27F4-4916-90EF-6C763BBF5896}"/>
              </a:ext>
            </a:extLst>
          </p:cNvPr>
          <p:cNvSpPr/>
          <p:nvPr/>
        </p:nvSpPr>
        <p:spPr bwMode="auto">
          <a:xfrm>
            <a:off x="1365568" y="2345838"/>
            <a:ext cx="108598" cy="253122"/>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71" name="矩形 70">
            <a:extLst>
              <a:ext uri="{FF2B5EF4-FFF2-40B4-BE49-F238E27FC236}">
                <a16:creationId xmlns:a16="http://schemas.microsoft.com/office/drawing/2014/main" id="{B5F35667-8485-4024-9F93-95AE26D76530}"/>
              </a:ext>
            </a:extLst>
          </p:cNvPr>
          <p:cNvSpPr/>
          <p:nvPr/>
        </p:nvSpPr>
        <p:spPr bwMode="auto">
          <a:xfrm>
            <a:off x="1467021" y="2281705"/>
            <a:ext cx="1520799" cy="15564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cxnSp>
        <p:nvCxnSpPr>
          <p:cNvPr id="10" name="直接连接符 9">
            <a:extLst>
              <a:ext uri="{FF2B5EF4-FFF2-40B4-BE49-F238E27FC236}">
                <a16:creationId xmlns:a16="http://schemas.microsoft.com/office/drawing/2014/main" id="{55EE6477-E852-4E4E-B493-3EDE8ECFA70D}"/>
              </a:ext>
            </a:extLst>
          </p:cNvPr>
          <p:cNvCxnSpPr>
            <a:cxnSpLocks/>
          </p:cNvCxnSpPr>
          <p:nvPr/>
        </p:nvCxnSpPr>
        <p:spPr bwMode="auto">
          <a:xfrm flipH="1">
            <a:off x="2995438" y="2384514"/>
            <a:ext cx="1" cy="580835"/>
          </a:xfrm>
          <a:prstGeom prst="line">
            <a:avLst/>
          </a:prstGeom>
          <a:solidFill>
            <a:schemeClr val="accent1"/>
          </a:solidFill>
          <a:ln w="15875" cap="flat" cmpd="sng" algn="ctr">
            <a:solidFill>
              <a:schemeClr val="accent2"/>
            </a:solidFill>
            <a:prstDash val="solid"/>
            <a:round/>
            <a:headEnd type="none" w="med" len="med"/>
            <a:tailEnd type="none" w="med" len="med"/>
          </a:ln>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9204"/>
                                        </p:tgtEl>
                                        <p:attrNameLst>
                                          <p:attrName>style.visibility</p:attrName>
                                        </p:attrNameLst>
                                      </p:cBhvr>
                                      <p:to>
                                        <p:strVal val="visible"/>
                                      </p:to>
                                    </p:set>
                                    <p:anim calcmode="lin" valueType="num">
                                      <p:cBhvr additive="base">
                                        <p:cTn id="7" dur="500" fill="hold"/>
                                        <p:tgtEl>
                                          <p:spTgt spid="179204"/>
                                        </p:tgtEl>
                                        <p:attrNameLst>
                                          <p:attrName>ppt_x</p:attrName>
                                        </p:attrNameLst>
                                      </p:cBhvr>
                                      <p:tavLst>
                                        <p:tav tm="0">
                                          <p:val>
                                            <p:strVal val="#ppt_x"/>
                                          </p:val>
                                        </p:tav>
                                        <p:tav tm="100000">
                                          <p:val>
                                            <p:strVal val="#ppt_x"/>
                                          </p:val>
                                        </p:tav>
                                      </p:tavLst>
                                    </p:anim>
                                    <p:anim calcmode="lin" valueType="num">
                                      <p:cBhvr additive="base">
                                        <p:cTn id="8" dur="500" fill="hold"/>
                                        <p:tgtEl>
                                          <p:spTgt spid="17920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79203"/>
                                        </p:tgtEl>
                                        <p:attrNameLst>
                                          <p:attrName>style.visibility</p:attrName>
                                        </p:attrNameLst>
                                      </p:cBhvr>
                                      <p:to>
                                        <p:strVal val="visible"/>
                                      </p:to>
                                    </p:set>
                                    <p:anim calcmode="lin" valueType="num">
                                      <p:cBhvr additive="base">
                                        <p:cTn id="13" dur="500" fill="hold"/>
                                        <p:tgtEl>
                                          <p:spTgt spid="179203"/>
                                        </p:tgtEl>
                                        <p:attrNameLst>
                                          <p:attrName>ppt_x</p:attrName>
                                        </p:attrNameLst>
                                      </p:cBhvr>
                                      <p:tavLst>
                                        <p:tav tm="0">
                                          <p:val>
                                            <p:strVal val="#ppt_x"/>
                                          </p:val>
                                        </p:tav>
                                        <p:tav tm="100000">
                                          <p:val>
                                            <p:strVal val="#ppt_x"/>
                                          </p:val>
                                        </p:tav>
                                      </p:tavLst>
                                    </p:anim>
                                    <p:anim calcmode="lin" valueType="num">
                                      <p:cBhvr additive="base">
                                        <p:cTn id="14" dur="500" fill="hold"/>
                                        <p:tgtEl>
                                          <p:spTgt spid="17920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79205"/>
                                        </p:tgtEl>
                                        <p:attrNameLst>
                                          <p:attrName>style.visibility</p:attrName>
                                        </p:attrNameLst>
                                      </p:cBhvr>
                                      <p:to>
                                        <p:strVal val="visible"/>
                                      </p:to>
                                    </p:set>
                                    <p:anim calcmode="lin" valueType="num">
                                      <p:cBhvr additive="base">
                                        <p:cTn id="17" dur="500" fill="hold"/>
                                        <p:tgtEl>
                                          <p:spTgt spid="179205"/>
                                        </p:tgtEl>
                                        <p:attrNameLst>
                                          <p:attrName>ppt_x</p:attrName>
                                        </p:attrNameLst>
                                      </p:cBhvr>
                                      <p:tavLst>
                                        <p:tav tm="0">
                                          <p:val>
                                            <p:strVal val="#ppt_x"/>
                                          </p:val>
                                        </p:tav>
                                        <p:tav tm="100000">
                                          <p:val>
                                            <p:strVal val="#ppt_x"/>
                                          </p:val>
                                        </p:tav>
                                      </p:tavLst>
                                    </p:anim>
                                    <p:anim calcmode="lin" valueType="num">
                                      <p:cBhvr additive="base">
                                        <p:cTn id="18" dur="500" fill="hold"/>
                                        <p:tgtEl>
                                          <p:spTgt spid="179205"/>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79206"/>
                                        </p:tgtEl>
                                        <p:attrNameLst>
                                          <p:attrName>style.visibility</p:attrName>
                                        </p:attrNameLst>
                                      </p:cBhvr>
                                      <p:to>
                                        <p:strVal val="visible"/>
                                      </p:to>
                                    </p:set>
                                    <p:anim calcmode="lin" valueType="num">
                                      <p:cBhvr additive="base">
                                        <p:cTn id="21" dur="500" fill="hold"/>
                                        <p:tgtEl>
                                          <p:spTgt spid="179206"/>
                                        </p:tgtEl>
                                        <p:attrNameLst>
                                          <p:attrName>ppt_x</p:attrName>
                                        </p:attrNameLst>
                                      </p:cBhvr>
                                      <p:tavLst>
                                        <p:tav tm="0">
                                          <p:val>
                                            <p:strVal val="#ppt_x"/>
                                          </p:val>
                                        </p:tav>
                                        <p:tav tm="100000">
                                          <p:val>
                                            <p:strVal val="#ppt_x"/>
                                          </p:val>
                                        </p:tav>
                                      </p:tavLst>
                                    </p:anim>
                                    <p:anim calcmode="lin" valueType="num">
                                      <p:cBhvr additive="base">
                                        <p:cTn id="22" dur="500" fill="hold"/>
                                        <p:tgtEl>
                                          <p:spTgt spid="179206"/>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79207"/>
                                        </p:tgtEl>
                                        <p:attrNameLst>
                                          <p:attrName>style.visibility</p:attrName>
                                        </p:attrNameLst>
                                      </p:cBhvr>
                                      <p:to>
                                        <p:strVal val="visible"/>
                                      </p:to>
                                    </p:set>
                                    <p:anim calcmode="lin" valueType="num">
                                      <p:cBhvr additive="base">
                                        <p:cTn id="25" dur="500" fill="hold"/>
                                        <p:tgtEl>
                                          <p:spTgt spid="179207"/>
                                        </p:tgtEl>
                                        <p:attrNameLst>
                                          <p:attrName>ppt_x</p:attrName>
                                        </p:attrNameLst>
                                      </p:cBhvr>
                                      <p:tavLst>
                                        <p:tav tm="0">
                                          <p:val>
                                            <p:strVal val="#ppt_x"/>
                                          </p:val>
                                        </p:tav>
                                        <p:tav tm="100000">
                                          <p:val>
                                            <p:strVal val="#ppt_x"/>
                                          </p:val>
                                        </p:tav>
                                      </p:tavLst>
                                    </p:anim>
                                    <p:anim calcmode="lin" valueType="num">
                                      <p:cBhvr additive="base">
                                        <p:cTn id="26" dur="500" fill="hold"/>
                                        <p:tgtEl>
                                          <p:spTgt spid="17920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79208"/>
                                        </p:tgtEl>
                                        <p:attrNameLst>
                                          <p:attrName>style.visibility</p:attrName>
                                        </p:attrNameLst>
                                      </p:cBhvr>
                                      <p:to>
                                        <p:strVal val="visible"/>
                                      </p:to>
                                    </p:set>
                                    <p:anim calcmode="lin" valueType="num">
                                      <p:cBhvr additive="base">
                                        <p:cTn id="29" dur="500" fill="hold"/>
                                        <p:tgtEl>
                                          <p:spTgt spid="179208"/>
                                        </p:tgtEl>
                                        <p:attrNameLst>
                                          <p:attrName>ppt_x</p:attrName>
                                        </p:attrNameLst>
                                      </p:cBhvr>
                                      <p:tavLst>
                                        <p:tav tm="0">
                                          <p:val>
                                            <p:strVal val="#ppt_x"/>
                                          </p:val>
                                        </p:tav>
                                        <p:tav tm="100000">
                                          <p:val>
                                            <p:strVal val="#ppt_x"/>
                                          </p:val>
                                        </p:tav>
                                      </p:tavLst>
                                    </p:anim>
                                    <p:anim calcmode="lin" valueType="num">
                                      <p:cBhvr additive="base">
                                        <p:cTn id="30" dur="500" fill="hold"/>
                                        <p:tgtEl>
                                          <p:spTgt spid="179208"/>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79209"/>
                                        </p:tgtEl>
                                        <p:attrNameLst>
                                          <p:attrName>style.visibility</p:attrName>
                                        </p:attrNameLst>
                                      </p:cBhvr>
                                      <p:to>
                                        <p:strVal val="visible"/>
                                      </p:to>
                                    </p:set>
                                    <p:anim calcmode="lin" valueType="num">
                                      <p:cBhvr additive="base">
                                        <p:cTn id="33" dur="500" fill="hold"/>
                                        <p:tgtEl>
                                          <p:spTgt spid="179209"/>
                                        </p:tgtEl>
                                        <p:attrNameLst>
                                          <p:attrName>ppt_x</p:attrName>
                                        </p:attrNameLst>
                                      </p:cBhvr>
                                      <p:tavLst>
                                        <p:tav tm="0">
                                          <p:val>
                                            <p:strVal val="#ppt_x"/>
                                          </p:val>
                                        </p:tav>
                                        <p:tav tm="100000">
                                          <p:val>
                                            <p:strVal val="#ppt_x"/>
                                          </p:val>
                                        </p:tav>
                                      </p:tavLst>
                                    </p:anim>
                                    <p:anim calcmode="lin" valueType="num">
                                      <p:cBhvr additive="base">
                                        <p:cTn id="34" dur="500" fill="hold"/>
                                        <p:tgtEl>
                                          <p:spTgt spid="179209"/>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9210"/>
                                        </p:tgtEl>
                                        <p:attrNameLst>
                                          <p:attrName>style.visibility</p:attrName>
                                        </p:attrNameLst>
                                      </p:cBhvr>
                                      <p:to>
                                        <p:strVal val="visible"/>
                                      </p:to>
                                    </p:set>
                                    <p:anim calcmode="lin" valueType="num">
                                      <p:cBhvr additive="base">
                                        <p:cTn id="37" dur="500" fill="hold"/>
                                        <p:tgtEl>
                                          <p:spTgt spid="179210"/>
                                        </p:tgtEl>
                                        <p:attrNameLst>
                                          <p:attrName>ppt_x</p:attrName>
                                        </p:attrNameLst>
                                      </p:cBhvr>
                                      <p:tavLst>
                                        <p:tav tm="0">
                                          <p:val>
                                            <p:strVal val="#ppt_x"/>
                                          </p:val>
                                        </p:tav>
                                        <p:tav tm="100000">
                                          <p:val>
                                            <p:strVal val="#ppt_x"/>
                                          </p:val>
                                        </p:tav>
                                      </p:tavLst>
                                    </p:anim>
                                    <p:anim calcmode="lin" valueType="num">
                                      <p:cBhvr additive="base">
                                        <p:cTn id="38" dur="500" fill="hold"/>
                                        <p:tgtEl>
                                          <p:spTgt spid="179210"/>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79211"/>
                                        </p:tgtEl>
                                        <p:attrNameLst>
                                          <p:attrName>style.visibility</p:attrName>
                                        </p:attrNameLst>
                                      </p:cBhvr>
                                      <p:to>
                                        <p:strVal val="visible"/>
                                      </p:to>
                                    </p:set>
                                    <p:anim calcmode="lin" valueType="num">
                                      <p:cBhvr additive="base">
                                        <p:cTn id="41" dur="500" fill="hold"/>
                                        <p:tgtEl>
                                          <p:spTgt spid="179211"/>
                                        </p:tgtEl>
                                        <p:attrNameLst>
                                          <p:attrName>ppt_x</p:attrName>
                                        </p:attrNameLst>
                                      </p:cBhvr>
                                      <p:tavLst>
                                        <p:tav tm="0">
                                          <p:val>
                                            <p:strVal val="#ppt_x"/>
                                          </p:val>
                                        </p:tav>
                                        <p:tav tm="100000">
                                          <p:val>
                                            <p:strVal val="#ppt_x"/>
                                          </p:val>
                                        </p:tav>
                                      </p:tavLst>
                                    </p:anim>
                                    <p:anim calcmode="lin" valueType="num">
                                      <p:cBhvr additive="base">
                                        <p:cTn id="42" dur="500" fill="hold"/>
                                        <p:tgtEl>
                                          <p:spTgt spid="17921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
                                        </p:tgtEl>
                                        <p:attrNameLst>
                                          <p:attrName>style.visibility</p:attrName>
                                        </p:attrNameLst>
                                      </p:cBhvr>
                                      <p:to>
                                        <p:strVal val="visible"/>
                                      </p:to>
                                    </p:set>
                                    <p:anim calcmode="lin" valueType="num">
                                      <p:cBhvr additive="base">
                                        <p:cTn id="53" dur="500" fill="hold"/>
                                        <p:tgtEl>
                                          <p:spTgt spid="5"/>
                                        </p:tgtEl>
                                        <p:attrNameLst>
                                          <p:attrName>ppt_x</p:attrName>
                                        </p:attrNameLst>
                                      </p:cBhvr>
                                      <p:tavLst>
                                        <p:tav tm="0">
                                          <p:val>
                                            <p:strVal val="#ppt_x"/>
                                          </p:val>
                                        </p:tav>
                                        <p:tav tm="100000">
                                          <p:val>
                                            <p:strVal val="#ppt_x"/>
                                          </p:val>
                                        </p:tav>
                                      </p:tavLst>
                                    </p:anim>
                                    <p:anim calcmode="lin" valueType="num">
                                      <p:cBhvr additive="base">
                                        <p:cTn id="5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1"/>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4" grpId="0"/>
      <p:bldP spid="179205" grpId="0"/>
      <p:bldP spid="179206" grpId="0"/>
      <p:bldP spid="179207" grpId="0"/>
      <p:bldP spid="179208" grpId="0"/>
      <p:bldP spid="179209" grpId="0"/>
      <p:bldP spid="179210" grpId="0"/>
      <p:bldP spid="179211" grpId="0"/>
      <p:bldP spid="6" grpId="0" animBg="1"/>
      <p:bldP spid="70" grpId="0" animBg="1"/>
      <p:bldP spid="7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p:cNvSpPr>
          <p:nvPr>
            <p:ph type="title"/>
          </p:nvPr>
        </p:nvSpPr>
        <p:spPr>
          <a:xfrm>
            <a:off x="863600" y="862013"/>
            <a:ext cx="8604250" cy="742950"/>
          </a:xfrm>
          <a:prstGeom prst="rect">
            <a:avLst/>
          </a:prstGeom>
          <a:noFill/>
          <a:ln w="28575">
            <a:noFill/>
          </a:ln>
        </p:spPr>
        <p:txBody>
          <a:bodyPr/>
          <a:lstStyle/>
          <a:p>
            <a:pPr marL="514350" indent="-514350" eaLnBrk="1" hangingPunct="1">
              <a:buFont typeface="宋体" panose="02010600030101010101" pitchFamily="2" charset="-122"/>
              <a:buAutoNum type="circleNumDbPlain" startAt="3"/>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实现计数值为</a:t>
            </a:r>
            <a:r>
              <a:rPr lang="en-US" altLang="zh-CN" sz="2000" b="1">
                <a:latin typeface="华文新魏" panose="02010800040101010101" pitchFamily="2" charset="-122"/>
                <a:ea typeface="华文新魏" panose="02010800040101010101" pitchFamily="2" charset="-122"/>
              </a:rPr>
              <a:t>5,6,···,15 </a:t>
            </a:r>
            <a:r>
              <a:rPr lang="zh-CN" altLang="en-US" sz="2000" b="1" dirty="0">
                <a:latin typeface="华文新魏" panose="02010800040101010101" pitchFamily="2" charset="-122"/>
                <a:ea typeface="华文新魏" panose="02010800040101010101" pitchFamily="2" charset="-122"/>
              </a:rPr>
              <a:t>的模</a:t>
            </a:r>
            <a:r>
              <a:rPr lang="en-US" altLang="zh-CN" sz="2000" b="1">
                <a:latin typeface="华文新魏" panose="02010800040101010101" pitchFamily="2" charset="-122"/>
                <a:ea typeface="华文新魏" panose="02010800040101010101" pitchFamily="2" charset="-122"/>
              </a:rPr>
              <a:t>11</a:t>
            </a:r>
            <a:r>
              <a:rPr lang="zh-CN" altLang="en-US" sz="2000" b="1" dirty="0">
                <a:latin typeface="华文新魏" panose="02010800040101010101" pitchFamily="2" charset="-122"/>
                <a:ea typeface="华文新魏" panose="02010800040101010101" pitchFamily="2" charset="-122"/>
              </a:rPr>
              <a:t>计数器。</a:t>
            </a:r>
          </a:p>
        </p:txBody>
      </p:sp>
      <p:sp>
        <p:nvSpPr>
          <p:cNvPr id="180227" name="Text Box 64"/>
          <p:cNvSpPr txBox="1"/>
          <p:nvPr/>
        </p:nvSpPr>
        <p:spPr>
          <a:xfrm>
            <a:off x="1423353" y="1324610"/>
            <a:ext cx="8610600" cy="368300"/>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方式</a:t>
            </a:r>
            <a:r>
              <a:rPr lang="en-US" altLang="zh-CN" sz="1800" b="1">
                <a:solidFill>
                  <a:schemeClr val="tx1"/>
                </a:solidFill>
                <a:latin typeface="华文新魏" panose="02010800040101010101" pitchFamily="2" charset="-122"/>
                <a:ea typeface="华文新魏" panose="02010800040101010101" pitchFamily="2" charset="-122"/>
              </a:rPr>
              <a:t>2</a:t>
            </a:r>
            <a:r>
              <a:rPr lang="zh-CN" altLang="en-US" sz="1800" b="1" dirty="0">
                <a:solidFill>
                  <a:schemeClr val="tx1"/>
                </a:solidFill>
                <a:latin typeface="华文新魏" panose="02010800040101010101" pitchFamily="2" charset="-122"/>
                <a:ea typeface="华文新魏" panose="02010800040101010101" pitchFamily="2" charset="-122"/>
              </a:rPr>
              <a:t>：利用 </a:t>
            </a:r>
            <a:r>
              <a:rPr lang="en-US" altLang="zh-CN" sz="1800" b="1">
                <a:solidFill>
                  <a:schemeClr val="tx1"/>
                </a:solidFill>
                <a:latin typeface="华文新魏" panose="02010800040101010101" pitchFamily="2" charset="-122"/>
                <a:ea typeface="华文新魏" panose="02010800040101010101" pitchFamily="2" charset="-122"/>
              </a:rPr>
              <a:t>/LD(</a:t>
            </a:r>
            <a:r>
              <a:rPr lang="zh-CN" altLang="en-US" sz="1800" b="1" dirty="0">
                <a:solidFill>
                  <a:schemeClr val="tx1"/>
                </a:solidFill>
                <a:latin typeface="华文新魏" panose="02010800040101010101" pitchFamily="2" charset="-122"/>
                <a:ea typeface="华文新魏" panose="02010800040101010101" pitchFamily="2" charset="-122"/>
              </a:rPr>
              <a:t>置数</a:t>
            </a:r>
            <a:r>
              <a:rPr lang="en-US" altLang="zh-CN" sz="1800" b="1">
                <a:solidFill>
                  <a:schemeClr val="tx1"/>
                </a:solidFill>
                <a:latin typeface="华文新魏" panose="02010800040101010101" pitchFamily="2" charset="-122"/>
                <a:ea typeface="华文新魏" panose="02010800040101010101" pitchFamily="2" charset="-122"/>
              </a:rPr>
              <a:t>)</a:t>
            </a:r>
            <a:r>
              <a:rPr lang="zh-CN" altLang="en-US" sz="1800" b="1" dirty="0">
                <a:solidFill>
                  <a:schemeClr val="tx1"/>
                </a:solidFill>
                <a:latin typeface="华文新魏" panose="02010800040101010101" pitchFamily="2" charset="-122"/>
                <a:ea typeface="华文新魏" panose="02010800040101010101" pitchFamily="2" charset="-122"/>
              </a:rPr>
              <a:t>完成跳越的次态为任意值的预置。</a:t>
            </a:r>
          </a:p>
        </p:txBody>
      </p:sp>
      <p:grpSp>
        <p:nvGrpSpPr>
          <p:cNvPr id="180288" name="组合 180287"/>
          <p:cNvGrpSpPr/>
          <p:nvPr/>
        </p:nvGrpSpPr>
        <p:grpSpPr>
          <a:xfrm>
            <a:off x="1271588" y="1844675"/>
            <a:ext cx="6537325" cy="2743200"/>
            <a:chOff x="610" y="1033"/>
            <a:chExt cx="4118" cy="1728"/>
          </a:xfrm>
        </p:grpSpPr>
        <p:sp>
          <p:nvSpPr>
            <p:cNvPr id="180237" name="Rectangle 5"/>
            <p:cNvSpPr/>
            <p:nvPr/>
          </p:nvSpPr>
          <p:spPr>
            <a:xfrm>
              <a:off x="1944" y="1249"/>
              <a:ext cx="768" cy="1224"/>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38" name="Text Box 6"/>
            <p:cNvSpPr txBox="1"/>
            <p:nvPr/>
          </p:nvSpPr>
          <p:spPr>
            <a:xfrm>
              <a:off x="1876" y="1222"/>
              <a:ext cx="624"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p>
          </p:txBody>
        </p:sp>
        <p:sp>
          <p:nvSpPr>
            <p:cNvPr id="180239" name="Text Box 7"/>
            <p:cNvSpPr txBox="1"/>
            <p:nvPr/>
          </p:nvSpPr>
          <p:spPr>
            <a:xfrm>
              <a:off x="1916" y="1339"/>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80240" name="Text Box 10"/>
            <p:cNvSpPr txBox="1"/>
            <p:nvPr/>
          </p:nvSpPr>
          <p:spPr>
            <a:xfrm>
              <a:off x="1916" y="1656"/>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p>
          </p:txBody>
        </p:sp>
        <p:sp>
          <p:nvSpPr>
            <p:cNvPr id="180241" name="Text Box 12"/>
            <p:cNvSpPr txBox="1"/>
            <p:nvPr/>
          </p:nvSpPr>
          <p:spPr>
            <a:xfrm>
              <a:off x="1926" y="1954"/>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180242" name="Text Box 13"/>
            <p:cNvSpPr txBox="1"/>
            <p:nvPr/>
          </p:nvSpPr>
          <p:spPr>
            <a:xfrm>
              <a:off x="1924" y="2070"/>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180243" name="Text Box 14"/>
            <p:cNvSpPr txBox="1"/>
            <p:nvPr/>
          </p:nvSpPr>
          <p:spPr>
            <a:xfrm>
              <a:off x="1924" y="2193"/>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80244" name="Text Box 16"/>
            <p:cNvSpPr txBox="1"/>
            <p:nvPr/>
          </p:nvSpPr>
          <p:spPr>
            <a:xfrm>
              <a:off x="2482" y="1927"/>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45" name="Line 21"/>
            <p:cNvSpPr/>
            <p:nvPr/>
          </p:nvSpPr>
          <p:spPr>
            <a:xfrm>
              <a:off x="1522" y="2019"/>
              <a:ext cx="422" cy="0"/>
            </a:xfrm>
            <a:prstGeom prst="line">
              <a:avLst/>
            </a:prstGeom>
            <a:ln w="28575" cap="flat" cmpd="sng">
              <a:solidFill>
                <a:schemeClr val="tx1"/>
              </a:solidFill>
              <a:prstDash val="solid"/>
              <a:headEnd type="none" w="med" len="med"/>
              <a:tailEnd type="none" w="med" len="med"/>
            </a:ln>
          </p:spPr>
        </p:sp>
        <p:sp>
          <p:nvSpPr>
            <p:cNvPr id="180246" name="Line 22"/>
            <p:cNvSpPr/>
            <p:nvPr/>
          </p:nvSpPr>
          <p:spPr>
            <a:xfrm>
              <a:off x="1676" y="2157"/>
              <a:ext cx="263" cy="0"/>
            </a:xfrm>
            <a:prstGeom prst="line">
              <a:avLst/>
            </a:prstGeom>
            <a:ln w="28575" cap="flat" cmpd="sng">
              <a:solidFill>
                <a:schemeClr val="tx1"/>
              </a:solidFill>
              <a:prstDash val="solid"/>
              <a:headEnd type="none" w="med" len="med"/>
              <a:tailEnd type="none" w="med" len="med"/>
            </a:ln>
          </p:spPr>
        </p:sp>
        <p:sp>
          <p:nvSpPr>
            <p:cNvPr id="180247" name="Line 24"/>
            <p:cNvSpPr/>
            <p:nvPr/>
          </p:nvSpPr>
          <p:spPr>
            <a:xfrm>
              <a:off x="2712" y="1911"/>
              <a:ext cx="1584" cy="0"/>
            </a:xfrm>
            <a:prstGeom prst="line">
              <a:avLst/>
            </a:prstGeom>
            <a:ln w="28575" cap="flat" cmpd="sng">
              <a:solidFill>
                <a:schemeClr val="tx1"/>
              </a:solidFill>
              <a:prstDash val="solid"/>
              <a:headEnd type="none" w="med" len="med"/>
              <a:tailEnd type="none" w="med" len="med"/>
            </a:ln>
          </p:spPr>
        </p:sp>
        <p:sp>
          <p:nvSpPr>
            <p:cNvPr id="180248" name="Line 25"/>
            <p:cNvSpPr/>
            <p:nvPr/>
          </p:nvSpPr>
          <p:spPr>
            <a:xfrm flipV="1">
              <a:off x="2712" y="2401"/>
              <a:ext cx="528" cy="0"/>
            </a:xfrm>
            <a:prstGeom prst="line">
              <a:avLst/>
            </a:prstGeom>
            <a:ln w="28575" cap="flat" cmpd="sng">
              <a:solidFill>
                <a:schemeClr val="tx1"/>
              </a:solidFill>
              <a:prstDash val="solid"/>
              <a:headEnd type="none" w="med" len="med"/>
              <a:tailEnd type="none" w="med" len="med"/>
            </a:ln>
          </p:spPr>
        </p:sp>
        <p:sp>
          <p:nvSpPr>
            <p:cNvPr id="180249" name="Line 26"/>
            <p:cNvSpPr/>
            <p:nvPr/>
          </p:nvSpPr>
          <p:spPr>
            <a:xfrm>
              <a:off x="2712" y="2041"/>
              <a:ext cx="1584" cy="0"/>
            </a:xfrm>
            <a:prstGeom prst="line">
              <a:avLst/>
            </a:prstGeom>
            <a:ln w="28575" cap="flat" cmpd="sng">
              <a:solidFill>
                <a:schemeClr val="tx1"/>
              </a:solidFill>
              <a:prstDash val="solid"/>
              <a:headEnd type="none" w="med" len="med"/>
              <a:tailEnd type="none" w="med" len="med"/>
            </a:ln>
          </p:spPr>
        </p:sp>
        <p:sp>
          <p:nvSpPr>
            <p:cNvPr id="180250" name="Line 27"/>
            <p:cNvSpPr/>
            <p:nvPr/>
          </p:nvSpPr>
          <p:spPr>
            <a:xfrm>
              <a:off x="2712" y="2157"/>
              <a:ext cx="1584" cy="0"/>
            </a:xfrm>
            <a:prstGeom prst="line">
              <a:avLst/>
            </a:prstGeom>
            <a:ln w="28575" cap="flat" cmpd="sng">
              <a:solidFill>
                <a:schemeClr val="tx1"/>
              </a:solidFill>
              <a:prstDash val="solid"/>
              <a:headEnd type="none" w="med" len="med"/>
              <a:tailEnd type="none" w="med" len="med"/>
            </a:ln>
          </p:spPr>
        </p:sp>
        <p:sp>
          <p:nvSpPr>
            <p:cNvPr id="180251" name="Line 28"/>
            <p:cNvSpPr/>
            <p:nvPr/>
          </p:nvSpPr>
          <p:spPr>
            <a:xfrm>
              <a:off x="2712" y="2272"/>
              <a:ext cx="1584" cy="0"/>
            </a:xfrm>
            <a:prstGeom prst="line">
              <a:avLst/>
            </a:prstGeom>
            <a:ln w="28575" cap="flat" cmpd="sng">
              <a:solidFill>
                <a:schemeClr val="tx1"/>
              </a:solidFill>
              <a:prstDash val="solid"/>
              <a:headEnd type="none" w="med" len="med"/>
              <a:tailEnd type="none" w="med" len="med"/>
            </a:ln>
          </p:spPr>
        </p:sp>
        <p:sp>
          <p:nvSpPr>
            <p:cNvPr id="180252" name="Oval 29"/>
            <p:cNvSpPr/>
            <p:nvPr/>
          </p:nvSpPr>
          <p:spPr>
            <a:xfrm>
              <a:off x="1868" y="1422"/>
              <a:ext cx="70" cy="5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3" name="Oval 30"/>
            <p:cNvSpPr/>
            <p:nvPr/>
          </p:nvSpPr>
          <p:spPr>
            <a:xfrm>
              <a:off x="1876" y="1537"/>
              <a:ext cx="70" cy="5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54" name="Line 31"/>
            <p:cNvSpPr/>
            <p:nvPr/>
          </p:nvSpPr>
          <p:spPr>
            <a:xfrm flipV="1">
              <a:off x="610" y="1560"/>
              <a:ext cx="1271" cy="0"/>
            </a:xfrm>
            <a:prstGeom prst="line">
              <a:avLst/>
            </a:prstGeom>
            <a:ln w="28575" cap="flat" cmpd="sng">
              <a:solidFill>
                <a:schemeClr val="tx1"/>
              </a:solidFill>
              <a:prstDash val="solid"/>
              <a:headEnd type="none" w="med" len="med"/>
              <a:tailEnd type="none" w="med" len="med"/>
            </a:ln>
          </p:spPr>
        </p:sp>
        <p:sp>
          <p:nvSpPr>
            <p:cNvPr id="180255" name="Line 32"/>
            <p:cNvSpPr/>
            <p:nvPr/>
          </p:nvSpPr>
          <p:spPr>
            <a:xfrm>
              <a:off x="1678" y="1449"/>
              <a:ext cx="195" cy="0"/>
            </a:xfrm>
            <a:prstGeom prst="line">
              <a:avLst/>
            </a:prstGeom>
            <a:ln w="28575" cap="flat" cmpd="sng">
              <a:solidFill>
                <a:schemeClr val="tx1"/>
              </a:solidFill>
              <a:prstDash val="solid"/>
              <a:headEnd type="none" w="med" len="med"/>
              <a:tailEnd type="none" w="med" len="med"/>
            </a:ln>
          </p:spPr>
        </p:sp>
        <p:sp>
          <p:nvSpPr>
            <p:cNvPr id="180256" name="Line 33"/>
            <p:cNvSpPr/>
            <p:nvPr/>
          </p:nvSpPr>
          <p:spPr>
            <a:xfrm>
              <a:off x="1322" y="1336"/>
              <a:ext cx="626" cy="0"/>
            </a:xfrm>
            <a:prstGeom prst="line">
              <a:avLst/>
            </a:prstGeom>
            <a:ln w="28575" cap="flat" cmpd="sng">
              <a:solidFill>
                <a:schemeClr val="tx1"/>
              </a:solidFill>
              <a:prstDash val="solid"/>
              <a:headEnd type="none" w="med" len="med"/>
              <a:tailEnd type="none" w="med" len="med"/>
            </a:ln>
          </p:spPr>
        </p:sp>
        <p:sp>
          <p:nvSpPr>
            <p:cNvPr id="180257" name="Line 34"/>
            <p:cNvSpPr/>
            <p:nvPr/>
          </p:nvSpPr>
          <p:spPr>
            <a:xfrm>
              <a:off x="1666" y="1666"/>
              <a:ext cx="286" cy="0"/>
            </a:xfrm>
            <a:prstGeom prst="line">
              <a:avLst/>
            </a:prstGeom>
            <a:ln w="28575" cap="flat" cmpd="sng">
              <a:solidFill>
                <a:schemeClr val="tx1"/>
              </a:solidFill>
              <a:prstDash val="solid"/>
              <a:headEnd type="none" w="med" len="med"/>
              <a:tailEnd type="none" w="med" len="med"/>
            </a:ln>
          </p:spPr>
        </p:sp>
        <p:sp>
          <p:nvSpPr>
            <p:cNvPr id="180258" name="Line 35"/>
            <p:cNvSpPr/>
            <p:nvPr/>
          </p:nvSpPr>
          <p:spPr>
            <a:xfrm>
              <a:off x="1504" y="1768"/>
              <a:ext cx="444" cy="0"/>
            </a:xfrm>
            <a:prstGeom prst="line">
              <a:avLst/>
            </a:prstGeom>
            <a:ln w="28575" cap="flat" cmpd="sng">
              <a:solidFill>
                <a:schemeClr val="tx1"/>
              </a:solidFill>
              <a:prstDash val="solid"/>
              <a:headEnd type="none" w="med" len="med"/>
              <a:tailEnd type="none" w="med" len="med"/>
            </a:ln>
          </p:spPr>
        </p:sp>
        <p:sp>
          <p:nvSpPr>
            <p:cNvPr id="180259" name="Text Box 36"/>
            <p:cNvSpPr txBox="1"/>
            <p:nvPr/>
          </p:nvSpPr>
          <p:spPr>
            <a:xfrm>
              <a:off x="1944" y="1033"/>
              <a:ext cx="816"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p>
          </p:txBody>
        </p:sp>
        <p:sp>
          <p:nvSpPr>
            <p:cNvPr id="180260" name="Text Box 37"/>
            <p:cNvSpPr txBox="1"/>
            <p:nvPr/>
          </p:nvSpPr>
          <p:spPr>
            <a:xfrm>
              <a:off x="4288" y="1795"/>
              <a:ext cx="43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1" name="Text Box 38"/>
            <p:cNvSpPr txBox="1"/>
            <p:nvPr/>
          </p:nvSpPr>
          <p:spPr>
            <a:xfrm>
              <a:off x="4294" y="1933"/>
              <a:ext cx="43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2" name="Text Box 39"/>
            <p:cNvSpPr txBox="1"/>
            <p:nvPr/>
          </p:nvSpPr>
          <p:spPr>
            <a:xfrm>
              <a:off x="4296" y="2056"/>
              <a:ext cx="43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3" name="Text Box 40"/>
            <p:cNvSpPr txBox="1"/>
            <p:nvPr/>
          </p:nvSpPr>
          <p:spPr>
            <a:xfrm>
              <a:off x="4296" y="2178"/>
              <a:ext cx="43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0264" name="Rectangle 41"/>
            <p:cNvSpPr/>
            <p:nvPr/>
          </p:nvSpPr>
          <p:spPr>
            <a:xfrm>
              <a:off x="1254" y="1731"/>
              <a:ext cx="240" cy="7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5" name="Line 42"/>
            <p:cNvSpPr/>
            <p:nvPr/>
          </p:nvSpPr>
          <p:spPr>
            <a:xfrm>
              <a:off x="1684" y="1443"/>
              <a:ext cx="0" cy="714"/>
            </a:xfrm>
            <a:prstGeom prst="line">
              <a:avLst/>
            </a:prstGeom>
            <a:ln w="28575" cap="flat" cmpd="sng">
              <a:solidFill>
                <a:schemeClr val="tx1"/>
              </a:solidFill>
              <a:prstDash val="solid"/>
              <a:headEnd type="none" w="med" len="med"/>
              <a:tailEnd type="none" w="med" len="med"/>
            </a:ln>
          </p:spPr>
        </p:sp>
        <p:sp>
          <p:nvSpPr>
            <p:cNvPr id="180266" name="Oval 43"/>
            <p:cNvSpPr/>
            <p:nvPr/>
          </p:nvSpPr>
          <p:spPr>
            <a:xfrm>
              <a:off x="1658" y="1746"/>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67" name="Line 44"/>
            <p:cNvSpPr/>
            <p:nvPr/>
          </p:nvSpPr>
          <p:spPr>
            <a:xfrm>
              <a:off x="1062" y="1768"/>
              <a:ext cx="192" cy="0"/>
            </a:xfrm>
            <a:prstGeom prst="line">
              <a:avLst/>
            </a:prstGeom>
            <a:ln w="28575" cap="flat" cmpd="sng">
              <a:solidFill>
                <a:schemeClr val="tx1"/>
              </a:solidFill>
              <a:prstDash val="solid"/>
              <a:headEnd type="none" w="med" len="med"/>
              <a:tailEnd type="none" w="med" len="med"/>
            </a:ln>
          </p:spPr>
        </p:sp>
        <p:sp>
          <p:nvSpPr>
            <p:cNvPr id="180268" name="Line 45"/>
            <p:cNvSpPr/>
            <p:nvPr/>
          </p:nvSpPr>
          <p:spPr>
            <a:xfrm>
              <a:off x="1062" y="1626"/>
              <a:ext cx="0" cy="142"/>
            </a:xfrm>
            <a:prstGeom prst="line">
              <a:avLst/>
            </a:prstGeom>
            <a:ln w="28575" cap="flat" cmpd="sng">
              <a:solidFill>
                <a:schemeClr val="tx1"/>
              </a:solidFill>
              <a:prstDash val="solid"/>
              <a:headEnd type="none" w="med" len="med"/>
              <a:tailEnd type="none" w="med" len="med"/>
            </a:ln>
          </p:spPr>
        </p:sp>
        <p:sp>
          <p:nvSpPr>
            <p:cNvPr id="180269" name="Oval 47"/>
            <p:cNvSpPr/>
            <p:nvPr/>
          </p:nvSpPr>
          <p:spPr>
            <a:xfrm>
              <a:off x="1656" y="16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0" name="Text Box 48"/>
            <p:cNvSpPr txBox="1"/>
            <p:nvPr/>
          </p:nvSpPr>
          <p:spPr>
            <a:xfrm>
              <a:off x="792" y="1230"/>
              <a:ext cx="480"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p>
          </p:txBody>
        </p:sp>
        <p:sp>
          <p:nvSpPr>
            <p:cNvPr id="180271" name="Text Box 49"/>
            <p:cNvSpPr txBox="1"/>
            <p:nvPr/>
          </p:nvSpPr>
          <p:spPr>
            <a:xfrm>
              <a:off x="696" y="1638"/>
              <a:ext cx="480"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p>
          </p:txBody>
        </p:sp>
        <p:sp>
          <p:nvSpPr>
            <p:cNvPr id="180272" name="Rectangle 51"/>
            <p:cNvSpPr/>
            <p:nvPr/>
          </p:nvSpPr>
          <p:spPr>
            <a:xfrm>
              <a:off x="3413" y="2362"/>
              <a:ext cx="240" cy="2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73" name="Text Box 53"/>
            <p:cNvSpPr txBox="1"/>
            <p:nvPr/>
          </p:nvSpPr>
          <p:spPr>
            <a:xfrm>
              <a:off x="3438" y="2429"/>
              <a:ext cx="240"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p>
          </p:txBody>
        </p:sp>
        <p:sp>
          <p:nvSpPr>
            <p:cNvPr id="180274" name="Line 54"/>
            <p:cNvSpPr/>
            <p:nvPr/>
          </p:nvSpPr>
          <p:spPr>
            <a:xfrm>
              <a:off x="3240" y="2509"/>
              <a:ext cx="192" cy="0"/>
            </a:xfrm>
            <a:prstGeom prst="line">
              <a:avLst/>
            </a:prstGeom>
            <a:ln w="28575" cap="flat" cmpd="sng">
              <a:solidFill>
                <a:schemeClr val="tx1"/>
              </a:solidFill>
              <a:prstDash val="solid"/>
              <a:headEnd type="none" w="med" len="med"/>
              <a:tailEnd type="none" w="med" len="med"/>
            </a:ln>
          </p:spPr>
        </p:sp>
        <p:sp>
          <p:nvSpPr>
            <p:cNvPr id="180275" name="Line 56"/>
            <p:cNvSpPr/>
            <p:nvPr/>
          </p:nvSpPr>
          <p:spPr>
            <a:xfrm>
              <a:off x="3240" y="2400"/>
              <a:ext cx="0" cy="112"/>
            </a:xfrm>
            <a:prstGeom prst="line">
              <a:avLst/>
            </a:prstGeom>
            <a:ln w="28575" cap="flat" cmpd="sng">
              <a:solidFill>
                <a:schemeClr val="tx1"/>
              </a:solidFill>
              <a:prstDash val="solid"/>
              <a:headEnd type="none" w="med" len="med"/>
              <a:tailEnd type="none" w="med" len="med"/>
            </a:ln>
          </p:spPr>
        </p:sp>
        <p:sp>
          <p:nvSpPr>
            <p:cNvPr id="180276" name="Line 60"/>
            <p:cNvSpPr/>
            <p:nvPr/>
          </p:nvSpPr>
          <p:spPr>
            <a:xfrm>
              <a:off x="3730" y="2509"/>
              <a:ext cx="240" cy="0"/>
            </a:xfrm>
            <a:prstGeom prst="line">
              <a:avLst/>
            </a:prstGeom>
            <a:ln w="28575" cap="flat" cmpd="sng">
              <a:solidFill>
                <a:schemeClr val="tx1"/>
              </a:solidFill>
              <a:prstDash val="solid"/>
              <a:headEnd type="none" w="med" len="med"/>
              <a:tailEnd type="none" w="med" len="med"/>
            </a:ln>
          </p:spPr>
        </p:sp>
        <p:sp>
          <p:nvSpPr>
            <p:cNvPr id="180277" name="Line 61"/>
            <p:cNvSpPr/>
            <p:nvPr/>
          </p:nvSpPr>
          <p:spPr>
            <a:xfrm>
              <a:off x="3960" y="2509"/>
              <a:ext cx="0" cy="252"/>
            </a:xfrm>
            <a:prstGeom prst="line">
              <a:avLst/>
            </a:prstGeom>
            <a:ln w="28575" cap="flat" cmpd="sng">
              <a:solidFill>
                <a:schemeClr val="tx1"/>
              </a:solidFill>
              <a:prstDash val="solid"/>
              <a:headEnd type="none" w="med" len="med"/>
              <a:tailEnd type="none" w="med" len="med"/>
            </a:ln>
          </p:spPr>
        </p:sp>
        <p:sp>
          <p:nvSpPr>
            <p:cNvPr id="180278" name="Line 62"/>
            <p:cNvSpPr/>
            <p:nvPr/>
          </p:nvSpPr>
          <p:spPr>
            <a:xfrm>
              <a:off x="610" y="2754"/>
              <a:ext cx="3360" cy="0"/>
            </a:xfrm>
            <a:prstGeom prst="line">
              <a:avLst/>
            </a:prstGeom>
            <a:ln w="28575" cap="flat" cmpd="sng">
              <a:solidFill>
                <a:schemeClr val="tx1"/>
              </a:solidFill>
              <a:prstDash val="solid"/>
              <a:headEnd type="none" w="med" len="med"/>
              <a:tailEnd type="none" w="med" len="med"/>
            </a:ln>
          </p:spPr>
        </p:sp>
        <p:sp>
          <p:nvSpPr>
            <p:cNvPr id="180279" name="Line 63"/>
            <p:cNvSpPr/>
            <p:nvPr/>
          </p:nvSpPr>
          <p:spPr>
            <a:xfrm>
              <a:off x="610" y="1558"/>
              <a:ext cx="0" cy="1193"/>
            </a:xfrm>
            <a:prstGeom prst="line">
              <a:avLst/>
            </a:prstGeom>
            <a:ln w="28575" cap="flat" cmpd="sng">
              <a:solidFill>
                <a:schemeClr val="tx1"/>
              </a:solidFill>
              <a:prstDash val="solid"/>
              <a:headEnd type="none" w="med" len="med"/>
              <a:tailEnd type="none" w="med" len="med"/>
            </a:ln>
          </p:spPr>
        </p:sp>
        <p:sp>
          <p:nvSpPr>
            <p:cNvPr id="180280" name="Line 65"/>
            <p:cNvSpPr/>
            <p:nvPr/>
          </p:nvSpPr>
          <p:spPr>
            <a:xfrm>
              <a:off x="1520" y="2013"/>
              <a:ext cx="0" cy="396"/>
            </a:xfrm>
            <a:prstGeom prst="line">
              <a:avLst/>
            </a:prstGeom>
            <a:ln w="28575" cap="flat" cmpd="sng">
              <a:solidFill>
                <a:schemeClr val="tx1"/>
              </a:solidFill>
              <a:prstDash val="solid"/>
              <a:headEnd type="none" w="med" len="med"/>
              <a:tailEnd type="none" w="med" len="med"/>
            </a:ln>
          </p:spPr>
        </p:sp>
        <p:sp>
          <p:nvSpPr>
            <p:cNvPr id="180281" name="Line 66"/>
            <p:cNvSpPr/>
            <p:nvPr/>
          </p:nvSpPr>
          <p:spPr>
            <a:xfrm>
              <a:off x="1464" y="2413"/>
              <a:ext cx="118" cy="0"/>
            </a:xfrm>
            <a:prstGeom prst="line">
              <a:avLst/>
            </a:prstGeom>
            <a:ln w="28575" cap="flat" cmpd="sng">
              <a:solidFill>
                <a:schemeClr val="tx1"/>
              </a:solidFill>
              <a:prstDash val="solid"/>
              <a:headEnd type="none" w="med" len="med"/>
              <a:tailEnd type="none" w="med" len="med"/>
            </a:ln>
          </p:spPr>
        </p:sp>
        <p:sp>
          <p:nvSpPr>
            <p:cNvPr id="180282" name="Line 68"/>
            <p:cNvSpPr/>
            <p:nvPr/>
          </p:nvSpPr>
          <p:spPr>
            <a:xfrm>
              <a:off x="1012" y="1621"/>
              <a:ext cx="118" cy="0"/>
            </a:xfrm>
            <a:prstGeom prst="line">
              <a:avLst/>
            </a:prstGeom>
            <a:ln w="28575" cap="flat" cmpd="sng">
              <a:solidFill>
                <a:schemeClr val="tx1"/>
              </a:solidFill>
              <a:prstDash val="solid"/>
              <a:headEnd type="none" w="med" len="med"/>
              <a:tailEnd type="none" w="med" len="med"/>
            </a:ln>
          </p:spPr>
        </p:sp>
        <p:sp>
          <p:nvSpPr>
            <p:cNvPr id="180283" name="Line 69"/>
            <p:cNvSpPr/>
            <p:nvPr/>
          </p:nvSpPr>
          <p:spPr>
            <a:xfrm>
              <a:off x="1522" y="2265"/>
              <a:ext cx="422" cy="0"/>
            </a:xfrm>
            <a:prstGeom prst="line">
              <a:avLst/>
            </a:prstGeom>
            <a:ln w="28575" cap="flat" cmpd="sng">
              <a:solidFill>
                <a:schemeClr val="tx1"/>
              </a:solidFill>
              <a:prstDash val="solid"/>
              <a:headEnd type="none" w="med" len="med"/>
              <a:tailEnd type="none" w="med" len="med"/>
            </a:ln>
          </p:spPr>
        </p:sp>
        <p:sp>
          <p:nvSpPr>
            <p:cNvPr id="180284" name="Oval 70"/>
            <p:cNvSpPr/>
            <p:nvPr/>
          </p:nvSpPr>
          <p:spPr>
            <a:xfrm>
              <a:off x="1502" y="2250"/>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85" name="Line 71"/>
            <p:cNvSpPr/>
            <p:nvPr/>
          </p:nvSpPr>
          <p:spPr>
            <a:xfrm>
              <a:off x="1684" y="1897"/>
              <a:ext cx="263" cy="0"/>
            </a:xfrm>
            <a:prstGeom prst="line">
              <a:avLst/>
            </a:prstGeom>
            <a:ln w="28575" cap="flat" cmpd="sng">
              <a:solidFill>
                <a:schemeClr val="tx1"/>
              </a:solidFill>
              <a:prstDash val="solid"/>
              <a:headEnd type="none" w="med" len="med"/>
              <a:tailEnd type="none" w="med" len="med"/>
            </a:ln>
          </p:spPr>
        </p:sp>
        <p:sp>
          <p:nvSpPr>
            <p:cNvPr id="180286" name="Oval 72"/>
            <p:cNvSpPr/>
            <p:nvPr/>
          </p:nvSpPr>
          <p:spPr>
            <a:xfrm>
              <a:off x="1656" y="1882"/>
              <a:ext cx="48" cy="36"/>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0229" name="Text Box 8"/>
            <p:cNvSpPr txBox="1"/>
            <p:nvPr/>
          </p:nvSpPr>
          <p:spPr>
            <a:xfrm>
              <a:off x="1917" y="1437"/>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p>
          </p:txBody>
        </p:sp>
        <p:sp>
          <p:nvSpPr>
            <p:cNvPr id="180230" name="Text Box 9"/>
            <p:cNvSpPr txBox="1"/>
            <p:nvPr/>
          </p:nvSpPr>
          <p:spPr>
            <a:xfrm>
              <a:off x="1917" y="1551"/>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p>
          </p:txBody>
        </p:sp>
        <p:sp>
          <p:nvSpPr>
            <p:cNvPr id="180231" name="Text Box 11"/>
            <p:cNvSpPr txBox="1"/>
            <p:nvPr/>
          </p:nvSpPr>
          <p:spPr>
            <a:xfrm>
              <a:off x="1927" y="1782"/>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180232" name="Text Box 15"/>
            <p:cNvSpPr txBox="1"/>
            <p:nvPr/>
          </p:nvSpPr>
          <p:spPr>
            <a:xfrm>
              <a:off x="2483" y="1783"/>
              <a:ext cx="412" cy="21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3" name="Text Box 17"/>
            <p:cNvSpPr txBox="1"/>
            <p:nvPr/>
          </p:nvSpPr>
          <p:spPr>
            <a:xfrm>
              <a:off x="2483" y="2022"/>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4" name="Text Box 18"/>
            <p:cNvSpPr txBox="1"/>
            <p:nvPr/>
          </p:nvSpPr>
          <p:spPr>
            <a:xfrm>
              <a:off x="2483" y="2145"/>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0235" name="Text Box 19"/>
            <p:cNvSpPr txBox="1"/>
            <p:nvPr/>
          </p:nvSpPr>
          <p:spPr>
            <a:xfrm>
              <a:off x="2379" y="2283"/>
              <a:ext cx="412" cy="21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p>
          </p:txBody>
        </p:sp>
        <p:sp>
          <p:nvSpPr>
            <p:cNvPr id="180236" name="Oval 29"/>
            <p:cNvSpPr/>
            <p:nvPr/>
          </p:nvSpPr>
          <p:spPr>
            <a:xfrm>
              <a:off x="3655" y="2476"/>
              <a:ext cx="67" cy="5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0227"/>
                                        </p:tgtEl>
                                        <p:attrNameLst>
                                          <p:attrName>style.visibility</p:attrName>
                                        </p:attrNameLst>
                                      </p:cBhvr>
                                      <p:to>
                                        <p:strVal val="visible"/>
                                      </p:to>
                                    </p:set>
                                    <p:anim calcmode="lin" valueType="num">
                                      <p:cBhvr additive="base">
                                        <p:cTn id="7" dur="500" fill="hold"/>
                                        <p:tgtEl>
                                          <p:spTgt spid="180227"/>
                                        </p:tgtEl>
                                        <p:attrNameLst>
                                          <p:attrName>ppt_x</p:attrName>
                                        </p:attrNameLst>
                                      </p:cBhvr>
                                      <p:tavLst>
                                        <p:tav tm="0">
                                          <p:val>
                                            <p:strVal val="#ppt_x"/>
                                          </p:val>
                                        </p:tav>
                                        <p:tav tm="100000">
                                          <p:val>
                                            <p:strVal val="#ppt_x"/>
                                          </p:val>
                                        </p:tav>
                                      </p:tavLst>
                                    </p:anim>
                                    <p:anim calcmode="lin" valueType="num">
                                      <p:cBhvr additive="base">
                                        <p:cTn id="8" dur="500" fill="hold"/>
                                        <p:tgtEl>
                                          <p:spTgt spid="18022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180288"/>
                                        </p:tgtEl>
                                        <p:attrNameLst>
                                          <p:attrName>style.visibility</p:attrName>
                                        </p:attrNameLst>
                                      </p:cBhvr>
                                      <p:to>
                                        <p:strVal val="visible"/>
                                      </p:to>
                                    </p:set>
                                    <p:animEffect transition="in" filter="wheel(1)">
                                      <p:cBhvr>
                                        <p:cTn id="13" dur="2000"/>
                                        <p:tgtEl>
                                          <p:spTgt spid="1802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02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Text Box 4"/>
          <p:cNvSpPr>
            <a:spLocks noGrp="1"/>
          </p:cNvSpPr>
          <p:nvPr>
            <p:ph type="title"/>
          </p:nvPr>
        </p:nvSpPr>
        <p:spPr>
          <a:xfrm>
            <a:off x="685800" y="601663"/>
            <a:ext cx="5486400" cy="457200"/>
          </a:xfrm>
          <a:prstGeom prst="rect">
            <a:avLst/>
          </a:prstGeom>
          <a:noFill/>
          <a:ln w="28575">
            <a:noFill/>
          </a:ln>
        </p:spPr>
        <p:txBody>
          <a:bodyPr/>
          <a:lstStyle/>
          <a:p>
            <a:pPr marL="514350" indent="-514350" eaLnBrk="1" hangingPunct="1">
              <a:spcBef>
                <a:spcPct val="50000"/>
              </a:spcBef>
              <a:buFont typeface="宋体" panose="02010600030101010101" pitchFamily="2" charset="-122"/>
              <a:buAutoNum type="circleNumDbPlain" startAt="4"/>
            </a:pPr>
            <a:r>
              <a:rPr lang="zh-CN" altLang="en-US" sz="2000" b="1" dirty="0">
                <a:latin typeface="华文新魏" panose="02010800040101010101" pitchFamily="2" charset="-122"/>
                <a:ea typeface="华文新魏" panose="02010800040101010101" pitchFamily="2" charset="-122"/>
              </a:rPr>
              <a:t>用</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实现</a:t>
            </a:r>
            <a:r>
              <a:rPr lang="zh-CN" altLang="en-US" sz="2000" b="1" dirty="0">
                <a:solidFill>
                  <a:srgbClr val="FF0000"/>
                </a:solidFill>
                <a:latin typeface="华文新魏" panose="02010800040101010101" pitchFamily="2" charset="-122"/>
                <a:ea typeface="华文新魏" panose="02010800040101010101" pitchFamily="2" charset="-122"/>
              </a:rPr>
              <a:t>余</a:t>
            </a:r>
            <a:r>
              <a:rPr lang="en-US" altLang="zh-CN" sz="2000" b="1">
                <a:solidFill>
                  <a:srgbClr val="FF0000"/>
                </a:solidFill>
                <a:latin typeface="华文新魏" panose="02010800040101010101" pitchFamily="2" charset="-122"/>
                <a:ea typeface="华文新魏" panose="02010800040101010101" pitchFamily="2" charset="-122"/>
              </a:rPr>
              <a:t>3</a:t>
            </a:r>
            <a:r>
              <a:rPr lang="zh-CN" altLang="en-US" sz="2000" b="1" dirty="0">
                <a:solidFill>
                  <a:srgbClr val="FF0000"/>
                </a:solidFill>
                <a:latin typeface="华文新魏" panose="02010800040101010101" pitchFamily="2" charset="-122"/>
                <a:ea typeface="华文新魏" panose="02010800040101010101" pitchFamily="2" charset="-122"/>
              </a:rPr>
              <a:t>码</a:t>
            </a:r>
            <a:r>
              <a:rPr lang="zh-CN" altLang="en-US" sz="2000" b="1" dirty="0">
                <a:latin typeface="华文新魏" panose="02010800040101010101" pitchFamily="2" charset="-122"/>
                <a:ea typeface="华文新魏" panose="02010800040101010101" pitchFamily="2" charset="-122"/>
              </a:rPr>
              <a:t>计数器。</a:t>
            </a:r>
          </a:p>
        </p:txBody>
      </p:sp>
      <p:grpSp>
        <p:nvGrpSpPr>
          <p:cNvPr id="181314" name="组合 181313"/>
          <p:cNvGrpSpPr/>
          <p:nvPr/>
        </p:nvGrpSpPr>
        <p:grpSpPr>
          <a:xfrm>
            <a:off x="179388" y="1136650"/>
            <a:ext cx="7542212" cy="3143250"/>
            <a:chOff x="113" y="716"/>
            <a:chExt cx="4751" cy="1980"/>
          </a:xfrm>
        </p:grpSpPr>
        <p:grpSp>
          <p:nvGrpSpPr>
            <p:cNvPr id="181251" name="Group 75"/>
            <p:cNvGrpSpPr/>
            <p:nvPr/>
          </p:nvGrpSpPr>
          <p:grpSpPr>
            <a:xfrm>
              <a:off x="113" y="716"/>
              <a:ext cx="4751" cy="1980"/>
              <a:chOff x="0" y="0"/>
              <a:chExt cx="4752" cy="2640"/>
            </a:xfrm>
          </p:grpSpPr>
          <p:sp>
            <p:nvSpPr>
              <p:cNvPr id="181258" name="Rectangle 6"/>
              <p:cNvSpPr>
                <a:spLocks noChangeArrowheads="1"/>
              </p:cNvSpPr>
              <p:nvPr/>
            </p:nvSpPr>
            <p:spPr bwMode="auto">
              <a:xfrm>
                <a:off x="1968" y="624"/>
                <a:ext cx="763" cy="1632"/>
              </a:xfrm>
              <a:prstGeom prst="rect">
                <a:avLst/>
              </a:prstGeom>
              <a:solidFill>
                <a:srgbClr val="99CCFF"/>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9" name="Text Box 7"/>
              <p:cNvSpPr txBox="1">
                <a:spLocks noChangeArrowheads="1"/>
              </p:cNvSpPr>
              <p:nvPr/>
            </p:nvSpPr>
            <p:spPr bwMode="auto">
              <a:xfrm>
                <a:off x="1900" y="588"/>
                <a:ext cx="619"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&gt; CLK</a:t>
                </a:r>
              </a:p>
            </p:txBody>
          </p:sp>
          <p:sp>
            <p:nvSpPr>
              <p:cNvPr id="181260" name="Text Box 8"/>
              <p:cNvSpPr txBox="1">
                <a:spLocks noChangeArrowheads="1"/>
              </p:cNvSpPr>
              <p:nvPr/>
            </p:nvSpPr>
            <p:spPr bwMode="auto">
              <a:xfrm>
                <a:off x="1940" y="751"/>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CLR</a:t>
                </a:r>
              </a:p>
            </p:txBody>
          </p:sp>
          <p:sp>
            <p:nvSpPr>
              <p:cNvPr id="181261" name="Text Box 10"/>
              <p:cNvSpPr txBox="1">
                <a:spLocks noChangeArrowheads="1"/>
              </p:cNvSpPr>
              <p:nvPr/>
            </p:nvSpPr>
            <p:spPr bwMode="auto">
              <a:xfrm>
                <a:off x="1940" y="1036"/>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ENP</a:t>
                </a:r>
              </a:p>
            </p:txBody>
          </p:sp>
          <p:sp>
            <p:nvSpPr>
              <p:cNvPr id="181262" name="Text Box 12"/>
              <p:cNvSpPr txBox="1">
                <a:spLocks noChangeArrowheads="1"/>
              </p:cNvSpPr>
              <p:nvPr/>
            </p:nvSpPr>
            <p:spPr bwMode="auto">
              <a:xfrm>
                <a:off x="1950" y="1392"/>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a:t>
                </a:r>
              </a:p>
            </p:txBody>
          </p:sp>
          <p:sp>
            <p:nvSpPr>
              <p:cNvPr id="181263" name="Text Box 13"/>
              <p:cNvSpPr txBox="1">
                <a:spLocks noChangeArrowheads="1"/>
              </p:cNvSpPr>
              <p:nvPr/>
            </p:nvSpPr>
            <p:spPr bwMode="auto">
              <a:xfrm>
                <a:off x="1950" y="1564"/>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B</a:t>
                </a:r>
              </a:p>
            </p:txBody>
          </p:sp>
          <p:sp>
            <p:nvSpPr>
              <p:cNvPr id="181264" name="Text Box 14"/>
              <p:cNvSpPr txBox="1">
                <a:spLocks noChangeArrowheads="1"/>
              </p:cNvSpPr>
              <p:nvPr/>
            </p:nvSpPr>
            <p:spPr bwMode="auto">
              <a:xfrm>
                <a:off x="1948" y="1719"/>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a:t>
                </a:r>
              </a:p>
            </p:txBody>
          </p:sp>
          <p:sp>
            <p:nvSpPr>
              <p:cNvPr id="181265" name="Text Box 15"/>
              <p:cNvSpPr txBox="1">
                <a:spLocks noChangeArrowheads="1"/>
              </p:cNvSpPr>
              <p:nvPr/>
            </p:nvSpPr>
            <p:spPr bwMode="auto">
              <a:xfrm>
                <a:off x="1948" y="1883"/>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D</a:t>
                </a:r>
              </a:p>
            </p:txBody>
          </p:sp>
          <p:sp>
            <p:nvSpPr>
              <p:cNvPr id="181266" name="Text Box 17"/>
              <p:cNvSpPr txBox="1">
                <a:spLocks noChangeArrowheads="1"/>
              </p:cNvSpPr>
              <p:nvPr/>
            </p:nvSpPr>
            <p:spPr bwMode="auto">
              <a:xfrm>
                <a:off x="2506" y="1540"/>
                <a:ext cx="41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B</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67" name="Line 23"/>
              <p:cNvSpPr>
                <a:spLocks noChangeShapeType="1"/>
              </p:cNvSpPr>
              <p:nvPr/>
            </p:nvSpPr>
            <p:spPr bwMode="auto">
              <a:xfrm>
                <a:off x="1776" y="1824"/>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8" name="Line 24"/>
              <p:cNvSpPr>
                <a:spLocks noChangeShapeType="1"/>
              </p:cNvSpPr>
              <p:nvPr/>
            </p:nvSpPr>
            <p:spPr bwMode="auto">
              <a:xfrm>
                <a:off x="1776" y="1979"/>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69" name="Line 25"/>
              <p:cNvSpPr>
                <a:spLocks noChangeShapeType="1"/>
              </p:cNvSpPr>
              <p:nvPr/>
            </p:nvSpPr>
            <p:spPr bwMode="auto">
              <a:xfrm>
                <a:off x="2736" y="1507"/>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0" name="Line 26"/>
              <p:cNvSpPr>
                <a:spLocks noChangeShapeType="1"/>
              </p:cNvSpPr>
              <p:nvPr/>
            </p:nvSpPr>
            <p:spPr bwMode="auto">
              <a:xfrm>
                <a:off x="2736" y="2171"/>
                <a:ext cx="15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1" name="Line 27"/>
              <p:cNvSpPr>
                <a:spLocks noChangeShapeType="1"/>
              </p:cNvSpPr>
              <p:nvPr/>
            </p:nvSpPr>
            <p:spPr bwMode="auto">
              <a:xfrm>
                <a:off x="2736" y="1680"/>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2" name="Line 28"/>
              <p:cNvSpPr>
                <a:spLocks noChangeShapeType="1"/>
              </p:cNvSpPr>
              <p:nvPr/>
            </p:nvSpPr>
            <p:spPr bwMode="auto">
              <a:xfrm>
                <a:off x="2736" y="1835"/>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3" name="Line 29"/>
              <p:cNvSpPr>
                <a:spLocks noChangeShapeType="1"/>
              </p:cNvSpPr>
              <p:nvPr/>
            </p:nvSpPr>
            <p:spPr bwMode="auto">
              <a:xfrm>
                <a:off x="2736" y="1988"/>
                <a:ext cx="158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4" name="Oval 30"/>
              <p:cNvSpPr>
                <a:spLocks noChangeArrowheads="1"/>
              </p:cNvSpPr>
              <p:nvPr/>
            </p:nvSpPr>
            <p:spPr bwMode="auto">
              <a:xfrm>
                <a:off x="1892" y="855"/>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5" name="Oval 31"/>
              <p:cNvSpPr>
                <a:spLocks noChangeArrowheads="1"/>
              </p:cNvSpPr>
              <p:nvPr/>
            </p:nvSpPr>
            <p:spPr bwMode="auto">
              <a:xfrm>
                <a:off x="1900" y="1008"/>
                <a:ext cx="70" cy="71"/>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76" name="Line 32"/>
              <p:cNvSpPr>
                <a:spLocks noChangeShapeType="1"/>
              </p:cNvSpPr>
              <p:nvPr/>
            </p:nvSpPr>
            <p:spPr bwMode="auto">
              <a:xfrm flipV="1">
                <a:off x="624" y="1039"/>
                <a:ext cx="1271"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7" name="Line 33"/>
              <p:cNvSpPr>
                <a:spLocks noChangeShapeType="1"/>
              </p:cNvSpPr>
              <p:nvPr/>
            </p:nvSpPr>
            <p:spPr bwMode="auto">
              <a:xfrm>
                <a:off x="1710" y="883"/>
                <a:ext cx="195"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8" name="Line 34"/>
              <p:cNvSpPr>
                <a:spLocks noChangeShapeType="1"/>
              </p:cNvSpPr>
              <p:nvPr/>
            </p:nvSpPr>
            <p:spPr bwMode="auto">
              <a:xfrm>
                <a:off x="498" y="730"/>
                <a:ext cx="146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79" name="Line 35"/>
              <p:cNvSpPr>
                <a:spLocks noChangeShapeType="1"/>
              </p:cNvSpPr>
              <p:nvPr/>
            </p:nvSpPr>
            <p:spPr bwMode="auto">
              <a:xfrm>
                <a:off x="1690" y="1180"/>
                <a:ext cx="28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0" name="Line 36"/>
              <p:cNvSpPr>
                <a:spLocks noChangeShapeType="1"/>
              </p:cNvSpPr>
              <p:nvPr/>
            </p:nvSpPr>
            <p:spPr bwMode="auto">
              <a:xfrm>
                <a:off x="1528" y="1316"/>
                <a:ext cx="444"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1" name="Text Box 37"/>
              <p:cNvSpPr txBox="1">
                <a:spLocks noChangeArrowheads="1"/>
              </p:cNvSpPr>
              <p:nvPr/>
            </p:nvSpPr>
            <p:spPr bwMode="auto">
              <a:xfrm>
                <a:off x="1968" y="336"/>
                <a:ext cx="811"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74LS163</a:t>
                </a:r>
              </a:p>
            </p:txBody>
          </p:sp>
          <p:sp>
            <p:nvSpPr>
              <p:cNvPr id="181282" name="Text Box 38"/>
              <p:cNvSpPr txBox="1">
                <a:spLocks noChangeArrowheads="1"/>
              </p:cNvSpPr>
              <p:nvPr/>
            </p:nvSpPr>
            <p:spPr bwMode="auto">
              <a:xfrm>
                <a:off x="4312" y="1352"/>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0</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3" name="Text Box 39"/>
              <p:cNvSpPr txBox="1">
                <a:spLocks noChangeArrowheads="1"/>
              </p:cNvSpPr>
              <p:nvPr/>
            </p:nvSpPr>
            <p:spPr bwMode="auto">
              <a:xfrm>
                <a:off x="4318" y="1536"/>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1</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4" name="Text Box 40"/>
              <p:cNvSpPr txBox="1">
                <a:spLocks noChangeArrowheads="1"/>
              </p:cNvSpPr>
              <p:nvPr/>
            </p:nvSpPr>
            <p:spPr bwMode="auto">
              <a:xfrm>
                <a:off x="4320" y="1700"/>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2</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5" name="Text Box 41"/>
              <p:cNvSpPr txBox="1">
                <a:spLocks noChangeArrowheads="1"/>
              </p:cNvSpPr>
              <p:nvPr/>
            </p:nvSpPr>
            <p:spPr bwMode="auto">
              <a:xfrm>
                <a:off x="4320" y="1863"/>
                <a:ext cx="432"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1"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3</a:t>
                </a:r>
                <a:endPar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6" name="Rectangle 42"/>
              <p:cNvSpPr>
                <a:spLocks noChangeArrowheads="1"/>
              </p:cNvSpPr>
              <p:nvPr/>
            </p:nvSpPr>
            <p:spPr bwMode="auto">
              <a:xfrm>
                <a:off x="1278" y="1267"/>
                <a:ext cx="240" cy="96"/>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7" name="Line 43"/>
              <p:cNvSpPr>
                <a:spLocks noChangeShapeType="1"/>
              </p:cNvSpPr>
              <p:nvPr/>
            </p:nvSpPr>
            <p:spPr bwMode="auto">
              <a:xfrm>
                <a:off x="1704" y="878"/>
                <a:ext cx="0" cy="78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88" name="Oval 44"/>
              <p:cNvSpPr>
                <a:spLocks noChangeArrowheads="1"/>
              </p:cNvSpPr>
              <p:nvPr/>
            </p:nvSpPr>
            <p:spPr bwMode="auto">
              <a:xfrm>
                <a:off x="1682" y="128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89" name="Line 45"/>
              <p:cNvSpPr>
                <a:spLocks noChangeShapeType="1"/>
              </p:cNvSpPr>
              <p:nvPr/>
            </p:nvSpPr>
            <p:spPr bwMode="auto">
              <a:xfrm>
                <a:off x="1086" y="1316"/>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0" name="Line 46"/>
              <p:cNvSpPr>
                <a:spLocks noChangeShapeType="1"/>
              </p:cNvSpPr>
              <p:nvPr/>
            </p:nvSpPr>
            <p:spPr bwMode="auto">
              <a:xfrm>
                <a:off x="1086" y="260"/>
                <a:ext cx="0" cy="1052"/>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1" name="Line 47"/>
              <p:cNvSpPr>
                <a:spLocks noChangeShapeType="1"/>
              </p:cNvSpPr>
              <p:nvPr/>
            </p:nvSpPr>
            <p:spPr bwMode="auto">
              <a:xfrm>
                <a:off x="1028" y="268"/>
                <a:ext cx="118"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2" name="Oval 48"/>
              <p:cNvSpPr>
                <a:spLocks noChangeArrowheads="1"/>
              </p:cNvSpPr>
              <p:nvPr/>
            </p:nvSpPr>
            <p:spPr bwMode="auto">
              <a:xfrm>
                <a:off x="1684" y="1157"/>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3" name="Text Box 49"/>
              <p:cNvSpPr txBox="1">
                <a:spLocks noChangeArrowheads="1"/>
              </p:cNvSpPr>
              <p:nvPr/>
            </p:nvSpPr>
            <p:spPr bwMode="auto">
              <a:xfrm>
                <a:off x="0" y="599"/>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CLK</a:t>
                </a:r>
              </a:p>
            </p:txBody>
          </p:sp>
          <p:sp>
            <p:nvSpPr>
              <p:cNvPr id="181294" name="Text Box 50"/>
              <p:cNvSpPr txBox="1">
                <a:spLocks noChangeArrowheads="1"/>
              </p:cNvSpPr>
              <p:nvPr/>
            </p:nvSpPr>
            <p:spPr bwMode="auto">
              <a:xfrm>
                <a:off x="894" y="0"/>
                <a:ext cx="48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1"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+5V</a:t>
                </a:r>
              </a:p>
            </p:txBody>
          </p:sp>
          <p:sp>
            <p:nvSpPr>
              <p:cNvPr id="181295" name="Rectangle 52"/>
              <p:cNvSpPr>
                <a:spLocks noChangeArrowheads="1"/>
              </p:cNvSpPr>
              <p:nvPr/>
            </p:nvSpPr>
            <p:spPr bwMode="auto">
              <a:xfrm>
                <a:off x="3456" y="2124"/>
                <a:ext cx="240" cy="384"/>
              </a:xfrm>
              <a:prstGeom prst="rect">
                <a:avLst/>
              </a:prstGeom>
              <a:solidFill>
                <a:schemeClr val="accent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6" name="Oval 53"/>
              <p:cNvSpPr>
                <a:spLocks noChangeArrowheads="1"/>
              </p:cNvSpPr>
              <p:nvPr/>
            </p:nvSpPr>
            <p:spPr bwMode="auto">
              <a:xfrm>
                <a:off x="3686" y="2279"/>
                <a:ext cx="70" cy="69"/>
              </a:xfrm>
              <a:prstGeom prst="ellipse">
                <a:avLst/>
              </a:prstGeom>
              <a:noFill/>
              <a:ln w="28575">
                <a:solidFill>
                  <a:schemeClr val="tx1"/>
                </a:solidFill>
                <a:bevel/>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97" name="Text Box 54"/>
              <p:cNvSpPr txBox="1">
                <a:spLocks noChangeArrowheads="1"/>
              </p:cNvSpPr>
              <p:nvPr/>
            </p:nvSpPr>
            <p:spPr bwMode="auto">
              <a:xfrm>
                <a:off x="3428" y="2115"/>
                <a:ext cx="240"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&amp;</a:t>
                </a:r>
              </a:p>
            </p:txBody>
          </p:sp>
          <p:sp>
            <p:nvSpPr>
              <p:cNvPr id="181298" name="Line 55"/>
              <p:cNvSpPr>
                <a:spLocks noChangeShapeType="1"/>
              </p:cNvSpPr>
              <p:nvPr/>
            </p:nvSpPr>
            <p:spPr bwMode="auto">
              <a:xfrm>
                <a:off x="3264" y="2219"/>
                <a:ext cx="192"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299" name="Line 56"/>
              <p:cNvSpPr>
                <a:spLocks noChangeShapeType="1"/>
              </p:cNvSpPr>
              <p:nvPr/>
            </p:nvSpPr>
            <p:spPr bwMode="auto">
              <a:xfrm>
                <a:off x="3120" y="2400"/>
                <a:ext cx="33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0" name="Line 57"/>
              <p:cNvSpPr>
                <a:spLocks noChangeShapeType="1"/>
              </p:cNvSpPr>
              <p:nvPr/>
            </p:nvSpPr>
            <p:spPr bwMode="auto">
              <a:xfrm>
                <a:off x="3264" y="1988"/>
                <a:ext cx="0" cy="24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1" name="Line 58"/>
              <p:cNvSpPr>
                <a:spLocks noChangeShapeType="1"/>
              </p:cNvSpPr>
              <p:nvPr/>
            </p:nvSpPr>
            <p:spPr bwMode="auto">
              <a:xfrm>
                <a:off x="3120" y="1835"/>
                <a:ext cx="0" cy="561"/>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2" name="Oval 59"/>
              <p:cNvSpPr>
                <a:spLocks noChangeArrowheads="1"/>
              </p:cNvSpPr>
              <p:nvPr/>
            </p:nvSpPr>
            <p:spPr bwMode="auto">
              <a:xfrm>
                <a:off x="3100" y="1809"/>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3" name="Oval 60"/>
              <p:cNvSpPr>
                <a:spLocks noChangeArrowheads="1"/>
              </p:cNvSpPr>
              <p:nvPr/>
            </p:nvSpPr>
            <p:spPr bwMode="auto">
              <a:xfrm>
                <a:off x="3244" y="1968"/>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304" name="Line 61"/>
              <p:cNvSpPr>
                <a:spLocks noChangeShapeType="1"/>
              </p:cNvSpPr>
              <p:nvPr/>
            </p:nvSpPr>
            <p:spPr bwMode="auto">
              <a:xfrm>
                <a:off x="3754" y="2304"/>
                <a:ext cx="24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5" name="Line 62"/>
              <p:cNvSpPr>
                <a:spLocks noChangeShapeType="1"/>
              </p:cNvSpPr>
              <p:nvPr/>
            </p:nvSpPr>
            <p:spPr bwMode="auto">
              <a:xfrm>
                <a:off x="3984" y="230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6" name="Line 63"/>
              <p:cNvSpPr>
                <a:spLocks noChangeShapeType="1"/>
              </p:cNvSpPr>
              <p:nvPr/>
            </p:nvSpPr>
            <p:spPr bwMode="auto">
              <a:xfrm>
                <a:off x="634" y="2631"/>
                <a:ext cx="3360"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7" name="Line 64"/>
              <p:cNvSpPr>
                <a:spLocks noChangeShapeType="1"/>
              </p:cNvSpPr>
              <p:nvPr/>
            </p:nvSpPr>
            <p:spPr bwMode="auto">
              <a:xfrm>
                <a:off x="624" y="1043"/>
                <a:ext cx="0" cy="1593"/>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8" name="Line 66"/>
              <p:cNvSpPr>
                <a:spLocks noChangeShapeType="1"/>
              </p:cNvSpPr>
              <p:nvPr/>
            </p:nvSpPr>
            <p:spPr bwMode="auto">
              <a:xfrm>
                <a:off x="1776" y="1824"/>
                <a:ext cx="0" cy="336"/>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09" name="Line 67"/>
              <p:cNvSpPr>
                <a:spLocks noChangeShapeType="1"/>
              </p:cNvSpPr>
              <p:nvPr/>
            </p:nvSpPr>
            <p:spPr bwMode="auto">
              <a:xfrm>
                <a:off x="1728" y="2160"/>
                <a:ext cx="96"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0" name="Line 68"/>
              <p:cNvSpPr>
                <a:spLocks noChangeShapeType="1"/>
              </p:cNvSpPr>
              <p:nvPr/>
            </p:nvSpPr>
            <p:spPr bwMode="auto">
              <a:xfrm>
                <a:off x="1700" y="1643"/>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1" name="Line 69"/>
              <p:cNvSpPr>
                <a:spLocks noChangeShapeType="1"/>
              </p:cNvSpPr>
              <p:nvPr/>
            </p:nvSpPr>
            <p:spPr bwMode="auto">
              <a:xfrm>
                <a:off x="1708" y="1488"/>
                <a:ext cx="263" cy="0"/>
              </a:xfrm>
              <a:prstGeom prst="line">
                <a:avLst/>
              </a:prstGeom>
              <a:noFill/>
              <a:ln w="28575">
                <a:solidFill>
                  <a:schemeClr val="tx1"/>
                </a:solidFill>
                <a:bevel/>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81312" name="Oval 70"/>
              <p:cNvSpPr>
                <a:spLocks noChangeArrowheads="1"/>
              </p:cNvSpPr>
              <p:nvPr/>
            </p:nvSpPr>
            <p:spPr bwMode="auto">
              <a:xfrm>
                <a:off x="1680" y="1471"/>
                <a:ext cx="48" cy="48"/>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grpSp>
        <p:sp>
          <p:nvSpPr>
            <p:cNvPr id="181252" name="Text Box 9"/>
            <p:cNvSpPr txBox="1">
              <a:spLocks noChangeArrowheads="1"/>
            </p:cNvSpPr>
            <p:nvPr/>
          </p:nvSpPr>
          <p:spPr bwMode="auto">
            <a:xfrm>
              <a:off x="2053" y="1379"/>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LD</a:t>
              </a:r>
            </a:p>
          </p:txBody>
        </p:sp>
        <p:sp>
          <p:nvSpPr>
            <p:cNvPr id="181253" name="Text Box 11"/>
            <p:cNvSpPr txBox="1">
              <a:spLocks noChangeArrowheads="1"/>
            </p:cNvSpPr>
            <p:nvPr/>
          </p:nvSpPr>
          <p:spPr bwMode="auto">
            <a:xfrm>
              <a:off x="2053" y="159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ENT</a:t>
              </a:r>
            </a:p>
          </p:txBody>
        </p:sp>
        <p:sp>
          <p:nvSpPr>
            <p:cNvPr id="181254" name="Text Box 16"/>
            <p:cNvSpPr txBox="1">
              <a:spLocks noChangeArrowheads="1"/>
            </p:cNvSpPr>
            <p:nvPr/>
          </p:nvSpPr>
          <p:spPr bwMode="auto">
            <a:xfrm>
              <a:off x="2618" y="1725"/>
              <a:ext cx="412" cy="2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A</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5" name="Text Box 18"/>
            <p:cNvSpPr txBox="1">
              <a:spLocks noChangeArrowheads="1"/>
            </p:cNvSpPr>
            <p:nvPr/>
          </p:nvSpPr>
          <p:spPr bwMode="auto">
            <a:xfrm>
              <a:off x="2618" y="1964"/>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C</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6" name="Text Box 19"/>
            <p:cNvSpPr txBox="1">
              <a:spLocks noChangeArrowheads="1"/>
            </p:cNvSpPr>
            <p:nvPr/>
          </p:nvSpPr>
          <p:spPr bwMode="auto">
            <a:xfrm>
              <a:off x="2618" y="2087"/>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Q</a:t>
              </a:r>
              <a:r>
                <a:rPr kumimoji="0" lang="en-US" altLang="zh-CN" sz="1600" b="0" i="0" u="none" strike="noStrike" kern="1200" cap="none" spc="0" normalizeH="0" baseline="-25000" noProof="0">
                  <a:ln>
                    <a:noFill/>
                  </a:ln>
                  <a:solidFill>
                    <a:schemeClr val="tx1"/>
                  </a:solidFill>
                  <a:effectLst/>
                  <a:uLnTx/>
                  <a:uFillTx/>
                  <a:latin typeface="黑体" panose="02010609060101010101" pitchFamily="2" charset="-122"/>
                  <a:ea typeface="黑体" panose="02010609060101010101" pitchFamily="2" charset="-122"/>
                  <a:cs typeface="+mn-cs"/>
                </a:rPr>
                <a:t>D</a:t>
              </a:r>
              <a:endPar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181257" name="Text Box 20"/>
            <p:cNvSpPr txBox="1">
              <a:spLocks noChangeArrowheads="1"/>
            </p:cNvSpPr>
            <p:nvPr/>
          </p:nvSpPr>
          <p:spPr bwMode="auto">
            <a:xfrm>
              <a:off x="2514" y="2225"/>
              <a:ext cx="412" cy="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chemeClr val="tx1"/>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r>
                <a:rPr kumimoji="0" lang="en-US" altLang="zh-CN"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RCO</a:t>
              </a:r>
            </a:p>
          </p:txBody>
        </p:sp>
      </p:grpSp>
      <p:sp>
        <p:nvSpPr>
          <p:cNvPr id="2" name="Oval 70"/>
          <p:cNvSpPr>
            <a:spLocks noChangeArrowheads="1"/>
          </p:cNvSpPr>
          <p:nvPr/>
        </p:nvSpPr>
        <p:spPr bwMode="auto">
          <a:xfrm>
            <a:off x="2965207" y="3465909"/>
            <a:ext cx="76184" cy="57150"/>
          </a:xfrm>
          <a:prstGeom prst="ellipse">
            <a:avLst/>
          </a:prstGeom>
          <a:solidFill>
            <a:schemeClr val="tx1"/>
          </a:solidFill>
          <a:ln w="28575">
            <a:solidFill>
              <a:schemeClr val="tx1"/>
            </a:solidFill>
            <a:bevel/>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600"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
        <p:nvSpPr>
          <p:cNvPr id="3" name="文本框 2"/>
          <p:cNvSpPr txBox="1"/>
          <p:nvPr/>
        </p:nvSpPr>
        <p:spPr>
          <a:xfrm>
            <a:off x="3293110" y="987425"/>
            <a:ext cx="4469765" cy="337185"/>
          </a:xfrm>
          <a:prstGeom prst="rect">
            <a:avLst/>
          </a:prstGeom>
          <a:noFill/>
        </p:spPr>
        <p:txBody>
          <a:bodyPr wrap="square" rtlCol="0">
            <a:spAutoFit/>
          </a:bodyPr>
          <a:lstStyle/>
          <a:p>
            <a:r>
              <a:rPr lang="en-US" altLang="zh-CN" sz="160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0011</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0100</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0101</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rgbClr val="FF0000"/>
                </a:solidFill>
                <a:latin typeface="华文新魏" panose="02010800040101010101" pitchFamily="2" charset="-122"/>
                <a:ea typeface="华文新魏" panose="02010800040101010101" pitchFamily="2" charset="-122"/>
                <a:cs typeface="华文新魏" panose="02010800040101010101" pitchFamily="2" charset="-122"/>
              </a:rPr>
              <a:t>1100</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0011</a:t>
            </a:r>
            <a:r>
              <a:rPr lang="zh-CN" altLang="en-US"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cs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81314"/>
                                        </p:tgtEl>
                                        <p:attrNameLst>
                                          <p:attrName>style.visibility</p:attrName>
                                        </p:attrNameLst>
                                      </p:cBhvr>
                                      <p:to>
                                        <p:strVal val="visible"/>
                                      </p:to>
                                    </p:set>
                                    <p:anim calcmode="lin" valueType="num">
                                      <p:cBhvr additive="base">
                                        <p:cTn id="11" dur="500" fill="hold"/>
                                        <p:tgtEl>
                                          <p:spTgt spid="181314"/>
                                        </p:tgtEl>
                                        <p:attrNameLst>
                                          <p:attrName>ppt_x</p:attrName>
                                        </p:attrNameLst>
                                      </p:cBhvr>
                                      <p:tavLst>
                                        <p:tav tm="0">
                                          <p:val>
                                            <p:strVal val="#ppt_x"/>
                                          </p:val>
                                        </p:tav>
                                        <p:tav tm="100000">
                                          <p:val>
                                            <p:strVal val="#ppt_x"/>
                                          </p:val>
                                        </p:tav>
                                      </p:tavLst>
                                    </p:anim>
                                    <p:anim calcmode="lin" valueType="num">
                                      <p:cBhvr additive="base">
                                        <p:cTn id="12" dur="500" fill="hold"/>
                                        <p:tgtEl>
                                          <p:spTgt spid="18131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3"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p:cNvSpPr>
          <p:nvPr>
            <p:ph type="title"/>
          </p:nvPr>
        </p:nvSpPr>
        <p:spPr>
          <a:xfrm>
            <a:off x="304800" y="587375"/>
            <a:ext cx="3124200" cy="1028700"/>
          </a:xfrm>
          <a:prstGeom prst="rect">
            <a:avLst/>
          </a:prstGeom>
          <a:noFill/>
          <a:ln w="28575">
            <a:noFill/>
          </a:ln>
        </p:spPr>
        <p:txBody>
          <a:bodyPr/>
          <a:lstStyle/>
          <a:p>
            <a:pPr eaLnBrk="1" hangingPunct="1">
              <a:buFont typeface="Wingdings" panose="05000000000000000000" pitchFamily="2" charset="2"/>
              <a:buChar char="Ø"/>
            </a:pPr>
            <a:r>
              <a:rPr lang="zh-CN" altLang="en-US" sz="2000" b="1" dirty="0">
                <a:latin typeface="华文新魏" panose="02010800040101010101" pitchFamily="2" charset="-122"/>
                <a:ea typeface="华文新魏" panose="02010800040101010101" pitchFamily="2" charset="-122"/>
              </a:rPr>
              <a:t>多片</a:t>
            </a:r>
            <a:r>
              <a:rPr lang="en-US" altLang="zh-CN" sz="2000" b="1">
                <a:latin typeface="华文新魏" panose="02010800040101010101" pitchFamily="2" charset="-122"/>
                <a:ea typeface="华文新魏" panose="02010800040101010101" pitchFamily="2" charset="-122"/>
              </a:rPr>
              <a:t>74LS163</a:t>
            </a:r>
            <a:r>
              <a:rPr lang="zh-CN" altLang="en-US" sz="2000" b="1" dirty="0">
                <a:latin typeface="华文新魏" panose="02010800040101010101" pitchFamily="2" charset="-122"/>
                <a:ea typeface="华文新魏" panose="02010800040101010101" pitchFamily="2" charset="-122"/>
              </a:rPr>
              <a:t>的级联应用</a:t>
            </a:r>
            <a:br>
              <a:rPr lang="zh-CN" altLang="en-US" sz="2000" b="1" dirty="0">
                <a:latin typeface="华文新魏" panose="02010800040101010101" pitchFamily="2" charset="-122"/>
                <a:ea typeface="华文新魏" panose="02010800040101010101" pitchFamily="2" charset="-122"/>
              </a:rPr>
            </a:br>
            <a:r>
              <a:rPr lang="zh-CN" altLang="en-US" sz="2000"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(63</a:t>
            </a:r>
            <a:r>
              <a:rPr lang="en-US" altLang="zh-CN" sz="2000" b="1">
                <a:latin typeface="微软雅黑" panose="020B0503020204020204" charset="-122"/>
                <a:ea typeface="微软雅黑" panose="020B0503020204020204" charset="-122"/>
              </a:rPr>
              <a:t>~</a:t>
            </a:r>
            <a:r>
              <a:rPr lang="en-US" altLang="zh-CN" sz="2000" b="1">
                <a:latin typeface="华文新魏" panose="02010800040101010101" pitchFamily="2" charset="-122"/>
                <a:ea typeface="华文新魏" panose="02010800040101010101" pitchFamily="2" charset="-122"/>
              </a:rPr>
              <a:t>255</a:t>
            </a:r>
            <a:r>
              <a:rPr lang="zh-CN" altLang="en-US" sz="2000" b="1" dirty="0">
                <a:latin typeface="华文新魏" panose="02010800040101010101" pitchFamily="2" charset="-122"/>
                <a:ea typeface="华文新魏" panose="02010800040101010101" pitchFamily="2" charset="-122"/>
              </a:rPr>
              <a:t>模</a:t>
            </a:r>
            <a:r>
              <a:rPr lang="en-US" altLang="zh-CN" sz="2000" b="1">
                <a:latin typeface="华文新魏" panose="02010800040101010101" pitchFamily="2" charset="-122"/>
                <a:ea typeface="华文新魏" panose="02010800040101010101" pitchFamily="2" charset="-122"/>
              </a:rPr>
              <a:t>193</a:t>
            </a:r>
            <a:r>
              <a:rPr lang="zh-CN" altLang="en-US" sz="2000" b="1" dirty="0">
                <a:latin typeface="华文新魏" panose="02010800040101010101" pitchFamily="2" charset="-122"/>
                <a:ea typeface="华文新魏" panose="02010800040101010101" pitchFamily="2" charset="-122"/>
              </a:rPr>
              <a:t>计数器</a:t>
            </a:r>
            <a:r>
              <a:rPr lang="en-US" altLang="zh-CN" sz="2000" b="1">
                <a:latin typeface="华文新魏" panose="02010800040101010101" pitchFamily="2" charset="-122"/>
                <a:ea typeface="华文新魏" panose="02010800040101010101" pitchFamily="2" charset="-122"/>
              </a:rPr>
              <a:t>)</a:t>
            </a:r>
          </a:p>
        </p:txBody>
      </p:sp>
      <p:grpSp>
        <p:nvGrpSpPr>
          <p:cNvPr id="2" name="组合 1"/>
          <p:cNvGrpSpPr/>
          <p:nvPr/>
        </p:nvGrpSpPr>
        <p:grpSpPr>
          <a:xfrm>
            <a:off x="1319213" y="554038"/>
            <a:ext cx="6780212" cy="4273550"/>
            <a:chOff x="2078" y="878"/>
            <a:chExt cx="10677" cy="6730"/>
          </a:xfrm>
        </p:grpSpPr>
        <p:sp>
          <p:nvSpPr>
            <p:cNvPr id="182275" name="Rectangle 5"/>
            <p:cNvSpPr/>
            <p:nvPr/>
          </p:nvSpPr>
          <p:spPr>
            <a:xfrm>
              <a:off x="8943" y="1415"/>
              <a:ext cx="1605" cy="252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76" name="Text Box 6"/>
            <p:cNvSpPr txBox="1"/>
            <p:nvPr/>
          </p:nvSpPr>
          <p:spPr>
            <a:xfrm>
              <a:off x="8800" y="1338"/>
              <a:ext cx="13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p>
          </p:txBody>
        </p:sp>
        <p:sp>
          <p:nvSpPr>
            <p:cNvPr id="182277" name="Text Box 8"/>
            <p:cNvSpPr txBox="1"/>
            <p:nvPr/>
          </p:nvSpPr>
          <p:spPr>
            <a:xfrm>
              <a:off x="8885" y="1780"/>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p>
          </p:txBody>
        </p:sp>
        <p:sp>
          <p:nvSpPr>
            <p:cNvPr id="182278" name="Text Box 9"/>
            <p:cNvSpPr txBox="1"/>
            <p:nvPr/>
          </p:nvSpPr>
          <p:spPr>
            <a:xfrm>
              <a:off x="8885" y="201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p>
          </p:txBody>
        </p:sp>
        <p:sp>
          <p:nvSpPr>
            <p:cNvPr id="182279" name="Text Box 11"/>
            <p:cNvSpPr txBox="1"/>
            <p:nvPr/>
          </p:nvSpPr>
          <p:spPr>
            <a:xfrm>
              <a:off x="8905" y="2600"/>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p>
          </p:txBody>
        </p:sp>
        <p:sp>
          <p:nvSpPr>
            <p:cNvPr id="182280" name="Text Box 12"/>
            <p:cNvSpPr txBox="1"/>
            <p:nvPr/>
          </p:nvSpPr>
          <p:spPr>
            <a:xfrm>
              <a:off x="8905" y="286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p>
          </p:txBody>
        </p:sp>
        <p:sp>
          <p:nvSpPr>
            <p:cNvPr id="182281" name="Text Box 13"/>
            <p:cNvSpPr txBox="1"/>
            <p:nvPr/>
          </p:nvSpPr>
          <p:spPr>
            <a:xfrm>
              <a:off x="8900" y="3105"/>
              <a:ext cx="86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p>
          </p:txBody>
        </p:sp>
        <p:sp>
          <p:nvSpPr>
            <p:cNvPr id="182282" name="Text Box 14"/>
            <p:cNvSpPr txBox="1"/>
            <p:nvPr/>
          </p:nvSpPr>
          <p:spPr>
            <a:xfrm>
              <a:off x="8900" y="3358"/>
              <a:ext cx="86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182283" name="Text Box 16"/>
            <p:cNvSpPr txBox="1"/>
            <p:nvPr/>
          </p:nvSpPr>
          <p:spPr>
            <a:xfrm>
              <a:off x="10068" y="2788"/>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4" name="Text Box 18"/>
            <p:cNvSpPr txBox="1"/>
            <p:nvPr/>
          </p:nvSpPr>
          <p:spPr>
            <a:xfrm>
              <a:off x="10068" y="3280"/>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285" name="Line 21"/>
            <p:cNvSpPr/>
            <p:nvPr/>
          </p:nvSpPr>
          <p:spPr>
            <a:xfrm>
              <a:off x="8340" y="2778"/>
              <a:ext cx="618" cy="0"/>
            </a:xfrm>
            <a:prstGeom prst="line">
              <a:avLst/>
            </a:prstGeom>
            <a:ln w="28575" cap="flat" cmpd="sng">
              <a:solidFill>
                <a:schemeClr val="tx1"/>
              </a:solidFill>
              <a:prstDash val="solid"/>
              <a:headEnd type="none" w="med" len="med"/>
              <a:tailEnd type="none" w="med" len="med"/>
            </a:ln>
          </p:spPr>
        </p:sp>
        <p:sp>
          <p:nvSpPr>
            <p:cNvPr id="182286" name="Line 22"/>
            <p:cNvSpPr/>
            <p:nvPr/>
          </p:nvSpPr>
          <p:spPr>
            <a:xfrm>
              <a:off x="8340" y="3000"/>
              <a:ext cx="618" cy="0"/>
            </a:xfrm>
            <a:prstGeom prst="line">
              <a:avLst/>
            </a:prstGeom>
            <a:ln w="28575" cap="flat" cmpd="sng">
              <a:solidFill>
                <a:schemeClr val="tx1"/>
              </a:solidFill>
              <a:prstDash val="solid"/>
              <a:headEnd type="none" w="med" len="med"/>
              <a:tailEnd type="none" w="med" len="med"/>
            </a:ln>
          </p:spPr>
        </p:sp>
        <p:sp>
          <p:nvSpPr>
            <p:cNvPr id="182287" name="Line 23"/>
            <p:cNvSpPr/>
            <p:nvPr/>
          </p:nvSpPr>
          <p:spPr>
            <a:xfrm>
              <a:off x="8340" y="3268"/>
              <a:ext cx="618" cy="0"/>
            </a:xfrm>
            <a:prstGeom prst="line">
              <a:avLst/>
            </a:prstGeom>
            <a:ln w="28575" cap="flat" cmpd="sng">
              <a:solidFill>
                <a:schemeClr val="tx1"/>
              </a:solidFill>
              <a:prstDash val="solid"/>
              <a:headEnd type="none" w="med" len="med"/>
              <a:tailEnd type="none" w="med" len="med"/>
            </a:ln>
          </p:spPr>
        </p:sp>
        <p:sp>
          <p:nvSpPr>
            <p:cNvPr id="182288" name="Line 24"/>
            <p:cNvSpPr/>
            <p:nvPr/>
          </p:nvSpPr>
          <p:spPr>
            <a:xfrm>
              <a:off x="8340" y="3505"/>
              <a:ext cx="618" cy="0"/>
            </a:xfrm>
            <a:prstGeom prst="line">
              <a:avLst/>
            </a:prstGeom>
            <a:ln w="28575" cap="flat" cmpd="sng">
              <a:solidFill>
                <a:schemeClr val="tx1"/>
              </a:solidFill>
              <a:prstDash val="solid"/>
              <a:headEnd type="none" w="med" len="med"/>
              <a:tailEnd type="none" w="med" len="med"/>
            </a:ln>
          </p:spPr>
        </p:sp>
        <p:sp>
          <p:nvSpPr>
            <p:cNvPr id="182289" name="Oval 29"/>
            <p:cNvSpPr/>
            <p:nvPr/>
          </p:nvSpPr>
          <p:spPr>
            <a:xfrm>
              <a:off x="8805" y="1770"/>
              <a:ext cx="145" cy="10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0" name="Oval 30"/>
            <p:cNvSpPr/>
            <p:nvPr/>
          </p:nvSpPr>
          <p:spPr>
            <a:xfrm>
              <a:off x="8800" y="2008"/>
              <a:ext cx="148" cy="10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291" name="Line 31"/>
            <p:cNvSpPr/>
            <p:nvPr/>
          </p:nvSpPr>
          <p:spPr>
            <a:xfrm>
              <a:off x="7760" y="1813"/>
              <a:ext cx="1025" cy="0"/>
            </a:xfrm>
            <a:prstGeom prst="line">
              <a:avLst/>
            </a:prstGeom>
            <a:ln w="28575" cap="flat" cmpd="sng">
              <a:solidFill>
                <a:schemeClr val="tx1"/>
              </a:solidFill>
              <a:prstDash val="solid"/>
              <a:headEnd type="none" w="med" len="med"/>
              <a:tailEnd type="none" w="med" len="med"/>
            </a:ln>
          </p:spPr>
        </p:sp>
        <p:sp>
          <p:nvSpPr>
            <p:cNvPr id="182292" name="Line 32"/>
            <p:cNvSpPr/>
            <p:nvPr/>
          </p:nvSpPr>
          <p:spPr>
            <a:xfrm>
              <a:off x="7518" y="2065"/>
              <a:ext cx="1307" cy="0"/>
            </a:xfrm>
            <a:prstGeom prst="line">
              <a:avLst/>
            </a:prstGeom>
            <a:ln w="28575" cap="flat" cmpd="sng">
              <a:solidFill>
                <a:schemeClr val="tx1"/>
              </a:solidFill>
              <a:prstDash val="solid"/>
              <a:headEnd type="none" w="med" len="med"/>
              <a:tailEnd type="none" w="med" len="med"/>
            </a:ln>
          </p:spPr>
        </p:sp>
        <p:sp>
          <p:nvSpPr>
            <p:cNvPr id="182293" name="Line 33"/>
            <p:cNvSpPr/>
            <p:nvPr/>
          </p:nvSpPr>
          <p:spPr>
            <a:xfrm>
              <a:off x="8018" y="1595"/>
              <a:ext cx="947" cy="0"/>
            </a:xfrm>
            <a:prstGeom prst="line">
              <a:avLst/>
            </a:prstGeom>
            <a:ln w="28575" cap="flat" cmpd="sng">
              <a:solidFill>
                <a:schemeClr val="tx1"/>
              </a:solidFill>
              <a:prstDash val="solid"/>
              <a:headEnd type="none" w="med" len="med"/>
              <a:tailEnd type="none" w="med" len="med"/>
            </a:ln>
          </p:spPr>
        </p:sp>
        <p:sp>
          <p:nvSpPr>
            <p:cNvPr id="182294" name="Line 34"/>
            <p:cNvSpPr/>
            <p:nvPr/>
          </p:nvSpPr>
          <p:spPr>
            <a:xfrm>
              <a:off x="7275" y="2273"/>
              <a:ext cx="1688" cy="0"/>
            </a:xfrm>
            <a:prstGeom prst="line">
              <a:avLst/>
            </a:prstGeom>
            <a:ln w="28575" cap="flat" cmpd="sng">
              <a:solidFill>
                <a:schemeClr val="tx1"/>
              </a:solidFill>
              <a:prstDash val="solid"/>
              <a:headEnd type="none" w="med" len="med"/>
              <a:tailEnd type="none" w="med" len="med"/>
            </a:ln>
          </p:spPr>
        </p:sp>
        <p:sp>
          <p:nvSpPr>
            <p:cNvPr id="182295" name="Line 35"/>
            <p:cNvSpPr/>
            <p:nvPr/>
          </p:nvSpPr>
          <p:spPr>
            <a:xfrm>
              <a:off x="6758" y="2483"/>
              <a:ext cx="2207" cy="0"/>
            </a:xfrm>
            <a:prstGeom prst="line">
              <a:avLst/>
            </a:prstGeom>
            <a:ln w="28575" cap="flat" cmpd="sng">
              <a:solidFill>
                <a:schemeClr val="tx1"/>
              </a:solidFill>
              <a:prstDash val="solid"/>
              <a:headEnd type="none" w="med" len="med"/>
              <a:tailEnd type="none" w="med" len="med"/>
            </a:ln>
          </p:spPr>
        </p:sp>
        <p:sp>
          <p:nvSpPr>
            <p:cNvPr id="182296" name="Text Box 36"/>
            <p:cNvSpPr txBox="1"/>
            <p:nvPr/>
          </p:nvSpPr>
          <p:spPr>
            <a:xfrm>
              <a:off x="8943" y="878"/>
              <a:ext cx="1707"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p>
          </p:txBody>
        </p:sp>
        <p:sp>
          <p:nvSpPr>
            <p:cNvPr id="182297" name="Text Box 37"/>
            <p:cNvSpPr txBox="1"/>
            <p:nvPr/>
          </p:nvSpPr>
          <p:spPr>
            <a:xfrm>
              <a:off x="11835" y="2540"/>
              <a:ext cx="9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8" name="Text Box 38"/>
            <p:cNvSpPr txBox="1"/>
            <p:nvPr/>
          </p:nvSpPr>
          <p:spPr>
            <a:xfrm>
              <a:off x="11848" y="2823"/>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299" name="Text Box 39"/>
            <p:cNvSpPr txBox="1"/>
            <p:nvPr/>
          </p:nvSpPr>
          <p:spPr>
            <a:xfrm>
              <a:off x="11853" y="3075"/>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0" name="Text Box 40"/>
            <p:cNvSpPr txBox="1"/>
            <p:nvPr/>
          </p:nvSpPr>
          <p:spPr>
            <a:xfrm>
              <a:off x="11853" y="3325"/>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01" name="Rectangle 41"/>
            <p:cNvSpPr/>
            <p:nvPr/>
          </p:nvSpPr>
          <p:spPr>
            <a:xfrm>
              <a:off x="6235" y="2405"/>
              <a:ext cx="500" cy="1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2" name="Oval 43"/>
            <p:cNvSpPr/>
            <p:nvPr/>
          </p:nvSpPr>
          <p:spPr>
            <a:xfrm>
              <a:off x="8303" y="2453"/>
              <a:ext cx="102" cy="72"/>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3" name="Oval 44"/>
            <p:cNvSpPr/>
            <p:nvPr/>
          </p:nvSpPr>
          <p:spPr>
            <a:xfrm>
              <a:off x="7960" y="3743"/>
              <a:ext cx="100" cy="75"/>
            </a:xfrm>
            <a:prstGeom prst="ellipse">
              <a:avLst/>
            </a:prstGeom>
            <a:solidFill>
              <a:srgbClr val="FFFF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4" name="Line 45"/>
            <p:cNvSpPr/>
            <p:nvPr/>
          </p:nvSpPr>
          <p:spPr>
            <a:xfrm>
              <a:off x="5833" y="2483"/>
              <a:ext cx="402" cy="0"/>
            </a:xfrm>
            <a:prstGeom prst="line">
              <a:avLst/>
            </a:prstGeom>
            <a:ln w="28575" cap="flat" cmpd="sng">
              <a:solidFill>
                <a:schemeClr val="tx1"/>
              </a:solidFill>
              <a:prstDash val="solid"/>
              <a:headEnd type="none" w="med" len="med"/>
              <a:tailEnd type="none" w="med" len="med"/>
            </a:ln>
          </p:spPr>
        </p:sp>
        <p:sp>
          <p:nvSpPr>
            <p:cNvPr id="182305" name="Line 46"/>
            <p:cNvSpPr/>
            <p:nvPr/>
          </p:nvSpPr>
          <p:spPr>
            <a:xfrm>
              <a:off x="5833" y="1535"/>
              <a:ext cx="0" cy="960"/>
            </a:xfrm>
            <a:prstGeom prst="line">
              <a:avLst/>
            </a:prstGeom>
            <a:ln w="28575" cap="flat" cmpd="sng">
              <a:solidFill>
                <a:schemeClr val="tx1"/>
              </a:solidFill>
              <a:prstDash val="solid"/>
              <a:headEnd type="none" w="med" len="med"/>
              <a:tailEnd type="none" w="med" len="med"/>
            </a:ln>
          </p:spPr>
        </p:sp>
        <p:sp>
          <p:nvSpPr>
            <p:cNvPr id="182306" name="Line 47"/>
            <p:cNvSpPr/>
            <p:nvPr/>
          </p:nvSpPr>
          <p:spPr>
            <a:xfrm>
              <a:off x="5710" y="1533"/>
              <a:ext cx="248" cy="0"/>
            </a:xfrm>
            <a:prstGeom prst="line">
              <a:avLst/>
            </a:prstGeom>
            <a:ln w="28575" cap="flat" cmpd="sng">
              <a:solidFill>
                <a:schemeClr val="tx1"/>
              </a:solidFill>
              <a:prstDash val="solid"/>
              <a:headEnd type="none" w="med" len="med"/>
              <a:tailEnd type="none" w="med" len="med"/>
            </a:ln>
          </p:spPr>
        </p:sp>
        <p:sp>
          <p:nvSpPr>
            <p:cNvPr id="182307" name="Oval 48"/>
            <p:cNvSpPr/>
            <p:nvPr/>
          </p:nvSpPr>
          <p:spPr>
            <a:xfrm>
              <a:off x="7712" y="4200"/>
              <a:ext cx="100" cy="75"/>
            </a:xfrm>
            <a:prstGeom prst="ellipse">
              <a:avLst/>
            </a:prstGeom>
            <a:solidFill>
              <a:srgbClr val="FF9900"/>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08" name="Text Box 50"/>
            <p:cNvSpPr txBox="1"/>
            <p:nvPr/>
          </p:nvSpPr>
          <p:spPr>
            <a:xfrm>
              <a:off x="5430" y="1030"/>
              <a:ext cx="10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+5V</a:t>
              </a:r>
            </a:p>
          </p:txBody>
        </p:sp>
        <p:sp>
          <p:nvSpPr>
            <p:cNvPr id="182309" name="Rectangle 52"/>
            <p:cNvSpPr/>
            <p:nvPr/>
          </p:nvSpPr>
          <p:spPr>
            <a:xfrm>
              <a:off x="8943" y="4675"/>
              <a:ext cx="1605" cy="2523"/>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10" name="Text Box 53"/>
            <p:cNvSpPr txBox="1"/>
            <p:nvPr/>
          </p:nvSpPr>
          <p:spPr>
            <a:xfrm>
              <a:off x="8800" y="4603"/>
              <a:ext cx="13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&gt; CLK</a:t>
              </a:r>
            </a:p>
          </p:txBody>
        </p:sp>
        <p:sp>
          <p:nvSpPr>
            <p:cNvPr id="182311" name="Text Box 55"/>
            <p:cNvSpPr txBox="1"/>
            <p:nvPr/>
          </p:nvSpPr>
          <p:spPr>
            <a:xfrm>
              <a:off x="8885" y="506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LD</a:t>
              </a:r>
            </a:p>
          </p:txBody>
        </p:sp>
        <p:sp>
          <p:nvSpPr>
            <p:cNvPr id="182312" name="Text Box 56"/>
            <p:cNvSpPr txBox="1"/>
            <p:nvPr/>
          </p:nvSpPr>
          <p:spPr>
            <a:xfrm>
              <a:off x="8885" y="5300"/>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ENP</a:t>
              </a:r>
            </a:p>
          </p:txBody>
        </p:sp>
        <p:sp>
          <p:nvSpPr>
            <p:cNvPr id="182313" name="Text Box 58"/>
            <p:cNvSpPr txBox="1"/>
            <p:nvPr/>
          </p:nvSpPr>
          <p:spPr>
            <a:xfrm>
              <a:off x="8905" y="5863"/>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a:t>
              </a:r>
            </a:p>
          </p:txBody>
        </p:sp>
        <p:sp>
          <p:nvSpPr>
            <p:cNvPr id="182314" name="Text Box 59"/>
            <p:cNvSpPr txBox="1"/>
            <p:nvPr/>
          </p:nvSpPr>
          <p:spPr>
            <a:xfrm>
              <a:off x="8905" y="6128"/>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B</a:t>
              </a:r>
            </a:p>
          </p:txBody>
        </p:sp>
        <p:sp>
          <p:nvSpPr>
            <p:cNvPr id="182315" name="Text Box 60"/>
            <p:cNvSpPr txBox="1"/>
            <p:nvPr/>
          </p:nvSpPr>
          <p:spPr>
            <a:xfrm>
              <a:off x="8900" y="6365"/>
              <a:ext cx="86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a:t>
              </a:r>
            </a:p>
          </p:txBody>
        </p:sp>
        <p:sp>
          <p:nvSpPr>
            <p:cNvPr id="182316" name="Text Box 61"/>
            <p:cNvSpPr txBox="1"/>
            <p:nvPr/>
          </p:nvSpPr>
          <p:spPr>
            <a:xfrm>
              <a:off x="8900" y="6620"/>
              <a:ext cx="86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182317" name="Text Box 63"/>
            <p:cNvSpPr txBox="1"/>
            <p:nvPr/>
          </p:nvSpPr>
          <p:spPr>
            <a:xfrm>
              <a:off x="10068" y="6050"/>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B</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8" name="Text Box 65"/>
            <p:cNvSpPr txBox="1"/>
            <p:nvPr/>
          </p:nvSpPr>
          <p:spPr>
            <a:xfrm>
              <a:off x="10068" y="6543"/>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D</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19" name="Line 69"/>
            <p:cNvSpPr/>
            <p:nvPr/>
          </p:nvSpPr>
          <p:spPr>
            <a:xfrm>
              <a:off x="8340" y="6275"/>
              <a:ext cx="618" cy="0"/>
            </a:xfrm>
            <a:prstGeom prst="line">
              <a:avLst/>
            </a:prstGeom>
            <a:ln w="28575" cap="flat" cmpd="sng">
              <a:solidFill>
                <a:schemeClr val="tx1"/>
              </a:solidFill>
              <a:prstDash val="solid"/>
              <a:headEnd type="none" w="med" len="med"/>
              <a:tailEnd type="none" w="med" len="med"/>
            </a:ln>
          </p:spPr>
        </p:sp>
        <p:sp>
          <p:nvSpPr>
            <p:cNvPr id="182320" name="Line 70"/>
            <p:cNvSpPr/>
            <p:nvPr/>
          </p:nvSpPr>
          <p:spPr>
            <a:xfrm>
              <a:off x="8543" y="6530"/>
              <a:ext cx="407" cy="0"/>
            </a:xfrm>
            <a:prstGeom prst="line">
              <a:avLst/>
            </a:prstGeom>
            <a:ln w="28575" cap="flat" cmpd="sng">
              <a:solidFill>
                <a:schemeClr val="tx1"/>
              </a:solidFill>
              <a:prstDash val="solid"/>
              <a:headEnd type="none" w="med" len="med"/>
              <a:tailEnd type="none" w="med" len="med"/>
            </a:ln>
          </p:spPr>
        </p:sp>
        <p:sp>
          <p:nvSpPr>
            <p:cNvPr id="182321" name="Line 71"/>
            <p:cNvSpPr/>
            <p:nvPr/>
          </p:nvSpPr>
          <p:spPr>
            <a:xfrm>
              <a:off x="8543" y="6768"/>
              <a:ext cx="407" cy="0"/>
            </a:xfrm>
            <a:prstGeom prst="line">
              <a:avLst/>
            </a:prstGeom>
            <a:ln w="28575" cap="flat" cmpd="sng">
              <a:solidFill>
                <a:schemeClr val="tx1"/>
              </a:solidFill>
              <a:prstDash val="solid"/>
              <a:headEnd type="none" w="med" len="med"/>
              <a:tailEnd type="none" w="med" len="med"/>
            </a:ln>
          </p:spPr>
        </p:sp>
        <p:grpSp>
          <p:nvGrpSpPr>
            <p:cNvPr id="182322" name="Group 98"/>
            <p:cNvGrpSpPr/>
            <p:nvPr/>
          </p:nvGrpSpPr>
          <p:grpSpPr>
            <a:xfrm>
              <a:off x="10548" y="2778"/>
              <a:ext cx="1305" cy="4287"/>
              <a:chOff x="0" y="0"/>
              <a:chExt cx="240" cy="2776"/>
            </a:xfrm>
          </p:grpSpPr>
          <p:sp>
            <p:nvSpPr>
              <p:cNvPr id="182389" name="Line 20"/>
              <p:cNvSpPr/>
              <p:nvPr/>
            </p:nvSpPr>
            <p:spPr>
              <a:xfrm>
                <a:off x="0" y="0"/>
                <a:ext cx="240" cy="0"/>
              </a:xfrm>
              <a:prstGeom prst="line">
                <a:avLst/>
              </a:prstGeom>
              <a:ln w="28575" cap="flat" cmpd="sng">
                <a:solidFill>
                  <a:schemeClr val="tx1"/>
                </a:solidFill>
                <a:prstDash val="solid"/>
                <a:headEnd type="none" w="med" len="med"/>
                <a:tailEnd type="none" w="med" len="med"/>
              </a:ln>
            </p:spPr>
          </p:sp>
          <p:sp>
            <p:nvSpPr>
              <p:cNvPr id="182390" name="Line 25"/>
              <p:cNvSpPr/>
              <p:nvPr/>
            </p:nvSpPr>
            <p:spPr>
              <a:xfrm>
                <a:off x="0" y="664"/>
                <a:ext cx="195" cy="0"/>
              </a:xfrm>
              <a:prstGeom prst="line">
                <a:avLst/>
              </a:prstGeom>
              <a:ln w="28575" cap="flat" cmpd="sng">
                <a:solidFill>
                  <a:schemeClr val="tx1"/>
                </a:solidFill>
                <a:prstDash val="solid"/>
                <a:headEnd type="none" w="med" len="med"/>
                <a:tailEnd type="none" w="med" len="med"/>
              </a:ln>
            </p:spPr>
          </p:sp>
          <p:sp>
            <p:nvSpPr>
              <p:cNvPr id="182391" name="Line 26"/>
              <p:cNvSpPr/>
              <p:nvPr/>
            </p:nvSpPr>
            <p:spPr>
              <a:xfrm>
                <a:off x="0" y="174"/>
                <a:ext cx="240" cy="0"/>
              </a:xfrm>
              <a:prstGeom prst="line">
                <a:avLst/>
              </a:prstGeom>
              <a:ln w="28575" cap="flat" cmpd="sng">
                <a:solidFill>
                  <a:schemeClr val="tx1"/>
                </a:solidFill>
                <a:prstDash val="solid"/>
                <a:headEnd type="none" w="med" len="med"/>
                <a:tailEnd type="none" w="med" len="med"/>
              </a:ln>
            </p:spPr>
          </p:sp>
          <p:sp>
            <p:nvSpPr>
              <p:cNvPr id="182392" name="Line 27"/>
              <p:cNvSpPr/>
              <p:nvPr/>
            </p:nvSpPr>
            <p:spPr>
              <a:xfrm>
                <a:off x="0" y="328"/>
                <a:ext cx="240" cy="0"/>
              </a:xfrm>
              <a:prstGeom prst="line">
                <a:avLst/>
              </a:prstGeom>
              <a:ln w="28575" cap="flat" cmpd="sng">
                <a:solidFill>
                  <a:schemeClr val="tx1"/>
                </a:solidFill>
                <a:prstDash val="solid"/>
                <a:headEnd type="none" w="med" len="med"/>
                <a:tailEnd type="none" w="med" len="med"/>
              </a:ln>
            </p:spPr>
          </p:sp>
          <p:sp>
            <p:nvSpPr>
              <p:cNvPr id="182393" name="Line 28"/>
              <p:cNvSpPr/>
              <p:nvPr/>
            </p:nvSpPr>
            <p:spPr>
              <a:xfrm>
                <a:off x="0" y="482"/>
                <a:ext cx="240" cy="0"/>
              </a:xfrm>
              <a:prstGeom prst="line">
                <a:avLst/>
              </a:prstGeom>
              <a:ln w="28575" cap="flat" cmpd="sng">
                <a:solidFill>
                  <a:schemeClr val="tx1"/>
                </a:solidFill>
                <a:prstDash val="solid"/>
                <a:headEnd type="none" w="med" len="med"/>
                <a:tailEnd type="none" w="med" len="med"/>
              </a:ln>
            </p:spPr>
          </p:sp>
          <p:sp>
            <p:nvSpPr>
              <p:cNvPr id="182394" name="Line 67"/>
              <p:cNvSpPr/>
              <p:nvPr/>
            </p:nvSpPr>
            <p:spPr>
              <a:xfrm>
                <a:off x="0" y="2112"/>
                <a:ext cx="240" cy="0"/>
              </a:xfrm>
              <a:prstGeom prst="line">
                <a:avLst/>
              </a:prstGeom>
              <a:ln w="28575" cap="flat" cmpd="sng">
                <a:solidFill>
                  <a:schemeClr val="tx1"/>
                </a:solidFill>
                <a:prstDash val="solid"/>
                <a:headEnd type="none" w="med" len="med"/>
                <a:tailEnd type="none" w="med" len="med"/>
              </a:ln>
            </p:spPr>
          </p:sp>
          <p:sp>
            <p:nvSpPr>
              <p:cNvPr id="182395" name="Line 72"/>
              <p:cNvSpPr/>
              <p:nvPr/>
            </p:nvSpPr>
            <p:spPr>
              <a:xfrm>
                <a:off x="0" y="2776"/>
                <a:ext cx="195" cy="0"/>
              </a:xfrm>
              <a:prstGeom prst="line">
                <a:avLst/>
              </a:prstGeom>
              <a:ln w="28575" cap="flat" cmpd="sng">
                <a:solidFill>
                  <a:schemeClr val="tx1"/>
                </a:solidFill>
                <a:prstDash val="solid"/>
                <a:headEnd type="none" w="med" len="med"/>
                <a:tailEnd type="none" w="med" len="med"/>
              </a:ln>
            </p:spPr>
          </p:sp>
          <p:sp>
            <p:nvSpPr>
              <p:cNvPr id="182396" name="Line 73"/>
              <p:cNvSpPr/>
              <p:nvPr/>
            </p:nvSpPr>
            <p:spPr>
              <a:xfrm>
                <a:off x="0" y="2286"/>
                <a:ext cx="240" cy="0"/>
              </a:xfrm>
              <a:prstGeom prst="line">
                <a:avLst/>
              </a:prstGeom>
              <a:ln w="28575" cap="flat" cmpd="sng">
                <a:solidFill>
                  <a:schemeClr val="tx1"/>
                </a:solidFill>
                <a:prstDash val="solid"/>
                <a:headEnd type="none" w="med" len="med"/>
                <a:tailEnd type="none" w="med" len="med"/>
              </a:ln>
            </p:spPr>
          </p:sp>
          <p:sp>
            <p:nvSpPr>
              <p:cNvPr id="182397" name="Line 74"/>
              <p:cNvSpPr/>
              <p:nvPr/>
            </p:nvSpPr>
            <p:spPr>
              <a:xfrm>
                <a:off x="0" y="2440"/>
                <a:ext cx="240" cy="0"/>
              </a:xfrm>
              <a:prstGeom prst="line">
                <a:avLst/>
              </a:prstGeom>
              <a:ln w="28575" cap="flat" cmpd="sng">
                <a:solidFill>
                  <a:schemeClr val="tx1"/>
                </a:solidFill>
                <a:prstDash val="solid"/>
                <a:headEnd type="none" w="med" len="med"/>
                <a:tailEnd type="none" w="med" len="med"/>
              </a:ln>
            </p:spPr>
          </p:sp>
          <p:sp>
            <p:nvSpPr>
              <p:cNvPr id="182398" name="Line 75"/>
              <p:cNvSpPr/>
              <p:nvPr/>
            </p:nvSpPr>
            <p:spPr>
              <a:xfrm>
                <a:off x="0" y="2594"/>
                <a:ext cx="240" cy="0"/>
              </a:xfrm>
              <a:prstGeom prst="line">
                <a:avLst/>
              </a:prstGeom>
              <a:ln w="28575" cap="flat" cmpd="sng">
                <a:solidFill>
                  <a:schemeClr val="tx1"/>
                </a:solidFill>
                <a:prstDash val="solid"/>
                <a:headEnd type="none" w="med" len="med"/>
                <a:tailEnd type="none" w="med" len="med"/>
              </a:ln>
            </p:spPr>
          </p:sp>
        </p:grpSp>
        <p:sp>
          <p:nvSpPr>
            <p:cNvPr id="182323" name="Oval 76"/>
            <p:cNvSpPr/>
            <p:nvPr/>
          </p:nvSpPr>
          <p:spPr>
            <a:xfrm>
              <a:off x="8805" y="5033"/>
              <a:ext cx="145" cy="10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4" name="Oval 77"/>
            <p:cNvSpPr/>
            <p:nvPr/>
          </p:nvSpPr>
          <p:spPr>
            <a:xfrm>
              <a:off x="8800" y="5270"/>
              <a:ext cx="148" cy="10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25" name="Text Box 83"/>
            <p:cNvSpPr txBox="1"/>
            <p:nvPr/>
          </p:nvSpPr>
          <p:spPr>
            <a:xfrm>
              <a:off x="8943" y="4138"/>
              <a:ext cx="1707"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74LS163</a:t>
              </a:r>
            </a:p>
          </p:txBody>
        </p:sp>
        <p:sp>
          <p:nvSpPr>
            <p:cNvPr id="182326" name="Text Box 84"/>
            <p:cNvSpPr txBox="1"/>
            <p:nvPr/>
          </p:nvSpPr>
          <p:spPr>
            <a:xfrm>
              <a:off x="11835" y="5800"/>
              <a:ext cx="9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7" name="Text Box 85"/>
            <p:cNvSpPr txBox="1"/>
            <p:nvPr/>
          </p:nvSpPr>
          <p:spPr>
            <a:xfrm>
              <a:off x="11848" y="6085"/>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8" name="Text Box 86"/>
            <p:cNvSpPr txBox="1"/>
            <p:nvPr/>
          </p:nvSpPr>
          <p:spPr>
            <a:xfrm>
              <a:off x="11853" y="6338"/>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29" name="Text Box 87"/>
            <p:cNvSpPr txBox="1"/>
            <p:nvPr/>
          </p:nvSpPr>
          <p:spPr>
            <a:xfrm>
              <a:off x="11853" y="6588"/>
              <a:ext cx="9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2330" name="Oval 90"/>
            <p:cNvSpPr/>
            <p:nvPr/>
          </p:nvSpPr>
          <p:spPr>
            <a:xfrm>
              <a:off x="8303" y="5983"/>
              <a:ext cx="102"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1" name="Oval 91"/>
            <p:cNvSpPr/>
            <p:nvPr/>
          </p:nvSpPr>
          <p:spPr>
            <a:xfrm>
              <a:off x="8300" y="2750"/>
              <a:ext cx="100" cy="73"/>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2" name="Oval 95"/>
            <p:cNvSpPr/>
            <p:nvPr/>
          </p:nvSpPr>
          <p:spPr>
            <a:xfrm>
              <a:off x="8300" y="2955"/>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3" name="Text Box 96"/>
            <p:cNvSpPr txBox="1"/>
            <p:nvPr/>
          </p:nvSpPr>
          <p:spPr>
            <a:xfrm>
              <a:off x="2623" y="3478"/>
              <a:ext cx="10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p>
          </p:txBody>
        </p:sp>
        <p:sp>
          <p:nvSpPr>
            <p:cNvPr id="182334" name="Line 99"/>
            <p:cNvSpPr/>
            <p:nvPr/>
          </p:nvSpPr>
          <p:spPr>
            <a:xfrm>
              <a:off x="11150" y="7065"/>
              <a:ext cx="0" cy="370"/>
            </a:xfrm>
            <a:prstGeom prst="line">
              <a:avLst/>
            </a:prstGeom>
            <a:ln w="28575" cap="flat" cmpd="sng">
              <a:solidFill>
                <a:schemeClr val="tx1"/>
              </a:solidFill>
              <a:prstDash val="solid"/>
              <a:headEnd type="none" w="med" len="med"/>
              <a:tailEnd type="none" w="med" len="med"/>
            </a:ln>
          </p:spPr>
        </p:sp>
        <p:sp>
          <p:nvSpPr>
            <p:cNvPr id="182335" name="Line 100"/>
            <p:cNvSpPr/>
            <p:nvPr/>
          </p:nvSpPr>
          <p:spPr>
            <a:xfrm>
              <a:off x="4070" y="7420"/>
              <a:ext cx="7083" cy="0"/>
            </a:xfrm>
            <a:prstGeom prst="line">
              <a:avLst/>
            </a:prstGeom>
            <a:ln w="28575" cap="flat" cmpd="sng">
              <a:solidFill>
                <a:schemeClr val="tx1"/>
              </a:solidFill>
              <a:prstDash val="solid"/>
              <a:headEnd type="none" w="med" len="med"/>
              <a:tailEnd type="none" w="med" len="med"/>
            </a:ln>
          </p:spPr>
        </p:sp>
        <p:sp>
          <p:nvSpPr>
            <p:cNvPr id="182336" name="Line 101"/>
            <p:cNvSpPr/>
            <p:nvPr/>
          </p:nvSpPr>
          <p:spPr>
            <a:xfrm flipH="1">
              <a:off x="8340" y="2468"/>
              <a:ext cx="0" cy="3817"/>
            </a:xfrm>
            <a:prstGeom prst="line">
              <a:avLst/>
            </a:prstGeom>
            <a:ln w="28575" cap="flat" cmpd="sng">
              <a:solidFill>
                <a:schemeClr val="tx1"/>
              </a:solidFill>
              <a:prstDash val="solid"/>
              <a:headEnd type="none" w="med" len="med"/>
              <a:tailEnd type="none" w="med" len="med"/>
            </a:ln>
          </p:spPr>
        </p:sp>
        <p:sp>
          <p:nvSpPr>
            <p:cNvPr id="182337" name="Line 104"/>
            <p:cNvSpPr/>
            <p:nvPr/>
          </p:nvSpPr>
          <p:spPr>
            <a:xfrm>
              <a:off x="8340" y="6010"/>
              <a:ext cx="618" cy="0"/>
            </a:xfrm>
            <a:prstGeom prst="line">
              <a:avLst/>
            </a:prstGeom>
            <a:ln w="28575" cap="flat" cmpd="sng">
              <a:solidFill>
                <a:schemeClr val="tx1"/>
              </a:solidFill>
              <a:prstDash val="solid"/>
              <a:headEnd type="none" w="med" len="med"/>
              <a:tailEnd type="none" w="med" len="med"/>
            </a:ln>
          </p:spPr>
        </p:sp>
        <p:sp>
          <p:nvSpPr>
            <p:cNvPr id="182338" name="Oval 108"/>
            <p:cNvSpPr/>
            <p:nvPr/>
          </p:nvSpPr>
          <p:spPr>
            <a:xfrm>
              <a:off x="8300" y="323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39" name="Oval 109"/>
            <p:cNvSpPr/>
            <p:nvPr/>
          </p:nvSpPr>
          <p:spPr>
            <a:xfrm>
              <a:off x="8303" y="3475"/>
              <a:ext cx="102"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40" name="Line 117"/>
            <p:cNvSpPr/>
            <p:nvPr/>
          </p:nvSpPr>
          <p:spPr>
            <a:xfrm flipH="1">
              <a:off x="8352" y="2453"/>
              <a:ext cx="0" cy="3817"/>
            </a:xfrm>
            <a:prstGeom prst="line">
              <a:avLst/>
            </a:prstGeom>
            <a:ln w="28575" cap="flat" cmpd="sng">
              <a:solidFill>
                <a:schemeClr val="tx1"/>
              </a:solidFill>
              <a:prstDash val="solid"/>
              <a:headEnd type="none" w="med" len="med"/>
              <a:tailEnd type="none" w="med" len="med"/>
            </a:ln>
          </p:spPr>
        </p:sp>
        <p:sp>
          <p:nvSpPr>
            <p:cNvPr id="182341" name="Line 110"/>
            <p:cNvSpPr/>
            <p:nvPr/>
          </p:nvSpPr>
          <p:spPr>
            <a:xfrm>
              <a:off x="8008" y="4855"/>
              <a:ext cx="945" cy="0"/>
            </a:xfrm>
            <a:prstGeom prst="line">
              <a:avLst/>
            </a:prstGeom>
            <a:ln w="28575" cap="flat" cmpd="sng">
              <a:solidFill>
                <a:schemeClr val="tx1"/>
              </a:solidFill>
              <a:prstDash val="solid"/>
              <a:headEnd type="none" w="med" len="med"/>
              <a:tailEnd type="none" w="med" len="med"/>
            </a:ln>
          </p:spPr>
        </p:sp>
        <p:sp>
          <p:nvSpPr>
            <p:cNvPr id="182342" name="Line 119"/>
            <p:cNvSpPr/>
            <p:nvPr/>
          </p:nvSpPr>
          <p:spPr>
            <a:xfrm flipH="1">
              <a:off x="8020" y="1603"/>
              <a:ext cx="0" cy="3257"/>
            </a:xfrm>
            <a:prstGeom prst="line">
              <a:avLst/>
            </a:prstGeom>
            <a:ln w="28575" cap="flat" cmpd="sng">
              <a:solidFill>
                <a:schemeClr val="tx1"/>
              </a:solidFill>
              <a:prstDash val="solid"/>
              <a:headEnd type="none" w="med" len="med"/>
              <a:tailEnd type="none" w="med" len="med"/>
            </a:ln>
          </p:spPr>
        </p:sp>
        <p:sp>
          <p:nvSpPr>
            <p:cNvPr id="182343" name="Line 120"/>
            <p:cNvSpPr/>
            <p:nvPr/>
          </p:nvSpPr>
          <p:spPr>
            <a:xfrm>
              <a:off x="3478" y="3788"/>
              <a:ext cx="4525" cy="0"/>
            </a:xfrm>
            <a:prstGeom prst="line">
              <a:avLst/>
            </a:prstGeom>
            <a:ln w="28575" cap="flat" cmpd="sng">
              <a:solidFill>
                <a:schemeClr val="tx1"/>
              </a:solidFill>
              <a:prstDash val="solid"/>
              <a:headEnd type="none" w="med" len="med"/>
              <a:tailEnd type="none" w="med" len="med"/>
            </a:ln>
          </p:spPr>
        </p:sp>
        <p:sp>
          <p:nvSpPr>
            <p:cNvPr id="182344" name="Line 121"/>
            <p:cNvSpPr/>
            <p:nvPr/>
          </p:nvSpPr>
          <p:spPr>
            <a:xfrm>
              <a:off x="7760" y="5078"/>
              <a:ext cx="1025" cy="0"/>
            </a:xfrm>
            <a:prstGeom prst="line">
              <a:avLst/>
            </a:prstGeom>
            <a:ln w="28575" cap="flat" cmpd="sng">
              <a:solidFill>
                <a:schemeClr val="tx1"/>
              </a:solidFill>
              <a:prstDash val="solid"/>
              <a:headEnd type="none" w="med" len="med"/>
              <a:tailEnd type="none" w="med" len="med"/>
            </a:ln>
          </p:spPr>
        </p:sp>
        <p:sp>
          <p:nvSpPr>
            <p:cNvPr id="182345" name="Line 122"/>
            <p:cNvSpPr/>
            <p:nvPr/>
          </p:nvSpPr>
          <p:spPr>
            <a:xfrm flipH="1">
              <a:off x="7760" y="1816"/>
              <a:ext cx="0" cy="3272"/>
            </a:xfrm>
            <a:prstGeom prst="line">
              <a:avLst/>
            </a:prstGeom>
            <a:ln w="28575" cap="flat" cmpd="sng">
              <a:solidFill>
                <a:schemeClr val="tx1"/>
              </a:solidFill>
              <a:prstDash val="solid"/>
              <a:headEnd type="none" w="med" len="med"/>
              <a:tailEnd type="none" w="med" len="med"/>
            </a:ln>
          </p:spPr>
        </p:sp>
        <p:sp>
          <p:nvSpPr>
            <p:cNvPr id="182346" name="Line 123"/>
            <p:cNvSpPr/>
            <p:nvPr/>
          </p:nvSpPr>
          <p:spPr>
            <a:xfrm>
              <a:off x="3468" y="4233"/>
              <a:ext cx="4272" cy="0"/>
            </a:xfrm>
            <a:prstGeom prst="line">
              <a:avLst/>
            </a:prstGeom>
            <a:ln w="28575" cap="flat" cmpd="sng">
              <a:solidFill>
                <a:schemeClr val="tx1"/>
              </a:solidFill>
              <a:prstDash val="solid"/>
              <a:headEnd type="none" w="med" len="med"/>
              <a:tailEnd type="none" w="med" len="med"/>
            </a:ln>
          </p:spPr>
        </p:sp>
        <p:sp>
          <p:nvSpPr>
            <p:cNvPr id="182347" name="Text Box 124"/>
            <p:cNvSpPr txBox="1"/>
            <p:nvPr/>
          </p:nvSpPr>
          <p:spPr>
            <a:xfrm>
              <a:off x="2078" y="3918"/>
              <a:ext cx="15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/RESET</a:t>
              </a:r>
            </a:p>
          </p:txBody>
        </p:sp>
        <p:sp>
          <p:nvSpPr>
            <p:cNvPr id="182348" name="Line 125"/>
            <p:cNvSpPr/>
            <p:nvPr/>
          </p:nvSpPr>
          <p:spPr>
            <a:xfrm>
              <a:off x="6335" y="5315"/>
              <a:ext cx="2490" cy="0"/>
            </a:xfrm>
            <a:prstGeom prst="line">
              <a:avLst/>
            </a:prstGeom>
            <a:ln w="28575" cap="flat" cmpd="sng">
              <a:solidFill>
                <a:schemeClr val="tx1"/>
              </a:solidFill>
              <a:prstDash val="solid"/>
              <a:headEnd type="none" w="med" len="med"/>
              <a:tailEnd type="none" w="med" len="med"/>
            </a:ln>
          </p:spPr>
        </p:sp>
        <p:sp>
          <p:nvSpPr>
            <p:cNvPr id="182349" name="Line 126"/>
            <p:cNvSpPr/>
            <p:nvPr/>
          </p:nvSpPr>
          <p:spPr>
            <a:xfrm flipH="1">
              <a:off x="7518" y="2070"/>
              <a:ext cx="0" cy="3275"/>
            </a:xfrm>
            <a:prstGeom prst="line">
              <a:avLst/>
            </a:prstGeom>
            <a:ln w="28575" cap="flat" cmpd="sng">
              <a:solidFill>
                <a:schemeClr val="tx1"/>
              </a:solidFill>
              <a:prstDash val="solid"/>
              <a:headEnd type="none" w="med" len="med"/>
              <a:tailEnd type="none" w="med" len="med"/>
            </a:ln>
          </p:spPr>
        </p:sp>
        <p:sp>
          <p:nvSpPr>
            <p:cNvPr id="182350" name="Rectangle 128"/>
            <p:cNvSpPr/>
            <p:nvPr/>
          </p:nvSpPr>
          <p:spPr>
            <a:xfrm>
              <a:off x="5708" y="5033"/>
              <a:ext cx="502" cy="592"/>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1" name="Oval 129"/>
            <p:cNvSpPr/>
            <p:nvPr/>
          </p:nvSpPr>
          <p:spPr>
            <a:xfrm>
              <a:off x="6188" y="5270"/>
              <a:ext cx="147" cy="10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2" name="Text Box 130"/>
            <p:cNvSpPr txBox="1"/>
            <p:nvPr/>
          </p:nvSpPr>
          <p:spPr>
            <a:xfrm>
              <a:off x="5650" y="5015"/>
              <a:ext cx="50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2353" name="Oval 131"/>
            <p:cNvSpPr/>
            <p:nvPr/>
          </p:nvSpPr>
          <p:spPr>
            <a:xfrm>
              <a:off x="4028" y="5433"/>
              <a:ext cx="100" cy="75"/>
            </a:xfrm>
            <a:prstGeom prst="ellipse">
              <a:avLst/>
            </a:prstGeom>
            <a:solidFill>
              <a:schemeClr val="bg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4" name="Oval 132"/>
            <p:cNvSpPr/>
            <p:nvPr/>
          </p:nvSpPr>
          <p:spPr>
            <a:xfrm>
              <a:off x="7460" y="5270"/>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5" name="Oval 133"/>
            <p:cNvSpPr/>
            <p:nvPr/>
          </p:nvSpPr>
          <p:spPr>
            <a:xfrm>
              <a:off x="11100" y="7050"/>
              <a:ext cx="100" cy="73"/>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6" name="Rectangle 139"/>
            <p:cNvSpPr/>
            <p:nvPr/>
          </p:nvSpPr>
          <p:spPr>
            <a:xfrm>
              <a:off x="4488" y="4470"/>
              <a:ext cx="500" cy="593"/>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7" name="Oval 140"/>
            <p:cNvSpPr/>
            <p:nvPr/>
          </p:nvSpPr>
          <p:spPr>
            <a:xfrm>
              <a:off x="4968" y="4708"/>
              <a:ext cx="147" cy="10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58" name="Text Box 141"/>
            <p:cNvSpPr txBox="1"/>
            <p:nvPr/>
          </p:nvSpPr>
          <p:spPr>
            <a:xfrm>
              <a:off x="4428" y="4455"/>
              <a:ext cx="50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2359" name="Line 143"/>
            <p:cNvSpPr/>
            <p:nvPr/>
          </p:nvSpPr>
          <p:spPr>
            <a:xfrm>
              <a:off x="7275" y="5550"/>
              <a:ext cx="1688" cy="0"/>
            </a:xfrm>
            <a:prstGeom prst="line">
              <a:avLst/>
            </a:prstGeom>
            <a:ln w="28575" cap="flat" cmpd="sng">
              <a:solidFill>
                <a:schemeClr val="tx1"/>
              </a:solidFill>
              <a:prstDash val="solid"/>
              <a:headEnd type="none" w="med" len="med"/>
              <a:tailEnd type="none" w="med" len="med"/>
            </a:ln>
          </p:spPr>
        </p:sp>
        <p:sp>
          <p:nvSpPr>
            <p:cNvPr id="182360" name="Line 144"/>
            <p:cNvSpPr/>
            <p:nvPr/>
          </p:nvSpPr>
          <p:spPr>
            <a:xfrm flipH="1">
              <a:off x="7275" y="2275"/>
              <a:ext cx="0" cy="3275"/>
            </a:xfrm>
            <a:prstGeom prst="line">
              <a:avLst/>
            </a:prstGeom>
            <a:ln w="28575" cap="flat" cmpd="sng">
              <a:solidFill>
                <a:schemeClr val="tx1"/>
              </a:solidFill>
              <a:prstDash val="solid"/>
              <a:headEnd type="none" w="med" len="med"/>
              <a:tailEnd type="none" w="med" len="med"/>
            </a:ln>
          </p:spPr>
        </p:sp>
        <p:sp>
          <p:nvSpPr>
            <p:cNvPr id="182361" name="Line 145"/>
            <p:cNvSpPr/>
            <p:nvPr/>
          </p:nvSpPr>
          <p:spPr>
            <a:xfrm>
              <a:off x="5130" y="4750"/>
              <a:ext cx="2115" cy="0"/>
            </a:xfrm>
            <a:prstGeom prst="line">
              <a:avLst/>
            </a:prstGeom>
            <a:ln w="28575" cap="flat" cmpd="sng">
              <a:solidFill>
                <a:srgbClr val="FF0000"/>
              </a:solidFill>
              <a:prstDash val="solid"/>
              <a:headEnd type="none" w="med" len="med"/>
              <a:tailEnd type="none" w="med" len="med"/>
            </a:ln>
          </p:spPr>
        </p:sp>
        <p:sp>
          <p:nvSpPr>
            <p:cNvPr id="182362" name="Oval 146"/>
            <p:cNvSpPr/>
            <p:nvPr/>
          </p:nvSpPr>
          <p:spPr>
            <a:xfrm>
              <a:off x="7228" y="4708"/>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3" name="Line 147"/>
            <p:cNvSpPr/>
            <p:nvPr/>
          </p:nvSpPr>
          <p:spPr>
            <a:xfrm>
              <a:off x="5408" y="5195"/>
              <a:ext cx="315" cy="0"/>
            </a:xfrm>
            <a:prstGeom prst="line">
              <a:avLst/>
            </a:prstGeom>
            <a:ln w="28575" cap="flat" cmpd="sng">
              <a:solidFill>
                <a:schemeClr val="tx1"/>
              </a:solidFill>
              <a:prstDash val="solid"/>
              <a:headEnd type="none" w="med" len="med"/>
              <a:tailEnd type="none" w="med" len="med"/>
            </a:ln>
          </p:spPr>
        </p:sp>
        <p:sp>
          <p:nvSpPr>
            <p:cNvPr id="182364" name="Line 148"/>
            <p:cNvSpPr/>
            <p:nvPr/>
          </p:nvSpPr>
          <p:spPr>
            <a:xfrm>
              <a:off x="5410" y="4750"/>
              <a:ext cx="0" cy="443"/>
            </a:xfrm>
            <a:prstGeom prst="line">
              <a:avLst/>
            </a:prstGeom>
            <a:ln w="28575" cap="flat" cmpd="sng">
              <a:solidFill>
                <a:schemeClr val="tx1"/>
              </a:solidFill>
              <a:prstDash val="solid"/>
              <a:headEnd type="none" w="med" len="med"/>
              <a:tailEnd type="none" w="med" len="med"/>
            </a:ln>
          </p:spPr>
        </p:sp>
        <p:sp>
          <p:nvSpPr>
            <p:cNvPr id="182365" name="Oval 149"/>
            <p:cNvSpPr/>
            <p:nvPr/>
          </p:nvSpPr>
          <p:spPr>
            <a:xfrm>
              <a:off x="5353" y="4723"/>
              <a:ext cx="100"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66" name="Line 150"/>
            <p:cNvSpPr/>
            <p:nvPr/>
          </p:nvSpPr>
          <p:spPr>
            <a:xfrm>
              <a:off x="4070" y="4895"/>
              <a:ext cx="405" cy="0"/>
            </a:xfrm>
            <a:prstGeom prst="line">
              <a:avLst/>
            </a:prstGeom>
            <a:ln w="28575" cap="flat" cmpd="sng">
              <a:solidFill>
                <a:schemeClr val="tx1"/>
              </a:solidFill>
              <a:prstDash val="solid"/>
              <a:headEnd type="none" w="med" len="med"/>
              <a:tailEnd type="none" w="med" len="med"/>
            </a:ln>
          </p:spPr>
        </p:sp>
        <p:sp>
          <p:nvSpPr>
            <p:cNvPr id="182367" name="Line 151"/>
            <p:cNvSpPr/>
            <p:nvPr/>
          </p:nvSpPr>
          <p:spPr>
            <a:xfrm flipH="1">
              <a:off x="4065" y="4900"/>
              <a:ext cx="0" cy="2520"/>
            </a:xfrm>
            <a:prstGeom prst="line">
              <a:avLst/>
            </a:prstGeom>
            <a:ln w="28575" cap="flat" cmpd="sng">
              <a:solidFill>
                <a:schemeClr val="tx1"/>
              </a:solidFill>
              <a:prstDash val="solid"/>
              <a:headEnd type="none" w="med" len="med"/>
              <a:tailEnd type="none" w="med" len="med"/>
            </a:ln>
          </p:spPr>
        </p:sp>
        <p:sp>
          <p:nvSpPr>
            <p:cNvPr id="182368" name="Line 152"/>
            <p:cNvSpPr/>
            <p:nvPr/>
          </p:nvSpPr>
          <p:spPr>
            <a:xfrm>
              <a:off x="3468" y="4618"/>
              <a:ext cx="1022" cy="0"/>
            </a:xfrm>
            <a:prstGeom prst="line">
              <a:avLst/>
            </a:prstGeom>
            <a:ln w="28575" cap="flat" cmpd="sng">
              <a:solidFill>
                <a:schemeClr val="tx1"/>
              </a:solidFill>
              <a:prstDash val="solid"/>
              <a:headEnd type="none" w="med" len="med"/>
              <a:tailEnd type="none" w="med" len="med"/>
            </a:ln>
          </p:spPr>
        </p:sp>
        <p:sp>
          <p:nvSpPr>
            <p:cNvPr id="182369" name="Text Box 153"/>
            <p:cNvSpPr txBox="1"/>
            <p:nvPr/>
          </p:nvSpPr>
          <p:spPr>
            <a:xfrm>
              <a:off x="2600" y="4328"/>
              <a:ext cx="100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/GO</a:t>
              </a:r>
            </a:p>
          </p:txBody>
        </p:sp>
        <p:sp>
          <p:nvSpPr>
            <p:cNvPr id="182370" name="Line 154"/>
            <p:cNvSpPr/>
            <p:nvPr/>
          </p:nvSpPr>
          <p:spPr>
            <a:xfrm>
              <a:off x="4065" y="5465"/>
              <a:ext cx="1640" cy="0"/>
            </a:xfrm>
            <a:prstGeom prst="line">
              <a:avLst/>
            </a:prstGeom>
            <a:ln w="28575" cap="flat" cmpd="sng">
              <a:solidFill>
                <a:schemeClr val="tx1"/>
              </a:solidFill>
              <a:prstDash val="solid"/>
              <a:headEnd type="none" w="med" len="med"/>
              <a:tailEnd type="none" w="med" len="med"/>
            </a:ln>
          </p:spPr>
        </p:sp>
        <p:sp>
          <p:nvSpPr>
            <p:cNvPr id="182371" name="Line 155"/>
            <p:cNvSpPr/>
            <p:nvPr/>
          </p:nvSpPr>
          <p:spPr>
            <a:xfrm>
              <a:off x="8543" y="6530"/>
              <a:ext cx="0" cy="440"/>
            </a:xfrm>
            <a:prstGeom prst="line">
              <a:avLst/>
            </a:prstGeom>
            <a:ln w="28575" cap="flat" cmpd="sng">
              <a:solidFill>
                <a:schemeClr val="tx1"/>
              </a:solidFill>
              <a:prstDash val="solid"/>
              <a:headEnd type="none" w="med" len="med"/>
              <a:tailEnd type="none" w="med" len="med"/>
            </a:ln>
          </p:spPr>
        </p:sp>
        <p:sp>
          <p:nvSpPr>
            <p:cNvPr id="182372" name="Line 156"/>
            <p:cNvSpPr/>
            <p:nvPr/>
          </p:nvSpPr>
          <p:spPr>
            <a:xfrm>
              <a:off x="8440" y="6975"/>
              <a:ext cx="203" cy="0"/>
            </a:xfrm>
            <a:prstGeom prst="line">
              <a:avLst/>
            </a:prstGeom>
            <a:ln w="28575" cap="flat" cmpd="sng">
              <a:solidFill>
                <a:schemeClr val="tx1"/>
              </a:solidFill>
              <a:prstDash val="solid"/>
              <a:headEnd type="none" w="med" len="med"/>
              <a:tailEnd type="none" w="med" len="med"/>
            </a:ln>
          </p:spPr>
        </p:sp>
        <p:sp>
          <p:nvSpPr>
            <p:cNvPr id="182373" name="Line 157"/>
            <p:cNvSpPr/>
            <p:nvPr/>
          </p:nvSpPr>
          <p:spPr>
            <a:xfrm>
              <a:off x="8643" y="4233"/>
              <a:ext cx="0" cy="1482"/>
            </a:xfrm>
            <a:prstGeom prst="line">
              <a:avLst/>
            </a:prstGeom>
            <a:ln w="28575" cap="flat" cmpd="sng">
              <a:solidFill>
                <a:schemeClr val="tx1"/>
              </a:solidFill>
              <a:prstDash val="solid"/>
              <a:headEnd type="none" w="med" len="med"/>
              <a:tailEnd type="none" w="med" len="med"/>
            </a:ln>
          </p:spPr>
        </p:sp>
        <p:sp>
          <p:nvSpPr>
            <p:cNvPr id="182374" name="Line 158"/>
            <p:cNvSpPr/>
            <p:nvPr/>
          </p:nvSpPr>
          <p:spPr>
            <a:xfrm>
              <a:off x="8650" y="5715"/>
              <a:ext cx="315" cy="0"/>
            </a:xfrm>
            <a:prstGeom prst="line">
              <a:avLst/>
            </a:prstGeom>
            <a:ln w="28575" cap="flat" cmpd="sng">
              <a:solidFill>
                <a:schemeClr val="tx1"/>
              </a:solidFill>
              <a:prstDash val="solid"/>
              <a:headEnd type="none" w="med" len="med"/>
              <a:tailEnd type="none" w="med" len="med"/>
            </a:ln>
          </p:spPr>
        </p:sp>
        <p:sp>
          <p:nvSpPr>
            <p:cNvPr id="182375" name="Line 159"/>
            <p:cNvSpPr/>
            <p:nvPr/>
          </p:nvSpPr>
          <p:spPr>
            <a:xfrm>
              <a:off x="8643" y="4233"/>
              <a:ext cx="2957" cy="0"/>
            </a:xfrm>
            <a:prstGeom prst="line">
              <a:avLst/>
            </a:prstGeom>
            <a:ln w="28575" cap="flat" cmpd="sng">
              <a:solidFill>
                <a:schemeClr val="tx1"/>
              </a:solidFill>
              <a:prstDash val="solid"/>
              <a:headEnd type="none" w="med" len="med"/>
              <a:tailEnd type="none" w="med" len="med"/>
            </a:ln>
          </p:spPr>
        </p:sp>
        <p:sp>
          <p:nvSpPr>
            <p:cNvPr id="182376" name="Line 160"/>
            <p:cNvSpPr/>
            <p:nvPr/>
          </p:nvSpPr>
          <p:spPr>
            <a:xfrm>
              <a:off x="11590" y="3803"/>
              <a:ext cx="0" cy="442"/>
            </a:xfrm>
            <a:prstGeom prst="line">
              <a:avLst/>
            </a:prstGeom>
            <a:ln w="28575" cap="flat" cmpd="sng">
              <a:solidFill>
                <a:schemeClr val="tx1"/>
              </a:solidFill>
              <a:prstDash val="solid"/>
              <a:headEnd type="none" w="med" len="med"/>
              <a:tailEnd type="none" w="med" len="med"/>
            </a:ln>
          </p:spPr>
        </p:sp>
        <p:sp>
          <p:nvSpPr>
            <p:cNvPr id="182377" name="Oval 162"/>
            <p:cNvSpPr/>
            <p:nvPr/>
          </p:nvSpPr>
          <p:spPr>
            <a:xfrm>
              <a:off x="8501" y="6733"/>
              <a:ext cx="100" cy="72"/>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2378" name="Text Box 166"/>
            <p:cNvSpPr txBox="1"/>
            <p:nvPr/>
          </p:nvSpPr>
          <p:spPr>
            <a:xfrm>
              <a:off x="11150" y="7123"/>
              <a:ext cx="160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MAXCNT</a:t>
              </a:r>
            </a:p>
          </p:txBody>
        </p:sp>
        <p:sp>
          <p:nvSpPr>
            <p:cNvPr id="182379" name="Text Box 7"/>
            <p:cNvSpPr txBox="1"/>
            <p:nvPr/>
          </p:nvSpPr>
          <p:spPr>
            <a:xfrm>
              <a:off x="8885" y="1563"/>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182380" name="Text Box 10"/>
            <p:cNvSpPr txBox="1"/>
            <p:nvPr/>
          </p:nvSpPr>
          <p:spPr>
            <a:xfrm>
              <a:off x="8885" y="221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p>
          </p:txBody>
        </p:sp>
        <p:sp>
          <p:nvSpPr>
            <p:cNvPr id="182381" name="Text Box 15"/>
            <p:cNvSpPr txBox="1"/>
            <p:nvPr/>
          </p:nvSpPr>
          <p:spPr>
            <a:xfrm>
              <a:off x="10068" y="2515"/>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2" name="Text Box 17"/>
            <p:cNvSpPr txBox="1"/>
            <p:nvPr/>
          </p:nvSpPr>
          <p:spPr>
            <a:xfrm>
              <a:off x="10068" y="3008"/>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3" name="Text Box 19"/>
            <p:cNvSpPr txBox="1"/>
            <p:nvPr/>
          </p:nvSpPr>
          <p:spPr>
            <a:xfrm>
              <a:off x="9850" y="354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p>
          </p:txBody>
        </p:sp>
        <p:sp>
          <p:nvSpPr>
            <p:cNvPr id="182384" name="Text Box 54"/>
            <p:cNvSpPr txBox="1"/>
            <p:nvPr/>
          </p:nvSpPr>
          <p:spPr>
            <a:xfrm>
              <a:off x="8885" y="482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182385" name="Text Box 57"/>
            <p:cNvSpPr txBox="1"/>
            <p:nvPr/>
          </p:nvSpPr>
          <p:spPr>
            <a:xfrm>
              <a:off x="8885" y="5493"/>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ENT</a:t>
              </a:r>
            </a:p>
          </p:txBody>
        </p:sp>
        <p:sp>
          <p:nvSpPr>
            <p:cNvPr id="182386" name="Text Box 62"/>
            <p:cNvSpPr txBox="1"/>
            <p:nvPr/>
          </p:nvSpPr>
          <p:spPr>
            <a:xfrm>
              <a:off x="10068" y="5788"/>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A</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7" name="Text Box 64"/>
            <p:cNvSpPr txBox="1"/>
            <p:nvPr/>
          </p:nvSpPr>
          <p:spPr>
            <a:xfrm>
              <a:off x="10068" y="6278"/>
              <a:ext cx="86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r>
                <a:rPr lang="en-US" altLang="zh-CN" sz="1400" baseline="-25000">
                  <a:solidFill>
                    <a:schemeClr val="tx1"/>
                  </a:solidFill>
                  <a:latin typeface="黑体" panose="02010609060101010101" pitchFamily="2" charset="-122"/>
                  <a:ea typeface="黑体" panose="02010609060101010101" pitchFamily="2" charset="-122"/>
                </a:rPr>
                <a:t>C</a:t>
              </a:r>
              <a:endParaRPr lang="en-US" altLang="zh-CN" sz="1400">
                <a:solidFill>
                  <a:schemeClr val="tx1"/>
                </a:solidFill>
                <a:latin typeface="黑体" panose="02010609060101010101" pitchFamily="2" charset="-122"/>
                <a:ea typeface="黑体" panose="02010609060101010101" pitchFamily="2" charset="-122"/>
              </a:endParaRPr>
            </a:p>
          </p:txBody>
        </p:sp>
        <p:sp>
          <p:nvSpPr>
            <p:cNvPr id="182388" name="Text Box 66"/>
            <p:cNvSpPr txBox="1"/>
            <p:nvPr/>
          </p:nvSpPr>
          <p:spPr>
            <a:xfrm>
              <a:off x="9850" y="6815"/>
              <a:ext cx="86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RCO</a:t>
              </a:r>
            </a:p>
          </p:txBody>
        </p:sp>
      </p:grpSp>
      <p:sp>
        <p:nvSpPr>
          <p:cNvPr id="128" name="矩形 127">
            <a:extLst>
              <a:ext uri="{FF2B5EF4-FFF2-40B4-BE49-F238E27FC236}">
                <a16:creationId xmlns:a16="http://schemas.microsoft.com/office/drawing/2014/main" id="{E2A3A55B-8979-44B6-83EC-15290100F86F}"/>
              </a:ext>
            </a:extLst>
          </p:cNvPr>
          <p:cNvSpPr/>
          <p:nvPr/>
        </p:nvSpPr>
        <p:spPr>
          <a:xfrm>
            <a:off x="7816022" y="1647508"/>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29" name="矩形 128">
            <a:extLst>
              <a:ext uri="{FF2B5EF4-FFF2-40B4-BE49-F238E27FC236}">
                <a16:creationId xmlns:a16="http://schemas.microsoft.com/office/drawing/2014/main" id="{9C10E9DC-296C-4D54-9BBB-E692BC6D1CB3}"/>
              </a:ext>
            </a:extLst>
          </p:cNvPr>
          <p:cNvSpPr/>
          <p:nvPr/>
        </p:nvSpPr>
        <p:spPr>
          <a:xfrm>
            <a:off x="7822372" y="1852453"/>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0" name="矩形 129">
            <a:extLst>
              <a:ext uri="{FF2B5EF4-FFF2-40B4-BE49-F238E27FC236}">
                <a16:creationId xmlns:a16="http://schemas.microsoft.com/office/drawing/2014/main" id="{9613B12F-5036-42AF-88F2-CF022ECB3221}"/>
              </a:ext>
            </a:extLst>
          </p:cNvPr>
          <p:cNvSpPr/>
          <p:nvPr/>
        </p:nvSpPr>
        <p:spPr>
          <a:xfrm>
            <a:off x="7830499" y="2044947"/>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1" name="矩形 130">
            <a:extLst>
              <a:ext uri="{FF2B5EF4-FFF2-40B4-BE49-F238E27FC236}">
                <a16:creationId xmlns:a16="http://schemas.microsoft.com/office/drawing/2014/main" id="{946A8DA5-9DC1-4F31-B54A-B67C84CFAA62}"/>
              </a:ext>
            </a:extLst>
          </p:cNvPr>
          <p:cNvSpPr/>
          <p:nvPr/>
        </p:nvSpPr>
        <p:spPr>
          <a:xfrm>
            <a:off x="7830499" y="2230119"/>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6" name="矩形 135">
            <a:extLst>
              <a:ext uri="{FF2B5EF4-FFF2-40B4-BE49-F238E27FC236}">
                <a16:creationId xmlns:a16="http://schemas.microsoft.com/office/drawing/2014/main" id="{894C13AA-275A-4D19-AC2E-F5363F5FFA41}"/>
              </a:ext>
            </a:extLst>
          </p:cNvPr>
          <p:cNvSpPr/>
          <p:nvPr/>
        </p:nvSpPr>
        <p:spPr>
          <a:xfrm>
            <a:off x="7830180" y="3719099"/>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7" name="矩形 136">
            <a:extLst>
              <a:ext uri="{FF2B5EF4-FFF2-40B4-BE49-F238E27FC236}">
                <a16:creationId xmlns:a16="http://schemas.microsoft.com/office/drawing/2014/main" id="{18F505E7-BD96-460F-9F91-738951441E98}"/>
              </a:ext>
            </a:extLst>
          </p:cNvPr>
          <p:cNvSpPr/>
          <p:nvPr/>
        </p:nvSpPr>
        <p:spPr>
          <a:xfrm>
            <a:off x="7836530" y="3924044"/>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8" name="矩形 137">
            <a:extLst>
              <a:ext uri="{FF2B5EF4-FFF2-40B4-BE49-F238E27FC236}">
                <a16:creationId xmlns:a16="http://schemas.microsoft.com/office/drawing/2014/main" id="{C3FBB905-8C40-4374-8E4B-CE24C9483373}"/>
              </a:ext>
            </a:extLst>
          </p:cNvPr>
          <p:cNvSpPr/>
          <p:nvPr/>
        </p:nvSpPr>
        <p:spPr>
          <a:xfrm>
            <a:off x="7844657" y="4116538"/>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39" name="矩形 138">
            <a:extLst>
              <a:ext uri="{FF2B5EF4-FFF2-40B4-BE49-F238E27FC236}">
                <a16:creationId xmlns:a16="http://schemas.microsoft.com/office/drawing/2014/main" id="{29F3A89E-2338-45CE-AFB9-83289A56BE07}"/>
              </a:ext>
            </a:extLst>
          </p:cNvPr>
          <p:cNvSpPr/>
          <p:nvPr/>
        </p:nvSpPr>
        <p:spPr>
          <a:xfrm>
            <a:off x="7844657" y="4301710"/>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40" name="矩形 139">
            <a:extLst>
              <a:ext uri="{FF2B5EF4-FFF2-40B4-BE49-F238E27FC236}">
                <a16:creationId xmlns:a16="http://schemas.microsoft.com/office/drawing/2014/main" id="{4D572DC0-993D-47E5-9ABB-D3EBE5A3A5E6}"/>
              </a:ext>
            </a:extLst>
          </p:cNvPr>
          <p:cNvSpPr/>
          <p:nvPr/>
        </p:nvSpPr>
        <p:spPr>
          <a:xfrm>
            <a:off x="4074676" y="3400109"/>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1" name="矩形 140">
            <a:extLst>
              <a:ext uri="{FF2B5EF4-FFF2-40B4-BE49-F238E27FC236}">
                <a16:creationId xmlns:a16="http://schemas.microsoft.com/office/drawing/2014/main" id="{AB4E751F-30F7-4047-8596-2E5DC7E5A482}"/>
              </a:ext>
            </a:extLst>
          </p:cNvPr>
          <p:cNvSpPr/>
          <p:nvPr/>
        </p:nvSpPr>
        <p:spPr>
          <a:xfrm>
            <a:off x="7836530" y="4116551"/>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2" name="矩形 141">
            <a:extLst>
              <a:ext uri="{FF2B5EF4-FFF2-40B4-BE49-F238E27FC236}">
                <a16:creationId xmlns:a16="http://schemas.microsoft.com/office/drawing/2014/main" id="{A34B5368-1964-47A8-BCF7-D010F3FEAF4E}"/>
              </a:ext>
            </a:extLst>
          </p:cNvPr>
          <p:cNvSpPr/>
          <p:nvPr/>
        </p:nvSpPr>
        <p:spPr>
          <a:xfrm>
            <a:off x="7836530" y="4281591"/>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3" name="矩形 142">
            <a:extLst>
              <a:ext uri="{FF2B5EF4-FFF2-40B4-BE49-F238E27FC236}">
                <a16:creationId xmlns:a16="http://schemas.microsoft.com/office/drawing/2014/main" id="{7B19D509-AA74-4BBB-893D-E99CBEDE5E22}"/>
              </a:ext>
            </a:extLst>
          </p:cNvPr>
          <p:cNvSpPr/>
          <p:nvPr/>
        </p:nvSpPr>
        <p:spPr>
          <a:xfrm>
            <a:off x="7861375" y="1643669"/>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4" name="矩形 143">
            <a:extLst>
              <a:ext uri="{FF2B5EF4-FFF2-40B4-BE49-F238E27FC236}">
                <a16:creationId xmlns:a16="http://schemas.microsoft.com/office/drawing/2014/main" id="{A183E8AA-176F-48D5-9FA8-F9BA1FB91C58}"/>
              </a:ext>
            </a:extLst>
          </p:cNvPr>
          <p:cNvSpPr/>
          <p:nvPr/>
        </p:nvSpPr>
        <p:spPr>
          <a:xfrm>
            <a:off x="7873446" y="1848614"/>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5" name="矩形 144">
            <a:extLst>
              <a:ext uri="{FF2B5EF4-FFF2-40B4-BE49-F238E27FC236}">
                <a16:creationId xmlns:a16="http://schemas.microsoft.com/office/drawing/2014/main" id="{6A606242-926E-4A61-A213-D310675349A0}"/>
              </a:ext>
            </a:extLst>
          </p:cNvPr>
          <p:cNvSpPr/>
          <p:nvPr/>
        </p:nvSpPr>
        <p:spPr>
          <a:xfrm>
            <a:off x="7873446" y="2044986"/>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6" name="矩形 145">
            <a:extLst>
              <a:ext uri="{FF2B5EF4-FFF2-40B4-BE49-F238E27FC236}">
                <a16:creationId xmlns:a16="http://schemas.microsoft.com/office/drawing/2014/main" id="{1A5672A8-9074-4D8A-A04C-832C0098E015}"/>
              </a:ext>
            </a:extLst>
          </p:cNvPr>
          <p:cNvSpPr/>
          <p:nvPr/>
        </p:nvSpPr>
        <p:spPr>
          <a:xfrm>
            <a:off x="7876349" y="2239782"/>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7" name="矩形 146">
            <a:extLst>
              <a:ext uri="{FF2B5EF4-FFF2-40B4-BE49-F238E27FC236}">
                <a16:creationId xmlns:a16="http://schemas.microsoft.com/office/drawing/2014/main" id="{404C28E8-EC66-40CD-AEFA-ADDCA655A5A3}"/>
              </a:ext>
            </a:extLst>
          </p:cNvPr>
          <p:cNvSpPr/>
          <p:nvPr/>
        </p:nvSpPr>
        <p:spPr>
          <a:xfrm>
            <a:off x="7872803" y="4297832"/>
            <a:ext cx="162840" cy="161067"/>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8" name="矩形 147">
            <a:extLst>
              <a:ext uri="{FF2B5EF4-FFF2-40B4-BE49-F238E27FC236}">
                <a16:creationId xmlns:a16="http://schemas.microsoft.com/office/drawing/2014/main" id="{4DE73426-C1E2-4621-A212-0250FF8EA3D3}"/>
              </a:ext>
            </a:extLst>
          </p:cNvPr>
          <p:cNvSpPr/>
          <p:nvPr/>
        </p:nvSpPr>
        <p:spPr>
          <a:xfrm>
            <a:off x="7842089" y="3707768"/>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49" name="矩形 148">
            <a:extLst>
              <a:ext uri="{FF2B5EF4-FFF2-40B4-BE49-F238E27FC236}">
                <a16:creationId xmlns:a16="http://schemas.microsoft.com/office/drawing/2014/main" id="{15F37ECE-6EBF-4BCE-84E3-63CBD5C1A7D4}"/>
              </a:ext>
            </a:extLst>
          </p:cNvPr>
          <p:cNvSpPr/>
          <p:nvPr/>
        </p:nvSpPr>
        <p:spPr>
          <a:xfrm>
            <a:off x="7851999" y="3924044"/>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50" name="矩形 149">
            <a:extLst>
              <a:ext uri="{FF2B5EF4-FFF2-40B4-BE49-F238E27FC236}">
                <a16:creationId xmlns:a16="http://schemas.microsoft.com/office/drawing/2014/main" id="{C6604E0D-757B-4946-A3A0-32A0C86DFC2E}"/>
              </a:ext>
            </a:extLst>
          </p:cNvPr>
          <p:cNvSpPr/>
          <p:nvPr/>
        </p:nvSpPr>
        <p:spPr>
          <a:xfrm>
            <a:off x="7874550" y="4113311"/>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
        <p:nvSpPr>
          <p:cNvPr id="151" name="矩形 150">
            <a:extLst>
              <a:ext uri="{FF2B5EF4-FFF2-40B4-BE49-F238E27FC236}">
                <a16:creationId xmlns:a16="http://schemas.microsoft.com/office/drawing/2014/main" id="{EFFB837A-CA25-4C8A-B582-34AF7C2ED305}"/>
              </a:ext>
            </a:extLst>
          </p:cNvPr>
          <p:cNvSpPr/>
          <p:nvPr/>
        </p:nvSpPr>
        <p:spPr>
          <a:xfrm>
            <a:off x="6800034" y="2440356"/>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0</a:t>
            </a:r>
          </a:p>
        </p:txBody>
      </p:sp>
      <p:sp>
        <p:nvSpPr>
          <p:cNvPr id="152" name="矩形 151">
            <a:extLst>
              <a:ext uri="{FF2B5EF4-FFF2-40B4-BE49-F238E27FC236}">
                <a16:creationId xmlns:a16="http://schemas.microsoft.com/office/drawing/2014/main" id="{9937BB1C-899A-4357-837F-6E964BACDC23}"/>
              </a:ext>
            </a:extLst>
          </p:cNvPr>
          <p:cNvSpPr/>
          <p:nvPr/>
        </p:nvSpPr>
        <p:spPr>
          <a:xfrm>
            <a:off x="7876733" y="1652193"/>
            <a:ext cx="183644" cy="181294"/>
          </a:xfrm>
          <a:prstGeom prst="rect">
            <a:avLst/>
          </a:prstGeom>
          <a:solidFill>
            <a:schemeClr val="bg1"/>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000" b="0" i="0" u="none" strike="noStrike" cap="none" normalizeH="0" baseline="0" dirty="0">
                <a:ln>
                  <a:noFill/>
                </a:ln>
                <a:solidFill>
                  <a:srgbClr val="FF0000"/>
                </a:solidFill>
                <a:effectLst/>
                <a:latin typeface="华文新魏" panose="02010800040101010101" pitchFamily="2" charset="-122"/>
                <a:ea typeface="华文新魏" panose="02010800040101010101" pitchFamily="2" charset="-122"/>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childTnLst>
                                    <p:set>
                                      <p:cBhvr>
                                        <p:cTn id="12" dur="1" fill="hold">
                                          <p:stCondLst>
                                            <p:cond delay="0"/>
                                          </p:stCondLst>
                                        </p:cTn>
                                        <p:tgtEl>
                                          <p:spTgt spid="128"/>
                                        </p:tgtEl>
                                        <p:attrNameLst>
                                          <p:attrName>style.visibility</p:attrName>
                                        </p:attrNameLst>
                                      </p:cBhvr>
                                      <p:to>
                                        <p:strVal val="visible"/>
                                      </p:to>
                                    </p:set>
                                  </p:childTnLst>
                                </p:cTn>
                              </p:par>
                              <p:par>
                                <p:cTn id="13" presetID="1" presetClass="entr" presetSubtype="0" fill="hold" grpId="2" nodeType="withEffect">
                                  <p:stCondLst>
                                    <p:cond delay="0"/>
                                  </p:stCondLst>
                                  <p:childTnLst>
                                    <p:set>
                                      <p:cBhvr>
                                        <p:cTn id="14" dur="1" fill="hold">
                                          <p:stCondLst>
                                            <p:cond delay="0"/>
                                          </p:stCondLst>
                                        </p:cTn>
                                        <p:tgtEl>
                                          <p:spTgt spid="129"/>
                                        </p:tgtEl>
                                        <p:attrNameLst>
                                          <p:attrName>style.visibility</p:attrName>
                                        </p:attrNameLst>
                                      </p:cBhvr>
                                      <p:to>
                                        <p:strVal val="visible"/>
                                      </p:to>
                                    </p:set>
                                  </p:childTnLst>
                                </p:cTn>
                              </p:par>
                              <p:par>
                                <p:cTn id="15" presetID="1" presetClass="entr" presetSubtype="0" fill="hold" grpId="2" nodeType="withEffect">
                                  <p:stCondLst>
                                    <p:cond delay="0"/>
                                  </p:stCondLst>
                                  <p:childTnLst>
                                    <p:set>
                                      <p:cBhvr>
                                        <p:cTn id="16" dur="1" fill="hold">
                                          <p:stCondLst>
                                            <p:cond delay="0"/>
                                          </p:stCondLst>
                                        </p:cTn>
                                        <p:tgtEl>
                                          <p:spTgt spid="130"/>
                                        </p:tgtEl>
                                        <p:attrNameLst>
                                          <p:attrName>style.visibility</p:attrName>
                                        </p:attrNameLst>
                                      </p:cBhvr>
                                      <p:to>
                                        <p:strVal val="visible"/>
                                      </p:to>
                                    </p:set>
                                  </p:childTnLst>
                                </p:cTn>
                              </p:par>
                              <p:par>
                                <p:cTn id="17" presetID="1" presetClass="entr" presetSubtype="0" fill="hold" grpId="2" nodeType="withEffect">
                                  <p:stCondLst>
                                    <p:cond delay="0"/>
                                  </p:stCondLst>
                                  <p:childTnLst>
                                    <p:set>
                                      <p:cBhvr>
                                        <p:cTn id="18" dur="1" fill="hold">
                                          <p:stCondLst>
                                            <p:cond delay="0"/>
                                          </p:stCondLst>
                                        </p:cTn>
                                        <p:tgtEl>
                                          <p:spTgt spid="1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136"/>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137"/>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138"/>
                                        </p:tgtEl>
                                        <p:attrNameLst>
                                          <p:attrName>style.visibility</p:attrName>
                                        </p:attrNameLst>
                                      </p:cBhvr>
                                      <p:to>
                                        <p:strVal val="visible"/>
                                      </p:to>
                                    </p:set>
                                  </p:childTnLst>
                                </p:cTn>
                              </p:par>
                              <p:par>
                                <p:cTn id="27" presetID="1" presetClass="entr" presetSubtype="0" fill="hold" grpId="1" nodeType="withEffect">
                                  <p:stCondLst>
                                    <p:cond delay="0"/>
                                  </p:stCondLst>
                                  <p:childTnLst>
                                    <p:set>
                                      <p:cBhvr>
                                        <p:cTn id="28" dur="1" fill="hold">
                                          <p:stCondLst>
                                            <p:cond delay="0"/>
                                          </p:stCondLst>
                                        </p:cTn>
                                        <p:tgtEl>
                                          <p:spTgt spid="1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1" nodeType="clickEffect">
                                  <p:stCondLst>
                                    <p:cond delay="0"/>
                                  </p:stCondLst>
                                  <p:childTnLst>
                                    <p:set>
                                      <p:cBhvr>
                                        <p:cTn id="32" dur="1" fill="hold">
                                          <p:stCondLst>
                                            <p:cond delay="0"/>
                                          </p:stCondLst>
                                        </p:cTn>
                                        <p:tgtEl>
                                          <p:spTgt spid="1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41"/>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1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1" nodeType="clickEffect">
                                  <p:stCondLst>
                                    <p:cond delay="0"/>
                                  </p:stCondLst>
                                  <p:childTnLst>
                                    <p:set>
                                      <p:cBhvr>
                                        <p:cTn id="42" dur="1" fill="hold">
                                          <p:stCondLst>
                                            <p:cond delay="0"/>
                                          </p:stCondLst>
                                        </p:cTn>
                                        <p:tgtEl>
                                          <p:spTgt spid="143"/>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14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145"/>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14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1" nodeType="clickEffect">
                                  <p:stCondLst>
                                    <p:cond delay="0"/>
                                  </p:stCondLst>
                                  <p:childTnLst>
                                    <p:set>
                                      <p:cBhvr>
                                        <p:cTn id="52" dur="1" fill="hold">
                                          <p:stCondLst>
                                            <p:cond delay="0"/>
                                          </p:stCondLst>
                                        </p:cTn>
                                        <p:tgtEl>
                                          <p:spTgt spid="147"/>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148"/>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149"/>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15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15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1" nodeType="clickEffect">
                                  <p:stCondLst>
                                    <p:cond delay="0"/>
                                  </p:stCondLst>
                                  <p:childTnLst>
                                    <p:set>
                                      <p:cBhvr>
                                        <p:cTn id="66" dur="1" fill="hold">
                                          <p:stCondLst>
                                            <p:cond delay="0"/>
                                          </p:stCondLst>
                                        </p:cTn>
                                        <p:tgtEl>
                                          <p:spTgt spid="1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 grpId="1" animBg="1"/>
      <p:bldP spid="128" grpId="2" animBg="1"/>
      <p:bldP spid="129" grpId="1" animBg="1"/>
      <p:bldP spid="129" grpId="2" animBg="1"/>
      <p:bldP spid="130" grpId="1" animBg="1"/>
      <p:bldP spid="130" grpId="2" animBg="1"/>
      <p:bldP spid="131" grpId="1" animBg="1"/>
      <p:bldP spid="131" grpId="2" animBg="1"/>
      <p:bldP spid="136" grpId="0" animBg="1"/>
      <p:bldP spid="136" grpId="1" animBg="1"/>
      <p:bldP spid="137" grpId="0" animBg="1"/>
      <p:bldP spid="137" grpId="1" animBg="1"/>
      <p:bldP spid="138" grpId="0" animBg="1"/>
      <p:bldP spid="138" grpId="1" animBg="1"/>
      <p:bldP spid="139" grpId="0" animBg="1"/>
      <p:bldP spid="139" grpId="1" animBg="1"/>
      <p:bldP spid="140" grpId="0" animBg="1"/>
      <p:bldP spid="140" grpId="1" animBg="1"/>
      <p:bldP spid="141" grpId="0" animBg="1"/>
      <p:bldP spid="141" grpId="1" animBg="1"/>
      <p:bldP spid="142" grpId="0" animBg="1"/>
      <p:bldP spid="142" grpId="1" animBg="1"/>
      <p:bldP spid="143" grpId="0" animBg="1"/>
      <p:bldP spid="143" grpId="1" animBg="1"/>
      <p:bldP spid="144" grpId="0" animBg="1"/>
      <p:bldP spid="144" grpId="1" animBg="1"/>
      <p:bldP spid="145" grpId="0" animBg="1"/>
      <p:bldP spid="145" grpId="1" animBg="1"/>
      <p:bldP spid="146" grpId="0" animBg="1"/>
      <p:bldP spid="146" grpId="1" animBg="1"/>
      <p:bldP spid="147" grpId="0" animBg="1"/>
      <p:bldP spid="147" grpId="1" animBg="1"/>
      <p:bldP spid="148" grpId="0" animBg="1"/>
      <p:bldP spid="148" grpId="1" animBg="1"/>
      <p:bldP spid="149" grpId="0" animBg="1"/>
      <p:bldP spid="149" grpId="1" animBg="1"/>
      <p:bldP spid="150" grpId="0" animBg="1"/>
      <p:bldP spid="150" grpId="1" animBg="1"/>
      <p:bldP spid="151" grpId="0" animBg="1"/>
      <p:bldP spid="151" grpId="1" animBg="1"/>
      <p:bldP spid="152" grpId="0" animBg="1"/>
      <p:bldP spid="152"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p:cNvSpPr>
          <p:nvPr>
            <p:ph type="title"/>
          </p:nvPr>
        </p:nvSpPr>
        <p:spPr>
          <a:xfrm>
            <a:off x="533400" y="601663"/>
            <a:ext cx="5486400" cy="45720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latin typeface="华文新魏" panose="02010800040101010101" pitchFamily="2" charset="-122"/>
                <a:ea typeface="华文新魏" panose="02010800040101010101" pitchFamily="2" charset="-122"/>
              </a:rPr>
              <a:t>其它类型</a:t>
            </a:r>
            <a:r>
              <a:rPr lang="en-US" altLang="zh-CN" sz="2000" b="1">
                <a:latin typeface="华文新魏" panose="02010800040101010101" pitchFamily="2" charset="-122"/>
                <a:ea typeface="华文新魏" panose="02010800040101010101" pitchFamily="2" charset="-122"/>
              </a:rPr>
              <a:t>MSI</a:t>
            </a:r>
            <a:r>
              <a:rPr lang="zh-CN" altLang="en-US" sz="2000" b="1" dirty="0">
                <a:latin typeface="华文新魏" panose="02010800040101010101" pitchFamily="2" charset="-122"/>
                <a:ea typeface="华文新魏" panose="02010800040101010101" pitchFamily="2" charset="-122"/>
              </a:rPr>
              <a:t>计数器</a:t>
            </a:r>
          </a:p>
        </p:txBody>
      </p:sp>
      <p:sp>
        <p:nvSpPr>
          <p:cNvPr id="183299" name="Text Box 41"/>
          <p:cNvSpPr txBox="1"/>
          <p:nvPr/>
        </p:nvSpPr>
        <p:spPr>
          <a:xfrm>
            <a:off x="520065" y="965200"/>
            <a:ext cx="5780088" cy="2109470"/>
          </a:xfrm>
          <a:prstGeom prst="rect">
            <a:avLst/>
          </a:prstGeom>
          <a:noFill/>
          <a:ln w="9525">
            <a:noFill/>
          </a:ln>
        </p:spPr>
        <p:txBody>
          <a:bodyPr>
            <a:spAutoFit/>
          </a:bodyPr>
          <a:lstStyle/>
          <a:p>
            <a:pPr eaLnBrk="1" hangingPunct="1">
              <a:lnSpc>
                <a:spcPct val="90000"/>
              </a:lnSpc>
              <a:spcBef>
                <a:spcPct val="50000"/>
              </a:spcBef>
              <a:buFont typeface="Arial" panose="020B0604020202020204" pitchFamily="34" charset="0"/>
            </a:pPr>
            <a:r>
              <a:rPr lang="en-US" altLang="zh-CN" sz="1800"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类似于</a:t>
            </a:r>
            <a:r>
              <a:rPr lang="en-US" altLang="zh-CN" sz="1800" b="1" dirty="0">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dirty="0">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的 </a:t>
            </a:r>
            <a:r>
              <a:rPr lang="en-US" altLang="zh-CN" sz="1800" b="1" dirty="0">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为</a:t>
            </a:r>
            <a:r>
              <a:rPr lang="zh-CN" altLang="en-US" sz="1800" b="1" dirty="0">
                <a:solidFill>
                  <a:srgbClr val="FF0000"/>
                </a:solidFill>
                <a:latin typeface="华文新魏" panose="02010800040101010101" pitchFamily="2" charset="-122"/>
                <a:ea typeface="华文新魏" panose="02010800040101010101" pitchFamily="2" charset="-122"/>
              </a:rPr>
              <a:t>异步清零</a:t>
            </a:r>
            <a:r>
              <a:rPr lang="zh-CN" altLang="en-US" sz="1800" b="1" dirty="0">
                <a:solidFill>
                  <a:schemeClr val="tx1"/>
                </a:solidFill>
                <a:latin typeface="华文新魏" panose="02010800040101010101" pitchFamily="2" charset="-122"/>
                <a:ea typeface="华文新魏" panose="02010800040101010101" pitchFamily="2" charset="-122"/>
              </a:rPr>
              <a:t>端，可用</a:t>
            </a:r>
            <a:r>
              <a:rPr lang="zh-CN" altLang="en-US" sz="1800" b="1" dirty="0">
                <a:solidFill>
                  <a:srgbClr val="FF0000"/>
                </a:solidFill>
                <a:latin typeface="华文新魏" panose="02010800040101010101" pitchFamily="2" charset="-122"/>
                <a:ea typeface="华文新魏" panose="02010800040101010101" pitchFamily="2" charset="-122"/>
              </a:rPr>
              <a:t>强置位</a:t>
            </a:r>
            <a:r>
              <a:rPr lang="zh-CN" altLang="en-US" sz="1800" b="1" dirty="0">
                <a:solidFill>
                  <a:schemeClr val="tx1"/>
                </a:solidFill>
                <a:latin typeface="华文新魏" panose="02010800040101010101" pitchFamily="2" charset="-122"/>
                <a:ea typeface="华文新魏" panose="02010800040101010101" pitchFamily="2" charset="-122"/>
              </a:rPr>
              <a:t>法实现任意进制计数器。</a:t>
            </a: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74LS160</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dirty="0">
                <a:solidFill>
                  <a:srgbClr val="0000FF"/>
                </a:solidFill>
                <a:latin typeface="华文新魏" panose="02010800040101010101" pitchFamily="2" charset="-122"/>
                <a:ea typeface="华文新魏" panose="02010800040101010101" pitchFamily="2" charset="-122"/>
              </a:rPr>
              <a:t>74LS162</a:t>
            </a:r>
            <a:r>
              <a:rPr lang="zh-CN" altLang="en-US" sz="1800" b="1" dirty="0">
                <a:solidFill>
                  <a:schemeClr val="tx1"/>
                </a:solidFill>
                <a:latin typeface="华文新魏" panose="02010800040101010101" pitchFamily="2" charset="-122"/>
                <a:ea typeface="华文新魏" panose="02010800040101010101" pitchFamily="2" charset="-122"/>
              </a:rPr>
              <a:t>分别类似于</a:t>
            </a:r>
            <a:r>
              <a:rPr lang="en-US" altLang="zh-CN" sz="1800" b="1" dirty="0">
                <a:solidFill>
                  <a:schemeClr val="tx1"/>
                </a:solidFill>
                <a:latin typeface="华文新魏" panose="02010800040101010101" pitchFamily="2" charset="-122"/>
                <a:ea typeface="华文新魏" panose="02010800040101010101" pitchFamily="2" charset="-122"/>
              </a:rPr>
              <a:t>74LS161</a:t>
            </a:r>
            <a:r>
              <a:rPr lang="zh-CN" altLang="en-US" sz="1800" b="1" dirty="0">
                <a:solidFill>
                  <a:schemeClr val="tx1"/>
                </a:solidFill>
                <a:latin typeface="华文新魏" panose="02010800040101010101" pitchFamily="2" charset="-122"/>
                <a:ea typeface="华文新魏" panose="02010800040101010101" pitchFamily="2" charset="-122"/>
              </a:rPr>
              <a:t>和</a:t>
            </a:r>
            <a:r>
              <a:rPr lang="en-US" altLang="zh-CN" sz="1800" b="1" dirty="0">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，但它们是</a:t>
            </a:r>
            <a:r>
              <a:rPr lang="zh-CN" altLang="en-US" sz="1800" b="1" dirty="0">
                <a:solidFill>
                  <a:srgbClr val="0000FF"/>
                </a:solidFill>
                <a:latin typeface="华文新魏" panose="02010800040101010101" pitchFamily="2" charset="-122"/>
                <a:ea typeface="华文新魏" panose="02010800040101010101" pitchFamily="2" charset="-122"/>
              </a:rPr>
              <a:t>模</a:t>
            </a:r>
            <a:r>
              <a:rPr lang="en-US" altLang="zh-CN" sz="1800" b="1" dirty="0">
                <a:solidFill>
                  <a:srgbClr val="0000FF"/>
                </a:solidFill>
                <a:latin typeface="华文新魏" panose="02010800040101010101" pitchFamily="2" charset="-122"/>
                <a:ea typeface="华文新魏" panose="02010800040101010101" pitchFamily="2" charset="-122"/>
              </a:rPr>
              <a:t>10</a:t>
            </a:r>
            <a:r>
              <a:rPr lang="zh-CN" altLang="en-US" sz="1800" b="1" dirty="0">
                <a:solidFill>
                  <a:schemeClr val="tx1"/>
                </a:solidFill>
                <a:latin typeface="华文新魏" panose="02010800040101010101" pitchFamily="2" charset="-122"/>
                <a:ea typeface="华文新魏" panose="02010800040101010101" pitchFamily="2" charset="-122"/>
              </a:rPr>
              <a:t>计数器。</a:t>
            </a:r>
          </a:p>
          <a:p>
            <a:pPr eaLnBrk="1" hangingPunct="1">
              <a:lnSpc>
                <a:spcPct val="90000"/>
              </a:lnSpc>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dirty="0">
                <a:solidFill>
                  <a:srgbClr val="0000FF"/>
                </a:solidFill>
                <a:latin typeface="华文新魏" panose="02010800040101010101" pitchFamily="2" charset="-122"/>
                <a:ea typeface="华文新魏" panose="02010800040101010101" pitchFamily="2" charset="-122"/>
              </a:rPr>
              <a:t>74LS169</a:t>
            </a:r>
            <a:r>
              <a:rPr lang="zh-CN" altLang="en-US" sz="1800" b="1" dirty="0">
                <a:solidFill>
                  <a:schemeClr val="tx1"/>
                </a:solidFill>
                <a:latin typeface="华文新魏" panose="02010800040101010101" pitchFamily="2" charset="-122"/>
                <a:ea typeface="华文新魏" panose="02010800040101010101" pitchFamily="2" charset="-122"/>
              </a:rPr>
              <a:t>也类似于</a:t>
            </a:r>
            <a:r>
              <a:rPr lang="en-US" altLang="zh-CN" sz="1800" b="1" dirty="0">
                <a:solidFill>
                  <a:schemeClr val="tx1"/>
                </a:solidFill>
                <a:latin typeface="华文新魏" panose="02010800040101010101" pitchFamily="2" charset="-122"/>
                <a:ea typeface="华文新魏" panose="02010800040101010101" pitchFamily="2" charset="-122"/>
              </a:rPr>
              <a:t>74LS163</a:t>
            </a:r>
            <a:r>
              <a:rPr lang="zh-CN" altLang="en-US" sz="1800" b="1" dirty="0">
                <a:solidFill>
                  <a:schemeClr val="tx1"/>
                </a:solidFill>
                <a:latin typeface="华文新魏" panose="02010800040101010101" pitchFamily="2" charset="-122"/>
                <a:ea typeface="华文新魏" panose="02010800040101010101" pitchFamily="2" charset="-122"/>
              </a:rPr>
              <a:t>，但它的进位输出 </a:t>
            </a:r>
            <a:r>
              <a:rPr lang="en-US" altLang="zh-CN" sz="1800" b="1" dirty="0">
                <a:solidFill>
                  <a:schemeClr val="tx1"/>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和使能输入 </a:t>
            </a:r>
            <a:r>
              <a:rPr lang="en-US" altLang="zh-CN" sz="1800" b="1" dirty="0">
                <a:solidFill>
                  <a:schemeClr val="tx1"/>
                </a:solidFill>
                <a:latin typeface="华文新魏" panose="02010800040101010101" pitchFamily="2" charset="-122"/>
                <a:ea typeface="华文新魏" panose="02010800040101010101" pitchFamily="2" charset="-122"/>
              </a:rPr>
              <a:t>/ENP</a:t>
            </a:r>
            <a:r>
              <a:rPr lang="zh-CN" altLang="en-US" sz="1800" b="1" dirty="0">
                <a:solidFill>
                  <a:schemeClr val="tx1"/>
                </a:solidFill>
                <a:latin typeface="华文新魏" panose="02010800040101010101" pitchFamily="2" charset="-122"/>
                <a:ea typeface="华文新魏" panose="02010800040101010101" pitchFamily="2" charset="-122"/>
              </a:rPr>
              <a:t>和 </a:t>
            </a:r>
            <a:r>
              <a:rPr lang="en-US" altLang="zh-CN" sz="1800" b="1" dirty="0">
                <a:solidFill>
                  <a:schemeClr val="tx1"/>
                </a:solidFill>
                <a:latin typeface="华文新魏" panose="02010800040101010101" pitchFamily="2" charset="-122"/>
                <a:ea typeface="华文新魏" panose="02010800040101010101" pitchFamily="2" charset="-122"/>
              </a:rPr>
              <a:t>/ENT</a:t>
            </a:r>
            <a:r>
              <a:rPr lang="zh-CN" altLang="en-US" sz="1800" b="1" dirty="0">
                <a:solidFill>
                  <a:schemeClr val="tx1"/>
                </a:solidFill>
                <a:latin typeface="华文新魏" panose="02010800040101010101" pitchFamily="2" charset="-122"/>
                <a:ea typeface="华文新魏" panose="02010800040101010101" pitchFamily="2" charset="-122"/>
              </a:rPr>
              <a:t>都是低有效。另一个更重要的不同之处是：</a:t>
            </a:r>
          </a:p>
        </p:txBody>
      </p:sp>
      <p:grpSp>
        <p:nvGrpSpPr>
          <p:cNvPr id="183300" name="Group 44"/>
          <p:cNvGrpSpPr/>
          <p:nvPr/>
        </p:nvGrpSpPr>
        <p:grpSpPr>
          <a:xfrm>
            <a:off x="6507163" y="771208"/>
            <a:ext cx="2025650" cy="2346325"/>
            <a:chOff x="0" y="0"/>
            <a:chExt cx="1276" cy="1970"/>
          </a:xfrm>
        </p:grpSpPr>
        <p:sp>
          <p:nvSpPr>
            <p:cNvPr id="183302" name="Rectangle 5"/>
            <p:cNvSpPr/>
            <p:nvPr/>
          </p:nvSpPr>
          <p:spPr>
            <a:xfrm>
              <a:off x="268" y="288"/>
              <a:ext cx="768" cy="1632"/>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03" name="Text Box 6"/>
            <p:cNvSpPr txBox="1"/>
            <p:nvPr/>
          </p:nvSpPr>
          <p:spPr>
            <a:xfrm>
              <a:off x="200" y="264"/>
              <a:ext cx="624"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&gt; CLK</a:t>
              </a:r>
            </a:p>
          </p:txBody>
        </p:sp>
        <p:sp>
          <p:nvSpPr>
            <p:cNvPr id="183304" name="Text Box 7"/>
            <p:cNvSpPr txBox="1"/>
            <p:nvPr/>
          </p:nvSpPr>
          <p:spPr>
            <a:xfrm>
              <a:off x="240" y="462"/>
              <a:ext cx="508"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UP/DN</a:t>
              </a:r>
            </a:p>
          </p:txBody>
        </p:sp>
        <p:sp>
          <p:nvSpPr>
            <p:cNvPr id="183305" name="Text Box 8"/>
            <p:cNvSpPr txBox="1"/>
            <p:nvPr/>
          </p:nvSpPr>
          <p:spPr>
            <a:xfrm>
              <a:off x="240" y="596"/>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LD</a:t>
              </a:r>
            </a:p>
          </p:txBody>
        </p:sp>
        <p:sp>
          <p:nvSpPr>
            <p:cNvPr id="183306" name="Text Box 9"/>
            <p:cNvSpPr txBox="1"/>
            <p:nvPr/>
          </p:nvSpPr>
          <p:spPr>
            <a:xfrm>
              <a:off x="240" y="748"/>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ENP</a:t>
              </a:r>
            </a:p>
          </p:txBody>
        </p:sp>
        <p:sp>
          <p:nvSpPr>
            <p:cNvPr id="183307" name="Text Box 10"/>
            <p:cNvSpPr txBox="1"/>
            <p:nvPr/>
          </p:nvSpPr>
          <p:spPr>
            <a:xfrm>
              <a:off x="240" y="884"/>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ENT</a:t>
              </a:r>
            </a:p>
          </p:txBody>
        </p:sp>
        <p:sp>
          <p:nvSpPr>
            <p:cNvPr id="183308" name="Text Box 11"/>
            <p:cNvSpPr txBox="1"/>
            <p:nvPr/>
          </p:nvSpPr>
          <p:spPr>
            <a:xfrm>
              <a:off x="250" y="1056"/>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A</a:t>
              </a:r>
            </a:p>
          </p:txBody>
        </p:sp>
        <p:sp>
          <p:nvSpPr>
            <p:cNvPr id="183309" name="Text Box 12"/>
            <p:cNvSpPr txBox="1"/>
            <p:nvPr/>
          </p:nvSpPr>
          <p:spPr>
            <a:xfrm>
              <a:off x="250" y="1228"/>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B</a:t>
              </a:r>
            </a:p>
          </p:txBody>
        </p:sp>
        <p:sp>
          <p:nvSpPr>
            <p:cNvPr id="183310" name="Text Box 13"/>
            <p:cNvSpPr txBox="1"/>
            <p:nvPr/>
          </p:nvSpPr>
          <p:spPr>
            <a:xfrm>
              <a:off x="248" y="1382"/>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a:t>
              </a:r>
            </a:p>
          </p:txBody>
        </p:sp>
        <p:sp>
          <p:nvSpPr>
            <p:cNvPr id="183311" name="Text Box 14"/>
            <p:cNvSpPr txBox="1"/>
            <p:nvPr/>
          </p:nvSpPr>
          <p:spPr>
            <a:xfrm>
              <a:off x="248" y="1546"/>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p>
          </p:txBody>
        </p:sp>
        <p:sp>
          <p:nvSpPr>
            <p:cNvPr id="183312" name="Text Box 15"/>
            <p:cNvSpPr txBox="1"/>
            <p:nvPr/>
          </p:nvSpPr>
          <p:spPr>
            <a:xfrm>
              <a:off x="806" y="1064"/>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A</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3" name="Text Box 16"/>
            <p:cNvSpPr txBox="1"/>
            <p:nvPr/>
          </p:nvSpPr>
          <p:spPr>
            <a:xfrm>
              <a:off x="806" y="1228"/>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B</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4" name="Text Box 17"/>
            <p:cNvSpPr txBox="1"/>
            <p:nvPr/>
          </p:nvSpPr>
          <p:spPr>
            <a:xfrm>
              <a:off x="806" y="1382"/>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C</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5" name="Text Box 18"/>
            <p:cNvSpPr txBox="1"/>
            <p:nvPr/>
          </p:nvSpPr>
          <p:spPr>
            <a:xfrm>
              <a:off x="806" y="1546"/>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D</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3316" name="Text Box 19"/>
            <p:cNvSpPr txBox="1"/>
            <p:nvPr/>
          </p:nvSpPr>
          <p:spPr>
            <a:xfrm>
              <a:off x="702" y="1712"/>
              <a:ext cx="412"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RCO</a:t>
              </a:r>
            </a:p>
          </p:txBody>
        </p:sp>
        <p:sp>
          <p:nvSpPr>
            <p:cNvPr id="183317" name="Line 20"/>
            <p:cNvSpPr/>
            <p:nvPr/>
          </p:nvSpPr>
          <p:spPr>
            <a:xfrm>
              <a:off x="1036" y="1170"/>
              <a:ext cx="240" cy="0"/>
            </a:xfrm>
            <a:prstGeom prst="line">
              <a:avLst/>
            </a:prstGeom>
            <a:ln w="28575" cap="flat" cmpd="sng">
              <a:solidFill>
                <a:schemeClr val="tx1"/>
              </a:solidFill>
              <a:prstDash val="solid"/>
              <a:headEnd type="none" w="med" len="med"/>
              <a:tailEnd type="none" w="med" len="med"/>
            </a:ln>
          </p:spPr>
        </p:sp>
        <p:sp>
          <p:nvSpPr>
            <p:cNvPr id="183318" name="Line 21"/>
            <p:cNvSpPr/>
            <p:nvPr/>
          </p:nvSpPr>
          <p:spPr>
            <a:xfrm>
              <a:off x="75" y="1170"/>
              <a:ext cx="195" cy="0"/>
            </a:xfrm>
            <a:prstGeom prst="line">
              <a:avLst/>
            </a:prstGeom>
            <a:ln w="28575" cap="flat" cmpd="sng">
              <a:solidFill>
                <a:schemeClr val="tx1"/>
              </a:solidFill>
              <a:prstDash val="solid"/>
              <a:headEnd type="none" w="med" len="med"/>
              <a:tailEnd type="none" w="med" len="med"/>
            </a:ln>
          </p:spPr>
        </p:sp>
        <p:sp>
          <p:nvSpPr>
            <p:cNvPr id="183319" name="Line 22"/>
            <p:cNvSpPr/>
            <p:nvPr/>
          </p:nvSpPr>
          <p:spPr>
            <a:xfrm>
              <a:off x="76" y="1314"/>
              <a:ext cx="195" cy="0"/>
            </a:xfrm>
            <a:prstGeom prst="line">
              <a:avLst/>
            </a:prstGeom>
            <a:ln w="28575" cap="flat" cmpd="sng">
              <a:solidFill>
                <a:schemeClr val="tx1"/>
              </a:solidFill>
              <a:prstDash val="solid"/>
              <a:headEnd type="none" w="med" len="med"/>
              <a:tailEnd type="none" w="med" len="med"/>
            </a:ln>
          </p:spPr>
        </p:sp>
        <p:sp>
          <p:nvSpPr>
            <p:cNvPr id="183320" name="Line 23"/>
            <p:cNvSpPr/>
            <p:nvPr/>
          </p:nvSpPr>
          <p:spPr>
            <a:xfrm>
              <a:off x="76" y="1488"/>
              <a:ext cx="195" cy="0"/>
            </a:xfrm>
            <a:prstGeom prst="line">
              <a:avLst/>
            </a:prstGeom>
            <a:ln w="28575" cap="flat" cmpd="sng">
              <a:solidFill>
                <a:schemeClr val="tx1"/>
              </a:solidFill>
              <a:prstDash val="solid"/>
              <a:headEnd type="none" w="med" len="med"/>
              <a:tailEnd type="none" w="med" len="med"/>
            </a:ln>
          </p:spPr>
        </p:sp>
        <p:sp>
          <p:nvSpPr>
            <p:cNvPr id="183321" name="Line 24"/>
            <p:cNvSpPr/>
            <p:nvPr/>
          </p:nvSpPr>
          <p:spPr>
            <a:xfrm>
              <a:off x="76" y="1642"/>
              <a:ext cx="195" cy="0"/>
            </a:xfrm>
            <a:prstGeom prst="line">
              <a:avLst/>
            </a:prstGeom>
            <a:ln w="28575" cap="flat" cmpd="sng">
              <a:solidFill>
                <a:schemeClr val="tx1"/>
              </a:solidFill>
              <a:prstDash val="solid"/>
              <a:headEnd type="none" w="med" len="med"/>
              <a:tailEnd type="none" w="med" len="med"/>
            </a:ln>
          </p:spPr>
        </p:sp>
        <p:sp>
          <p:nvSpPr>
            <p:cNvPr id="183322" name="Line 25"/>
            <p:cNvSpPr/>
            <p:nvPr/>
          </p:nvSpPr>
          <p:spPr>
            <a:xfrm>
              <a:off x="1101" y="1844"/>
              <a:ext cx="172" cy="0"/>
            </a:xfrm>
            <a:prstGeom prst="line">
              <a:avLst/>
            </a:prstGeom>
            <a:ln w="28575" cap="flat" cmpd="sng">
              <a:solidFill>
                <a:schemeClr val="tx1"/>
              </a:solidFill>
              <a:prstDash val="solid"/>
              <a:headEnd type="none" w="med" len="med"/>
              <a:tailEnd type="none" w="med" len="med"/>
            </a:ln>
          </p:spPr>
        </p:sp>
        <p:sp>
          <p:nvSpPr>
            <p:cNvPr id="183323" name="Line 26"/>
            <p:cNvSpPr/>
            <p:nvPr/>
          </p:nvSpPr>
          <p:spPr>
            <a:xfrm>
              <a:off x="1036" y="1344"/>
              <a:ext cx="240" cy="0"/>
            </a:xfrm>
            <a:prstGeom prst="line">
              <a:avLst/>
            </a:prstGeom>
            <a:ln w="28575" cap="flat" cmpd="sng">
              <a:solidFill>
                <a:schemeClr val="tx1"/>
              </a:solidFill>
              <a:prstDash val="solid"/>
              <a:headEnd type="none" w="med" len="med"/>
              <a:tailEnd type="none" w="med" len="med"/>
            </a:ln>
          </p:spPr>
        </p:sp>
        <p:sp>
          <p:nvSpPr>
            <p:cNvPr id="183324" name="Line 27"/>
            <p:cNvSpPr/>
            <p:nvPr/>
          </p:nvSpPr>
          <p:spPr>
            <a:xfrm>
              <a:off x="1036" y="1498"/>
              <a:ext cx="240" cy="0"/>
            </a:xfrm>
            <a:prstGeom prst="line">
              <a:avLst/>
            </a:prstGeom>
            <a:ln w="28575" cap="flat" cmpd="sng">
              <a:solidFill>
                <a:schemeClr val="tx1"/>
              </a:solidFill>
              <a:prstDash val="solid"/>
              <a:headEnd type="none" w="med" len="med"/>
              <a:tailEnd type="none" w="med" len="med"/>
            </a:ln>
          </p:spPr>
        </p:sp>
        <p:sp>
          <p:nvSpPr>
            <p:cNvPr id="183325" name="Line 28"/>
            <p:cNvSpPr/>
            <p:nvPr/>
          </p:nvSpPr>
          <p:spPr>
            <a:xfrm>
              <a:off x="1036" y="1652"/>
              <a:ext cx="240" cy="0"/>
            </a:xfrm>
            <a:prstGeom prst="line">
              <a:avLst/>
            </a:prstGeom>
            <a:ln w="28575" cap="flat" cmpd="sng">
              <a:solidFill>
                <a:schemeClr val="tx1"/>
              </a:solidFill>
              <a:prstDash val="solid"/>
              <a:headEnd type="none" w="med" len="med"/>
              <a:tailEnd type="none" w="med" len="med"/>
            </a:ln>
          </p:spPr>
        </p:sp>
        <p:sp>
          <p:nvSpPr>
            <p:cNvPr id="183326" name="Oval 30"/>
            <p:cNvSpPr/>
            <p:nvPr/>
          </p:nvSpPr>
          <p:spPr>
            <a:xfrm>
              <a:off x="200" y="672"/>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27" name="Line 32"/>
            <p:cNvSpPr/>
            <p:nvPr/>
          </p:nvSpPr>
          <p:spPr>
            <a:xfrm>
              <a:off x="10" y="710"/>
              <a:ext cx="195" cy="0"/>
            </a:xfrm>
            <a:prstGeom prst="line">
              <a:avLst/>
            </a:prstGeom>
            <a:ln w="28575" cap="flat" cmpd="sng">
              <a:solidFill>
                <a:schemeClr val="tx1"/>
              </a:solidFill>
              <a:prstDash val="solid"/>
              <a:headEnd type="none" w="med" len="med"/>
              <a:tailEnd type="none" w="med" len="med"/>
            </a:ln>
          </p:spPr>
        </p:sp>
        <p:sp>
          <p:nvSpPr>
            <p:cNvPr id="183328" name="Line 33"/>
            <p:cNvSpPr/>
            <p:nvPr/>
          </p:nvSpPr>
          <p:spPr>
            <a:xfrm>
              <a:off x="18" y="404"/>
              <a:ext cx="240" cy="0"/>
            </a:xfrm>
            <a:prstGeom prst="line">
              <a:avLst/>
            </a:prstGeom>
            <a:ln w="28575" cap="flat" cmpd="sng">
              <a:solidFill>
                <a:schemeClr val="tx1"/>
              </a:solidFill>
              <a:prstDash val="solid"/>
              <a:headEnd type="none" w="med" len="med"/>
              <a:tailEnd type="none" w="med" len="med"/>
            </a:ln>
          </p:spPr>
        </p:sp>
        <p:sp>
          <p:nvSpPr>
            <p:cNvPr id="183329" name="Line 34"/>
            <p:cNvSpPr/>
            <p:nvPr/>
          </p:nvSpPr>
          <p:spPr>
            <a:xfrm>
              <a:off x="0" y="844"/>
              <a:ext cx="195" cy="0"/>
            </a:xfrm>
            <a:prstGeom prst="line">
              <a:avLst/>
            </a:prstGeom>
            <a:ln w="28575" cap="flat" cmpd="sng">
              <a:solidFill>
                <a:schemeClr val="tx1"/>
              </a:solidFill>
              <a:prstDash val="solid"/>
              <a:headEnd type="none" w="med" len="med"/>
              <a:tailEnd type="none" w="med" len="med"/>
            </a:ln>
          </p:spPr>
        </p:sp>
        <p:sp>
          <p:nvSpPr>
            <p:cNvPr id="183330" name="Text Box 36"/>
            <p:cNvSpPr txBox="1"/>
            <p:nvPr/>
          </p:nvSpPr>
          <p:spPr>
            <a:xfrm>
              <a:off x="268" y="0"/>
              <a:ext cx="816" cy="25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74LS169</a:t>
              </a:r>
            </a:p>
          </p:txBody>
        </p:sp>
        <p:sp>
          <p:nvSpPr>
            <p:cNvPr id="183331" name="Line 37"/>
            <p:cNvSpPr/>
            <p:nvPr/>
          </p:nvSpPr>
          <p:spPr>
            <a:xfrm>
              <a:off x="28" y="558"/>
              <a:ext cx="240" cy="0"/>
            </a:xfrm>
            <a:prstGeom prst="line">
              <a:avLst/>
            </a:prstGeom>
            <a:ln w="28575" cap="flat" cmpd="sng">
              <a:solidFill>
                <a:schemeClr val="tx1"/>
              </a:solidFill>
              <a:prstDash val="solid"/>
              <a:headEnd type="none" w="med" len="med"/>
              <a:tailEnd type="none" w="med" len="med"/>
            </a:ln>
          </p:spPr>
        </p:sp>
        <p:sp>
          <p:nvSpPr>
            <p:cNvPr id="183332" name="Oval 38"/>
            <p:cNvSpPr/>
            <p:nvPr/>
          </p:nvSpPr>
          <p:spPr>
            <a:xfrm>
              <a:off x="192" y="806"/>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3" name="Oval 39"/>
            <p:cNvSpPr/>
            <p:nvPr/>
          </p:nvSpPr>
          <p:spPr>
            <a:xfrm>
              <a:off x="192" y="942"/>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sp>
          <p:nvSpPr>
            <p:cNvPr id="183334" name="Line 40"/>
            <p:cNvSpPr/>
            <p:nvPr/>
          </p:nvSpPr>
          <p:spPr>
            <a:xfrm>
              <a:off x="0" y="970"/>
              <a:ext cx="195" cy="0"/>
            </a:xfrm>
            <a:prstGeom prst="line">
              <a:avLst/>
            </a:prstGeom>
            <a:ln w="28575" cap="flat" cmpd="sng">
              <a:solidFill>
                <a:schemeClr val="tx1"/>
              </a:solidFill>
              <a:prstDash val="solid"/>
              <a:headEnd type="none" w="med" len="med"/>
              <a:tailEnd type="none" w="med" len="med"/>
            </a:ln>
          </p:spPr>
        </p:sp>
        <p:sp>
          <p:nvSpPr>
            <p:cNvPr id="183335" name="Oval 43"/>
            <p:cNvSpPr/>
            <p:nvPr/>
          </p:nvSpPr>
          <p:spPr>
            <a:xfrm>
              <a:off x="1036" y="1802"/>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b="1" dirty="0">
                <a:solidFill>
                  <a:schemeClr val="tx1"/>
                </a:solidFill>
                <a:latin typeface="黑体" panose="02010609060101010101" pitchFamily="2" charset="-122"/>
                <a:ea typeface="黑体" panose="02010609060101010101" pitchFamily="2" charset="-122"/>
              </a:endParaRPr>
            </a:p>
          </p:txBody>
        </p:sp>
      </p:grpSp>
      <p:sp>
        <p:nvSpPr>
          <p:cNvPr id="183301" name="Text Box 47"/>
          <p:cNvSpPr txBox="1"/>
          <p:nvPr/>
        </p:nvSpPr>
        <p:spPr>
          <a:xfrm>
            <a:off x="539115" y="3291205"/>
            <a:ext cx="7576820" cy="130937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sz="1800">
                <a:solidFill>
                  <a:srgbClr val="0000FF"/>
                </a:solidFill>
                <a:latin typeface="华文新魏" panose="02010800040101010101" pitchFamily="2" charset="-122"/>
                <a:ea typeface="华文新魏" panose="02010800040101010101" pitchFamily="2" charset="-122"/>
              </a:rPr>
              <a:t>    </a:t>
            </a:r>
            <a:r>
              <a:rPr lang="en-US" altLang="zh-CN" sz="1800" b="1">
                <a:solidFill>
                  <a:srgbClr val="0000FF"/>
                </a:solidFill>
                <a:latin typeface="华文新魏" panose="02010800040101010101" pitchFamily="2" charset="-122"/>
                <a:ea typeface="华文新魏" panose="02010800040101010101" pitchFamily="2" charset="-122"/>
              </a:rPr>
              <a:t>74LS169</a:t>
            </a:r>
            <a:r>
              <a:rPr lang="zh-CN" altLang="en-US" sz="1800" b="1" dirty="0">
                <a:solidFill>
                  <a:srgbClr val="0000FF"/>
                </a:solidFill>
                <a:latin typeface="华文新魏" panose="02010800040101010101" pitchFamily="2" charset="-122"/>
                <a:ea typeface="华文新魏" panose="02010800040101010101" pitchFamily="2" charset="-122"/>
              </a:rPr>
              <a:t>是一个可逆计数器</a:t>
            </a:r>
            <a:r>
              <a:rPr lang="zh-CN" altLang="en-US" sz="1800" b="1" dirty="0">
                <a:solidFill>
                  <a:schemeClr val="tx1"/>
                </a:solidFill>
                <a:latin typeface="华文新魏" panose="02010800040101010101" pitchFamily="2" charset="-122"/>
                <a:ea typeface="华文新魏" panose="02010800040101010101" pitchFamily="2" charset="-122"/>
              </a:rPr>
              <a:t>，输入信号 </a:t>
            </a:r>
            <a:r>
              <a:rPr lang="en-US" altLang="zh-CN" sz="1800" b="1">
                <a:solidFill>
                  <a:srgbClr val="0000FF"/>
                </a:solidFill>
                <a:latin typeface="华文新魏" panose="02010800040101010101" pitchFamily="2" charset="-122"/>
                <a:ea typeface="华文新魏" panose="02010800040101010101" pitchFamily="2" charset="-122"/>
              </a:rPr>
              <a:t>UP/DN</a:t>
            </a:r>
            <a:r>
              <a:rPr lang="zh-CN" altLang="en-US" sz="1800" b="1" dirty="0">
                <a:solidFill>
                  <a:schemeClr val="tx1"/>
                </a:solidFill>
                <a:latin typeface="华文新魏" panose="02010800040101010101" pitchFamily="2" charset="-122"/>
                <a:ea typeface="华文新魏" panose="02010800040101010101" pitchFamily="2" charset="-122"/>
              </a:rPr>
              <a:t>的值决定是加</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计数还是减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a:t>
            </a:r>
          </a:p>
          <a:p>
            <a:pPr eaLnBrk="1" hangingPunct="1">
              <a:lnSpc>
                <a:spcPct val="70000"/>
              </a:lnSpc>
              <a:spcBef>
                <a:spcPct val="50000"/>
              </a:spcBef>
              <a:buFont typeface="Arial" panose="020B0604020202020204" pitchFamily="34" charset="0"/>
            </a:pPr>
            <a:r>
              <a:rPr lang="en-US" altLang="zh-CN" sz="1800" b="1">
                <a:solidFill>
                  <a:srgbClr val="0000FF"/>
                </a:solidFill>
                <a:latin typeface="华文新魏" panose="02010800040101010101" pitchFamily="2" charset="-122"/>
                <a:ea typeface="华文新魏" panose="02010800040101010101" pitchFamily="2" charset="-122"/>
              </a:rPr>
              <a:t>    UP/DN</a:t>
            </a:r>
            <a:r>
              <a:rPr lang="zh-CN" altLang="en-US" sz="1800" b="1" dirty="0">
                <a:solidFill>
                  <a:srgbClr val="0000FF"/>
                </a:solidFill>
                <a:latin typeface="华文新魏" panose="02010800040101010101" pitchFamily="2" charset="-122"/>
                <a:ea typeface="华文新魏" panose="02010800040101010101" pitchFamily="2" charset="-122"/>
              </a:rPr>
              <a:t>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，则为加</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计数</a:t>
            </a:r>
            <a:r>
              <a:rPr lang="zh-CN" altLang="en-US" sz="1800" b="1" dirty="0">
                <a:solidFill>
                  <a:schemeClr val="tx1"/>
                </a:solidFill>
                <a:latin typeface="华文新魏" panose="02010800040101010101" pitchFamily="2" charset="-122"/>
                <a:ea typeface="华文新魏" panose="02010800040101010101" pitchFamily="2" charset="-122"/>
              </a:rPr>
              <a:t>，其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1</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p>
          <a:p>
            <a:pPr eaLnBrk="1" hangingPunct="1">
              <a:lnSpc>
                <a:spcPct val="70000"/>
              </a:lnSpc>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    UP/DN</a:t>
            </a:r>
            <a:r>
              <a:rPr lang="zh-CN" altLang="en-US" sz="1800" b="1" dirty="0">
                <a:solidFill>
                  <a:schemeClr val="tx1"/>
                </a:solidFill>
                <a:latin typeface="华文新魏" panose="02010800040101010101" pitchFamily="2" charset="-122"/>
                <a:ea typeface="华文新魏" panose="02010800040101010101" pitchFamily="2" charset="-122"/>
              </a:rPr>
              <a:t>为</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，则为减</a:t>
            </a:r>
            <a:r>
              <a:rPr lang="en-US" altLang="zh-CN" sz="1800" b="1">
                <a:solidFill>
                  <a:schemeClr val="tx1"/>
                </a:solidFill>
                <a:latin typeface="华文新魏" panose="02010800040101010101" pitchFamily="2" charset="-122"/>
                <a:ea typeface="华文新魏" panose="02010800040101010101" pitchFamily="2" charset="-122"/>
              </a:rPr>
              <a:t>1</a:t>
            </a:r>
            <a:r>
              <a:rPr lang="zh-CN" altLang="en-US" sz="1800" b="1" dirty="0">
                <a:solidFill>
                  <a:schemeClr val="tx1"/>
                </a:solidFill>
                <a:latin typeface="华文新魏" panose="02010800040101010101" pitchFamily="2" charset="-122"/>
                <a:ea typeface="华文新魏" panose="02010800040101010101" pitchFamily="2" charset="-122"/>
              </a:rPr>
              <a:t>计数，其 </a:t>
            </a:r>
            <a:r>
              <a:rPr lang="en-US" altLang="zh-CN" sz="1800" b="1">
                <a:solidFill>
                  <a:srgbClr val="0000FF"/>
                </a:solidFill>
                <a:latin typeface="华文新魏" panose="02010800040101010101" pitchFamily="2" charset="-122"/>
                <a:ea typeface="华文新魏" panose="02010800040101010101" pitchFamily="2" charset="-122"/>
              </a:rPr>
              <a:t>/RCO</a:t>
            </a:r>
            <a:r>
              <a:rPr lang="zh-CN" altLang="en-US" sz="1800" b="1" dirty="0">
                <a:solidFill>
                  <a:schemeClr val="tx1"/>
                </a:solidFill>
                <a:latin typeface="华文新魏" panose="02010800040101010101" pitchFamily="2" charset="-122"/>
                <a:ea typeface="华文新魏" panose="02010800040101010101" pitchFamily="2" charset="-122"/>
              </a:rPr>
              <a:t>在输出数据端</a:t>
            </a:r>
            <a:r>
              <a:rPr lang="zh-CN" altLang="en-US" sz="1800" b="1" dirty="0">
                <a:solidFill>
                  <a:srgbClr val="0000FF"/>
                </a:solidFill>
                <a:latin typeface="华文新魏" panose="02010800040101010101" pitchFamily="2" charset="-122"/>
                <a:ea typeface="华文新魏" panose="02010800040101010101" pitchFamily="2" charset="-122"/>
              </a:rPr>
              <a:t>全为</a:t>
            </a:r>
            <a:r>
              <a:rPr lang="en-US" altLang="zh-CN" sz="1800" b="1">
                <a:solidFill>
                  <a:srgbClr val="0000FF"/>
                </a:solidFill>
                <a:latin typeface="华文新魏" panose="02010800040101010101" pitchFamily="2" charset="-122"/>
                <a:ea typeface="华文新魏" panose="02010800040101010101" pitchFamily="2" charset="-122"/>
              </a:rPr>
              <a:t>0</a:t>
            </a:r>
            <a:r>
              <a:rPr lang="zh-CN" altLang="en-US" sz="1800" b="1" dirty="0">
                <a:solidFill>
                  <a:srgbClr val="0000FF"/>
                </a:solidFill>
                <a:latin typeface="华文新魏" panose="02010800040101010101" pitchFamily="2" charset="-122"/>
                <a:ea typeface="华文新魏" panose="02010800040101010101" pitchFamily="2" charset="-122"/>
              </a:rPr>
              <a:t>时有效</a:t>
            </a:r>
            <a:r>
              <a:rPr lang="zh-CN" altLang="en-US" sz="1800" b="1" dirty="0">
                <a:solidFill>
                  <a:schemeClr val="tx1"/>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3299"/>
                                        </p:tgtEl>
                                        <p:attrNameLst>
                                          <p:attrName>style.visibility</p:attrName>
                                        </p:attrNameLst>
                                      </p:cBhvr>
                                      <p:to>
                                        <p:strVal val="visible"/>
                                      </p:to>
                                    </p:set>
                                    <p:anim calcmode="lin" valueType="num">
                                      <p:cBhvr additive="base">
                                        <p:cTn id="7" dur="500" fill="hold"/>
                                        <p:tgtEl>
                                          <p:spTgt spid="183299"/>
                                        </p:tgtEl>
                                        <p:attrNameLst>
                                          <p:attrName>ppt_x</p:attrName>
                                        </p:attrNameLst>
                                      </p:cBhvr>
                                      <p:tavLst>
                                        <p:tav tm="0">
                                          <p:val>
                                            <p:strVal val="#ppt_x"/>
                                          </p:val>
                                        </p:tav>
                                        <p:tav tm="100000">
                                          <p:val>
                                            <p:strVal val="#ppt_x"/>
                                          </p:val>
                                        </p:tav>
                                      </p:tavLst>
                                    </p:anim>
                                    <p:anim calcmode="lin" valueType="num">
                                      <p:cBhvr additive="base">
                                        <p:cTn id="8" dur="500" fill="hold"/>
                                        <p:tgtEl>
                                          <p:spTgt spid="18329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3300"/>
                                        </p:tgtEl>
                                        <p:attrNameLst>
                                          <p:attrName>style.visibility</p:attrName>
                                        </p:attrNameLst>
                                      </p:cBhvr>
                                      <p:to>
                                        <p:strVal val="visible"/>
                                      </p:to>
                                    </p:set>
                                    <p:anim calcmode="lin" valueType="num">
                                      <p:cBhvr additive="base">
                                        <p:cTn id="13" dur="500" fill="hold"/>
                                        <p:tgtEl>
                                          <p:spTgt spid="183300"/>
                                        </p:tgtEl>
                                        <p:attrNameLst>
                                          <p:attrName>ppt_x</p:attrName>
                                        </p:attrNameLst>
                                      </p:cBhvr>
                                      <p:tavLst>
                                        <p:tav tm="0">
                                          <p:val>
                                            <p:strVal val="#ppt_x"/>
                                          </p:val>
                                        </p:tav>
                                        <p:tav tm="100000">
                                          <p:val>
                                            <p:strVal val="#ppt_x"/>
                                          </p:val>
                                        </p:tav>
                                      </p:tavLst>
                                    </p:anim>
                                    <p:anim calcmode="lin" valueType="num">
                                      <p:cBhvr additive="base">
                                        <p:cTn id="14" dur="500" fill="hold"/>
                                        <p:tgtEl>
                                          <p:spTgt spid="1833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83301"/>
                                        </p:tgtEl>
                                        <p:attrNameLst>
                                          <p:attrName>style.visibility</p:attrName>
                                        </p:attrNameLst>
                                      </p:cBhvr>
                                      <p:to>
                                        <p:strVal val="visible"/>
                                      </p:to>
                                    </p:set>
                                    <p:anim calcmode="lin" valueType="num">
                                      <p:cBhvr additive="base">
                                        <p:cTn id="19" dur="500" fill="hold"/>
                                        <p:tgtEl>
                                          <p:spTgt spid="183301"/>
                                        </p:tgtEl>
                                        <p:attrNameLst>
                                          <p:attrName>ppt_x</p:attrName>
                                        </p:attrNameLst>
                                      </p:cBhvr>
                                      <p:tavLst>
                                        <p:tav tm="0">
                                          <p:val>
                                            <p:strVal val="#ppt_x"/>
                                          </p:val>
                                        </p:tav>
                                        <p:tav tm="100000">
                                          <p:val>
                                            <p:strVal val="#ppt_x"/>
                                          </p:val>
                                        </p:tav>
                                      </p:tavLst>
                                    </p:anim>
                                    <p:anim calcmode="lin" valueType="num">
                                      <p:cBhvr additive="base">
                                        <p:cTn id="20" dur="500" fill="hold"/>
                                        <p:tgtEl>
                                          <p:spTgt spid="1833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3299" grpId="0"/>
      <p:bldP spid="18330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4"/>
          <p:cNvSpPr/>
          <p:nvPr/>
        </p:nvSpPr>
        <p:spPr>
          <a:xfrm>
            <a:off x="509270" y="969645"/>
            <a:ext cx="8610600" cy="815975"/>
          </a:xfrm>
          <a:prstGeom prst="rect">
            <a:avLst/>
          </a:prstGeom>
          <a:noFill/>
          <a:ln w="28575">
            <a:noFill/>
          </a:ln>
        </p:spPr>
        <p:txBody>
          <a:bodyPr/>
          <a:lstStyle/>
          <a:p>
            <a:pPr marL="342900" indent="-342900" eaLnBrk="1" hangingPunct="1">
              <a:lnSpc>
                <a:spcPct val="130000"/>
              </a:lnSpc>
              <a:spcBef>
                <a:spcPts val="0"/>
              </a:spcBef>
              <a:buFont typeface="Arial" panose="020B0604020202020204" pitchFamily="34" charset="0"/>
              <a:buChar char="•"/>
            </a:pPr>
            <a:r>
              <a:rPr lang="zh-CN" altLang="en-US" b="1" dirty="0">
                <a:solidFill>
                  <a:schemeClr val="tx1"/>
                </a:solidFill>
                <a:latin typeface="华文新魏" panose="02010800040101010101" pitchFamily="2" charset="-122"/>
                <a:ea typeface="华文新魏" panose="02010800040101010101" pitchFamily="2" charset="-122"/>
              </a:rPr>
              <a:t>由二进制计数器和译码器组成，在时钟脉冲序列作用下，从译码器的各输出端轮流输出高电位信号或脉冲信号。</a:t>
            </a:r>
          </a:p>
        </p:txBody>
      </p:sp>
      <p:sp>
        <p:nvSpPr>
          <p:cNvPr id="184323" name="Rectangle 6"/>
          <p:cNvSpPr>
            <a:spLocks noGrp="1"/>
          </p:cNvSpPr>
          <p:nvPr>
            <p:ph type="title"/>
          </p:nvPr>
        </p:nvSpPr>
        <p:spPr>
          <a:xfrm>
            <a:off x="609600" y="544830"/>
            <a:ext cx="8119110" cy="514350"/>
          </a:xfrm>
          <a:prstGeom prst="rect">
            <a:avLst/>
          </a:prstGeom>
          <a:noFill/>
          <a:ln w="28575">
            <a:noFill/>
          </a:ln>
        </p:spPr>
        <p:txBody>
          <a:bodyPr/>
          <a:lstStyle/>
          <a:p>
            <a:pPr eaLnBrk="1" hangingPunct="1"/>
            <a:r>
              <a:rPr lang="en-US" altLang="zh-CN" sz="2000" b="1">
                <a:latin typeface="华文新魏" panose="02010800040101010101" pitchFamily="2" charset="-122"/>
                <a:ea typeface="华文新魏" panose="02010800040101010101" pitchFamily="2" charset="-122"/>
              </a:rPr>
              <a:t>⑤</a:t>
            </a:r>
            <a:r>
              <a:rPr lang="zh-CN" altLang="en-US" sz="2000" b="1" dirty="0">
                <a:latin typeface="华文新魏" panose="02010800040101010101" pitchFamily="2" charset="-122"/>
                <a:ea typeface="华文新魏" panose="02010800040101010101" pitchFamily="2" charset="-122"/>
              </a:rPr>
              <a:t>计数型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Binary</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节拍分配器（产生节拍信号控制各功能部件协同工作）</a:t>
            </a:r>
          </a:p>
        </p:txBody>
      </p:sp>
      <p:grpSp>
        <p:nvGrpSpPr>
          <p:cNvPr id="184324" name="Group 98"/>
          <p:cNvGrpSpPr/>
          <p:nvPr/>
        </p:nvGrpSpPr>
        <p:grpSpPr>
          <a:xfrm>
            <a:off x="985520" y="1760081"/>
            <a:ext cx="6411913" cy="3126500"/>
            <a:chOff x="0" y="-8"/>
            <a:chExt cx="4320" cy="2871"/>
          </a:xfrm>
        </p:grpSpPr>
        <p:sp>
          <p:nvSpPr>
            <p:cNvPr id="184325" name="Text Box 9"/>
            <p:cNvSpPr txBox="1"/>
            <p:nvPr/>
          </p:nvSpPr>
          <p:spPr>
            <a:xfrm>
              <a:off x="1034" y="0"/>
              <a:ext cx="32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3</a:t>
              </a:r>
            </a:p>
          </p:txBody>
        </p:sp>
        <p:sp>
          <p:nvSpPr>
            <p:cNvPr id="184326" name="Text Box 10"/>
            <p:cNvSpPr txBox="1"/>
            <p:nvPr/>
          </p:nvSpPr>
          <p:spPr>
            <a:xfrm>
              <a:off x="3120" y="-8"/>
              <a:ext cx="49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p>
          </p:txBody>
        </p:sp>
        <p:sp>
          <p:nvSpPr>
            <p:cNvPr id="184327" name="Text Box 11"/>
            <p:cNvSpPr txBox="1"/>
            <p:nvPr/>
          </p:nvSpPr>
          <p:spPr>
            <a:xfrm>
              <a:off x="2446" y="0"/>
              <a:ext cx="34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p>
          </p:txBody>
        </p:sp>
        <p:sp>
          <p:nvSpPr>
            <p:cNvPr id="184328" name="Rectangle 12"/>
            <p:cNvSpPr/>
            <p:nvPr/>
          </p:nvSpPr>
          <p:spPr>
            <a:xfrm>
              <a:off x="952" y="435"/>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29" name="Text Box 13"/>
            <p:cNvSpPr txBox="1"/>
            <p:nvPr/>
          </p:nvSpPr>
          <p:spPr>
            <a:xfrm>
              <a:off x="1023" y="434"/>
              <a:ext cx="246"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4330" name="Line 14"/>
            <p:cNvSpPr/>
            <p:nvPr/>
          </p:nvSpPr>
          <p:spPr>
            <a:xfrm rot="5400000" flipH="1">
              <a:off x="1049" y="337"/>
              <a:ext cx="198" cy="0"/>
            </a:xfrm>
            <a:prstGeom prst="line">
              <a:avLst/>
            </a:prstGeom>
            <a:ln w="28575" cap="flat" cmpd="sng">
              <a:solidFill>
                <a:schemeClr val="tx1"/>
              </a:solidFill>
              <a:prstDash val="solid"/>
              <a:headEnd type="none" w="med" len="med"/>
              <a:tailEnd type="none" w="med" len="med"/>
            </a:ln>
          </p:spPr>
        </p:sp>
        <p:sp>
          <p:nvSpPr>
            <p:cNvPr id="184331" name="Rectangle 15"/>
            <p:cNvSpPr/>
            <p:nvPr/>
          </p:nvSpPr>
          <p:spPr>
            <a:xfrm>
              <a:off x="3037" y="427"/>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2" name="Text Box 16"/>
            <p:cNvSpPr txBox="1"/>
            <p:nvPr/>
          </p:nvSpPr>
          <p:spPr>
            <a:xfrm>
              <a:off x="3108" y="429"/>
              <a:ext cx="244" cy="279"/>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4333" name="Line 17"/>
            <p:cNvSpPr/>
            <p:nvPr/>
          </p:nvSpPr>
          <p:spPr>
            <a:xfrm rot="5400000" flipH="1">
              <a:off x="3134" y="319"/>
              <a:ext cx="198" cy="0"/>
            </a:xfrm>
            <a:prstGeom prst="line">
              <a:avLst/>
            </a:prstGeom>
            <a:ln w="28575" cap="flat" cmpd="sng">
              <a:solidFill>
                <a:schemeClr val="tx1"/>
              </a:solidFill>
              <a:prstDash val="solid"/>
              <a:headEnd type="none" w="med" len="med"/>
              <a:tailEnd type="none" w="med" len="med"/>
            </a:ln>
          </p:spPr>
        </p:sp>
        <p:sp>
          <p:nvSpPr>
            <p:cNvPr id="184334" name="Rectangle 18"/>
            <p:cNvSpPr/>
            <p:nvPr/>
          </p:nvSpPr>
          <p:spPr>
            <a:xfrm>
              <a:off x="2365" y="433"/>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5" name="Text Box 19"/>
            <p:cNvSpPr txBox="1"/>
            <p:nvPr/>
          </p:nvSpPr>
          <p:spPr>
            <a:xfrm>
              <a:off x="2436" y="433"/>
              <a:ext cx="245"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4336" name="Line 20"/>
            <p:cNvSpPr/>
            <p:nvPr/>
          </p:nvSpPr>
          <p:spPr>
            <a:xfrm rot="5400000" flipH="1">
              <a:off x="2462" y="325"/>
              <a:ext cx="198" cy="0"/>
            </a:xfrm>
            <a:prstGeom prst="line">
              <a:avLst/>
            </a:prstGeom>
            <a:ln w="28575" cap="flat" cmpd="sng">
              <a:solidFill>
                <a:schemeClr val="tx1"/>
              </a:solidFill>
              <a:prstDash val="solid"/>
              <a:headEnd type="none" w="med" len="med"/>
              <a:tailEnd type="none" w="med" len="med"/>
            </a:ln>
          </p:spPr>
        </p:sp>
        <p:sp>
          <p:nvSpPr>
            <p:cNvPr id="184337" name="Rectangle 21"/>
            <p:cNvSpPr/>
            <p:nvPr/>
          </p:nvSpPr>
          <p:spPr>
            <a:xfrm>
              <a:off x="1672" y="428"/>
              <a:ext cx="392" cy="23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38" name="Text Box 22"/>
            <p:cNvSpPr txBox="1"/>
            <p:nvPr/>
          </p:nvSpPr>
          <p:spPr>
            <a:xfrm>
              <a:off x="1735" y="424"/>
              <a:ext cx="244"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184339" name="Line 23"/>
            <p:cNvSpPr/>
            <p:nvPr/>
          </p:nvSpPr>
          <p:spPr>
            <a:xfrm rot="5400000" flipH="1">
              <a:off x="1769" y="320"/>
              <a:ext cx="198" cy="0"/>
            </a:xfrm>
            <a:prstGeom prst="line">
              <a:avLst/>
            </a:prstGeom>
            <a:ln w="28575" cap="flat" cmpd="sng">
              <a:solidFill>
                <a:schemeClr val="tx1"/>
              </a:solidFill>
              <a:prstDash val="solid"/>
              <a:headEnd type="none" w="med" len="med"/>
              <a:tailEnd type="none" w="med" len="med"/>
            </a:ln>
          </p:spPr>
        </p:sp>
        <p:sp>
          <p:nvSpPr>
            <p:cNvPr id="184340" name="Text Box 24"/>
            <p:cNvSpPr txBox="1"/>
            <p:nvPr/>
          </p:nvSpPr>
          <p:spPr>
            <a:xfrm>
              <a:off x="1759" y="0"/>
              <a:ext cx="383"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p>
          </p:txBody>
        </p:sp>
        <p:sp>
          <p:nvSpPr>
            <p:cNvPr id="184341" name="Line 25"/>
            <p:cNvSpPr/>
            <p:nvPr/>
          </p:nvSpPr>
          <p:spPr>
            <a:xfrm flipH="1" flipV="1">
              <a:off x="2253" y="1249"/>
              <a:ext cx="0" cy="882"/>
            </a:xfrm>
            <a:prstGeom prst="line">
              <a:avLst/>
            </a:prstGeom>
            <a:ln w="28575" cap="flat" cmpd="sng">
              <a:solidFill>
                <a:schemeClr val="tx1"/>
              </a:solidFill>
              <a:prstDash val="solid"/>
              <a:headEnd type="none" w="med" len="med"/>
              <a:tailEnd type="none" w="med" len="med"/>
            </a:ln>
          </p:spPr>
        </p:sp>
        <p:sp>
          <p:nvSpPr>
            <p:cNvPr id="184342" name="Text Box 26"/>
            <p:cNvSpPr txBox="1"/>
            <p:nvPr/>
          </p:nvSpPr>
          <p:spPr>
            <a:xfrm>
              <a:off x="3744" y="2246"/>
              <a:ext cx="576"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p>
          </p:txBody>
        </p:sp>
        <p:sp>
          <p:nvSpPr>
            <p:cNvPr id="184343" name="Text Box 27"/>
            <p:cNvSpPr txBox="1"/>
            <p:nvPr/>
          </p:nvSpPr>
          <p:spPr>
            <a:xfrm>
              <a:off x="3722" y="2007"/>
              <a:ext cx="35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1</a:t>
              </a:r>
            </a:p>
          </p:txBody>
        </p:sp>
        <p:sp>
          <p:nvSpPr>
            <p:cNvPr id="184344" name="Line 35"/>
            <p:cNvSpPr/>
            <p:nvPr/>
          </p:nvSpPr>
          <p:spPr>
            <a:xfrm rot="-5400000" flipH="1">
              <a:off x="2944" y="2173"/>
              <a:ext cx="402" cy="0"/>
            </a:xfrm>
            <a:prstGeom prst="line">
              <a:avLst/>
            </a:prstGeom>
            <a:ln w="28575" cap="flat" cmpd="sng">
              <a:solidFill>
                <a:schemeClr val="tx1"/>
              </a:solidFill>
              <a:prstDash val="solid"/>
              <a:headEnd type="none" w="med" len="med"/>
              <a:tailEnd type="none" w="med" len="med"/>
            </a:ln>
          </p:spPr>
        </p:sp>
        <p:sp>
          <p:nvSpPr>
            <p:cNvPr id="184345" name="Line 40"/>
            <p:cNvSpPr/>
            <p:nvPr/>
          </p:nvSpPr>
          <p:spPr>
            <a:xfrm>
              <a:off x="2547" y="1679"/>
              <a:ext cx="0" cy="581"/>
            </a:xfrm>
            <a:prstGeom prst="line">
              <a:avLst/>
            </a:prstGeom>
            <a:ln w="28575" cap="flat" cmpd="sng">
              <a:solidFill>
                <a:schemeClr val="tx1"/>
              </a:solidFill>
              <a:prstDash val="solid"/>
              <a:headEnd type="none" w="med" len="med"/>
              <a:tailEnd type="none" w="med" len="med"/>
            </a:ln>
          </p:spPr>
        </p:sp>
        <p:sp>
          <p:nvSpPr>
            <p:cNvPr id="184346" name="Line 41"/>
            <p:cNvSpPr/>
            <p:nvPr/>
          </p:nvSpPr>
          <p:spPr>
            <a:xfrm flipH="1">
              <a:off x="392" y="2260"/>
              <a:ext cx="2155" cy="0"/>
            </a:xfrm>
            <a:prstGeom prst="line">
              <a:avLst/>
            </a:prstGeom>
            <a:ln w="28575" cap="flat" cmpd="sng">
              <a:solidFill>
                <a:schemeClr val="tx1"/>
              </a:solidFill>
              <a:prstDash val="solid"/>
              <a:headEnd type="none" w="med" len="med"/>
              <a:tailEnd type="none" w="med" len="med"/>
            </a:ln>
          </p:spPr>
        </p:sp>
        <p:sp>
          <p:nvSpPr>
            <p:cNvPr id="184347" name="Line 46"/>
            <p:cNvSpPr/>
            <p:nvPr/>
          </p:nvSpPr>
          <p:spPr>
            <a:xfrm rot="-5400000" flipH="1">
              <a:off x="1131" y="2020"/>
              <a:ext cx="212" cy="0"/>
            </a:xfrm>
            <a:prstGeom prst="line">
              <a:avLst/>
            </a:prstGeom>
            <a:ln w="28575" cap="flat" cmpd="sng">
              <a:solidFill>
                <a:schemeClr val="tx1"/>
              </a:solidFill>
              <a:prstDash val="solid"/>
              <a:headEnd type="none" w="med" len="med"/>
              <a:tailEnd type="none" w="med" len="med"/>
            </a:ln>
          </p:spPr>
        </p:sp>
        <p:sp>
          <p:nvSpPr>
            <p:cNvPr id="184348" name="Line 50"/>
            <p:cNvSpPr/>
            <p:nvPr/>
          </p:nvSpPr>
          <p:spPr>
            <a:xfrm rot="-5400000" flipH="1">
              <a:off x="1215" y="2180"/>
              <a:ext cx="422" cy="0"/>
            </a:xfrm>
            <a:prstGeom prst="line">
              <a:avLst/>
            </a:prstGeom>
            <a:ln w="28575" cap="flat" cmpd="sng">
              <a:solidFill>
                <a:schemeClr val="tx1"/>
              </a:solidFill>
              <a:prstDash val="solid"/>
              <a:headEnd type="none" w="med" len="med"/>
              <a:tailEnd type="none" w="med" len="med"/>
            </a:ln>
          </p:spPr>
        </p:sp>
        <p:sp>
          <p:nvSpPr>
            <p:cNvPr id="184349" name="Line 55"/>
            <p:cNvSpPr/>
            <p:nvPr/>
          </p:nvSpPr>
          <p:spPr>
            <a:xfrm>
              <a:off x="833" y="1679"/>
              <a:ext cx="0" cy="581"/>
            </a:xfrm>
            <a:prstGeom prst="line">
              <a:avLst/>
            </a:prstGeom>
            <a:ln w="28575" cap="flat" cmpd="sng">
              <a:solidFill>
                <a:schemeClr val="tx1"/>
              </a:solidFill>
              <a:prstDash val="solid"/>
              <a:headEnd type="none" w="med" len="med"/>
              <a:tailEnd type="none" w="med" len="med"/>
            </a:ln>
          </p:spPr>
        </p:sp>
        <p:sp>
          <p:nvSpPr>
            <p:cNvPr id="184350" name="Line 56"/>
            <p:cNvSpPr/>
            <p:nvPr/>
          </p:nvSpPr>
          <p:spPr>
            <a:xfrm rot="-5400000" flipH="1">
              <a:off x="2844" y="2019"/>
              <a:ext cx="211" cy="0"/>
            </a:xfrm>
            <a:prstGeom prst="line">
              <a:avLst/>
            </a:prstGeom>
            <a:ln w="28575" cap="flat" cmpd="sng">
              <a:solidFill>
                <a:schemeClr val="tx1"/>
              </a:solidFill>
              <a:prstDash val="solid"/>
              <a:headEnd type="none" w="med" len="med"/>
              <a:tailEnd type="none" w="med" len="med"/>
            </a:ln>
          </p:spPr>
        </p:sp>
        <p:sp>
          <p:nvSpPr>
            <p:cNvPr id="184351" name="Line 57"/>
            <p:cNvSpPr/>
            <p:nvPr/>
          </p:nvSpPr>
          <p:spPr>
            <a:xfrm>
              <a:off x="1229" y="2126"/>
              <a:ext cx="1028" cy="0"/>
            </a:xfrm>
            <a:prstGeom prst="line">
              <a:avLst/>
            </a:prstGeom>
            <a:ln w="28575" cap="flat" cmpd="sng">
              <a:solidFill>
                <a:schemeClr val="tx1"/>
              </a:solidFill>
              <a:prstDash val="solid"/>
              <a:headEnd type="none" w="med" len="med"/>
              <a:tailEnd type="none" w="med" len="med"/>
            </a:ln>
          </p:spPr>
        </p:sp>
        <p:sp>
          <p:nvSpPr>
            <p:cNvPr id="184352" name="Line 58"/>
            <p:cNvSpPr/>
            <p:nvPr/>
          </p:nvSpPr>
          <p:spPr>
            <a:xfrm>
              <a:off x="2941" y="2126"/>
              <a:ext cx="784" cy="0"/>
            </a:xfrm>
            <a:prstGeom prst="line">
              <a:avLst/>
            </a:prstGeom>
            <a:ln w="28575" cap="flat" cmpd="sng">
              <a:solidFill>
                <a:schemeClr val="tx1"/>
              </a:solidFill>
              <a:prstDash val="solid"/>
              <a:headEnd type="none" w="med" len="med"/>
              <a:tailEnd type="none" w="med" len="med"/>
            </a:ln>
          </p:spPr>
        </p:sp>
        <p:sp>
          <p:nvSpPr>
            <p:cNvPr id="184353" name="Line 59"/>
            <p:cNvSpPr/>
            <p:nvPr/>
          </p:nvSpPr>
          <p:spPr>
            <a:xfrm>
              <a:off x="1430" y="2384"/>
              <a:ext cx="2302" cy="0"/>
            </a:xfrm>
            <a:prstGeom prst="line">
              <a:avLst/>
            </a:prstGeom>
            <a:ln w="28575" cap="flat" cmpd="sng">
              <a:solidFill>
                <a:schemeClr val="tx1"/>
              </a:solidFill>
              <a:prstDash val="solid"/>
              <a:headEnd type="none" w="med" len="med"/>
              <a:tailEnd type="none" w="med" len="med"/>
            </a:ln>
          </p:spPr>
        </p:sp>
        <p:sp>
          <p:nvSpPr>
            <p:cNvPr id="184354" name="Text Box 60"/>
            <p:cNvSpPr txBox="1"/>
            <p:nvPr/>
          </p:nvSpPr>
          <p:spPr>
            <a:xfrm>
              <a:off x="0" y="2169"/>
              <a:ext cx="48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p>
          </p:txBody>
        </p:sp>
        <p:sp>
          <p:nvSpPr>
            <p:cNvPr id="184355" name="Line 61"/>
            <p:cNvSpPr/>
            <p:nvPr/>
          </p:nvSpPr>
          <p:spPr>
            <a:xfrm rot="-5400000" flipH="1">
              <a:off x="1067" y="849"/>
              <a:ext cx="367" cy="0"/>
            </a:xfrm>
            <a:prstGeom prst="line">
              <a:avLst/>
            </a:prstGeom>
            <a:ln w="28575" cap="flat" cmpd="sng">
              <a:solidFill>
                <a:schemeClr val="tx1"/>
              </a:solidFill>
              <a:prstDash val="solid"/>
              <a:headEnd type="none" w="med" len="med"/>
              <a:tailEnd type="none" w="med" len="med"/>
            </a:ln>
          </p:spPr>
        </p:sp>
        <p:sp>
          <p:nvSpPr>
            <p:cNvPr id="184356" name="Line 62"/>
            <p:cNvSpPr/>
            <p:nvPr/>
          </p:nvSpPr>
          <p:spPr>
            <a:xfrm rot="-5400000">
              <a:off x="2719" y="1271"/>
              <a:ext cx="453" cy="0"/>
            </a:xfrm>
            <a:prstGeom prst="line">
              <a:avLst/>
            </a:prstGeom>
            <a:ln w="28575" cap="flat" cmpd="sng">
              <a:solidFill>
                <a:schemeClr val="tx1"/>
              </a:solidFill>
              <a:prstDash val="solid"/>
              <a:headEnd type="none" w="med" len="med"/>
              <a:tailEnd type="none" w="med" len="med"/>
            </a:ln>
          </p:spPr>
        </p:sp>
        <p:sp>
          <p:nvSpPr>
            <p:cNvPr id="184357" name="Line 63"/>
            <p:cNvSpPr/>
            <p:nvPr/>
          </p:nvSpPr>
          <p:spPr>
            <a:xfrm rot="5400000" flipH="1">
              <a:off x="2987" y="1021"/>
              <a:ext cx="703" cy="0"/>
            </a:xfrm>
            <a:prstGeom prst="line">
              <a:avLst/>
            </a:prstGeom>
            <a:ln w="28575" cap="flat" cmpd="sng">
              <a:solidFill>
                <a:schemeClr val="tx1"/>
              </a:solidFill>
              <a:prstDash val="solid"/>
              <a:headEnd type="none" w="med" len="med"/>
              <a:tailEnd type="none" w="med" len="med"/>
            </a:ln>
          </p:spPr>
        </p:sp>
        <p:sp>
          <p:nvSpPr>
            <p:cNvPr id="184358" name="Line 64"/>
            <p:cNvSpPr/>
            <p:nvPr/>
          </p:nvSpPr>
          <p:spPr>
            <a:xfrm rot="-5400000">
              <a:off x="1059" y="1282"/>
              <a:ext cx="353" cy="0"/>
            </a:xfrm>
            <a:prstGeom prst="line">
              <a:avLst/>
            </a:prstGeom>
            <a:ln w="28575" cap="flat" cmpd="sng">
              <a:solidFill>
                <a:schemeClr val="tx1"/>
              </a:solidFill>
              <a:prstDash val="solid"/>
              <a:headEnd type="none" w="med" len="med"/>
              <a:tailEnd type="none" w="med" len="med"/>
            </a:ln>
          </p:spPr>
        </p:sp>
        <p:sp>
          <p:nvSpPr>
            <p:cNvPr id="184359" name="Line 65"/>
            <p:cNvSpPr/>
            <p:nvPr/>
          </p:nvSpPr>
          <p:spPr>
            <a:xfrm rot="5400000" flipH="1">
              <a:off x="1397" y="1147"/>
              <a:ext cx="453" cy="0"/>
            </a:xfrm>
            <a:prstGeom prst="line">
              <a:avLst/>
            </a:prstGeom>
            <a:ln w="28575" cap="flat" cmpd="sng">
              <a:solidFill>
                <a:schemeClr val="tx1"/>
              </a:solidFill>
              <a:prstDash val="solid"/>
              <a:headEnd type="none" w="med" len="med"/>
              <a:tailEnd type="none" w="med" len="med"/>
            </a:ln>
          </p:spPr>
        </p:sp>
        <p:sp>
          <p:nvSpPr>
            <p:cNvPr id="184360" name="Line 66"/>
            <p:cNvSpPr/>
            <p:nvPr/>
          </p:nvSpPr>
          <p:spPr>
            <a:xfrm flipH="1">
              <a:off x="1044" y="679"/>
              <a:ext cx="6" cy="464"/>
            </a:xfrm>
            <a:prstGeom prst="line">
              <a:avLst/>
            </a:prstGeom>
            <a:ln w="28575" cap="flat" cmpd="sng">
              <a:solidFill>
                <a:schemeClr val="tx1"/>
              </a:solidFill>
              <a:prstDash val="solid"/>
              <a:headEnd type="none" w="med" len="med"/>
              <a:tailEnd type="none" w="med" len="med"/>
            </a:ln>
          </p:spPr>
        </p:sp>
        <p:sp>
          <p:nvSpPr>
            <p:cNvPr id="184361" name="Line 67"/>
            <p:cNvSpPr/>
            <p:nvPr/>
          </p:nvSpPr>
          <p:spPr>
            <a:xfrm>
              <a:off x="1053" y="1143"/>
              <a:ext cx="725" cy="0"/>
            </a:xfrm>
            <a:prstGeom prst="line">
              <a:avLst/>
            </a:prstGeom>
            <a:ln w="28575" cap="flat" cmpd="sng">
              <a:solidFill>
                <a:schemeClr val="tx1"/>
              </a:solidFill>
              <a:prstDash val="solid"/>
              <a:headEnd type="none" w="med" len="med"/>
              <a:tailEnd type="none" w="med" len="med"/>
            </a:ln>
          </p:spPr>
        </p:sp>
        <p:sp>
          <p:nvSpPr>
            <p:cNvPr id="184362" name="Line 68"/>
            <p:cNvSpPr/>
            <p:nvPr/>
          </p:nvSpPr>
          <p:spPr>
            <a:xfrm>
              <a:off x="1632" y="941"/>
              <a:ext cx="1516" cy="0"/>
            </a:xfrm>
            <a:prstGeom prst="line">
              <a:avLst/>
            </a:prstGeom>
            <a:ln w="28575" cap="flat" cmpd="sng">
              <a:solidFill>
                <a:schemeClr val="tx1"/>
              </a:solidFill>
              <a:prstDash val="solid"/>
              <a:headEnd type="none" w="med" len="med"/>
              <a:tailEnd type="none" w="med" len="med"/>
            </a:ln>
          </p:spPr>
        </p:sp>
        <p:sp>
          <p:nvSpPr>
            <p:cNvPr id="184363" name="Line 69"/>
            <p:cNvSpPr/>
            <p:nvPr/>
          </p:nvSpPr>
          <p:spPr>
            <a:xfrm flipV="1">
              <a:off x="3141" y="668"/>
              <a:ext cx="0" cy="272"/>
            </a:xfrm>
            <a:prstGeom prst="line">
              <a:avLst/>
            </a:prstGeom>
            <a:ln w="28575" cap="flat" cmpd="sng">
              <a:solidFill>
                <a:schemeClr val="tx1"/>
              </a:solidFill>
              <a:prstDash val="solid"/>
              <a:headEnd type="none" w="med" len="med"/>
              <a:tailEnd type="none" w="med" len="med"/>
            </a:ln>
          </p:spPr>
        </p:sp>
        <p:sp>
          <p:nvSpPr>
            <p:cNvPr id="184364" name="Line 70"/>
            <p:cNvSpPr/>
            <p:nvPr/>
          </p:nvSpPr>
          <p:spPr>
            <a:xfrm flipV="1">
              <a:off x="2463" y="674"/>
              <a:ext cx="0" cy="263"/>
            </a:xfrm>
            <a:prstGeom prst="line">
              <a:avLst/>
            </a:prstGeom>
            <a:ln w="28575" cap="flat" cmpd="sng">
              <a:solidFill>
                <a:schemeClr val="tx1"/>
              </a:solidFill>
              <a:prstDash val="solid"/>
              <a:headEnd type="none" w="med" len="med"/>
              <a:tailEnd type="none" w="med" len="med"/>
            </a:ln>
          </p:spPr>
        </p:sp>
        <p:sp>
          <p:nvSpPr>
            <p:cNvPr id="184365" name="Line 71"/>
            <p:cNvSpPr/>
            <p:nvPr/>
          </p:nvSpPr>
          <p:spPr>
            <a:xfrm flipV="1">
              <a:off x="1776" y="663"/>
              <a:ext cx="0" cy="476"/>
            </a:xfrm>
            <a:prstGeom prst="line">
              <a:avLst/>
            </a:prstGeom>
            <a:ln w="28575" cap="flat" cmpd="sng">
              <a:solidFill>
                <a:schemeClr val="tx1"/>
              </a:solidFill>
              <a:prstDash val="solid"/>
              <a:headEnd type="none" w="med" len="med"/>
              <a:tailEnd type="none" w="med" len="med"/>
            </a:ln>
          </p:spPr>
        </p:sp>
        <p:sp>
          <p:nvSpPr>
            <p:cNvPr id="184366" name="Line 73"/>
            <p:cNvSpPr/>
            <p:nvPr/>
          </p:nvSpPr>
          <p:spPr>
            <a:xfrm>
              <a:off x="1245" y="1047"/>
              <a:ext cx="1709" cy="0"/>
            </a:xfrm>
            <a:prstGeom prst="line">
              <a:avLst/>
            </a:prstGeom>
            <a:ln w="28575" cap="flat" cmpd="sng">
              <a:solidFill>
                <a:schemeClr val="tx1"/>
              </a:solidFill>
              <a:prstDash val="solid"/>
              <a:headEnd type="none" w="med" len="med"/>
              <a:tailEnd type="none" w="med" len="med"/>
            </a:ln>
          </p:spPr>
        </p:sp>
        <p:sp>
          <p:nvSpPr>
            <p:cNvPr id="184367" name="Line 74"/>
            <p:cNvSpPr/>
            <p:nvPr/>
          </p:nvSpPr>
          <p:spPr>
            <a:xfrm>
              <a:off x="1966" y="680"/>
              <a:ext cx="0" cy="479"/>
            </a:xfrm>
            <a:prstGeom prst="line">
              <a:avLst/>
            </a:prstGeom>
            <a:ln w="28575" cap="flat" cmpd="sng">
              <a:solidFill>
                <a:schemeClr val="tx1"/>
              </a:solidFill>
              <a:prstDash val="solid"/>
              <a:headEnd type="none" w="med" len="med"/>
              <a:tailEnd type="none" w="med" len="med"/>
            </a:ln>
          </p:spPr>
        </p:sp>
        <p:sp>
          <p:nvSpPr>
            <p:cNvPr id="184368" name="Line 75"/>
            <p:cNvSpPr/>
            <p:nvPr/>
          </p:nvSpPr>
          <p:spPr>
            <a:xfrm>
              <a:off x="1959" y="1143"/>
              <a:ext cx="1406" cy="0"/>
            </a:xfrm>
            <a:prstGeom prst="line">
              <a:avLst/>
            </a:prstGeom>
            <a:ln w="28575" cap="flat" cmpd="sng">
              <a:solidFill>
                <a:schemeClr val="tx1"/>
              </a:solidFill>
              <a:prstDash val="solid"/>
              <a:headEnd type="none" w="med" len="med"/>
              <a:tailEnd type="none" w="med" len="med"/>
            </a:ln>
          </p:spPr>
        </p:sp>
        <p:sp>
          <p:nvSpPr>
            <p:cNvPr id="184369" name="Line 76"/>
            <p:cNvSpPr/>
            <p:nvPr/>
          </p:nvSpPr>
          <p:spPr>
            <a:xfrm rot="-5400000" flipH="1">
              <a:off x="2479" y="851"/>
              <a:ext cx="358" cy="0"/>
            </a:xfrm>
            <a:prstGeom prst="line">
              <a:avLst/>
            </a:prstGeom>
            <a:ln w="28575" cap="flat" cmpd="sng">
              <a:solidFill>
                <a:schemeClr val="tx1"/>
              </a:solidFill>
              <a:prstDash val="solid"/>
              <a:headEnd type="none" w="med" len="med"/>
              <a:tailEnd type="none" w="med" len="med"/>
            </a:ln>
          </p:spPr>
        </p:sp>
        <p:sp>
          <p:nvSpPr>
            <p:cNvPr id="184370" name="Text Box 79"/>
            <p:cNvSpPr txBox="1"/>
            <p:nvPr/>
          </p:nvSpPr>
          <p:spPr>
            <a:xfrm>
              <a:off x="1206" y="1191"/>
              <a:ext cx="36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1" name="Text Box 80"/>
            <p:cNvSpPr txBox="1"/>
            <p:nvPr/>
          </p:nvSpPr>
          <p:spPr>
            <a:xfrm>
              <a:off x="2928" y="1191"/>
              <a:ext cx="42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184372" name="Oval 82"/>
            <p:cNvSpPr/>
            <p:nvPr/>
          </p:nvSpPr>
          <p:spPr>
            <a:xfrm>
              <a:off x="2637" y="101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3" name="Oval 83"/>
            <p:cNvSpPr/>
            <p:nvPr/>
          </p:nvSpPr>
          <p:spPr>
            <a:xfrm>
              <a:off x="3312" y="111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4" name="Oval 84"/>
            <p:cNvSpPr/>
            <p:nvPr/>
          </p:nvSpPr>
          <p:spPr>
            <a:xfrm>
              <a:off x="1218" y="112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5" name="Oval 85"/>
            <p:cNvSpPr/>
            <p:nvPr/>
          </p:nvSpPr>
          <p:spPr>
            <a:xfrm>
              <a:off x="2435" y="91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6" name="Oval 86"/>
            <p:cNvSpPr/>
            <p:nvPr/>
          </p:nvSpPr>
          <p:spPr>
            <a:xfrm>
              <a:off x="806" y="2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7" name="Line 87"/>
            <p:cNvSpPr/>
            <p:nvPr/>
          </p:nvSpPr>
          <p:spPr>
            <a:xfrm rot="-5400000" flipH="1">
              <a:off x="1526" y="2017"/>
              <a:ext cx="212" cy="0"/>
            </a:xfrm>
            <a:prstGeom prst="line">
              <a:avLst/>
            </a:prstGeom>
            <a:ln w="28575" cap="flat" cmpd="sng">
              <a:solidFill>
                <a:schemeClr val="tx1"/>
              </a:solidFill>
              <a:prstDash val="solid"/>
              <a:headEnd type="none" w="med" len="med"/>
              <a:tailEnd type="none" w="med" len="med"/>
            </a:ln>
          </p:spPr>
        </p:sp>
        <p:sp>
          <p:nvSpPr>
            <p:cNvPr id="184378" name="Oval 88"/>
            <p:cNvSpPr/>
            <p:nvPr/>
          </p:nvSpPr>
          <p:spPr>
            <a:xfrm>
              <a:off x="1602" y="2093"/>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79" name="Oval 90"/>
            <p:cNvSpPr/>
            <p:nvPr/>
          </p:nvSpPr>
          <p:spPr>
            <a:xfrm>
              <a:off x="3120" y="235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0" name="Line 91"/>
            <p:cNvSpPr/>
            <p:nvPr/>
          </p:nvSpPr>
          <p:spPr>
            <a:xfrm rot="-5400000" flipH="1">
              <a:off x="3244" y="2015"/>
              <a:ext cx="212" cy="0"/>
            </a:xfrm>
            <a:prstGeom prst="line">
              <a:avLst/>
            </a:prstGeom>
            <a:ln w="28575" cap="flat" cmpd="sng">
              <a:solidFill>
                <a:schemeClr val="tx1"/>
              </a:solidFill>
              <a:prstDash val="solid"/>
              <a:headEnd type="none" w="med" len="med"/>
              <a:tailEnd type="none" w="med" len="med"/>
            </a:ln>
          </p:spPr>
        </p:sp>
        <p:sp>
          <p:nvSpPr>
            <p:cNvPr id="184381" name="Oval 92"/>
            <p:cNvSpPr/>
            <p:nvPr/>
          </p:nvSpPr>
          <p:spPr>
            <a:xfrm>
              <a:off x="3332" y="2095"/>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2" name="Text Box 93"/>
            <p:cNvSpPr txBox="1"/>
            <p:nvPr/>
          </p:nvSpPr>
          <p:spPr>
            <a:xfrm>
              <a:off x="1440" y="2553"/>
              <a:ext cx="2304" cy="310"/>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600" b="1" dirty="0">
                  <a:solidFill>
                    <a:schemeClr val="tx1"/>
                  </a:solidFill>
                  <a:latin typeface="华文新魏" panose="02010800040101010101" pitchFamily="2" charset="-122"/>
                  <a:ea typeface="华文新魏" panose="02010800040101010101" pitchFamily="2" charset="-122"/>
                </a:rPr>
                <a:t>四输出节拍分配器逻辑图</a:t>
              </a:r>
            </a:p>
          </p:txBody>
        </p:sp>
        <p:sp>
          <p:nvSpPr>
            <p:cNvPr id="184383" name="Rectangle 28"/>
            <p:cNvSpPr/>
            <p:nvPr/>
          </p:nvSpPr>
          <p:spPr>
            <a:xfrm rot="-5400000">
              <a:off x="2910" y="1319"/>
              <a:ext cx="459" cy="722"/>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4" name="Text Box 29"/>
            <p:cNvSpPr txBox="1"/>
            <p:nvPr/>
          </p:nvSpPr>
          <p:spPr>
            <a:xfrm>
              <a:off x="3256" y="1678"/>
              <a:ext cx="14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p>
          </p:txBody>
        </p:sp>
        <p:sp>
          <p:nvSpPr>
            <p:cNvPr id="184385" name="Text Box 30"/>
            <p:cNvSpPr txBox="1"/>
            <p:nvPr/>
          </p:nvSpPr>
          <p:spPr>
            <a:xfrm>
              <a:off x="2737" y="1535"/>
              <a:ext cx="346"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184386" name="Text Box 31"/>
            <p:cNvSpPr txBox="1"/>
            <p:nvPr/>
          </p:nvSpPr>
          <p:spPr>
            <a:xfrm>
              <a:off x="2869" y="1678"/>
              <a:ext cx="157"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p>
          </p:txBody>
        </p:sp>
        <p:sp>
          <p:nvSpPr>
            <p:cNvPr id="184387" name="Text Box 32"/>
            <p:cNvSpPr txBox="1"/>
            <p:nvPr/>
          </p:nvSpPr>
          <p:spPr>
            <a:xfrm>
              <a:off x="2872" y="1386"/>
              <a:ext cx="159"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184388" name="AutoShape 33"/>
            <p:cNvSpPr/>
            <p:nvPr/>
          </p:nvSpPr>
          <p:spPr>
            <a:xfrm>
              <a:off x="3104" y="1855"/>
              <a:ext cx="73"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89" name="Oval 34"/>
            <p:cNvSpPr/>
            <p:nvPr/>
          </p:nvSpPr>
          <p:spPr>
            <a:xfrm>
              <a:off x="3110" y="1907"/>
              <a:ext cx="66" cy="6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0" name="Text Box 36"/>
            <p:cNvSpPr txBox="1"/>
            <p:nvPr/>
          </p:nvSpPr>
          <p:spPr>
            <a:xfrm>
              <a:off x="3254" y="1386"/>
              <a:ext cx="15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grpSp>
          <p:nvGrpSpPr>
            <p:cNvPr id="184391" name="Group 37"/>
            <p:cNvGrpSpPr/>
            <p:nvPr/>
          </p:nvGrpSpPr>
          <p:grpSpPr>
            <a:xfrm rot="10800000">
              <a:off x="2547" y="1650"/>
              <a:ext cx="230" cy="58"/>
              <a:chOff x="0" y="0"/>
              <a:chExt cx="225" cy="63"/>
            </a:xfrm>
          </p:grpSpPr>
          <p:sp>
            <p:nvSpPr>
              <p:cNvPr id="184407" name="Oval 38"/>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8" name="Line 39"/>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392" name="Rectangle 42"/>
            <p:cNvSpPr/>
            <p:nvPr/>
          </p:nvSpPr>
          <p:spPr>
            <a:xfrm rot="-5400000">
              <a:off x="1196" y="1319"/>
              <a:ext cx="459" cy="723"/>
            </a:xfrm>
            <a:prstGeom prst="rect">
              <a:avLst/>
            </a:prstGeom>
            <a:solidFill>
              <a:schemeClr val="accent1"/>
            </a:solidFill>
            <a:ln w="28575" cap="flat" cmpd="sng">
              <a:solidFill>
                <a:schemeClr val="tx1"/>
              </a:solidFill>
              <a:prstDash val="solid"/>
              <a:miter/>
              <a:headEnd type="none" w="med" len="med"/>
              <a:tailEnd type="none" w="med" len="med"/>
            </a:ln>
          </p:spPr>
          <p:txBody>
            <a:bodyPr rot="0" vert="eaVert"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3" name="Text Box 43"/>
            <p:cNvSpPr txBox="1"/>
            <p:nvPr/>
          </p:nvSpPr>
          <p:spPr>
            <a:xfrm>
              <a:off x="1522" y="1678"/>
              <a:ext cx="140"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K</a:t>
              </a:r>
            </a:p>
          </p:txBody>
        </p:sp>
        <p:sp>
          <p:nvSpPr>
            <p:cNvPr id="184394" name="Text Box 44"/>
            <p:cNvSpPr txBox="1"/>
            <p:nvPr/>
          </p:nvSpPr>
          <p:spPr>
            <a:xfrm>
              <a:off x="1023" y="1535"/>
              <a:ext cx="345"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184395" name="Text Box 45"/>
            <p:cNvSpPr txBox="1"/>
            <p:nvPr/>
          </p:nvSpPr>
          <p:spPr>
            <a:xfrm>
              <a:off x="1139" y="1678"/>
              <a:ext cx="15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J</a:t>
              </a:r>
            </a:p>
          </p:txBody>
        </p:sp>
        <p:sp>
          <p:nvSpPr>
            <p:cNvPr id="184396" name="Text Box 47"/>
            <p:cNvSpPr txBox="1"/>
            <p:nvPr/>
          </p:nvSpPr>
          <p:spPr>
            <a:xfrm>
              <a:off x="1138" y="1388"/>
              <a:ext cx="15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184397" name="AutoShape 48"/>
            <p:cNvSpPr/>
            <p:nvPr/>
          </p:nvSpPr>
          <p:spPr>
            <a:xfrm>
              <a:off x="1390" y="1855"/>
              <a:ext cx="72" cy="5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8" name="Oval 49"/>
            <p:cNvSpPr/>
            <p:nvPr/>
          </p:nvSpPr>
          <p:spPr>
            <a:xfrm>
              <a:off x="1395" y="1906"/>
              <a:ext cx="66" cy="66"/>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399" name="Text Box 51"/>
            <p:cNvSpPr txBox="1"/>
            <p:nvPr/>
          </p:nvSpPr>
          <p:spPr>
            <a:xfrm>
              <a:off x="1520" y="1386"/>
              <a:ext cx="158" cy="280"/>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grpSp>
          <p:nvGrpSpPr>
            <p:cNvPr id="184400" name="Group 52"/>
            <p:cNvGrpSpPr/>
            <p:nvPr/>
          </p:nvGrpSpPr>
          <p:grpSpPr>
            <a:xfrm rot="10800000">
              <a:off x="833" y="1650"/>
              <a:ext cx="229" cy="58"/>
              <a:chOff x="0" y="0"/>
              <a:chExt cx="225" cy="63"/>
            </a:xfrm>
          </p:grpSpPr>
          <p:sp>
            <p:nvSpPr>
              <p:cNvPr id="184405" name="Oval 53"/>
              <p:cNvSpPr/>
              <p:nvPr/>
            </p:nvSpPr>
            <p:spPr>
              <a:xfrm rot="10800000">
                <a:off x="0" y="0"/>
                <a:ext cx="62" cy="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6" name="Line 54"/>
              <p:cNvSpPr/>
              <p:nvPr/>
            </p:nvSpPr>
            <p:spPr>
              <a:xfrm rot="-10800000" flipH="1">
                <a:off x="60" y="31"/>
                <a:ext cx="165" cy="0"/>
              </a:xfrm>
              <a:prstGeom prst="line">
                <a:avLst/>
              </a:prstGeom>
              <a:ln w="28575" cap="flat" cmpd="sng">
                <a:solidFill>
                  <a:schemeClr val="tx1"/>
                </a:solidFill>
                <a:prstDash val="solid"/>
                <a:headEnd type="none" w="med" len="med"/>
                <a:tailEnd type="none" w="med" len="med"/>
              </a:ln>
            </p:spPr>
          </p:sp>
        </p:grpSp>
        <p:sp>
          <p:nvSpPr>
            <p:cNvPr id="184401" name="Oval 77"/>
            <p:cNvSpPr/>
            <p:nvPr/>
          </p:nvSpPr>
          <p:spPr>
            <a:xfrm rot="5400000">
              <a:off x="3307" y="1386"/>
              <a:ext cx="66" cy="65"/>
            </a:xfrm>
            <a:prstGeom prst="ellipse">
              <a:avLst/>
            </a:prstGeom>
            <a:noFill/>
            <a:ln w="28575" cap="flat" cmpd="sng">
              <a:solidFill>
                <a:schemeClr val="tx1"/>
              </a:solidFill>
              <a:prstDash val="solid"/>
              <a:headEnd type="none" w="med" len="med"/>
              <a:tailEnd type="none" w="med" len="med"/>
            </a:ln>
          </p:spPr>
          <p:txBody>
            <a:bodyPr rot="10800000" vert="eaVert"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2" name="Oval 78"/>
            <p:cNvSpPr/>
            <p:nvPr/>
          </p:nvSpPr>
          <p:spPr>
            <a:xfrm>
              <a:off x="1594" y="1378"/>
              <a:ext cx="66" cy="66"/>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3" name="Oval 81"/>
            <p:cNvSpPr/>
            <p:nvPr/>
          </p:nvSpPr>
          <p:spPr>
            <a:xfrm>
              <a:off x="2928" y="1239"/>
              <a:ext cx="48" cy="4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4404" name="Line 89"/>
            <p:cNvSpPr/>
            <p:nvPr/>
          </p:nvSpPr>
          <p:spPr>
            <a:xfrm>
              <a:off x="2256" y="1257"/>
              <a:ext cx="694" cy="0"/>
            </a:xfrm>
            <a:prstGeom prst="line">
              <a:avLst/>
            </a:prstGeom>
            <a:ln w="28575" cap="flat" cmpd="sng">
              <a:solidFill>
                <a:schemeClr val="tx1"/>
              </a:solidFill>
              <a:prstDash val="solid"/>
              <a:headEnd type="none" w="med" len="med"/>
              <a:tailEnd type="none" w="med" len="med"/>
            </a:ln>
          </p:spPr>
        </p:sp>
      </p:grpSp>
      <p:sp>
        <p:nvSpPr>
          <p:cNvPr id="2" name="文本框 1"/>
          <p:cNvSpPr txBox="1"/>
          <p:nvPr/>
        </p:nvSpPr>
        <p:spPr>
          <a:xfrm>
            <a:off x="7164705" y="2225040"/>
            <a:ext cx="1564640" cy="1076325"/>
          </a:xfrm>
          <a:prstGeom prst="rect">
            <a:avLst/>
          </a:prstGeom>
          <a:noFill/>
        </p:spPr>
        <p:txBody>
          <a:bodyPr wrap="square" rtlCol="0">
            <a:spAutoFit/>
          </a:bodyPr>
          <a:lstStyle/>
          <a:p>
            <a:r>
              <a:rPr lang="en-US" altLang="zh-CN" sz="1600" dirty="0">
                <a:solidFill>
                  <a:schemeClr val="tx1"/>
                </a:solidFill>
                <a:latin typeface="华文新魏" panose="02010800040101010101" pitchFamily="2" charset="-122"/>
                <a:ea typeface="华文新魏" panose="02010800040101010101" pitchFamily="2" charset="-122"/>
              </a:rPr>
              <a:t>Y</a:t>
            </a:r>
            <a:r>
              <a:rPr lang="en-US" altLang="zh-CN" sz="1600" baseline="-25000" dirty="0">
                <a:solidFill>
                  <a:schemeClr val="tx1"/>
                </a:solidFill>
                <a:latin typeface="华文新魏" panose="02010800040101010101" pitchFamily="2" charset="-122"/>
                <a:ea typeface="华文新魏" panose="02010800040101010101" pitchFamily="2" charset="-122"/>
              </a:rPr>
              <a:t>0</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1</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0</a:t>
            </a: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 </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2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endParaRPr lang="en-US" altLang="zh-CN" sz="1600" baseline="-25000" dirty="0">
              <a:solidFill>
                <a:schemeClr val="tx1"/>
              </a:solidFill>
              <a:latin typeface="华文新魏" panose="02010800040101010101" pitchFamily="2" charset="-122"/>
              <a:ea typeface="华文新魏" panose="02010800040101010101" pitchFamily="2" charset="-122"/>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3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endParaRPr lang="en-US" altLang="zh-CN" sz="1600" baseline="-25000" dirty="0">
              <a:solidFill>
                <a:schemeClr val="tx1"/>
              </a:solidFill>
              <a:latin typeface="华文新魏" panose="02010800040101010101" pitchFamily="2" charset="-122"/>
              <a:ea typeface="华文新魏" panose="02010800040101010101" pitchFamily="2" charset="-122"/>
            </a:endParaRPr>
          </a:p>
        </p:txBody>
      </p:sp>
      <p:sp>
        <p:nvSpPr>
          <p:cNvPr id="3" name="矩形标注 2"/>
          <p:cNvSpPr/>
          <p:nvPr/>
        </p:nvSpPr>
        <p:spPr>
          <a:xfrm>
            <a:off x="7164705" y="3780155"/>
            <a:ext cx="1144905" cy="303530"/>
          </a:xfrm>
          <a:prstGeom prst="wedgeRectCallout">
            <a:avLst>
              <a:gd name="adj1" fmla="val -90432"/>
              <a:gd name="adj2" fmla="val 51464"/>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逻辑状态</a:t>
            </a:r>
            <a:r>
              <a:rPr kumimoji="0" lang="en-US"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cs typeface="华文新魏" panose="02010800040101010101" pitchFamily="2" charset="-122"/>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4322"/>
                                        </p:tgtEl>
                                        <p:attrNameLst>
                                          <p:attrName>style.visibility</p:attrName>
                                        </p:attrNameLst>
                                      </p:cBhvr>
                                      <p:to>
                                        <p:strVal val="visible"/>
                                      </p:to>
                                    </p:set>
                                    <p:anim calcmode="lin" valueType="num">
                                      <p:cBhvr additive="base">
                                        <p:cTn id="7" dur="500" fill="hold"/>
                                        <p:tgtEl>
                                          <p:spTgt spid="184322"/>
                                        </p:tgtEl>
                                        <p:attrNameLst>
                                          <p:attrName>ppt_x</p:attrName>
                                        </p:attrNameLst>
                                      </p:cBhvr>
                                      <p:tavLst>
                                        <p:tav tm="0">
                                          <p:val>
                                            <p:strVal val="#ppt_x"/>
                                          </p:val>
                                        </p:tav>
                                        <p:tav tm="100000">
                                          <p:val>
                                            <p:strVal val="#ppt_x"/>
                                          </p:val>
                                        </p:tav>
                                      </p:tavLst>
                                    </p:anim>
                                    <p:anim calcmode="lin" valueType="num">
                                      <p:cBhvr additive="base">
                                        <p:cTn id="8" dur="500" fill="hold"/>
                                        <p:tgtEl>
                                          <p:spTgt spid="1843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24"/>
                                        </p:tgtEl>
                                        <p:attrNameLst>
                                          <p:attrName>style.visibility</p:attrName>
                                        </p:attrNameLst>
                                      </p:cBhvr>
                                      <p:to>
                                        <p:strVal val="visible"/>
                                      </p:to>
                                    </p:set>
                                    <p:anim calcmode="lin" valueType="num">
                                      <p:cBhvr additive="base">
                                        <p:cTn id="13" dur="500" fill="hold"/>
                                        <p:tgtEl>
                                          <p:spTgt spid="184324"/>
                                        </p:tgtEl>
                                        <p:attrNameLst>
                                          <p:attrName>ppt_x</p:attrName>
                                        </p:attrNameLst>
                                      </p:cBhvr>
                                      <p:tavLst>
                                        <p:tav tm="0">
                                          <p:val>
                                            <p:strVal val="#ppt_x"/>
                                          </p:val>
                                        </p:tav>
                                        <p:tav tm="100000">
                                          <p:val>
                                            <p:strVal val="#ppt_x"/>
                                          </p:val>
                                        </p:tav>
                                      </p:tavLst>
                                    </p:anim>
                                    <p:anim calcmode="lin" valueType="num">
                                      <p:cBhvr additive="base">
                                        <p:cTn id="14" dur="500" fill="hold"/>
                                        <p:tgtEl>
                                          <p:spTgt spid="18432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22" grpId="0"/>
      <p:bldP spid="184323" grpId="1"/>
      <p:bldP spid="2" grpId="0"/>
      <p:bldP spid="2" grpId="1"/>
      <p:bldP spid="3" grpId="0" animBg="1"/>
      <p:bldP spid="3"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p:cNvSpPr>
          <p:nvPr>
            <p:ph type="title"/>
          </p:nvPr>
        </p:nvSpPr>
        <p:spPr>
          <a:xfrm>
            <a:off x="685800" y="700088"/>
            <a:ext cx="5791200" cy="62865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节拍分配器</a:t>
            </a:r>
            <a:r>
              <a:rPr lang="zh-CN" altLang="en-US" sz="2000" b="1" dirty="0">
                <a:latin typeface="华文新魏" panose="02010800040101010101" pitchFamily="2" charset="-122"/>
                <a:ea typeface="华文新魏" panose="02010800040101010101" pitchFamily="2" charset="-122"/>
              </a:rPr>
              <a:t>波形图</a:t>
            </a:r>
          </a:p>
        </p:txBody>
      </p:sp>
      <p:grpSp>
        <p:nvGrpSpPr>
          <p:cNvPr id="185347" name="Group 1115"/>
          <p:cNvGrpSpPr/>
          <p:nvPr/>
        </p:nvGrpSpPr>
        <p:grpSpPr>
          <a:xfrm>
            <a:off x="609600" y="1636713"/>
            <a:ext cx="5754688" cy="369887"/>
            <a:chOff x="0" y="-31"/>
            <a:chExt cx="3625" cy="310"/>
          </a:xfrm>
        </p:grpSpPr>
        <p:sp>
          <p:nvSpPr>
            <p:cNvPr id="185653" name="Line 100"/>
            <p:cNvSpPr/>
            <p:nvPr/>
          </p:nvSpPr>
          <p:spPr>
            <a:xfrm>
              <a:off x="644" y="178"/>
              <a:ext cx="220" cy="0"/>
            </a:xfrm>
            <a:prstGeom prst="line">
              <a:avLst/>
            </a:prstGeom>
            <a:ln w="28575" cap="flat" cmpd="sng">
              <a:solidFill>
                <a:schemeClr val="tx1"/>
              </a:solidFill>
              <a:prstDash val="solid"/>
              <a:headEnd type="none" w="med" len="med"/>
              <a:tailEnd type="none" w="med" len="med"/>
            </a:ln>
          </p:spPr>
        </p:sp>
        <p:sp>
          <p:nvSpPr>
            <p:cNvPr id="185654" name="Line 101"/>
            <p:cNvSpPr/>
            <p:nvPr/>
          </p:nvSpPr>
          <p:spPr>
            <a:xfrm>
              <a:off x="862" y="12"/>
              <a:ext cx="175" cy="0"/>
            </a:xfrm>
            <a:prstGeom prst="line">
              <a:avLst/>
            </a:prstGeom>
            <a:ln w="28575" cap="flat" cmpd="sng">
              <a:solidFill>
                <a:schemeClr val="tx1"/>
              </a:solidFill>
              <a:prstDash val="solid"/>
              <a:headEnd type="none" w="med" len="med"/>
              <a:tailEnd type="none" w="med" len="med"/>
            </a:ln>
          </p:spPr>
        </p:sp>
        <p:sp>
          <p:nvSpPr>
            <p:cNvPr id="185655" name="Line 102"/>
            <p:cNvSpPr/>
            <p:nvPr/>
          </p:nvSpPr>
          <p:spPr>
            <a:xfrm>
              <a:off x="862" y="12"/>
              <a:ext cx="0" cy="166"/>
            </a:xfrm>
            <a:prstGeom prst="line">
              <a:avLst/>
            </a:prstGeom>
            <a:ln w="28575" cap="flat" cmpd="sng">
              <a:solidFill>
                <a:schemeClr val="tx1"/>
              </a:solidFill>
              <a:prstDash val="solid"/>
              <a:headEnd type="none" w="med" len="med"/>
              <a:tailEnd type="none" w="med" len="med"/>
            </a:ln>
          </p:spPr>
        </p:sp>
        <p:sp>
          <p:nvSpPr>
            <p:cNvPr id="185656" name="Line 103"/>
            <p:cNvSpPr/>
            <p:nvPr/>
          </p:nvSpPr>
          <p:spPr>
            <a:xfrm>
              <a:off x="1037" y="12"/>
              <a:ext cx="0" cy="166"/>
            </a:xfrm>
            <a:prstGeom prst="line">
              <a:avLst/>
            </a:prstGeom>
            <a:ln w="28575" cap="flat" cmpd="sng">
              <a:solidFill>
                <a:schemeClr val="tx1"/>
              </a:solidFill>
              <a:prstDash val="solid"/>
              <a:headEnd type="none" w="med" len="med"/>
              <a:tailEnd type="none" w="med" len="med"/>
            </a:ln>
          </p:spPr>
        </p:sp>
        <p:grpSp>
          <p:nvGrpSpPr>
            <p:cNvPr id="185657" name="Group 104"/>
            <p:cNvGrpSpPr/>
            <p:nvPr/>
          </p:nvGrpSpPr>
          <p:grpSpPr>
            <a:xfrm>
              <a:off x="1037" y="12"/>
              <a:ext cx="344" cy="166"/>
              <a:chOff x="0" y="0"/>
              <a:chExt cx="567" cy="288"/>
            </a:xfrm>
          </p:grpSpPr>
          <p:sp>
            <p:nvSpPr>
              <p:cNvPr id="185694" name="Line 105"/>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5" name="Line 106"/>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6" name="Line 107"/>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7" name="Line 108"/>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58" name="Group 109"/>
            <p:cNvGrpSpPr/>
            <p:nvPr/>
          </p:nvGrpSpPr>
          <p:grpSpPr>
            <a:xfrm>
              <a:off x="1386" y="12"/>
              <a:ext cx="688" cy="166"/>
              <a:chOff x="0" y="0"/>
              <a:chExt cx="1134" cy="288"/>
            </a:xfrm>
          </p:grpSpPr>
          <p:grpSp>
            <p:nvGrpSpPr>
              <p:cNvPr id="185684" name="Group 110"/>
              <p:cNvGrpSpPr/>
              <p:nvPr/>
            </p:nvGrpSpPr>
            <p:grpSpPr>
              <a:xfrm>
                <a:off x="0" y="0"/>
                <a:ext cx="567" cy="288"/>
                <a:chOff x="0" y="0"/>
                <a:chExt cx="567" cy="288"/>
              </a:xfrm>
            </p:grpSpPr>
            <p:sp>
              <p:nvSpPr>
                <p:cNvPr id="185690" name="Line 111"/>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91" name="Line 112"/>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92" name="Line 113"/>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93" name="Line 114"/>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85" name="Group 115"/>
              <p:cNvGrpSpPr/>
              <p:nvPr/>
            </p:nvGrpSpPr>
            <p:grpSpPr>
              <a:xfrm>
                <a:off x="567" y="0"/>
                <a:ext cx="567" cy="288"/>
                <a:chOff x="0" y="0"/>
                <a:chExt cx="567" cy="288"/>
              </a:xfrm>
            </p:grpSpPr>
            <p:sp>
              <p:nvSpPr>
                <p:cNvPr id="185686" name="Line 116"/>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7" name="Line 117"/>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8" name="Line 118"/>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9" name="Line 119"/>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59" name="Group 120"/>
            <p:cNvGrpSpPr/>
            <p:nvPr/>
          </p:nvGrpSpPr>
          <p:grpSpPr>
            <a:xfrm>
              <a:off x="2069" y="12"/>
              <a:ext cx="1381" cy="166"/>
              <a:chOff x="0" y="0"/>
              <a:chExt cx="2277" cy="288"/>
            </a:xfrm>
          </p:grpSpPr>
          <p:grpSp>
            <p:nvGrpSpPr>
              <p:cNvPr id="185662" name="Group 121"/>
              <p:cNvGrpSpPr/>
              <p:nvPr/>
            </p:nvGrpSpPr>
            <p:grpSpPr>
              <a:xfrm>
                <a:off x="0" y="0"/>
                <a:ext cx="1134" cy="288"/>
                <a:chOff x="0" y="0"/>
                <a:chExt cx="1134" cy="288"/>
              </a:xfrm>
            </p:grpSpPr>
            <p:grpSp>
              <p:nvGrpSpPr>
                <p:cNvPr id="185674" name="Group 122"/>
                <p:cNvGrpSpPr/>
                <p:nvPr/>
              </p:nvGrpSpPr>
              <p:grpSpPr>
                <a:xfrm>
                  <a:off x="0" y="0"/>
                  <a:ext cx="567" cy="288"/>
                  <a:chOff x="0" y="0"/>
                  <a:chExt cx="567" cy="288"/>
                </a:xfrm>
              </p:grpSpPr>
              <p:sp>
                <p:nvSpPr>
                  <p:cNvPr id="185680" name="Line 123"/>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81" name="Line 124"/>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82" name="Line 125"/>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83" name="Line 126"/>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75" name="Group 127"/>
                <p:cNvGrpSpPr/>
                <p:nvPr/>
              </p:nvGrpSpPr>
              <p:grpSpPr>
                <a:xfrm>
                  <a:off x="567" y="0"/>
                  <a:ext cx="567" cy="288"/>
                  <a:chOff x="0" y="0"/>
                  <a:chExt cx="567" cy="288"/>
                </a:xfrm>
              </p:grpSpPr>
              <p:sp>
                <p:nvSpPr>
                  <p:cNvPr id="185676" name="Line 128"/>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7" name="Line 129"/>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8" name="Line 130"/>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9" name="Line 131"/>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nvGrpSpPr>
              <p:cNvPr id="185663" name="Group 132"/>
              <p:cNvGrpSpPr/>
              <p:nvPr/>
            </p:nvGrpSpPr>
            <p:grpSpPr>
              <a:xfrm>
                <a:off x="1143" y="0"/>
                <a:ext cx="1134" cy="288"/>
                <a:chOff x="0" y="0"/>
                <a:chExt cx="1134" cy="288"/>
              </a:xfrm>
            </p:grpSpPr>
            <p:grpSp>
              <p:nvGrpSpPr>
                <p:cNvPr id="185664" name="Group 133"/>
                <p:cNvGrpSpPr/>
                <p:nvPr/>
              </p:nvGrpSpPr>
              <p:grpSpPr>
                <a:xfrm>
                  <a:off x="0" y="0"/>
                  <a:ext cx="567" cy="288"/>
                  <a:chOff x="0" y="0"/>
                  <a:chExt cx="567" cy="288"/>
                </a:xfrm>
              </p:grpSpPr>
              <p:sp>
                <p:nvSpPr>
                  <p:cNvPr id="185670" name="Line 134"/>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71" name="Line 135"/>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72" name="Line 136"/>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73" name="Line 137"/>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nvGrpSpPr>
                <p:cNvPr id="185665" name="Group 138"/>
                <p:cNvGrpSpPr/>
                <p:nvPr/>
              </p:nvGrpSpPr>
              <p:grpSpPr>
                <a:xfrm>
                  <a:off x="567" y="0"/>
                  <a:ext cx="567" cy="288"/>
                  <a:chOff x="0" y="0"/>
                  <a:chExt cx="567" cy="288"/>
                </a:xfrm>
              </p:grpSpPr>
              <p:sp>
                <p:nvSpPr>
                  <p:cNvPr id="185666" name="Line 139"/>
                  <p:cNvSpPr/>
                  <p:nvPr/>
                </p:nvSpPr>
                <p:spPr>
                  <a:xfrm>
                    <a:off x="0" y="288"/>
                    <a:ext cx="288" cy="0"/>
                  </a:xfrm>
                  <a:prstGeom prst="line">
                    <a:avLst/>
                  </a:prstGeom>
                  <a:ln w="28575" cap="flat" cmpd="sng">
                    <a:solidFill>
                      <a:schemeClr val="tx1"/>
                    </a:solidFill>
                    <a:prstDash val="solid"/>
                    <a:headEnd type="none" w="med" len="med"/>
                    <a:tailEnd type="none" w="med" len="med"/>
                  </a:ln>
                </p:spPr>
              </p:sp>
              <p:sp>
                <p:nvSpPr>
                  <p:cNvPr id="185667" name="Line 140"/>
                  <p:cNvSpPr/>
                  <p:nvPr/>
                </p:nvSpPr>
                <p:spPr>
                  <a:xfrm>
                    <a:off x="279" y="0"/>
                    <a:ext cx="288" cy="0"/>
                  </a:xfrm>
                  <a:prstGeom prst="line">
                    <a:avLst/>
                  </a:prstGeom>
                  <a:ln w="28575" cap="flat" cmpd="sng">
                    <a:solidFill>
                      <a:schemeClr val="tx1"/>
                    </a:solidFill>
                    <a:prstDash val="solid"/>
                    <a:headEnd type="none" w="med" len="med"/>
                    <a:tailEnd type="none" w="med" len="med"/>
                  </a:ln>
                </p:spPr>
              </p:sp>
              <p:sp>
                <p:nvSpPr>
                  <p:cNvPr id="185668" name="Line 141"/>
                  <p:cNvSpPr/>
                  <p:nvPr/>
                </p:nvSpPr>
                <p:spPr>
                  <a:xfrm>
                    <a:off x="279" y="0"/>
                    <a:ext cx="0" cy="288"/>
                  </a:xfrm>
                  <a:prstGeom prst="line">
                    <a:avLst/>
                  </a:prstGeom>
                  <a:ln w="28575" cap="flat" cmpd="sng">
                    <a:solidFill>
                      <a:schemeClr val="tx1"/>
                    </a:solidFill>
                    <a:prstDash val="solid"/>
                    <a:headEnd type="none" w="med" len="med"/>
                    <a:tailEnd type="none" w="med" len="med"/>
                  </a:ln>
                </p:spPr>
              </p:sp>
              <p:sp>
                <p:nvSpPr>
                  <p:cNvPr id="185669" name="Line 142"/>
                  <p:cNvSpPr/>
                  <p:nvPr/>
                </p:nvSpPr>
                <p:spPr>
                  <a:xfrm>
                    <a:off x="567" y="0"/>
                    <a:ext cx="0" cy="288"/>
                  </a:xfrm>
                  <a:prstGeom prst="line">
                    <a:avLst/>
                  </a:prstGeom>
                  <a:ln w="28575" cap="flat" cmpd="sng">
                    <a:solidFill>
                      <a:schemeClr val="tx1"/>
                    </a:solidFill>
                    <a:prstDash val="solid"/>
                    <a:headEnd type="none" w="med" len="med"/>
                    <a:tailEnd type="none" w="med" len="med"/>
                  </a:ln>
                </p:spPr>
              </p:sp>
            </p:grpSp>
          </p:grpSp>
        </p:grpSp>
        <p:sp>
          <p:nvSpPr>
            <p:cNvPr id="185660" name="Line 143"/>
            <p:cNvSpPr/>
            <p:nvPr/>
          </p:nvSpPr>
          <p:spPr>
            <a:xfrm>
              <a:off x="3450" y="178"/>
              <a:ext cx="175" cy="0"/>
            </a:xfrm>
            <a:prstGeom prst="line">
              <a:avLst/>
            </a:prstGeom>
            <a:ln w="28575" cap="flat" cmpd="sng">
              <a:solidFill>
                <a:schemeClr val="tx1"/>
              </a:solidFill>
              <a:prstDash val="solid"/>
              <a:headEnd type="none" w="med" len="med"/>
              <a:tailEnd type="none" w="med" len="med"/>
            </a:ln>
          </p:spPr>
        </p:sp>
        <p:sp>
          <p:nvSpPr>
            <p:cNvPr id="185661" name="Text Box 144"/>
            <p:cNvSpPr txBox="1"/>
            <p:nvPr/>
          </p:nvSpPr>
          <p:spPr>
            <a:xfrm>
              <a:off x="0" y="-31"/>
              <a:ext cx="639"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p>
          </p:txBody>
        </p:sp>
      </p:grpSp>
      <p:grpSp>
        <p:nvGrpSpPr>
          <p:cNvPr id="185348" name="Group 152"/>
          <p:cNvGrpSpPr/>
          <p:nvPr/>
        </p:nvGrpSpPr>
        <p:grpSpPr>
          <a:xfrm>
            <a:off x="5540375" y="1901825"/>
            <a:ext cx="0" cy="2493963"/>
            <a:chOff x="0" y="0"/>
            <a:chExt cx="0" cy="2494360"/>
          </a:xfrm>
        </p:grpSpPr>
        <p:grpSp>
          <p:nvGrpSpPr>
            <p:cNvPr id="185626" name="Group 153"/>
            <p:cNvGrpSpPr/>
            <p:nvPr/>
          </p:nvGrpSpPr>
          <p:grpSpPr>
            <a:xfrm>
              <a:off x="-5539607" y="-1541994"/>
              <a:ext cx="0" cy="816"/>
              <a:chOff x="0" y="0"/>
              <a:chExt cx="0" cy="816"/>
            </a:xfrm>
          </p:grpSpPr>
          <p:grpSp>
            <p:nvGrpSpPr>
              <p:cNvPr id="185645" name="Group 154"/>
              <p:cNvGrpSpPr/>
              <p:nvPr/>
            </p:nvGrpSpPr>
            <p:grpSpPr>
              <a:xfrm>
                <a:off x="0" y="0"/>
                <a:ext cx="0" cy="384"/>
                <a:chOff x="0" y="0"/>
                <a:chExt cx="0" cy="384"/>
              </a:xfrm>
            </p:grpSpPr>
            <p:sp>
              <p:nvSpPr>
                <p:cNvPr id="185650" name="Line 15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51" name="Line 15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52" name="Line 15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46" name="Group 158"/>
              <p:cNvGrpSpPr/>
              <p:nvPr/>
            </p:nvGrpSpPr>
            <p:grpSpPr>
              <a:xfrm>
                <a:off x="0" y="432"/>
                <a:ext cx="0" cy="384"/>
                <a:chOff x="0" y="0"/>
                <a:chExt cx="0" cy="384"/>
              </a:xfrm>
            </p:grpSpPr>
            <p:sp>
              <p:nvSpPr>
                <p:cNvPr id="185647" name="Line 1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8" name="Line 1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9" name="Line 1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7" name="Group 162"/>
            <p:cNvGrpSpPr/>
            <p:nvPr/>
          </p:nvGrpSpPr>
          <p:grpSpPr>
            <a:xfrm>
              <a:off x="-5539607" y="-1541130"/>
              <a:ext cx="0" cy="816"/>
              <a:chOff x="0" y="0"/>
              <a:chExt cx="0" cy="816"/>
            </a:xfrm>
          </p:grpSpPr>
          <p:grpSp>
            <p:nvGrpSpPr>
              <p:cNvPr id="185637" name="Group 163"/>
              <p:cNvGrpSpPr/>
              <p:nvPr/>
            </p:nvGrpSpPr>
            <p:grpSpPr>
              <a:xfrm>
                <a:off x="0" y="0"/>
                <a:ext cx="0" cy="384"/>
                <a:chOff x="0" y="0"/>
                <a:chExt cx="0" cy="384"/>
              </a:xfrm>
            </p:grpSpPr>
            <p:sp>
              <p:nvSpPr>
                <p:cNvPr id="185642" name="Line 16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3" name="Line 16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4" name="Line 16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8" name="Group 167"/>
              <p:cNvGrpSpPr/>
              <p:nvPr/>
            </p:nvGrpSpPr>
            <p:grpSpPr>
              <a:xfrm>
                <a:off x="0" y="432"/>
                <a:ext cx="0" cy="384"/>
                <a:chOff x="0" y="0"/>
                <a:chExt cx="0" cy="384"/>
              </a:xfrm>
            </p:grpSpPr>
            <p:sp>
              <p:nvSpPr>
                <p:cNvPr id="185639" name="Line 1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40" name="Line 1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41" name="Line 1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28" name="Group 171"/>
            <p:cNvGrpSpPr/>
            <p:nvPr/>
          </p:nvGrpSpPr>
          <p:grpSpPr>
            <a:xfrm>
              <a:off x="-5539607" y="-1540266"/>
              <a:ext cx="0" cy="816"/>
              <a:chOff x="0" y="0"/>
              <a:chExt cx="0" cy="816"/>
            </a:xfrm>
          </p:grpSpPr>
          <p:grpSp>
            <p:nvGrpSpPr>
              <p:cNvPr id="185629" name="Group 172"/>
              <p:cNvGrpSpPr/>
              <p:nvPr/>
            </p:nvGrpSpPr>
            <p:grpSpPr>
              <a:xfrm>
                <a:off x="0" y="0"/>
                <a:ext cx="0" cy="384"/>
                <a:chOff x="0" y="0"/>
                <a:chExt cx="0" cy="384"/>
              </a:xfrm>
            </p:grpSpPr>
            <p:sp>
              <p:nvSpPr>
                <p:cNvPr id="185634" name="Line 17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5" name="Line 17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6" name="Line 17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30" name="Group 176"/>
              <p:cNvGrpSpPr/>
              <p:nvPr/>
            </p:nvGrpSpPr>
            <p:grpSpPr>
              <a:xfrm>
                <a:off x="0" y="432"/>
                <a:ext cx="0" cy="384"/>
                <a:chOff x="0" y="0"/>
                <a:chExt cx="0" cy="384"/>
              </a:xfrm>
            </p:grpSpPr>
            <p:sp>
              <p:nvSpPr>
                <p:cNvPr id="185631" name="Line 17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32" name="Line 17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33" name="Line 17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49" name="Group 180"/>
          <p:cNvGrpSpPr/>
          <p:nvPr/>
        </p:nvGrpSpPr>
        <p:grpSpPr>
          <a:xfrm>
            <a:off x="4445000" y="1901825"/>
            <a:ext cx="0" cy="2493963"/>
            <a:chOff x="0" y="0"/>
            <a:chExt cx="0" cy="2494360"/>
          </a:xfrm>
        </p:grpSpPr>
        <p:grpSp>
          <p:nvGrpSpPr>
            <p:cNvPr id="185599" name="Group 181"/>
            <p:cNvGrpSpPr/>
            <p:nvPr/>
          </p:nvGrpSpPr>
          <p:grpSpPr>
            <a:xfrm>
              <a:off x="-4444232" y="-1541994"/>
              <a:ext cx="0" cy="816"/>
              <a:chOff x="0" y="0"/>
              <a:chExt cx="0" cy="816"/>
            </a:xfrm>
          </p:grpSpPr>
          <p:grpSp>
            <p:nvGrpSpPr>
              <p:cNvPr id="185618" name="Group 182"/>
              <p:cNvGrpSpPr/>
              <p:nvPr/>
            </p:nvGrpSpPr>
            <p:grpSpPr>
              <a:xfrm>
                <a:off x="0" y="0"/>
                <a:ext cx="0" cy="384"/>
                <a:chOff x="0" y="0"/>
                <a:chExt cx="0" cy="384"/>
              </a:xfrm>
            </p:grpSpPr>
            <p:sp>
              <p:nvSpPr>
                <p:cNvPr id="185623" name="Line 18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4" name="Line 18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5" name="Line 18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9" name="Group 186"/>
              <p:cNvGrpSpPr/>
              <p:nvPr/>
            </p:nvGrpSpPr>
            <p:grpSpPr>
              <a:xfrm>
                <a:off x="0" y="432"/>
                <a:ext cx="0" cy="384"/>
                <a:chOff x="0" y="0"/>
                <a:chExt cx="0" cy="384"/>
              </a:xfrm>
            </p:grpSpPr>
            <p:sp>
              <p:nvSpPr>
                <p:cNvPr id="185620" name="Line 1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21" name="Line 1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22" name="Line 1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0" name="Group 190"/>
            <p:cNvGrpSpPr/>
            <p:nvPr/>
          </p:nvGrpSpPr>
          <p:grpSpPr>
            <a:xfrm>
              <a:off x="-4444232" y="-1541130"/>
              <a:ext cx="0" cy="816"/>
              <a:chOff x="0" y="0"/>
              <a:chExt cx="0" cy="816"/>
            </a:xfrm>
          </p:grpSpPr>
          <p:grpSp>
            <p:nvGrpSpPr>
              <p:cNvPr id="185610" name="Group 191"/>
              <p:cNvGrpSpPr/>
              <p:nvPr/>
            </p:nvGrpSpPr>
            <p:grpSpPr>
              <a:xfrm>
                <a:off x="0" y="0"/>
                <a:ext cx="0" cy="384"/>
                <a:chOff x="0" y="0"/>
                <a:chExt cx="0" cy="384"/>
              </a:xfrm>
            </p:grpSpPr>
            <p:sp>
              <p:nvSpPr>
                <p:cNvPr id="185615" name="Line 19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6" name="Line 19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7" name="Line 19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11" name="Group 195"/>
              <p:cNvGrpSpPr/>
              <p:nvPr/>
            </p:nvGrpSpPr>
            <p:grpSpPr>
              <a:xfrm>
                <a:off x="0" y="432"/>
                <a:ext cx="0" cy="384"/>
                <a:chOff x="0" y="0"/>
                <a:chExt cx="0" cy="384"/>
              </a:xfrm>
            </p:grpSpPr>
            <p:sp>
              <p:nvSpPr>
                <p:cNvPr id="185612" name="Line 1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13" name="Line 1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14" name="Line 1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601" name="Group 199"/>
            <p:cNvGrpSpPr/>
            <p:nvPr/>
          </p:nvGrpSpPr>
          <p:grpSpPr>
            <a:xfrm>
              <a:off x="-4444232" y="-1540266"/>
              <a:ext cx="0" cy="816"/>
              <a:chOff x="0" y="0"/>
              <a:chExt cx="0" cy="816"/>
            </a:xfrm>
          </p:grpSpPr>
          <p:grpSp>
            <p:nvGrpSpPr>
              <p:cNvPr id="185602" name="Group 200"/>
              <p:cNvGrpSpPr/>
              <p:nvPr/>
            </p:nvGrpSpPr>
            <p:grpSpPr>
              <a:xfrm>
                <a:off x="0" y="0"/>
                <a:ext cx="0" cy="384"/>
                <a:chOff x="0" y="0"/>
                <a:chExt cx="0" cy="384"/>
              </a:xfrm>
            </p:grpSpPr>
            <p:sp>
              <p:nvSpPr>
                <p:cNvPr id="185607" name="Line 20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8" name="Line 20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9" name="Line 20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603" name="Group 204"/>
              <p:cNvGrpSpPr/>
              <p:nvPr/>
            </p:nvGrpSpPr>
            <p:grpSpPr>
              <a:xfrm>
                <a:off x="0" y="432"/>
                <a:ext cx="0" cy="384"/>
                <a:chOff x="0" y="0"/>
                <a:chExt cx="0" cy="384"/>
              </a:xfrm>
            </p:grpSpPr>
            <p:sp>
              <p:nvSpPr>
                <p:cNvPr id="185604" name="Line 20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605" name="Line 20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606" name="Line 20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0" name="Group 208"/>
          <p:cNvGrpSpPr/>
          <p:nvPr/>
        </p:nvGrpSpPr>
        <p:grpSpPr>
          <a:xfrm>
            <a:off x="3889375" y="1901825"/>
            <a:ext cx="0" cy="2493963"/>
            <a:chOff x="0" y="0"/>
            <a:chExt cx="0" cy="2494360"/>
          </a:xfrm>
        </p:grpSpPr>
        <p:grpSp>
          <p:nvGrpSpPr>
            <p:cNvPr id="185572" name="Group 209"/>
            <p:cNvGrpSpPr/>
            <p:nvPr/>
          </p:nvGrpSpPr>
          <p:grpSpPr>
            <a:xfrm>
              <a:off x="-3888607" y="-1541994"/>
              <a:ext cx="0" cy="816"/>
              <a:chOff x="0" y="0"/>
              <a:chExt cx="0" cy="816"/>
            </a:xfrm>
          </p:grpSpPr>
          <p:grpSp>
            <p:nvGrpSpPr>
              <p:cNvPr id="185591" name="Group 210"/>
              <p:cNvGrpSpPr/>
              <p:nvPr/>
            </p:nvGrpSpPr>
            <p:grpSpPr>
              <a:xfrm>
                <a:off x="0" y="0"/>
                <a:ext cx="0" cy="384"/>
                <a:chOff x="0" y="0"/>
                <a:chExt cx="0" cy="384"/>
              </a:xfrm>
            </p:grpSpPr>
            <p:sp>
              <p:nvSpPr>
                <p:cNvPr id="185596" name="Line 21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7" name="Line 21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8" name="Line 21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92" name="Group 214"/>
              <p:cNvGrpSpPr/>
              <p:nvPr/>
            </p:nvGrpSpPr>
            <p:grpSpPr>
              <a:xfrm>
                <a:off x="0" y="432"/>
                <a:ext cx="0" cy="384"/>
                <a:chOff x="0" y="0"/>
                <a:chExt cx="0" cy="384"/>
              </a:xfrm>
            </p:grpSpPr>
            <p:sp>
              <p:nvSpPr>
                <p:cNvPr id="185593" name="Line 2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94" name="Line 2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5" name="Line 2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3" name="Group 218"/>
            <p:cNvGrpSpPr/>
            <p:nvPr/>
          </p:nvGrpSpPr>
          <p:grpSpPr>
            <a:xfrm>
              <a:off x="-3888607" y="-1541130"/>
              <a:ext cx="0" cy="816"/>
              <a:chOff x="0" y="0"/>
              <a:chExt cx="0" cy="816"/>
            </a:xfrm>
          </p:grpSpPr>
          <p:grpSp>
            <p:nvGrpSpPr>
              <p:cNvPr id="185583" name="Group 219"/>
              <p:cNvGrpSpPr/>
              <p:nvPr/>
            </p:nvGrpSpPr>
            <p:grpSpPr>
              <a:xfrm>
                <a:off x="0" y="0"/>
                <a:ext cx="0" cy="384"/>
                <a:chOff x="0" y="0"/>
                <a:chExt cx="0" cy="384"/>
              </a:xfrm>
            </p:grpSpPr>
            <p:sp>
              <p:nvSpPr>
                <p:cNvPr id="185588" name="Line 22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9" name="Line 22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90" name="Line 22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84" name="Group 223"/>
              <p:cNvGrpSpPr/>
              <p:nvPr/>
            </p:nvGrpSpPr>
            <p:grpSpPr>
              <a:xfrm>
                <a:off x="0" y="432"/>
                <a:ext cx="0" cy="384"/>
                <a:chOff x="0" y="0"/>
                <a:chExt cx="0" cy="384"/>
              </a:xfrm>
            </p:grpSpPr>
            <p:sp>
              <p:nvSpPr>
                <p:cNvPr id="185585" name="Line 2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6" name="Line 2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7" name="Line 2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74" name="Group 227"/>
            <p:cNvGrpSpPr/>
            <p:nvPr/>
          </p:nvGrpSpPr>
          <p:grpSpPr>
            <a:xfrm>
              <a:off x="-3888607" y="-1540266"/>
              <a:ext cx="0" cy="816"/>
              <a:chOff x="0" y="0"/>
              <a:chExt cx="0" cy="816"/>
            </a:xfrm>
          </p:grpSpPr>
          <p:grpSp>
            <p:nvGrpSpPr>
              <p:cNvPr id="185575" name="Group 228"/>
              <p:cNvGrpSpPr/>
              <p:nvPr/>
            </p:nvGrpSpPr>
            <p:grpSpPr>
              <a:xfrm>
                <a:off x="0" y="0"/>
                <a:ext cx="0" cy="384"/>
                <a:chOff x="0" y="0"/>
                <a:chExt cx="0" cy="384"/>
              </a:xfrm>
            </p:grpSpPr>
            <p:sp>
              <p:nvSpPr>
                <p:cNvPr id="185580" name="Line 22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81" name="Line 23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82" name="Line 23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76" name="Group 232"/>
              <p:cNvGrpSpPr/>
              <p:nvPr/>
            </p:nvGrpSpPr>
            <p:grpSpPr>
              <a:xfrm>
                <a:off x="0" y="432"/>
                <a:ext cx="0" cy="384"/>
                <a:chOff x="0" y="0"/>
                <a:chExt cx="0" cy="384"/>
              </a:xfrm>
            </p:grpSpPr>
            <p:sp>
              <p:nvSpPr>
                <p:cNvPr id="185577" name="Line 23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8" name="Line 23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9" name="Line 23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1" name="Group 236"/>
          <p:cNvGrpSpPr/>
          <p:nvPr/>
        </p:nvGrpSpPr>
        <p:grpSpPr>
          <a:xfrm>
            <a:off x="3360738" y="1901825"/>
            <a:ext cx="0" cy="2493963"/>
            <a:chOff x="0" y="0"/>
            <a:chExt cx="0" cy="2494360"/>
          </a:xfrm>
        </p:grpSpPr>
        <p:grpSp>
          <p:nvGrpSpPr>
            <p:cNvPr id="185545" name="Group 237"/>
            <p:cNvGrpSpPr/>
            <p:nvPr/>
          </p:nvGrpSpPr>
          <p:grpSpPr>
            <a:xfrm>
              <a:off x="-3359970" y="-1541994"/>
              <a:ext cx="0" cy="816"/>
              <a:chOff x="0" y="0"/>
              <a:chExt cx="0" cy="816"/>
            </a:xfrm>
          </p:grpSpPr>
          <p:grpSp>
            <p:nvGrpSpPr>
              <p:cNvPr id="185564" name="Group 238"/>
              <p:cNvGrpSpPr/>
              <p:nvPr/>
            </p:nvGrpSpPr>
            <p:grpSpPr>
              <a:xfrm>
                <a:off x="0" y="0"/>
                <a:ext cx="0" cy="384"/>
                <a:chOff x="0" y="0"/>
                <a:chExt cx="0" cy="384"/>
              </a:xfrm>
            </p:grpSpPr>
            <p:sp>
              <p:nvSpPr>
                <p:cNvPr id="185569" name="Line 23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70" name="Line 24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71" name="Line 24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65" name="Group 242"/>
              <p:cNvGrpSpPr/>
              <p:nvPr/>
            </p:nvGrpSpPr>
            <p:grpSpPr>
              <a:xfrm>
                <a:off x="0" y="432"/>
                <a:ext cx="0" cy="384"/>
                <a:chOff x="0" y="0"/>
                <a:chExt cx="0" cy="384"/>
              </a:xfrm>
            </p:grpSpPr>
            <p:sp>
              <p:nvSpPr>
                <p:cNvPr id="185566" name="Line 2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7" name="Line 2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8" name="Line 2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6" name="Group 246"/>
            <p:cNvGrpSpPr/>
            <p:nvPr/>
          </p:nvGrpSpPr>
          <p:grpSpPr>
            <a:xfrm>
              <a:off x="-3359970" y="-1541130"/>
              <a:ext cx="0" cy="816"/>
              <a:chOff x="0" y="0"/>
              <a:chExt cx="0" cy="816"/>
            </a:xfrm>
          </p:grpSpPr>
          <p:grpSp>
            <p:nvGrpSpPr>
              <p:cNvPr id="185556" name="Group 247"/>
              <p:cNvGrpSpPr/>
              <p:nvPr/>
            </p:nvGrpSpPr>
            <p:grpSpPr>
              <a:xfrm>
                <a:off x="0" y="0"/>
                <a:ext cx="0" cy="384"/>
                <a:chOff x="0" y="0"/>
                <a:chExt cx="0" cy="384"/>
              </a:xfrm>
            </p:grpSpPr>
            <p:sp>
              <p:nvSpPr>
                <p:cNvPr id="185561" name="Line 24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62" name="Line 24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3" name="Line 25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57" name="Group 251"/>
              <p:cNvGrpSpPr/>
              <p:nvPr/>
            </p:nvGrpSpPr>
            <p:grpSpPr>
              <a:xfrm>
                <a:off x="0" y="432"/>
                <a:ext cx="0" cy="384"/>
                <a:chOff x="0" y="0"/>
                <a:chExt cx="0" cy="384"/>
              </a:xfrm>
            </p:grpSpPr>
            <p:sp>
              <p:nvSpPr>
                <p:cNvPr id="185558" name="Line 2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9" name="Line 2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60" name="Line 2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47" name="Group 255"/>
            <p:cNvGrpSpPr/>
            <p:nvPr/>
          </p:nvGrpSpPr>
          <p:grpSpPr>
            <a:xfrm>
              <a:off x="-3359970" y="-1540266"/>
              <a:ext cx="0" cy="816"/>
              <a:chOff x="0" y="0"/>
              <a:chExt cx="0" cy="816"/>
            </a:xfrm>
          </p:grpSpPr>
          <p:grpSp>
            <p:nvGrpSpPr>
              <p:cNvPr id="185548" name="Group 256"/>
              <p:cNvGrpSpPr/>
              <p:nvPr/>
            </p:nvGrpSpPr>
            <p:grpSpPr>
              <a:xfrm>
                <a:off x="0" y="0"/>
                <a:ext cx="0" cy="384"/>
                <a:chOff x="0" y="0"/>
                <a:chExt cx="0" cy="384"/>
              </a:xfrm>
            </p:grpSpPr>
            <p:sp>
              <p:nvSpPr>
                <p:cNvPr id="185553" name="Line 25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4" name="Line 25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5" name="Line 25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49" name="Group 260"/>
              <p:cNvGrpSpPr/>
              <p:nvPr/>
            </p:nvGrpSpPr>
            <p:grpSpPr>
              <a:xfrm>
                <a:off x="0" y="432"/>
                <a:ext cx="0" cy="384"/>
                <a:chOff x="0" y="0"/>
                <a:chExt cx="0" cy="384"/>
              </a:xfrm>
            </p:grpSpPr>
            <p:sp>
              <p:nvSpPr>
                <p:cNvPr id="185550" name="Line 26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51" name="Line 26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52" name="Line 26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2" name="Group 264"/>
          <p:cNvGrpSpPr/>
          <p:nvPr/>
        </p:nvGrpSpPr>
        <p:grpSpPr>
          <a:xfrm>
            <a:off x="2792413" y="1901825"/>
            <a:ext cx="0" cy="2493963"/>
            <a:chOff x="0" y="0"/>
            <a:chExt cx="0" cy="2494360"/>
          </a:xfrm>
        </p:grpSpPr>
        <p:grpSp>
          <p:nvGrpSpPr>
            <p:cNvPr id="185518" name="Group 265"/>
            <p:cNvGrpSpPr/>
            <p:nvPr/>
          </p:nvGrpSpPr>
          <p:grpSpPr>
            <a:xfrm>
              <a:off x="-2791645" y="-1541994"/>
              <a:ext cx="0" cy="816"/>
              <a:chOff x="0" y="0"/>
              <a:chExt cx="0" cy="816"/>
            </a:xfrm>
          </p:grpSpPr>
          <p:grpSp>
            <p:nvGrpSpPr>
              <p:cNvPr id="185537" name="Group 266"/>
              <p:cNvGrpSpPr/>
              <p:nvPr/>
            </p:nvGrpSpPr>
            <p:grpSpPr>
              <a:xfrm>
                <a:off x="0" y="0"/>
                <a:ext cx="0" cy="384"/>
                <a:chOff x="0" y="0"/>
                <a:chExt cx="0" cy="384"/>
              </a:xfrm>
            </p:grpSpPr>
            <p:sp>
              <p:nvSpPr>
                <p:cNvPr id="185542" name="Line 2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3" name="Line 2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4" name="Line 2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8" name="Group 270"/>
              <p:cNvGrpSpPr/>
              <p:nvPr/>
            </p:nvGrpSpPr>
            <p:grpSpPr>
              <a:xfrm>
                <a:off x="0" y="432"/>
                <a:ext cx="0" cy="384"/>
                <a:chOff x="0" y="0"/>
                <a:chExt cx="0" cy="384"/>
              </a:xfrm>
            </p:grpSpPr>
            <p:sp>
              <p:nvSpPr>
                <p:cNvPr id="185539" name="Line 2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40" name="Line 2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41" name="Line 2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19" name="Group 274"/>
            <p:cNvGrpSpPr/>
            <p:nvPr/>
          </p:nvGrpSpPr>
          <p:grpSpPr>
            <a:xfrm>
              <a:off x="-2791645" y="-1541130"/>
              <a:ext cx="0" cy="816"/>
              <a:chOff x="0" y="0"/>
              <a:chExt cx="0" cy="816"/>
            </a:xfrm>
          </p:grpSpPr>
          <p:grpSp>
            <p:nvGrpSpPr>
              <p:cNvPr id="185529" name="Group 275"/>
              <p:cNvGrpSpPr/>
              <p:nvPr/>
            </p:nvGrpSpPr>
            <p:grpSpPr>
              <a:xfrm>
                <a:off x="0" y="0"/>
                <a:ext cx="0" cy="384"/>
                <a:chOff x="0" y="0"/>
                <a:chExt cx="0" cy="384"/>
              </a:xfrm>
            </p:grpSpPr>
            <p:sp>
              <p:nvSpPr>
                <p:cNvPr id="185534" name="Line 2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5" name="Line 2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6" name="Line 2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30" name="Group 279"/>
              <p:cNvGrpSpPr/>
              <p:nvPr/>
            </p:nvGrpSpPr>
            <p:grpSpPr>
              <a:xfrm>
                <a:off x="0" y="432"/>
                <a:ext cx="0" cy="384"/>
                <a:chOff x="0" y="0"/>
                <a:chExt cx="0" cy="384"/>
              </a:xfrm>
            </p:grpSpPr>
            <p:sp>
              <p:nvSpPr>
                <p:cNvPr id="185531" name="Line 2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32" name="Line 2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33" name="Line 2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520" name="Group 283"/>
            <p:cNvGrpSpPr/>
            <p:nvPr/>
          </p:nvGrpSpPr>
          <p:grpSpPr>
            <a:xfrm>
              <a:off x="-2791645" y="-1540266"/>
              <a:ext cx="0" cy="816"/>
              <a:chOff x="0" y="0"/>
              <a:chExt cx="0" cy="816"/>
            </a:xfrm>
          </p:grpSpPr>
          <p:grpSp>
            <p:nvGrpSpPr>
              <p:cNvPr id="185521" name="Group 284"/>
              <p:cNvGrpSpPr/>
              <p:nvPr/>
            </p:nvGrpSpPr>
            <p:grpSpPr>
              <a:xfrm>
                <a:off x="0" y="0"/>
                <a:ext cx="0" cy="384"/>
                <a:chOff x="0" y="0"/>
                <a:chExt cx="0" cy="384"/>
              </a:xfrm>
            </p:grpSpPr>
            <p:sp>
              <p:nvSpPr>
                <p:cNvPr id="185526" name="Line 2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7" name="Line 2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8" name="Line 2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22" name="Group 288"/>
              <p:cNvGrpSpPr/>
              <p:nvPr/>
            </p:nvGrpSpPr>
            <p:grpSpPr>
              <a:xfrm>
                <a:off x="0" y="432"/>
                <a:ext cx="0" cy="384"/>
                <a:chOff x="0" y="0"/>
                <a:chExt cx="0" cy="384"/>
              </a:xfrm>
            </p:grpSpPr>
            <p:sp>
              <p:nvSpPr>
                <p:cNvPr id="185523" name="Line 28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24" name="Line 29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25" name="Line 29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3" name="Group 292"/>
          <p:cNvGrpSpPr/>
          <p:nvPr/>
        </p:nvGrpSpPr>
        <p:grpSpPr>
          <a:xfrm>
            <a:off x="2255838" y="1901825"/>
            <a:ext cx="0" cy="2493963"/>
            <a:chOff x="0" y="0"/>
            <a:chExt cx="0" cy="2494360"/>
          </a:xfrm>
        </p:grpSpPr>
        <p:grpSp>
          <p:nvGrpSpPr>
            <p:cNvPr id="185491" name="Group 293"/>
            <p:cNvGrpSpPr/>
            <p:nvPr/>
          </p:nvGrpSpPr>
          <p:grpSpPr>
            <a:xfrm>
              <a:off x="-2255070" y="-1541994"/>
              <a:ext cx="0" cy="816"/>
              <a:chOff x="0" y="0"/>
              <a:chExt cx="0" cy="816"/>
            </a:xfrm>
          </p:grpSpPr>
          <p:grpSp>
            <p:nvGrpSpPr>
              <p:cNvPr id="185510" name="Group 294"/>
              <p:cNvGrpSpPr/>
              <p:nvPr/>
            </p:nvGrpSpPr>
            <p:grpSpPr>
              <a:xfrm>
                <a:off x="0" y="0"/>
                <a:ext cx="0" cy="384"/>
                <a:chOff x="0" y="0"/>
                <a:chExt cx="0" cy="384"/>
              </a:xfrm>
            </p:grpSpPr>
            <p:sp>
              <p:nvSpPr>
                <p:cNvPr id="185515" name="Line 2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6" name="Line 2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7" name="Line 2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11" name="Group 298"/>
              <p:cNvGrpSpPr/>
              <p:nvPr/>
            </p:nvGrpSpPr>
            <p:grpSpPr>
              <a:xfrm>
                <a:off x="0" y="432"/>
                <a:ext cx="0" cy="384"/>
                <a:chOff x="0" y="0"/>
                <a:chExt cx="0" cy="384"/>
              </a:xfrm>
            </p:grpSpPr>
            <p:sp>
              <p:nvSpPr>
                <p:cNvPr id="185512" name="Line 2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13" name="Line 3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14" name="Line 3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2" name="Group 302"/>
            <p:cNvGrpSpPr/>
            <p:nvPr/>
          </p:nvGrpSpPr>
          <p:grpSpPr>
            <a:xfrm>
              <a:off x="-2255070" y="-1541130"/>
              <a:ext cx="0" cy="816"/>
              <a:chOff x="0" y="0"/>
              <a:chExt cx="0" cy="816"/>
            </a:xfrm>
          </p:grpSpPr>
          <p:grpSp>
            <p:nvGrpSpPr>
              <p:cNvPr id="185502" name="Group 303"/>
              <p:cNvGrpSpPr/>
              <p:nvPr/>
            </p:nvGrpSpPr>
            <p:grpSpPr>
              <a:xfrm>
                <a:off x="0" y="0"/>
                <a:ext cx="0" cy="384"/>
                <a:chOff x="0" y="0"/>
                <a:chExt cx="0" cy="384"/>
              </a:xfrm>
            </p:grpSpPr>
            <p:sp>
              <p:nvSpPr>
                <p:cNvPr id="185507" name="Line 3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8" name="Line 3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9" name="Line 3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503" name="Group 307"/>
              <p:cNvGrpSpPr/>
              <p:nvPr/>
            </p:nvGrpSpPr>
            <p:grpSpPr>
              <a:xfrm>
                <a:off x="0" y="432"/>
                <a:ext cx="0" cy="384"/>
                <a:chOff x="0" y="0"/>
                <a:chExt cx="0" cy="384"/>
              </a:xfrm>
            </p:grpSpPr>
            <p:sp>
              <p:nvSpPr>
                <p:cNvPr id="185504" name="Line 3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5" name="Line 3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6" name="Line 3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93" name="Group 311"/>
            <p:cNvGrpSpPr/>
            <p:nvPr/>
          </p:nvGrpSpPr>
          <p:grpSpPr>
            <a:xfrm>
              <a:off x="-2255070" y="-1540266"/>
              <a:ext cx="0" cy="816"/>
              <a:chOff x="0" y="0"/>
              <a:chExt cx="0" cy="816"/>
            </a:xfrm>
          </p:grpSpPr>
          <p:grpSp>
            <p:nvGrpSpPr>
              <p:cNvPr id="185494" name="Group 312"/>
              <p:cNvGrpSpPr/>
              <p:nvPr/>
            </p:nvGrpSpPr>
            <p:grpSpPr>
              <a:xfrm>
                <a:off x="0" y="0"/>
                <a:ext cx="0" cy="384"/>
                <a:chOff x="0" y="0"/>
                <a:chExt cx="0" cy="384"/>
              </a:xfrm>
            </p:grpSpPr>
            <p:sp>
              <p:nvSpPr>
                <p:cNvPr id="185499" name="Line 3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500" name="Line 3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501" name="Line 3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95" name="Group 316"/>
              <p:cNvGrpSpPr/>
              <p:nvPr/>
            </p:nvGrpSpPr>
            <p:grpSpPr>
              <a:xfrm>
                <a:off x="0" y="432"/>
                <a:ext cx="0" cy="384"/>
                <a:chOff x="0" y="0"/>
                <a:chExt cx="0" cy="384"/>
              </a:xfrm>
            </p:grpSpPr>
            <p:sp>
              <p:nvSpPr>
                <p:cNvPr id="185496" name="Line 31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97" name="Line 31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8" name="Line 31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4" name="Group 320"/>
          <p:cNvGrpSpPr/>
          <p:nvPr/>
        </p:nvGrpSpPr>
        <p:grpSpPr>
          <a:xfrm>
            <a:off x="4991100" y="1901825"/>
            <a:ext cx="0" cy="2493963"/>
            <a:chOff x="0" y="0"/>
            <a:chExt cx="0" cy="2494360"/>
          </a:xfrm>
        </p:grpSpPr>
        <p:grpSp>
          <p:nvGrpSpPr>
            <p:cNvPr id="185464" name="Group 321"/>
            <p:cNvGrpSpPr/>
            <p:nvPr/>
          </p:nvGrpSpPr>
          <p:grpSpPr>
            <a:xfrm>
              <a:off x="-4990332" y="-1541994"/>
              <a:ext cx="0" cy="816"/>
              <a:chOff x="0" y="0"/>
              <a:chExt cx="0" cy="816"/>
            </a:xfrm>
          </p:grpSpPr>
          <p:grpSp>
            <p:nvGrpSpPr>
              <p:cNvPr id="185483" name="Group 322"/>
              <p:cNvGrpSpPr/>
              <p:nvPr/>
            </p:nvGrpSpPr>
            <p:grpSpPr>
              <a:xfrm>
                <a:off x="0" y="0"/>
                <a:ext cx="0" cy="384"/>
                <a:chOff x="0" y="0"/>
                <a:chExt cx="0" cy="384"/>
              </a:xfrm>
            </p:grpSpPr>
            <p:sp>
              <p:nvSpPr>
                <p:cNvPr id="185488" name="Line 3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9" name="Line 3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90" name="Line 3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84" name="Group 326"/>
              <p:cNvGrpSpPr/>
              <p:nvPr/>
            </p:nvGrpSpPr>
            <p:grpSpPr>
              <a:xfrm>
                <a:off x="0" y="432"/>
                <a:ext cx="0" cy="384"/>
                <a:chOff x="0" y="0"/>
                <a:chExt cx="0" cy="384"/>
              </a:xfrm>
            </p:grpSpPr>
            <p:sp>
              <p:nvSpPr>
                <p:cNvPr id="185485" name="Line 3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6" name="Line 3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7" name="Line 3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5" name="Group 330"/>
            <p:cNvGrpSpPr/>
            <p:nvPr/>
          </p:nvGrpSpPr>
          <p:grpSpPr>
            <a:xfrm>
              <a:off x="-4990332" y="-1541130"/>
              <a:ext cx="0" cy="816"/>
              <a:chOff x="0" y="0"/>
              <a:chExt cx="0" cy="816"/>
            </a:xfrm>
          </p:grpSpPr>
          <p:grpSp>
            <p:nvGrpSpPr>
              <p:cNvPr id="185475" name="Group 331"/>
              <p:cNvGrpSpPr/>
              <p:nvPr/>
            </p:nvGrpSpPr>
            <p:grpSpPr>
              <a:xfrm>
                <a:off x="0" y="0"/>
                <a:ext cx="0" cy="384"/>
                <a:chOff x="0" y="0"/>
                <a:chExt cx="0" cy="384"/>
              </a:xfrm>
            </p:grpSpPr>
            <p:sp>
              <p:nvSpPr>
                <p:cNvPr id="185480" name="Line 3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81" name="Line 3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82" name="Line 3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76" name="Group 335"/>
              <p:cNvGrpSpPr/>
              <p:nvPr/>
            </p:nvGrpSpPr>
            <p:grpSpPr>
              <a:xfrm>
                <a:off x="0" y="432"/>
                <a:ext cx="0" cy="384"/>
                <a:chOff x="0" y="0"/>
                <a:chExt cx="0" cy="384"/>
              </a:xfrm>
            </p:grpSpPr>
            <p:sp>
              <p:nvSpPr>
                <p:cNvPr id="185477" name="Line 3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8" name="Line 3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9" name="Line 3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466" name="Group 339"/>
            <p:cNvGrpSpPr/>
            <p:nvPr/>
          </p:nvGrpSpPr>
          <p:grpSpPr>
            <a:xfrm>
              <a:off x="-4990332" y="-1540266"/>
              <a:ext cx="0" cy="816"/>
              <a:chOff x="0" y="0"/>
              <a:chExt cx="0" cy="816"/>
            </a:xfrm>
          </p:grpSpPr>
          <p:grpSp>
            <p:nvGrpSpPr>
              <p:cNvPr id="185467" name="Group 340"/>
              <p:cNvGrpSpPr/>
              <p:nvPr/>
            </p:nvGrpSpPr>
            <p:grpSpPr>
              <a:xfrm>
                <a:off x="0" y="0"/>
                <a:ext cx="0" cy="384"/>
                <a:chOff x="0" y="0"/>
                <a:chExt cx="0" cy="384"/>
              </a:xfrm>
            </p:grpSpPr>
            <p:sp>
              <p:nvSpPr>
                <p:cNvPr id="185472" name="Line 3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3" name="Line 3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4" name="Line 3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468" name="Group 344"/>
              <p:cNvGrpSpPr/>
              <p:nvPr/>
            </p:nvGrpSpPr>
            <p:grpSpPr>
              <a:xfrm>
                <a:off x="0" y="432"/>
                <a:ext cx="0" cy="384"/>
                <a:chOff x="0" y="0"/>
                <a:chExt cx="0" cy="384"/>
              </a:xfrm>
            </p:grpSpPr>
            <p:sp>
              <p:nvSpPr>
                <p:cNvPr id="185469" name="Line 34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470" name="Line 34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471" name="Line 34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5355" name="Group 1114"/>
          <p:cNvGrpSpPr/>
          <p:nvPr/>
        </p:nvGrpSpPr>
        <p:grpSpPr>
          <a:xfrm>
            <a:off x="609600" y="1203325"/>
            <a:ext cx="5445125" cy="369888"/>
            <a:chOff x="0" y="-58"/>
            <a:chExt cx="3430" cy="310"/>
          </a:xfrm>
        </p:grpSpPr>
        <p:sp>
          <p:nvSpPr>
            <p:cNvPr id="185458" name="Line 146"/>
            <p:cNvSpPr/>
            <p:nvPr/>
          </p:nvSpPr>
          <p:spPr>
            <a:xfrm>
              <a:off x="672" y="237"/>
              <a:ext cx="152" cy="0"/>
            </a:xfrm>
            <a:prstGeom prst="line">
              <a:avLst/>
            </a:prstGeom>
            <a:ln w="28575" cap="flat" cmpd="sng">
              <a:solidFill>
                <a:schemeClr val="tx1"/>
              </a:solidFill>
              <a:prstDash val="solid"/>
              <a:headEnd type="none" w="med" len="med"/>
              <a:tailEnd type="none" w="med" len="med"/>
            </a:ln>
          </p:spPr>
        </p:sp>
        <p:sp>
          <p:nvSpPr>
            <p:cNvPr id="185459" name="Line 148"/>
            <p:cNvSpPr/>
            <p:nvPr/>
          </p:nvSpPr>
          <p:spPr>
            <a:xfrm>
              <a:off x="610" y="79"/>
              <a:ext cx="84" cy="0"/>
            </a:xfrm>
            <a:prstGeom prst="line">
              <a:avLst/>
            </a:prstGeom>
            <a:ln w="28575" cap="flat" cmpd="sng">
              <a:solidFill>
                <a:schemeClr val="tx1"/>
              </a:solidFill>
              <a:prstDash val="solid"/>
              <a:headEnd type="none" w="med" len="med"/>
              <a:tailEnd type="none" w="med" len="med"/>
            </a:ln>
          </p:spPr>
        </p:sp>
        <p:sp>
          <p:nvSpPr>
            <p:cNvPr id="185460" name="Line 149"/>
            <p:cNvSpPr/>
            <p:nvPr/>
          </p:nvSpPr>
          <p:spPr>
            <a:xfrm>
              <a:off x="685" y="79"/>
              <a:ext cx="0" cy="166"/>
            </a:xfrm>
            <a:prstGeom prst="line">
              <a:avLst/>
            </a:prstGeom>
            <a:ln w="28575" cap="flat" cmpd="sng">
              <a:solidFill>
                <a:schemeClr val="tx1"/>
              </a:solidFill>
              <a:prstDash val="solid"/>
              <a:headEnd type="none" w="med" len="med"/>
              <a:tailEnd type="none" w="med" len="med"/>
            </a:ln>
          </p:spPr>
        </p:sp>
        <p:sp>
          <p:nvSpPr>
            <p:cNvPr id="185461" name="Line 150"/>
            <p:cNvSpPr/>
            <p:nvPr/>
          </p:nvSpPr>
          <p:spPr>
            <a:xfrm>
              <a:off x="824" y="79"/>
              <a:ext cx="2606" cy="0"/>
            </a:xfrm>
            <a:prstGeom prst="line">
              <a:avLst/>
            </a:prstGeom>
            <a:ln w="28575" cap="flat" cmpd="sng">
              <a:solidFill>
                <a:schemeClr val="tx1"/>
              </a:solidFill>
              <a:prstDash val="solid"/>
              <a:headEnd type="none" w="med" len="med"/>
              <a:tailEnd type="none" w="med" len="med"/>
            </a:ln>
          </p:spPr>
        </p:sp>
        <p:sp>
          <p:nvSpPr>
            <p:cNvPr id="185462" name="Line 151"/>
            <p:cNvSpPr/>
            <p:nvPr/>
          </p:nvSpPr>
          <p:spPr>
            <a:xfrm>
              <a:off x="824" y="79"/>
              <a:ext cx="0" cy="166"/>
            </a:xfrm>
            <a:prstGeom prst="line">
              <a:avLst/>
            </a:prstGeom>
            <a:ln w="28575" cap="flat" cmpd="sng">
              <a:solidFill>
                <a:schemeClr val="tx1"/>
              </a:solidFill>
              <a:prstDash val="solid"/>
              <a:headEnd type="none" w="med" len="med"/>
              <a:tailEnd type="none" w="med" len="med"/>
            </a:ln>
          </p:spPr>
        </p:sp>
        <p:sp>
          <p:nvSpPr>
            <p:cNvPr id="185463" name="Text Box 348"/>
            <p:cNvSpPr txBox="1"/>
            <p:nvPr/>
          </p:nvSpPr>
          <p:spPr>
            <a:xfrm>
              <a:off x="0" y="-58"/>
              <a:ext cx="672"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p>
          </p:txBody>
        </p:sp>
      </p:grpSp>
      <p:grpSp>
        <p:nvGrpSpPr>
          <p:cNvPr id="185356" name="Group 1108"/>
          <p:cNvGrpSpPr/>
          <p:nvPr/>
        </p:nvGrpSpPr>
        <p:grpSpPr>
          <a:xfrm>
            <a:off x="990600" y="1995488"/>
            <a:ext cx="5394325" cy="369887"/>
            <a:chOff x="0" y="-65"/>
            <a:chExt cx="3398" cy="310"/>
          </a:xfrm>
        </p:grpSpPr>
        <p:sp>
          <p:nvSpPr>
            <p:cNvPr id="185440" name="Line 9"/>
            <p:cNvSpPr/>
            <p:nvPr/>
          </p:nvSpPr>
          <p:spPr>
            <a:xfrm>
              <a:off x="411" y="206"/>
              <a:ext cx="385" cy="0"/>
            </a:xfrm>
            <a:prstGeom prst="line">
              <a:avLst/>
            </a:prstGeom>
            <a:ln w="28575" cap="flat" cmpd="sng">
              <a:solidFill>
                <a:schemeClr val="tx1"/>
              </a:solidFill>
              <a:prstDash val="solid"/>
              <a:headEnd type="none" w="med" len="med"/>
              <a:tailEnd type="none" w="med" len="med"/>
            </a:ln>
          </p:spPr>
        </p:sp>
        <p:sp>
          <p:nvSpPr>
            <p:cNvPr id="185441" name="Line 10"/>
            <p:cNvSpPr/>
            <p:nvPr/>
          </p:nvSpPr>
          <p:spPr>
            <a:xfrm>
              <a:off x="787" y="40"/>
              <a:ext cx="349" cy="0"/>
            </a:xfrm>
            <a:prstGeom prst="line">
              <a:avLst/>
            </a:prstGeom>
            <a:ln w="28575" cap="flat" cmpd="sng">
              <a:solidFill>
                <a:schemeClr val="tx1"/>
              </a:solidFill>
              <a:prstDash val="solid"/>
              <a:headEnd type="none" w="med" len="med"/>
              <a:tailEnd type="none" w="med" len="med"/>
            </a:ln>
          </p:spPr>
        </p:sp>
        <p:sp>
          <p:nvSpPr>
            <p:cNvPr id="185442" name="Line 11"/>
            <p:cNvSpPr/>
            <p:nvPr/>
          </p:nvSpPr>
          <p:spPr>
            <a:xfrm>
              <a:off x="797" y="40"/>
              <a:ext cx="0" cy="166"/>
            </a:xfrm>
            <a:prstGeom prst="line">
              <a:avLst/>
            </a:prstGeom>
            <a:ln w="28575" cap="flat" cmpd="sng">
              <a:solidFill>
                <a:schemeClr val="tx1"/>
              </a:solidFill>
              <a:prstDash val="solid"/>
              <a:headEnd type="none" w="med" len="med"/>
              <a:tailEnd type="none" w="med" len="med"/>
            </a:ln>
          </p:spPr>
        </p:sp>
        <p:sp>
          <p:nvSpPr>
            <p:cNvPr id="185443" name="Line 12"/>
            <p:cNvSpPr/>
            <p:nvPr/>
          </p:nvSpPr>
          <p:spPr>
            <a:xfrm>
              <a:off x="1136" y="40"/>
              <a:ext cx="0" cy="166"/>
            </a:xfrm>
            <a:prstGeom prst="line">
              <a:avLst/>
            </a:prstGeom>
            <a:ln w="28575" cap="flat" cmpd="sng">
              <a:solidFill>
                <a:schemeClr val="tx1"/>
              </a:solidFill>
              <a:prstDash val="solid"/>
              <a:headEnd type="none" w="med" len="med"/>
              <a:tailEnd type="none" w="med" len="med"/>
            </a:ln>
          </p:spPr>
        </p:sp>
        <p:sp>
          <p:nvSpPr>
            <p:cNvPr id="185444" name="Line 14"/>
            <p:cNvSpPr/>
            <p:nvPr/>
          </p:nvSpPr>
          <p:spPr>
            <a:xfrm>
              <a:off x="1136" y="206"/>
              <a:ext cx="372" cy="0"/>
            </a:xfrm>
            <a:prstGeom prst="line">
              <a:avLst/>
            </a:prstGeom>
            <a:ln w="28575" cap="flat" cmpd="sng">
              <a:solidFill>
                <a:schemeClr val="tx1"/>
              </a:solidFill>
              <a:prstDash val="solid"/>
              <a:headEnd type="none" w="med" len="med"/>
              <a:tailEnd type="none" w="med" len="med"/>
            </a:ln>
          </p:spPr>
        </p:sp>
        <p:sp>
          <p:nvSpPr>
            <p:cNvPr id="185445" name="Line 15"/>
            <p:cNvSpPr/>
            <p:nvPr/>
          </p:nvSpPr>
          <p:spPr>
            <a:xfrm>
              <a:off x="1487" y="40"/>
              <a:ext cx="349" cy="0"/>
            </a:xfrm>
            <a:prstGeom prst="line">
              <a:avLst/>
            </a:prstGeom>
            <a:ln w="28575" cap="flat" cmpd="sng">
              <a:solidFill>
                <a:schemeClr val="tx1"/>
              </a:solidFill>
              <a:prstDash val="solid"/>
              <a:headEnd type="none" w="med" len="med"/>
              <a:tailEnd type="none" w="med" len="med"/>
            </a:ln>
          </p:spPr>
        </p:sp>
        <p:sp>
          <p:nvSpPr>
            <p:cNvPr id="185446" name="Line 16"/>
            <p:cNvSpPr/>
            <p:nvPr/>
          </p:nvSpPr>
          <p:spPr>
            <a:xfrm>
              <a:off x="1497" y="40"/>
              <a:ext cx="0" cy="166"/>
            </a:xfrm>
            <a:prstGeom prst="line">
              <a:avLst/>
            </a:prstGeom>
            <a:ln w="28575" cap="flat" cmpd="sng">
              <a:solidFill>
                <a:schemeClr val="tx1"/>
              </a:solidFill>
              <a:prstDash val="solid"/>
              <a:headEnd type="none" w="med" len="med"/>
              <a:tailEnd type="none" w="med" len="med"/>
            </a:ln>
          </p:spPr>
        </p:sp>
        <p:sp>
          <p:nvSpPr>
            <p:cNvPr id="185447" name="Line 17"/>
            <p:cNvSpPr/>
            <p:nvPr/>
          </p:nvSpPr>
          <p:spPr>
            <a:xfrm>
              <a:off x="1826" y="40"/>
              <a:ext cx="0" cy="166"/>
            </a:xfrm>
            <a:prstGeom prst="line">
              <a:avLst/>
            </a:prstGeom>
            <a:ln w="28575" cap="flat" cmpd="sng">
              <a:solidFill>
                <a:schemeClr val="tx1"/>
              </a:solidFill>
              <a:prstDash val="solid"/>
              <a:headEnd type="none" w="med" len="med"/>
              <a:tailEnd type="none" w="med" len="med"/>
            </a:ln>
          </p:spPr>
        </p:sp>
        <p:sp>
          <p:nvSpPr>
            <p:cNvPr id="185448" name="Line 20"/>
            <p:cNvSpPr/>
            <p:nvPr/>
          </p:nvSpPr>
          <p:spPr>
            <a:xfrm>
              <a:off x="1827" y="206"/>
              <a:ext cx="349" cy="0"/>
            </a:xfrm>
            <a:prstGeom prst="line">
              <a:avLst/>
            </a:prstGeom>
            <a:ln w="28575" cap="flat" cmpd="sng">
              <a:solidFill>
                <a:schemeClr val="tx1"/>
              </a:solidFill>
              <a:prstDash val="solid"/>
              <a:headEnd type="none" w="med" len="med"/>
              <a:tailEnd type="none" w="med" len="med"/>
            </a:ln>
          </p:spPr>
        </p:sp>
        <p:sp>
          <p:nvSpPr>
            <p:cNvPr id="185449" name="Line 21"/>
            <p:cNvSpPr/>
            <p:nvPr/>
          </p:nvSpPr>
          <p:spPr>
            <a:xfrm>
              <a:off x="2176" y="40"/>
              <a:ext cx="349" cy="0"/>
            </a:xfrm>
            <a:prstGeom prst="line">
              <a:avLst/>
            </a:prstGeom>
            <a:ln w="28575" cap="flat" cmpd="sng">
              <a:solidFill>
                <a:schemeClr val="tx1"/>
              </a:solidFill>
              <a:prstDash val="solid"/>
              <a:headEnd type="none" w="med" len="med"/>
              <a:tailEnd type="none" w="med" len="med"/>
            </a:ln>
          </p:spPr>
        </p:sp>
        <p:sp>
          <p:nvSpPr>
            <p:cNvPr id="185450" name="Line 22"/>
            <p:cNvSpPr/>
            <p:nvPr/>
          </p:nvSpPr>
          <p:spPr>
            <a:xfrm>
              <a:off x="2176" y="40"/>
              <a:ext cx="0" cy="166"/>
            </a:xfrm>
            <a:prstGeom prst="line">
              <a:avLst/>
            </a:prstGeom>
            <a:ln w="28575" cap="flat" cmpd="sng">
              <a:solidFill>
                <a:schemeClr val="tx1"/>
              </a:solidFill>
              <a:prstDash val="solid"/>
              <a:headEnd type="none" w="med" len="med"/>
              <a:tailEnd type="none" w="med" len="med"/>
            </a:ln>
          </p:spPr>
        </p:sp>
        <p:sp>
          <p:nvSpPr>
            <p:cNvPr id="185451" name="Line 23"/>
            <p:cNvSpPr/>
            <p:nvPr/>
          </p:nvSpPr>
          <p:spPr>
            <a:xfrm>
              <a:off x="2525" y="40"/>
              <a:ext cx="0" cy="166"/>
            </a:xfrm>
            <a:prstGeom prst="line">
              <a:avLst/>
            </a:prstGeom>
            <a:ln w="28575" cap="flat" cmpd="sng">
              <a:solidFill>
                <a:schemeClr val="tx1"/>
              </a:solidFill>
              <a:prstDash val="solid"/>
              <a:headEnd type="none" w="med" len="med"/>
              <a:tailEnd type="none" w="med" len="med"/>
            </a:ln>
          </p:spPr>
        </p:sp>
        <p:sp>
          <p:nvSpPr>
            <p:cNvPr id="185452" name="Line 25"/>
            <p:cNvSpPr/>
            <p:nvPr/>
          </p:nvSpPr>
          <p:spPr>
            <a:xfrm>
              <a:off x="2525" y="206"/>
              <a:ext cx="349" cy="0"/>
            </a:xfrm>
            <a:prstGeom prst="line">
              <a:avLst/>
            </a:prstGeom>
            <a:ln w="28575" cap="flat" cmpd="sng">
              <a:solidFill>
                <a:schemeClr val="tx1"/>
              </a:solidFill>
              <a:prstDash val="solid"/>
              <a:headEnd type="none" w="med" len="med"/>
              <a:tailEnd type="none" w="med" len="med"/>
            </a:ln>
          </p:spPr>
        </p:sp>
        <p:sp>
          <p:nvSpPr>
            <p:cNvPr id="185453" name="Line 26"/>
            <p:cNvSpPr/>
            <p:nvPr/>
          </p:nvSpPr>
          <p:spPr>
            <a:xfrm>
              <a:off x="2873" y="40"/>
              <a:ext cx="349" cy="0"/>
            </a:xfrm>
            <a:prstGeom prst="line">
              <a:avLst/>
            </a:prstGeom>
            <a:ln w="28575" cap="flat" cmpd="sng">
              <a:solidFill>
                <a:schemeClr val="tx1"/>
              </a:solidFill>
              <a:prstDash val="solid"/>
              <a:headEnd type="none" w="med" len="med"/>
              <a:tailEnd type="none" w="med" len="med"/>
            </a:ln>
          </p:spPr>
        </p:sp>
        <p:sp>
          <p:nvSpPr>
            <p:cNvPr id="185454" name="Line 27"/>
            <p:cNvSpPr/>
            <p:nvPr/>
          </p:nvSpPr>
          <p:spPr>
            <a:xfrm>
              <a:off x="2873" y="40"/>
              <a:ext cx="0" cy="166"/>
            </a:xfrm>
            <a:prstGeom prst="line">
              <a:avLst/>
            </a:prstGeom>
            <a:ln w="28575" cap="flat" cmpd="sng">
              <a:solidFill>
                <a:schemeClr val="tx1"/>
              </a:solidFill>
              <a:prstDash val="solid"/>
              <a:headEnd type="none" w="med" len="med"/>
              <a:tailEnd type="none" w="med" len="med"/>
            </a:ln>
          </p:spPr>
        </p:sp>
        <p:sp>
          <p:nvSpPr>
            <p:cNvPr id="185455" name="Line 28"/>
            <p:cNvSpPr/>
            <p:nvPr/>
          </p:nvSpPr>
          <p:spPr>
            <a:xfrm>
              <a:off x="3222" y="40"/>
              <a:ext cx="0" cy="166"/>
            </a:xfrm>
            <a:prstGeom prst="line">
              <a:avLst/>
            </a:prstGeom>
            <a:ln w="28575" cap="flat" cmpd="sng">
              <a:solidFill>
                <a:schemeClr val="tx1"/>
              </a:solidFill>
              <a:prstDash val="solid"/>
              <a:headEnd type="none" w="med" len="med"/>
              <a:tailEnd type="none" w="med" len="med"/>
            </a:ln>
          </p:spPr>
        </p:sp>
        <p:sp>
          <p:nvSpPr>
            <p:cNvPr id="185456" name="Line 29"/>
            <p:cNvSpPr/>
            <p:nvPr/>
          </p:nvSpPr>
          <p:spPr>
            <a:xfrm>
              <a:off x="3223" y="204"/>
              <a:ext cx="175" cy="0"/>
            </a:xfrm>
            <a:prstGeom prst="line">
              <a:avLst/>
            </a:prstGeom>
            <a:ln w="28575" cap="flat" cmpd="sng">
              <a:solidFill>
                <a:schemeClr val="tx1"/>
              </a:solidFill>
              <a:prstDash val="solid"/>
              <a:headEnd type="none" w="med" len="med"/>
              <a:tailEnd type="none" w="med" len="med"/>
            </a:ln>
          </p:spPr>
        </p:sp>
        <p:sp>
          <p:nvSpPr>
            <p:cNvPr id="185457" name="Text Box 349"/>
            <p:cNvSpPr txBox="1"/>
            <p:nvPr/>
          </p:nvSpPr>
          <p:spPr>
            <a:xfrm>
              <a:off x="0" y="-65"/>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7" name="Group 1109"/>
          <p:cNvGrpSpPr/>
          <p:nvPr/>
        </p:nvGrpSpPr>
        <p:grpSpPr>
          <a:xfrm>
            <a:off x="990600" y="2355850"/>
            <a:ext cx="5405438" cy="369888"/>
            <a:chOff x="0" y="-99"/>
            <a:chExt cx="3405" cy="310"/>
          </a:xfrm>
        </p:grpSpPr>
        <p:sp>
          <p:nvSpPr>
            <p:cNvPr id="185430" name="Line 31"/>
            <p:cNvSpPr/>
            <p:nvPr/>
          </p:nvSpPr>
          <p:spPr>
            <a:xfrm>
              <a:off x="412" y="186"/>
              <a:ext cx="725" cy="0"/>
            </a:xfrm>
            <a:prstGeom prst="line">
              <a:avLst/>
            </a:prstGeom>
            <a:ln w="28575" cap="flat" cmpd="sng">
              <a:solidFill>
                <a:schemeClr val="tx1"/>
              </a:solidFill>
              <a:prstDash val="solid"/>
              <a:headEnd type="none" w="med" len="med"/>
              <a:tailEnd type="none" w="med" len="med"/>
            </a:ln>
          </p:spPr>
        </p:sp>
        <p:sp>
          <p:nvSpPr>
            <p:cNvPr id="185431" name="Line 32"/>
            <p:cNvSpPr/>
            <p:nvPr/>
          </p:nvSpPr>
          <p:spPr>
            <a:xfrm>
              <a:off x="1141" y="20"/>
              <a:ext cx="698" cy="0"/>
            </a:xfrm>
            <a:prstGeom prst="line">
              <a:avLst/>
            </a:prstGeom>
            <a:ln w="28575" cap="flat" cmpd="sng">
              <a:solidFill>
                <a:schemeClr val="tx1"/>
              </a:solidFill>
              <a:prstDash val="solid"/>
              <a:headEnd type="none" w="med" len="med"/>
              <a:tailEnd type="none" w="med" len="med"/>
            </a:ln>
          </p:spPr>
        </p:sp>
        <p:sp>
          <p:nvSpPr>
            <p:cNvPr id="185432" name="Line 33"/>
            <p:cNvSpPr/>
            <p:nvPr/>
          </p:nvSpPr>
          <p:spPr>
            <a:xfrm>
              <a:off x="1141" y="20"/>
              <a:ext cx="0" cy="166"/>
            </a:xfrm>
            <a:prstGeom prst="line">
              <a:avLst/>
            </a:prstGeom>
            <a:ln w="28575" cap="flat" cmpd="sng">
              <a:solidFill>
                <a:schemeClr val="tx1"/>
              </a:solidFill>
              <a:prstDash val="solid"/>
              <a:headEnd type="none" w="med" len="med"/>
              <a:tailEnd type="none" w="med" len="med"/>
            </a:ln>
          </p:spPr>
        </p:sp>
        <p:sp>
          <p:nvSpPr>
            <p:cNvPr id="185433" name="Line 34"/>
            <p:cNvSpPr/>
            <p:nvPr/>
          </p:nvSpPr>
          <p:spPr>
            <a:xfrm>
              <a:off x="1829" y="20"/>
              <a:ext cx="0" cy="166"/>
            </a:xfrm>
            <a:prstGeom prst="line">
              <a:avLst/>
            </a:prstGeom>
            <a:ln w="28575" cap="flat" cmpd="sng">
              <a:solidFill>
                <a:schemeClr val="tx1"/>
              </a:solidFill>
              <a:prstDash val="solid"/>
              <a:headEnd type="none" w="med" len="med"/>
              <a:tailEnd type="none" w="med" len="med"/>
            </a:ln>
          </p:spPr>
        </p:sp>
        <p:sp>
          <p:nvSpPr>
            <p:cNvPr id="185434" name="Line 35"/>
            <p:cNvSpPr/>
            <p:nvPr/>
          </p:nvSpPr>
          <p:spPr>
            <a:xfrm>
              <a:off x="1839" y="186"/>
              <a:ext cx="690" cy="0"/>
            </a:xfrm>
            <a:prstGeom prst="line">
              <a:avLst/>
            </a:prstGeom>
            <a:ln w="28575" cap="flat" cmpd="sng">
              <a:solidFill>
                <a:schemeClr val="tx1"/>
              </a:solidFill>
              <a:prstDash val="solid"/>
              <a:headEnd type="none" w="med" len="med"/>
              <a:tailEnd type="none" w="med" len="med"/>
            </a:ln>
          </p:spPr>
        </p:sp>
        <p:sp>
          <p:nvSpPr>
            <p:cNvPr id="185435" name="Line 36"/>
            <p:cNvSpPr/>
            <p:nvPr/>
          </p:nvSpPr>
          <p:spPr>
            <a:xfrm>
              <a:off x="2525" y="20"/>
              <a:ext cx="698" cy="0"/>
            </a:xfrm>
            <a:prstGeom prst="line">
              <a:avLst/>
            </a:prstGeom>
            <a:ln w="28575" cap="flat" cmpd="sng">
              <a:solidFill>
                <a:schemeClr val="tx1"/>
              </a:solidFill>
              <a:prstDash val="solid"/>
              <a:headEnd type="none" w="med" len="med"/>
              <a:tailEnd type="none" w="med" len="med"/>
            </a:ln>
          </p:spPr>
        </p:sp>
        <p:sp>
          <p:nvSpPr>
            <p:cNvPr id="185436" name="Line 37"/>
            <p:cNvSpPr/>
            <p:nvPr/>
          </p:nvSpPr>
          <p:spPr>
            <a:xfrm>
              <a:off x="2525" y="20"/>
              <a:ext cx="0" cy="166"/>
            </a:xfrm>
            <a:prstGeom prst="line">
              <a:avLst/>
            </a:prstGeom>
            <a:ln w="28575" cap="flat" cmpd="sng">
              <a:solidFill>
                <a:schemeClr val="tx1"/>
              </a:solidFill>
              <a:prstDash val="solid"/>
              <a:headEnd type="none" w="med" len="med"/>
              <a:tailEnd type="none" w="med" len="med"/>
            </a:ln>
          </p:spPr>
        </p:sp>
        <p:sp>
          <p:nvSpPr>
            <p:cNvPr id="185437" name="Line 38"/>
            <p:cNvSpPr/>
            <p:nvPr/>
          </p:nvSpPr>
          <p:spPr>
            <a:xfrm>
              <a:off x="3223" y="20"/>
              <a:ext cx="0" cy="166"/>
            </a:xfrm>
            <a:prstGeom prst="line">
              <a:avLst/>
            </a:prstGeom>
            <a:ln w="28575" cap="flat" cmpd="sng">
              <a:solidFill>
                <a:schemeClr val="tx1"/>
              </a:solidFill>
              <a:prstDash val="solid"/>
              <a:headEnd type="none" w="med" len="med"/>
              <a:tailEnd type="none" w="med" len="med"/>
            </a:ln>
          </p:spPr>
        </p:sp>
        <p:sp>
          <p:nvSpPr>
            <p:cNvPr id="185438" name="Line 39"/>
            <p:cNvSpPr/>
            <p:nvPr/>
          </p:nvSpPr>
          <p:spPr>
            <a:xfrm>
              <a:off x="3230" y="177"/>
              <a:ext cx="175" cy="0"/>
            </a:xfrm>
            <a:prstGeom prst="line">
              <a:avLst/>
            </a:prstGeom>
            <a:ln w="28575" cap="flat" cmpd="sng">
              <a:solidFill>
                <a:schemeClr val="tx1"/>
              </a:solidFill>
              <a:prstDash val="solid"/>
              <a:headEnd type="none" w="med" len="med"/>
              <a:tailEnd type="none" w="med" len="med"/>
            </a:ln>
          </p:spPr>
        </p:sp>
        <p:sp>
          <p:nvSpPr>
            <p:cNvPr id="185439" name="Text Box 350"/>
            <p:cNvSpPr txBox="1"/>
            <p:nvPr/>
          </p:nvSpPr>
          <p:spPr>
            <a:xfrm>
              <a:off x="0" y="-99"/>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8" name="Group 1111"/>
          <p:cNvGrpSpPr/>
          <p:nvPr/>
        </p:nvGrpSpPr>
        <p:grpSpPr>
          <a:xfrm>
            <a:off x="990600" y="3292475"/>
            <a:ext cx="5370513" cy="368300"/>
            <a:chOff x="0" y="-90"/>
            <a:chExt cx="3383" cy="310"/>
          </a:xfrm>
        </p:grpSpPr>
        <p:sp>
          <p:nvSpPr>
            <p:cNvPr id="185420" name="Line 55"/>
            <p:cNvSpPr/>
            <p:nvPr/>
          </p:nvSpPr>
          <p:spPr>
            <a:xfrm>
              <a:off x="428" y="196"/>
              <a:ext cx="363" cy="0"/>
            </a:xfrm>
            <a:prstGeom prst="line">
              <a:avLst/>
            </a:prstGeom>
            <a:ln w="28575" cap="flat" cmpd="sng">
              <a:solidFill>
                <a:schemeClr val="tx1"/>
              </a:solidFill>
              <a:prstDash val="solid"/>
              <a:headEnd type="none" w="med" len="med"/>
              <a:tailEnd type="none" w="med" len="med"/>
            </a:ln>
          </p:spPr>
        </p:sp>
        <p:sp>
          <p:nvSpPr>
            <p:cNvPr id="185421" name="Line 56"/>
            <p:cNvSpPr/>
            <p:nvPr/>
          </p:nvSpPr>
          <p:spPr>
            <a:xfrm>
              <a:off x="787" y="30"/>
              <a:ext cx="349" cy="0"/>
            </a:xfrm>
            <a:prstGeom prst="line">
              <a:avLst/>
            </a:prstGeom>
            <a:ln w="28575" cap="flat" cmpd="sng">
              <a:solidFill>
                <a:schemeClr val="tx1"/>
              </a:solidFill>
              <a:prstDash val="solid"/>
              <a:headEnd type="none" w="med" len="med"/>
              <a:tailEnd type="none" w="med" len="med"/>
            </a:ln>
          </p:spPr>
        </p:sp>
        <p:sp>
          <p:nvSpPr>
            <p:cNvPr id="185422" name="Line 57"/>
            <p:cNvSpPr/>
            <p:nvPr/>
          </p:nvSpPr>
          <p:spPr>
            <a:xfrm>
              <a:off x="797" y="30"/>
              <a:ext cx="0" cy="166"/>
            </a:xfrm>
            <a:prstGeom prst="line">
              <a:avLst/>
            </a:prstGeom>
            <a:ln w="28575" cap="flat" cmpd="sng">
              <a:solidFill>
                <a:schemeClr val="tx1"/>
              </a:solidFill>
              <a:prstDash val="solid"/>
              <a:headEnd type="none" w="med" len="med"/>
              <a:tailEnd type="none" w="med" len="med"/>
            </a:ln>
          </p:spPr>
        </p:sp>
        <p:sp>
          <p:nvSpPr>
            <p:cNvPr id="185423" name="Line 58"/>
            <p:cNvSpPr/>
            <p:nvPr/>
          </p:nvSpPr>
          <p:spPr>
            <a:xfrm>
              <a:off x="1136" y="30"/>
              <a:ext cx="0" cy="166"/>
            </a:xfrm>
            <a:prstGeom prst="line">
              <a:avLst/>
            </a:prstGeom>
            <a:ln w="28575" cap="flat" cmpd="sng">
              <a:solidFill>
                <a:schemeClr val="tx1"/>
              </a:solidFill>
              <a:prstDash val="solid"/>
              <a:headEnd type="none" w="med" len="med"/>
              <a:tailEnd type="none" w="med" len="med"/>
            </a:ln>
          </p:spPr>
        </p:sp>
        <p:sp>
          <p:nvSpPr>
            <p:cNvPr id="185424" name="Line 59"/>
            <p:cNvSpPr/>
            <p:nvPr/>
          </p:nvSpPr>
          <p:spPr>
            <a:xfrm>
              <a:off x="1136" y="196"/>
              <a:ext cx="1043" cy="0"/>
            </a:xfrm>
            <a:prstGeom prst="line">
              <a:avLst/>
            </a:prstGeom>
            <a:ln w="28575" cap="flat" cmpd="sng">
              <a:solidFill>
                <a:schemeClr val="tx1"/>
              </a:solidFill>
              <a:prstDash val="solid"/>
              <a:headEnd type="none" w="med" len="med"/>
              <a:tailEnd type="none" w="med" len="med"/>
            </a:ln>
          </p:spPr>
        </p:sp>
        <p:sp>
          <p:nvSpPr>
            <p:cNvPr id="185425" name="Line 62"/>
            <p:cNvSpPr/>
            <p:nvPr/>
          </p:nvSpPr>
          <p:spPr>
            <a:xfrm>
              <a:off x="2183" y="30"/>
              <a:ext cx="349" cy="0"/>
            </a:xfrm>
            <a:prstGeom prst="line">
              <a:avLst/>
            </a:prstGeom>
            <a:ln w="28575" cap="flat" cmpd="sng">
              <a:solidFill>
                <a:schemeClr val="tx1"/>
              </a:solidFill>
              <a:prstDash val="solid"/>
              <a:headEnd type="none" w="med" len="med"/>
              <a:tailEnd type="none" w="med" len="med"/>
            </a:ln>
          </p:spPr>
        </p:sp>
        <p:sp>
          <p:nvSpPr>
            <p:cNvPr id="185426" name="Line 63"/>
            <p:cNvSpPr/>
            <p:nvPr/>
          </p:nvSpPr>
          <p:spPr>
            <a:xfrm>
              <a:off x="2183" y="30"/>
              <a:ext cx="0" cy="166"/>
            </a:xfrm>
            <a:prstGeom prst="line">
              <a:avLst/>
            </a:prstGeom>
            <a:ln w="28575" cap="flat" cmpd="sng">
              <a:solidFill>
                <a:schemeClr val="tx1"/>
              </a:solidFill>
              <a:prstDash val="solid"/>
              <a:headEnd type="none" w="med" len="med"/>
              <a:tailEnd type="none" w="med" len="med"/>
            </a:ln>
          </p:spPr>
        </p:sp>
        <p:sp>
          <p:nvSpPr>
            <p:cNvPr id="185427" name="Line 64"/>
            <p:cNvSpPr/>
            <p:nvPr/>
          </p:nvSpPr>
          <p:spPr>
            <a:xfrm>
              <a:off x="2522" y="30"/>
              <a:ext cx="0" cy="166"/>
            </a:xfrm>
            <a:prstGeom prst="line">
              <a:avLst/>
            </a:prstGeom>
            <a:ln w="28575" cap="flat" cmpd="sng">
              <a:solidFill>
                <a:schemeClr val="tx1"/>
              </a:solidFill>
              <a:prstDash val="solid"/>
              <a:headEnd type="none" w="med" len="med"/>
              <a:tailEnd type="none" w="med" len="med"/>
            </a:ln>
          </p:spPr>
        </p:sp>
        <p:sp>
          <p:nvSpPr>
            <p:cNvPr id="185428" name="Line 65"/>
            <p:cNvSpPr/>
            <p:nvPr/>
          </p:nvSpPr>
          <p:spPr>
            <a:xfrm>
              <a:off x="2522" y="196"/>
              <a:ext cx="861" cy="0"/>
            </a:xfrm>
            <a:prstGeom prst="line">
              <a:avLst/>
            </a:prstGeom>
            <a:ln w="28575" cap="flat" cmpd="sng">
              <a:solidFill>
                <a:schemeClr val="tx1"/>
              </a:solidFill>
              <a:prstDash val="solid"/>
              <a:headEnd type="none" w="med" len="med"/>
              <a:tailEnd type="none" w="med" len="med"/>
            </a:ln>
          </p:spPr>
        </p:sp>
        <p:sp>
          <p:nvSpPr>
            <p:cNvPr id="185429" name="Text Box 351"/>
            <p:cNvSpPr txBox="1"/>
            <p:nvPr/>
          </p:nvSpPr>
          <p:spPr>
            <a:xfrm>
              <a:off x="0" y="-90"/>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grpSp>
        <p:nvGrpSpPr>
          <p:cNvPr id="185359" name="Group 1110"/>
          <p:cNvGrpSpPr/>
          <p:nvPr/>
        </p:nvGrpSpPr>
        <p:grpSpPr>
          <a:xfrm>
            <a:off x="1676400" y="3057525"/>
            <a:ext cx="4703763" cy="187325"/>
            <a:chOff x="0" y="0"/>
            <a:chExt cx="2963" cy="158"/>
          </a:xfrm>
        </p:grpSpPr>
        <p:sp>
          <p:nvSpPr>
            <p:cNvPr id="185411" name="Line 41"/>
            <p:cNvSpPr/>
            <p:nvPr/>
          </p:nvSpPr>
          <p:spPr>
            <a:xfrm flipV="1">
              <a:off x="0" y="0"/>
              <a:ext cx="363" cy="0"/>
            </a:xfrm>
            <a:prstGeom prst="line">
              <a:avLst/>
            </a:prstGeom>
            <a:ln w="28575" cap="flat" cmpd="sng">
              <a:solidFill>
                <a:schemeClr val="tx1"/>
              </a:solidFill>
              <a:prstDash val="solid"/>
              <a:headEnd type="none" w="med" len="med"/>
              <a:tailEnd type="none" w="med" len="med"/>
            </a:ln>
          </p:spPr>
        </p:sp>
        <p:sp>
          <p:nvSpPr>
            <p:cNvPr id="185412" name="Line 42"/>
            <p:cNvSpPr/>
            <p:nvPr/>
          </p:nvSpPr>
          <p:spPr>
            <a:xfrm flipV="1">
              <a:off x="367" y="158"/>
              <a:ext cx="1031" cy="0"/>
            </a:xfrm>
            <a:prstGeom prst="line">
              <a:avLst/>
            </a:prstGeom>
            <a:ln w="28575" cap="flat" cmpd="sng">
              <a:solidFill>
                <a:schemeClr val="tx1"/>
              </a:solidFill>
              <a:prstDash val="solid"/>
              <a:headEnd type="none" w="med" len="med"/>
              <a:tailEnd type="none" w="med" len="med"/>
            </a:ln>
          </p:spPr>
        </p:sp>
        <p:sp>
          <p:nvSpPr>
            <p:cNvPr id="185413" name="Line 43"/>
            <p:cNvSpPr/>
            <p:nvPr/>
          </p:nvSpPr>
          <p:spPr>
            <a:xfrm flipV="1">
              <a:off x="367" y="0"/>
              <a:ext cx="0" cy="158"/>
            </a:xfrm>
            <a:prstGeom prst="line">
              <a:avLst/>
            </a:prstGeom>
            <a:ln w="28575" cap="flat" cmpd="sng">
              <a:solidFill>
                <a:schemeClr val="tx1"/>
              </a:solidFill>
              <a:prstDash val="solid"/>
              <a:headEnd type="none" w="med" len="med"/>
              <a:tailEnd type="none" w="med" len="med"/>
            </a:ln>
          </p:spPr>
        </p:sp>
        <p:sp>
          <p:nvSpPr>
            <p:cNvPr id="185414" name="Line 46"/>
            <p:cNvSpPr/>
            <p:nvPr/>
          </p:nvSpPr>
          <p:spPr>
            <a:xfrm flipV="1">
              <a:off x="1395" y="0"/>
              <a:ext cx="0" cy="158"/>
            </a:xfrm>
            <a:prstGeom prst="line">
              <a:avLst/>
            </a:prstGeom>
            <a:ln w="28575" cap="flat" cmpd="sng">
              <a:solidFill>
                <a:schemeClr val="tx1"/>
              </a:solidFill>
              <a:prstDash val="solid"/>
              <a:headEnd type="none" w="med" len="med"/>
              <a:tailEnd type="none" w="med" len="med"/>
            </a:ln>
          </p:spPr>
        </p:sp>
        <p:sp>
          <p:nvSpPr>
            <p:cNvPr id="185415" name="Line 47"/>
            <p:cNvSpPr/>
            <p:nvPr/>
          </p:nvSpPr>
          <p:spPr>
            <a:xfrm flipV="1">
              <a:off x="1396" y="0"/>
              <a:ext cx="351" cy="0"/>
            </a:xfrm>
            <a:prstGeom prst="line">
              <a:avLst/>
            </a:prstGeom>
            <a:ln w="28575" cap="flat" cmpd="sng">
              <a:solidFill>
                <a:schemeClr val="tx1"/>
              </a:solidFill>
              <a:prstDash val="solid"/>
              <a:headEnd type="none" w="med" len="med"/>
              <a:tailEnd type="none" w="med" len="med"/>
            </a:ln>
          </p:spPr>
        </p:sp>
        <p:sp>
          <p:nvSpPr>
            <p:cNvPr id="185416" name="Line 48"/>
            <p:cNvSpPr/>
            <p:nvPr/>
          </p:nvSpPr>
          <p:spPr>
            <a:xfrm flipV="1">
              <a:off x="1751" y="158"/>
              <a:ext cx="1043" cy="0"/>
            </a:xfrm>
            <a:prstGeom prst="line">
              <a:avLst/>
            </a:prstGeom>
            <a:ln w="28575" cap="flat" cmpd="sng">
              <a:solidFill>
                <a:schemeClr val="tx1"/>
              </a:solidFill>
              <a:prstDash val="solid"/>
              <a:headEnd type="none" w="med" len="med"/>
              <a:tailEnd type="none" w="med" len="med"/>
            </a:ln>
          </p:spPr>
        </p:sp>
        <p:sp>
          <p:nvSpPr>
            <p:cNvPr id="185417" name="Line 49"/>
            <p:cNvSpPr/>
            <p:nvPr/>
          </p:nvSpPr>
          <p:spPr>
            <a:xfrm flipV="1">
              <a:off x="1751" y="0"/>
              <a:ext cx="0" cy="158"/>
            </a:xfrm>
            <a:prstGeom prst="line">
              <a:avLst/>
            </a:prstGeom>
            <a:ln w="28575" cap="flat" cmpd="sng">
              <a:solidFill>
                <a:schemeClr val="tx1"/>
              </a:solidFill>
              <a:prstDash val="solid"/>
              <a:headEnd type="none" w="med" len="med"/>
              <a:tailEnd type="none" w="med" len="med"/>
            </a:ln>
          </p:spPr>
        </p:sp>
        <p:sp>
          <p:nvSpPr>
            <p:cNvPr id="185418" name="Line 52"/>
            <p:cNvSpPr/>
            <p:nvPr/>
          </p:nvSpPr>
          <p:spPr>
            <a:xfrm flipV="1">
              <a:off x="2789" y="0"/>
              <a:ext cx="0" cy="158"/>
            </a:xfrm>
            <a:prstGeom prst="line">
              <a:avLst/>
            </a:prstGeom>
            <a:ln w="28575" cap="flat" cmpd="sng">
              <a:solidFill>
                <a:schemeClr val="tx1"/>
              </a:solidFill>
              <a:prstDash val="solid"/>
              <a:headEnd type="none" w="med" len="med"/>
              <a:tailEnd type="none" w="med" len="med"/>
            </a:ln>
          </p:spPr>
        </p:sp>
        <p:sp>
          <p:nvSpPr>
            <p:cNvPr id="185419" name="Line 53"/>
            <p:cNvSpPr/>
            <p:nvPr/>
          </p:nvSpPr>
          <p:spPr>
            <a:xfrm flipV="1">
              <a:off x="2790" y="2"/>
              <a:ext cx="173" cy="0"/>
            </a:xfrm>
            <a:prstGeom prst="line">
              <a:avLst/>
            </a:prstGeom>
            <a:ln w="28575" cap="flat" cmpd="sng">
              <a:solidFill>
                <a:schemeClr val="tx1"/>
              </a:solidFill>
              <a:prstDash val="solid"/>
              <a:headEnd type="none" w="med" len="med"/>
              <a:tailEnd type="none" w="med" len="med"/>
            </a:ln>
          </p:spPr>
        </p:sp>
      </p:grpSp>
      <p:sp>
        <p:nvSpPr>
          <p:cNvPr id="185360" name="Text Box 352"/>
          <p:cNvSpPr txBox="1"/>
          <p:nvPr/>
        </p:nvSpPr>
        <p:spPr>
          <a:xfrm>
            <a:off x="990600" y="2859088"/>
            <a:ext cx="725488"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5361" name="Group 1105"/>
          <p:cNvGrpSpPr/>
          <p:nvPr/>
        </p:nvGrpSpPr>
        <p:grpSpPr>
          <a:xfrm>
            <a:off x="990600" y="3724275"/>
            <a:ext cx="5348288" cy="368300"/>
            <a:chOff x="0" y="-71"/>
            <a:chExt cx="3369" cy="310"/>
          </a:xfrm>
        </p:grpSpPr>
        <p:sp>
          <p:nvSpPr>
            <p:cNvPr id="185401" name="Line 69"/>
            <p:cNvSpPr/>
            <p:nvPr/>
          </p:nvSpPr>
          <p:spPr>
            <a:xfrm>
              <a:off x="432" y="166"/>
              <a:ext cx="703" cy="0"/>
            </a:xfrm>
            <a:prstGeom prst="line">
              <a:avLst/>
            </a:prstGeom>
            <a:ln w="28575" cap="flat" cmpd="sng">
              <a:solidFill>
                <a:schemeClr val="tx1"/>
              </a:solidFill>
              <a:prstDash val="solid"/>
              <a:headEnd type="none" w="med" len="med"/>
              <a:tailEnd type="none" w="med" len="med"/>
            </a:ln>
          </p:spPr>
        </p:sp>
        <p:sp>
          <p:nvSpPr>
            <p:cNvPr id="185402" name="Line 70"/>
            <p:cNvSpPr/>
            <p:nvPr/>
          </p:nvSpPr>
          <p:spPr>
            <a:xfrm>
              <a:off x="1135" y="0"/>
              <a:ext cx="349" cy="0"/>
            </a:xfrm>
            <a:prstGeom prst="line">
              <a:avLst/>
            </a:prstGeom>
            <a:ln w="28575" cap="flat" cmpd="sng">
              <a:solidFill>
                <a:schemeClr val="tx1"/>
              </a:solidFill>
              <a:prstDash val="solid"/>
              <a:headEnd type="none" w="med" len="med"/>
              <a:tailEnd type="none" w="med" len="med"/>
            </a:ln>
          </p:spPr>
        </p:sp>
        <p:sp>
          <p:nvSpPr>
            <p:cNvPr id="185403" name="Line 71"/>
            <p:cNvSpPr/>
            <p:nvPr/>
          </p:nvSpPr>
          <p:spPr>
            <a:xfrm>
              <a:off x="1135" y="0"/>
              <a:ext cx="0" cy="166"/>
            </a:xfrm>
            <a:prstGeom prst="line">
              <a:avLst/>
            </a:prstGeom>
            <a:ln w="28575" cap="flat" cmpd="sng">
              <a:solidFill>
                <a:schemeClr val="tx1"/>
              </a:solidFill>
              <a:prstDash val="solid"/>
              <a:headEnd type="none" w="med" len="med"/>
              <a:tailEnd type="none" w="med" len="med"/>
            </a:ln>
          </p:spPr>
        </p:sp>
        <p:sp>
          <p:nvSpPr>
            <p:cNvPr id="185404" name="Line 72"/>
            <p:cNvSpPr/>
            <p:nvPr/>
          </p:nvSpPr>
          <p:spPr>
            <a:xfrm>
              <a:off x="1494" y="0"/>
              <a:ext cx="0" cy="166"/>
            </a:xfrm>
            <a:prstGeom prst="line">
              <a:avLst/>
            </a:prstGeom>
            <a:ln w="28575" cap="flat" cmpd="sng">
              <a:solidFill>
                <a:schemeClr val="tx1"/>
              </a:solidFill>
              <a:prstDash val="solid"/>
              <a:headEnd type="none" w="med" len="med"/>
              <a:tailEnd type="none" w="med" len="med"/>
            </a:ln>
          </p:spPr>
        </p:sp>
        <p:sp>
          <p:nvSpPr>
            <p:cNvPr id="185405" name="Line 73"/>
            <p:cNvSpPr/>
            <p:nvPr/>
          </p:nvSpPr>
          <p:spPr>
            <a:xfrm>
              <a:off x="1484" y="166"/>
              <a:ext cx="1043" cy="0"/>
            </a:xfrm>
            <a:prstGeom prst="line">
              <a:avLst/>
            </a:prstGeom>
            <a:ln w="28575" cap="flat" cmpd="sng">
              <a:solidFill>
                <a:schemeClr val="tx1"/>
              </a:solidFill>
              <a:prstDash val="solid"/>
              <a:headEnd type="none" w="med" len="med"/>
              <a:tailEnd type="none" w="med" len="med"/>
            </a:ln>
          </p:spPr>
        </p:sp>
        <p:sp>
          <p:nvSpPr>
            <p:cNvPr id="185406" name="Line 76"/>
            <p:cNvSpPr/>
            <p:nvPr/>
          </p:nvSpPr>
          <p:spPr>
            <a:xfrm>
              <a:off x="2521" y="0"/>
              <a:ext cx="349" cy="0"/>
            </a:xfrm>
            <a:prstGeom prst="line">
              <a:avLst/>
            </a:prstGeom>
            <a:ln w="28575" cap="flat" cmpd="sng">
              <a:solidFill>
                <a:schemeClr val="tx1"/>
              </a:solidFill>
              <a:prstDash val="solid"/>
              <a:headEnd type="none" w="med" len="med"/>
              <a:tailEnd type="none" w="med" len="med"/>
            </a:ln>
          </p:spPr>
        </p:sp>
        <p:sp>
          <p:nvSpPr>
            <p:cNvPr id="185407" name="Line 77"/>
            <p:cNvSpPr/>
            <p:nvPr/>
          </p:nvSpPr>
          <p:spPr>
            <a:xfrm>
              <a:off x="2521" y="0"/>
              <a:ext cx="0" cy="166"/>
            </a:xfrm>
            <a:prstGeom prst="line">
              <a:avLst/>
            </a:prstGeom>
            <a:ln w="28575" cap="flat" cmpd="sng">
              <a:solidFill>
                <a:schemeClr val="tx1"/>
              </a:solidFill>
              <a:prstDash val="solid"/>
              <a:headEnd type="none" w="med" len="med"/>
              <a:tailEnd type="none" w="med" len="med"/>
            </a:ln>
          </p:spPr>
        </p:sp>
        <p:sp>
          <p:nvSpPr>
            <p:cNvPr id="185408" name="Line 78"/>
            <p:cNvSpPr/>
            <p:nvPr/>
          </p:nvSpPr>
          <p:spPr>
            <a:xfrm>
              <a:off x="2870" y="0"/>
              <a:ext cx="0" cy="166"/>
            </a:xfrm>
            <a:prstGeom prst="line">
              <a:avLst/>
            </a:prstGeom>
            <a:ln w="28575" cap="flat" cmpd="sng">
              <a:solidFill>
                <a:schemeClr val="tx1"/>
              </a:solidFill>
              <a:prstDash val="solid"/>
              <a:headEnd type="none" w="med" len="med"/>
              <a:tailEnd type="none" w="med" len="med"/>
            </a:ln>
          </p:spPr>
        </p:sp>
        <p:sp>
          <p:nvSpPr>
            <p:cNvPr id="185409" name="Line 79"/>
            <p:cNvSpPr/>
            <p:nvPr/>
          </p:nvSpPr>
          <p:spPr>
            <a:xfrm>
              <a:off x="2870" y="166"/>
              <a:ext cx="499" cy="0"/>
            </a:xfrm>
            <a:prstGeom prst="line">
              <a:avLst/>
            </a:prstGeom>
            <a:ln w="28575" cap="flat" cmpd="sng">
              <a:solidFill>
                <a:schemeClr val="tx1"/>
              </a:solidFill>
              <a:prstDash val="solid"/>
              <a:headEnd type="none" w="med" len="med"/>
              <a:tailEnd type="none" w="med" len="med"/>
            </a:ln>
          </p:spPr>
        </p:sp>
        <p:sp>
          <p:nvSpPr>
            <p:cNvPr id="185410" name="Text Box 353"/>
            <p:cNvSpPr txBox="1"/>
            <p:nvPr/>
          </p:nvSpPr>
          <p:spPr>
            <a:xfrm>
              <a:off x="0" y="-71"/>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p>
          </p:txBody>
        </p:sp>
      </p:grpSp>
      <p:grpSp>
        <p:nvGrpSpPr>
          <p:cNvPr id="185362" name="Group 1112"/>
          <p:cNvGrpSpPr/>
          <p:nvPr/>
        </p:nvGrpSpPr>
        <p:grpSpPr>
          <a:xfrm>
            <a:off x="990600" y="4083050"/>
            <a:ext cx="5392738" cy="368300"/>
            <a:chOff x="0" y="-105"/>
            <a:chExt cx="3397" cy="310"/>
          </a:xfrm>
        </p:grpSpPr>
        <p:sp>
          <p:nvSpPr>
            <p:cNvPr id="185391" name="Line 84"/>
            <p:cNvSpPr/>
            <p:nvPr/>
          </p:nvSpPr>
          <p:spPr>
            <a:xfrm>
              <a:off x="1491" y="0"/>
              <a:ext cx="349" cy="0"/>
            </a:xfrm>
            <a:prstGeom prst="line">
              <a:avLst/>
            </a:prstGeom>
            <a:ln w="28575" cap="flat" cmpd="sng">
              <a:solidFill>
                <a:schemeClr val="tx1"/>
              </a:solidFill>
              <a:prstDash val="solid"/>
              <a:headEnd type="none" w="med" len="med"/>
              <a:tailEnd type="none" w="med" len="med"/>
            </a:ln>
          </p:spPr>
        </p:sp>
        <p:sp>
          <p:nvSpPr>
            <p:cNvPr id="185392" name="Line 85"/>
            <p:cNvSpPr/>
            <p:nvPr/>
          </p:nvSpPr>
          <p:spPr>
            <a:xfrm>
              <a:off x="1491" y="0"/>
              <a:ext cx="0" cy="167"/>
            </a:xfrm>
            <a:prstGeom prst="line">
              <a:avLst/>
            </a:prstGeom>
            <a:ln w="28575" cap="flat" cmpd="sng">
              <a:solidFill>
                <a:schemeClr val="tx1"/>
              </a:solidFill>
              <a:prstDash val="solid"/>
              <a:headEnd type="none" w="med" len="med"/>
              <a:tailEnd type="none" w="med" len="med"/>
            </a:ln>
          </p:spPr>
        </p:sp>
        <p:sp>
          <p:nvSpPr>
            <p:cNvPr id="185393" name="Line 86"/>
            <p:cNvSpPr/>
            <p:nvPr/>
          </p:nvSpPr>
          <p:spPr>
            <a:xfrm>
              <a:off x="1830" y="0"/>
              <a:ext cx="0" cy="167"/>
            </a:xfrm>
            <a:prstGeom prst="line">
              <a:avLst/>
            </a:prstGeom>
            <a:ln w="28575" cap="flat" cmpd="sng">
              <a:solidFill>
                <a:schemeClr val="tx1"/>
              </a:solidFill>
              <a:prstDash val="solid"/>
              <a:headEnd type="none" w="med" len="med"/>
              <a:tailEnd type="none" w="med" len="med"/>
            </a:ln>
          </p:spPr>
        </p:sp>
        <p:sp>
          <p:nvSpPr>
            <p:cNvPr id="185394" name="Line 87"/>
            <p:cNvSpPr/>
            <p:nvPr/>
          </p:nvSpPr>
          <p:spPr>
            <a:xfrm>
              <a:off x="1830" y="167"/>
              <a:ext cx="1043" cy="0"/>
            </a:xfrm>
            <a:prstGeom prst="line">
              <a:avLst/>
            </a:prstGeom>
            <a:ln w="28575" cap="flat" cmpd="sng">
              <a:solidFill>
                <a:schemeClr val="tx1"/>
              </a:solidFill>
              <a:prstDash val="solid"/>
              <a:headEnd type="none" w="med" len="med"/>
              <a:tailEnd type="none" w="med" len="med"/>
            </a:ln>
          </p:spPr>
        </p:sp>
        <p:sp>
          <p:nvSpPr>
            <p:cNvPr id="185395" name="Line 90"/>
            <p:cNvSpPr/>
            <p:nvPr/>
          </p:nvSpPr>
          <p:spPr>
            <a:xfrm>
              <a:off x="2867" y="0"/>
              <a:ext cx="349" cy="0"/>
            </a:xfrm>
            <a:prstGeom prst="line">
              <a:avLst/>
            </a:prstGeom>
            <a:ln w="28575" cap="flat" cmpd="sng">
              <a:solidFill>
                <a:schemeClr val="tx1"/>
              </a:solidFill>
              <a:prstDash val="solid"/>
              <a:headEnd type="none" w="med" len="med"/>
              <a:tailEnd type="none" w="med" len="med"/>
            </a:ln>
          </p:spPr>
        </p:sp>
        <p:sp>
          <p:nvSpPr>
            <p:cNvPr id="185396" name="Line 91"/>
            <p:cNvSpPr/>
            <p:nvPr/>
          </p:nvSpPr>
          <p:spPr>
            <a:xfrm>
              <a:off x="2867" y="0"/>
              <a:ext cx="0" cy="167"/>
            </a:xfrm>
            <a:prstGeom prst="line">
              <a:avLst/>
            </a:prstGeom>
            <a:ln w="28575" cap="flat" cmpd="sng">
              <a:solidFill>
                <a:schemeClr val="tx1"/>
              </a:solidFill>
              <a:prstDash val="solid"/>
              <a:headEnd type="none" w="med" len="med"/>
              <a:tailEnd type="none" w="med" len="med"/>
            </a:ln>
          </p:spPr>
        </p:sp>
        <p:sp>
          <p:nvSpPr>
            <p:cNvPr id="185397" name="Line 92"/>
            <p:cNvSpPr/>
            <p:nvPr/>
          </p:nvSpPr>
          <p:spPr>
            <a:xfrm>
              <a:off x="3216" y="0"/>
              <a:ext cx="0" cy="167"/>
            </a:xfrm>
            <a:prstGeom prst="line">
              <a:avLst/>
            </a:prstGeom>
            <a:ln w="28575" cap="flat" cmpd="sng">
              <a:solidFill>
                <a:schemeClr val="tx1"/>
              </a:solidFill>
              <a:prstDash val="solid"/>
              <a:headEnd type="none" w="med" len="med"/>
              <a:tailEnd type="none" w="med" len="med"/>
            </a:ln>
          </p:spPr>
        </p:sp>
        <p:sp>
          <p:nvSpPr>
            <p:cNvPr id="185398" name="Line 93"/>
            <p:cNvSpPr/>
            <p:nvPr/>
          </p:nvSpPr>
          <p:spPr>
            <a:xfrm>
              <a:off x="432" y="166"/>
              <a:ext cx="1065" cy="0"/>
            </a:xfrm>
            <a:prstGeom prst="line">
              <a:avLst/>
            </a:prstGeom>
            <a:ln w="28575" cap="flat" cmpd="sng">
              <a:solidFill>
                <a:schemeClr val="tx1"/>
              </a:solidFill>
              <a:prstDash val="solid"/>
              <a:headEnd type="none" w="med" len="med"/>
              <a:tailEnd type="none" w="med" len="med"/>
            </a:ln>
          </p:spPr>
        </p:sp>
        <p:sp>
          <p:nvSpPr>
            <p:cNvPr id="185399" name="Line 95"/>
            <p:cNvSpPr/>
            <p:nvPr/>
          </p:nvSpPr>
          <p:spPr>
            <a:xfrm>
              <a:off x="3222" y="166"/>
              <a:ext cx="175" cy="0"/>
            </a:xfrm>
            <a:prstGeom prst="line">
              <a:avLst/>
            </a:prstGeom>
            <a:ln w="28575" cap="flat" cmpd="sng">
              <a:solidFill>
                <a:schemeClr val="tx1"/>
              </a:solidFill>
              <a:prstDash val="solid"/>
              <a:headEnd type="none" w="med" len="med"/>
              <a:tailEnd type="none" w="med" len="med"/>
            </a:ln>
          </p:spPr>
        </p:sp>
        <p:sp>
          <p:nvSpPr>
            <p:cNvPr id="185400" name="Text Box 354"/>
            <p:cNvSpPr txBox="1"/>
            <p:nvPr/>
          </p:nvSpPr>
          <p:spPr>
            <a:xfrm>
              <a:off x="0" y="-105"/>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p>
          </p:txBody>
        </p:sp>
      </p:grpSp>
      <p:grpSp>
        <p:nvGrpSpPr>
          <p:cNvPr id="185363" name="Group 1069"/>
          <p:cNvGrpSpPr/>
          <p:nvPr/>
        </p:nvGrpSpPr>
        <p:grpSpPr>
          <a:xfrm>
            <a:off x="6096000" y="1901825"/>
            <a:ext cx="0" cy="2493963"/>
            <a:chOff x="0" y="0"/>
            <a:chExt cx="0" cy="2494360"/>
          </a:xfrm>
        </p:grpSpPr>
        <p:grpSp>
          <p:nvGrpSpPr>
            <p:cNvPr id="185364" name="Group 1070"/>
            <p:cNvGrpSpPr/>
            <p:nvPr/>
          </p:nvGrpSpPr>
          <p:grpSpPr>
            <a:xfrm>
              <a:off x="-6095232" y="-1541994"/>
              <a:ext cx="0" cy="816"/>
              <a:chOff x="0" y="0"/>
              <a:chExt cx="0" cy="816"/>
            </a:xfrm>
          </p:grpSpPr>
          <p:grpSp>
            <p:nvGrpSpPr>
              <p:cNvPr id="185383" name="Group 1071"/>
              <p:cNvGrpSpPr/>
              <p:nvPr/>
            </p:nvGrpSpPr>
            <p:grpSpPr>
              <a:xfrm>
                <a:off x="0" y="0"/>
                <a:ext cx="0" cy="384"/>
                <a:chOff x="0" y="0"/>
                <a:chExt cx="0" cy="384"/>
              </a:xfrm>
            </p:grpSpPr>
            <p:sp>
              <p:nvSpPr>
                <p:cNvPr id="185388" name="Line 10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9" name="Line 10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90" name="Line 10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84" name="Group 1075"/>
              <p:cNvGrpSpPr/>
              <p:nvPr/>
            </p:nvGrpSpPr>
            <p:grpSpPr>
              <a:xfrm>
                <a:off x="0" y="432"/>
                <a:ext cx="0" cy="384"/>
                <a:chOff x="0" y="0"/>
                <a:chExt cx="0" cy="384"/>
              </a:xfrm>
            </p:grpSpPr>
            <p:sp>
              <p:nvSpPr>
                <p:cNvPr id="185385" name="Line 10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6" name="Line 10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7" name="Line 10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5" name="Group 1079"/>
            <p:cNvGrpSpPr/>
            <p:nvPr/>
          </p:nvGrpSpPr>
          <p:grpSpPr>
            <a:xfrm>
              <a:off x="-6095232" y="-1541130"/>
              <a:ext cx="0" cy="816"/>
              <a:chOff x="0" y="0"/>
              <a:chExt cx="0" cy="816"/>
            </a:xfrm>
          </p:grpSpPr>
          <p:grpSp>
            <p:nvGrpSpPr>
              <p:cNvPr id="185375" name="Group 1080"/>
              <p:cNvGrpSpPr/>
              <p:nvPr/>
            </p:nvGrpSpPr>
            <p:grpSpPr>
              <a:xfrm>
                <a:off x="0" y="0"/>
                <a:ext cx="0" cy="384"/>
                <a:chOff x="0" y="0"/>
                <a:chExt cx="0" cy="384"/>
              </a:xfrm>
            </p:grpSpPr>
            <p:sp>
              <p:nvSpPr>
                <p:cNvPr id="185380" name="Line 10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81" name="Line 10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82" name="Line 10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76" name="Group 1084"/>
              <p:cNvGrpSpPr/>
              <p:nvPr/>
            </p:nvGrpSpPr>
            <p:grpSpPr>
              <a:xfrm>
                <a:off x="0" y="432"/>
                <a:ext cx="0" cy="384"/>
                <a:chOff x="0" y="0"/>
                <a:chExt cx="0" cy="384"/>
              </a:xfrm>
            </p:grpSpPr>
            <p:sp>
              <p:nvSpPr>
                <p:cNvPr id="185377" name="Line 10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8" name="Line 10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9" name="Line 10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5366" name="Group 1088"/>
            <p:cNvGrpSpPr/>
            <p:nvPr/>
          </p:nvGrpSpPr>
          <p:grpSpPr>
            <a:xfrm>
              <a:off x="-6095232" y="-1540266"/>
              <a:ext cx="0" cy="816"/>
              <a:chOff x="0" y="0"/>
              <a:chExt cx="0" cy="816"/>
            </a:xfrm>
          </p:grpSpPr>
          <p:grpSp>
            <p:nvGrpSpPr>
              <p:cNvPr id="185367" name="Group 1089"/>
              <p:cNvGrpSpPr/>
              <p:nvPr/>
            </p:nvGrpSpPr>
            <p:grpSpPr>
              <a:xfrm>
                <a:off x="0" y="0"/>
                <a:ext cx="0" cy="384"/>
                <a:chOff x="0" y="0"/>
                <a:chExt cx="0" cy="384"/>
              </a:xfrm>
            </p:grpSpPr>
            <p:sp>
              <p:nvSpPr>
                <p:cNvPr id="185372" name="Line 10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3" name="Line 10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4" name="Line 10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5368" name="Group 1093"/>
              <p:cNvGrpSpPr/>
              <p:nvPr/>
            </p:nvGrpSpPr>
            <p:grpSpPr>
              <a:xfrm>
                <a:off x="0" y="432"/>
                <a:ext cx="0" cy="384"/>
                <a:chOff x="0" y="0"/>
                <a:chExt cx="0" cy="384"/>
              </a:xfrm>
            </p:grpSpPr>
            <p:sp>
              <p:nvSpPr>
                <p:cNvPr id="185369" name="Line 10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5370" name="Line 10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5371" name="Line 10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sp>
        <p:nvSpPr>
          <p:cNvPr id="185699" name="直接连接符 185698"/>
          <p:cNvSpPr/>
          <p:nvPr/>
        </p:nvSpPr>
        <p:spPr>
          <a:xfrm>
            <a:off x="2268538" y="1203325"/>
            <a:ext cx="0" cy="3240088"/>
          </a:xfrm>
          <a:prstGeom prst="line">
            <a:avLst/>
          </a:prstGeom>
          <a:ln w="9525" cap="flat" cmpd="sng">
            <a:solidFill>
              <a:srgbClr val="FF0000"/>
            </a:solidFill>
            <a:prstDash val="solid"/>
            <a:headEnd type="none" w="med" len="med"/>
            <a:tailEnd type="none" w="med" len="med"/>
          </a:ln>
        </p:spPr>
      </p:sp>
      <p:sp>
        <p:nvSpPr>
          <p:cNvPr id="185700" name="直接连接符 185699"/>
          <p:cNvSpPr/>
          <p:nvPr/>
        </p:nvSpPr>
        <p:spPr>
          <a:xfrm>
            <a:off x="2805113" y="1203325"/>
            <a:ext cx="0" cy="3240088"/>
          </a:xfrm>
          <a:prstGeom prst="line">
            <a:avLst/>
          </a:prstGeom>
          <a:ln w="9525" cap="flat" cmpd="sng">
            <a:solidFill>
              <a:srgbClr val="FF0000"/>
            </a:solidFill>
            <a:prstDash val="solid"/>
            <a:headEnd type="none" w="med" len="med"/>
            <a:tailEnd type="none" w="med" len="med"/>
          </a:ln>
        </p:spPr>
      </p:sp>
      <p:sp>
        <p:nvSpPr>
          <p:cNvPr id="185701" name="直接连接符 185700"/>
          <p:cNvSpPr/>
          <p:nvPr/>
        </p:nvSpPr>
        <p:spPr>
          <a:xfrm>
            <a:off x="3348038" y="1219200"/>
            <a:ext cx="0" cy="3240088"/>
          </a:xfrm>
          <a:prstGeom prst="line">
            <a:avLst/>
          </a:prstGeom>
          <a:ln w="9525" cap="flat" cmpd="sng">
            <a:solidFill>
              <a:srgbClr val="FF0000"/>
            </a:solidFill>
            <a:prstDash val="solid"/>
            <a:headEnd type="none" w="med" len="med"/>
            <a:tailEnd type="none" w="med" len="med"/>
          </a:ln>
        </p:spPr>
      </p:sp>
      <p:sp>
        <p:nvSpPr>
          <p:cNvPr id="185702" name="直接连接符 185701"/>
          <p:cNvSpPr/>
          <p:nvPr/>
        </p:nvSpPr>
        <p:spPr>
          <a:xfrm>
            <a:off x="3895725" y="124777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1677988" y="1196340"/>
            <a:ext cx="0" cy="3240088"/>
          </a:xfrm>
          <a:prstGeom prst="line">
            <a:avLst/>
          </a:prstGeom>
          <a:ln w="9525" cap="flat" cmpd="sng">
            <a:solidFill>
              <a:srgbClr val="FF0000"/>
            </a:solidFill>
            <a:prstDash val="solid"/>
            <a:headEnd type="none" w="med" len="med"/>
            <a:tailEnd type="none" w="med" len="med"/>
          </a:ln>
        </p:spPr>
      </p:sp>
      <p:sp>
        <p:nvSpPr>
          <p:cNvPr id="3" name="圆角矩形标注 2"/>
          <p:cNvSpPr/>
          <p:nvPr/>
        </p:nvSpPr>
        <p:spPr>
          <a:xfrm>
            <a:off x="6499224" y="2427605"/>
            <a:ext cx="2537272" cy="452755"/>
          </a:xfrm>
          <a:prstGeom prst="wedgeRoundRectCallout">
            <a:avLst>
              <a:gd name="adj1" fmla="val -184839"/>
              <a:gd name="adj2" fmla="val 245221"/>
              <a:gd name="adj3" fmla="val 16667"/>
            </a:avLst>
          </a:prstGeom>
          <a:solidFill>
            <a:schemeClr val="bg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2000" b="0" i="0" u="none" strike="noStrike" cap="none" normalizeH="0" baseline="0" dirty="0">
                <a:ln>
                  <a:noFill/>
                </a:ln>
                <a:solidFill>
                  <a:srgbClr val="FFFF00"/>
                </a:solidFill>
                <a:effectLst/>
                <a:highlight>
                  <a:srgbClr val="FF0000"/>
                </a:highlight>
                <a:latin typeface="Calibri" panose="020F0502020204030204" pitchFamily="34" charset="0"/>
                <a:ea typeface="宋体" panose="02010600030101010101" pitchFamily="2" charset="-122"/>
              </a:rPr>
              <a:t>要和</a:t>
            </a:r>
            <a:r>
              <a:rPr kumimoji="0" lang="en-US" altLang="zh-CN" sz="2000" b="0" i="0" u="none" strike="noStrike" cap="none" normalizeH="0" baseline="0" dirty="0">
                <a:ln>
                  <a:noFill/>
                </a:ln>
                <a:solidFill>
                  <a:srgbClr val="FFFF00"/>
                </a:solidFill>
                <a:effectLst/>
                <a:highlight>
                  <a:srgbClr val="FF0000"/>
                </a:highlight>
                <a:latin typeface="Calibri" panose="020F0502020204030204" pitchFamily="34" charset="0"/>
                <a:ea typeface="宋体" panose="02010600030101010101" pitchFamily="2" charset="-122"/>
              </a:rPr>
              <a:t>CLK</a:t>
            </a:r>
            <a:r>
              <a:rPr kumimoji="0" lang="zh-CN" altLang="en-US" sz="2000" b="0" i="0" u="none" strike="noStrike" cap="none" normalizeH="0" baseline="0" dirty="0">
                <a:ln>
                  <a:noFill/>
                </a:ln>
                <a:solidFill>
                  <a:srgbClr val="FFFF00"/>
                </a:solidFill>
                <a:effectLst/>
                <a:highlight>
                  <a:srgbClr val="FF0000"/>
                </a:highlight>
                <a:latin typeface="Calibri" panose="020F0502020204030204" pitchFamily="34" charset="0"/>
                <a:ea typeface="宋体" panose="02010600030101010101" pitchFamily="2" charset="-122"/>
              </a:rPr>
              <a:t>同宽怎么办？</a:t>
            </a:r>
            <a:endParaRPr kumimoji="0" lang="zh-CN" altLang="zh-CN" sz="2000" b="0" i="0" u="none" strike="noStrike" cap="none" normalizeH="0" baseline="0" dirty="0">
              <a:ln>
                <a:noFill/>
              </a:ln>
              <a:solidFill>
                <a:srgbClr val="FFFF00"/>
              </a:solidFill>
              <a:effectLst/>
              <a:highlight>
                <a:srgbClr val="FF0000"/>
              </a:highlight>
              <a:latin typeface="Calibri" panose="020F0502020204030204" pitchFamily="34" charset="0"/>
              <a:ea typeface="宋体" panose="02010600030101010101" pitchFamily="2" charset="-122"/>
            </a:endParaRPr>
          </a:p>
        </p:txBody>
      </p:sp>
      <p:sp>
        <p:nvSpPr>
          <p:cNvPr id="4" name="文本框 3"/>
          <p:cNvSpPr txBox="1"/>
          <p:nvPr/>
        </p:nvSpPr>
        <p:spPr>
          <a:xfrm>
            <a:off x="7308850" y="1219200"/>
            <a:ext cx="1564640" cy="1076325"/>
          </a:xfrm>
          <a:prstGeom prst="rect">
            <a:avLst/>
          </a:prstGeom>
          <a:noFill/>
        </p:spPr>
        <p:txBody>
          <a:bodyPr wrap="square" rtlCol="0">
            <a:spAutoFit/>
          </a:bodyPr>
          <a:lstStyle/>
          <a:p>
            <a:r>
              <a:rPr lang="en-US" altLang="zh-CN" sz="1600">
                <a:solidFill>
                  <a:schemeClr val="tx1"/>
                </a:solidFill>
                <a:latin typeface="华文新魏" panose="02010800040101010101" pitchFamily="2" charset="-122"/>
                <a:ea typeface="华文新魏" panose="02010800040101010101" pitchFamily="2" charset="-122"/>
              </a:rPr>
              <a:t>Y</a:t>
            </a:r>
            <a:r>
              <a:rPr lang="en-US" altLang="zh-CN" sz="1600" baseline="-25000">
                <a:solidFill>
                  <a:schemeClr val="tx1"/>
                </a:solidFill>
                <a:latin typeface="华文新魏" panose="02010800040101010101" pitchFamily="2" charset="-122"/>
                <a:ea typeface="华文新魏" panose="02010800040101010101" pitchFamily="2" charset="-122"/>
              </a:rPr>
              <a:t>0</a:t>
            </a:r>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1</a:t>
            </a:r>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0</a:t>
            </a:r>
          </a:p>
          <a:p>
            <a:r>
              <a:rPr lang="en-US" altLang="zh-CN" sz="1600">
                <a:solidFill>
                  <a:schemeClr val="tx1"/>
                </a:solidFill>
                <a:latin typeface="华文新魏" panose="02010800040101010101" pitchFamily="2" charset="-122"/>
                <a:ea typeface="华文新魏" panose="02010800040101010101" pitchFamily="2" charset="-122"/>
                <a:sym typeface="+mn-ea"/>
              </a:rPr>
              <a:t>Y</a:t>
            </a:r>
            <a:r>
              <a:rPr lang="en-US" altLang="zh-CN" sz="1600" baseline="-25000">
                <a:solidFill>
                  <a:schemeClr val="tx1"/>
                </a:solidFill>
                <a:latin typeface="华文新魏" panose="02010800040101010101" pitchFamily="2" charset="-122"/>
                <a:ea typeface="华文新魏" panose="02010800040101010101" pitchFamily="2" charset="-122"/>
                <a:sym typeface="+mn-ea"/>
              </a:rPr>
              <a:t>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p>
          <a:p>
            <a:r>
              <a:rPr lang="en-US" altLang="zh-CN" sz="1600">
                <a:solidFill>
                  <a:schemeClr val="tx1"/>
                </a:solidFill>
                <a:latin typeface="华文新魏" panose="02010800040101010101" pitchFamily="2" charset="-122"/>
                <a:ea typeface="华文新魏" panose="02010800040101010101" pitchFamily="2" charset="-122"/>
                <a:sym typeface="+mn-ea"/>
              </a:rPr>
              <a:t>Y</a:t>
            </a:r>
            <a:r>
              <a:rPr lang="en-US" altLang="zh-CN" sz="1600" baseline="-25000">
                <a:solidFill>
                  <a:schemeClr val="tx1"/>
                </a:solidFill>
                <a:latin typeface="华文新魏" panose="02010800040101010101" pitchFamily="2" charset="-122"/>
                <a:ea typeface="华文新魏" panose="02010800040101010101" pitchFamily="2" charset="-122"/>
                <a:sym typeface="+mn-ea"/>
              </a:rPr>
              <a:t>2 </a:t>
            </a:r>
            <a:r>
              <a:rPr lang="en-US" altLang="zh-CN" sz="160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endParaRPr lang="en-US" altLang="zh-CN" sz="1600" baseline="-25000">
              <a:solidFill>
                <a:schemeClr val="tx1"/>
              </a:solidFill>
              <a:latin typeface="华文新魏" panose="02010800040101010101" pitchFamily="2" charset="-122"/>
              <a:ea typeface="华文新魏" panose="02010800040101010101" pitchFamily="2" charset="-122"/>
            </a:endParaRPr>
          </a:p>
          <a:p>
            <a:r>
              <a:rPr lang="en-US" altLang="zh-CN" sz="1600">
                <a:solidFill>
                  <a:schemeClr val="tx1"/>
                </a:solidFill>
                <a:latin typeface="华文新魏" panose="02010800040101010101" pitchFamily="2" charset="-122"/>
                <a:ea typeface="华文新魏" panose="02010800040101010101" pitchFamily="2" charset="-122"/>
                <a:sym typeface="+mn-ea"/>
              </a:rPr>
              <a:t>Y</a:t>
            </a:r>
            <a:r>
              <a:rPr lang="en-US" altLang="zh-CN" sz="1600" baseline="-25000">
                <a:solidFill>
                  <a:schemeClr val="tx1"/>
                </a:solidFill>
                <a:latin typeface="华文新魏" panose="02010800040101010101" pitchFamily="2" charset="-122"/>
                <a:ea typeface="华文新魏" panose="02010800040101010101" pitchFamily="2" charset="-122"/>
                <a:sym typeface="+mn-ea"/>
              </a:rPr>
              <a:t>3 </a:t>
            </a:r>
            <a:r>
              <a:rPr lang="en-US" altLang="zh-CN" sz="160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endParaRPr lang="en-US" altLang="zh-CN" sz="1600" baseline="-25000">
              <a:solidFill>
                <a:schemeClr val="tx1"/>
              </a:solidFill>
              <a:latin typeface="华文新魏" panose="02010800040101010101" pitchFamily="2" charset="-122"/>
              <a:ea typeface="华文新魏" panose="02010800040101010101" pitchFamily="2" charset="-122"/>
            </a:endParaRPr>
          </a:p>
        </p:txBody>
      </p:sp>
      <p:sp>
        <p:nvSpPr>
          <p:cNvPr id="5" name="文本框 4"/>
          <p:cNvSpPr txBox="1"/>
          <p:nvPr/>
        </p:nvSpPr>
        <p:spPr>
          <a:xfrm>
            <a:off x="5297805" y="686435"/>
            <a:ext cx="2658745" cy="337185"/>
          </a:xfrm>
          <a:prstGeom prst="rect">
            <a:avLst/>
          </a:prstGeom>
          <a:noFill/>
        </p:spPr>
        <p:txBody>
          <a:bodyPr wrap="square" rtlCol="0">
            <a:spAutoFit/>
          </a:bodyPr>
          <a:lstStyle/>
          <a:p>
            <a:r>
              <a:rPr lang="zh-CN" altLang="en-US" sz="1600">
                <a:solidFill>
                  <a:schemeClr val="tx1"/>
                </a:solidFill>
                <a:latin typeface="华文新魏" panose="02010800040101010101" pitchFamily="2" charset="-122"/>
                <a:ea typeface="华文新魏" panose="02010800040101010101" pitchFamily="2" charset="-122"/>
              </a:rPr>
              <a:t>同步清零还是异步清零？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85699"/>
                                        </p:tgtEl>
                                        <p:attrNameLst>
                                          <p:attrName>style.visibility</p:attrName>
                                        </p:attrNameLst>
                                      </p:cBhvr>
                                      <p:to>
                                        <p:strVal val="visible"/>
                                      </p:to>
                                    </p:set>
                                    <p:anim calcmode="lin" valueType="num">
                                      <p:cBhvr additive="base">
                                        <p:cTn id="17" dur="500" fill="hold"/>
                                        <p:tgtEl>
                                          <p:spTgt spid="185699"/>
                                        </p:tgtEl>
                                        <p:attrNameLst>
                                          <p:attrName>ppt_x</p:attrName>
                                        </p:attrNameLst>
                                      </p:cBhvr>
                                      <p:tavLst>
                                        <p:tav tm="0">
                                          <p:val>
                                            <p:strVal val="#ppt_x"/>
                                          </p:val>
                                        </p:tav>
                                        <p:tav tm="100000">
                                          <p:val>
                                            <p:strVal val="#ppt_x"/>
                                          </p:val>
                                        </p:tav>
                                      </p:tavLst>
                                    </p:anim>
                                    <p:anim calcmode="lin" valueType="num">
                                      <p:cBhvr additive="base">
                                        <p:cTn id="18" dur="500" fill="hold"/>
                                        <p:tgtEl>
                                          <p:spTgt spid="185699"/>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85700"/>
                                        </p:tgtEl>
                                        <p:attrNameLst>
                                          <p:attrName>style.visibility</p:attrName>
                                        </p:attrNameLst>
                                      </p:cBhvr>
                                      <p:to>
                                        <p:strVal val="visible"/>
                                      </p:to>
                                    </p:set>
                                    <p:anim calcmode="lin" valueType="num">
                                      <p:cBhvr additive="base">
                                        <p:cTn id="23" dur="500" fill="hold"/>
                                        <p:tgtEl>
                                          <p:spTgt spid="185700"/>
                                        </p:tgtEl>
                                        <p:attrNameLst>
                                          <p:attrName>ppt_x</p:attrName>
                                        </p:attrNameLst>
                                      </p:cBhvr>
                                      <p:tavLst>
                                        <p:tav tm="0">
                                          <p:val>
                                            <p:strVal val="#ppt_x"/>
                                          </p:val>
                                        </p:tav>
                                        <p:tav tm="100000">
                                          <p:val>
                                            <p:strVal val="#ppt_x"/>
                                          </p:val>
                                        </p:tav>
                                      </p:tavLst>
                                    </p:anim>
                                    <p:anim calcmode="lin" valueType="num">
                                      <p:cBhvr additive="base">
                                        <p:cTn id="24" dur="500" fill="hold"/>
                                        <p:tgtEl>
                                          <p:spTgt spid="185700"/>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85701"/>
                                        </p:tgtEl>
                                        <p:attrNameLst>
                                          <p:attrName>style.visibility</p:attrName>
                                        </p:attrNameLst>
                                      </p:cBhvr>
                                      <p:to>
                                        <p:strVal val="visible"/>
                                      </p:to>
                                    </p:set>
                                    <p:anim calcmode="lin" valueType="num">
                                      <p:cBhvr additive="base">
                                        <p:cTn id="29" dur="500" fill="hold"/>
                                        <p:tgtEl>
                                          <p:spTgt spid="185701"/>
                                        </p:tgtEl>
                                        <p:attrNameLst>
                                          <p:attrName>ppt_x</p:attrName>
                                        </p:attrNameLst>
                                      </p:cBhvr>
                                      <p:tavLst>
                                        <p:tav tm="0">
                                          <p:val>
                                            <p:strVal val="#ppt_x"/>
                                          </p:val>
                                        </p:tav>
                                        <p:tav tm="100000">
                                          <p:val>
                                            <p:strVal val="#ppt_x"/>
                                          </p:val>
                                        </p:tav>
                                      </p:tavLst>
                                    </p:anim>
                                    <p:anim calcmode="lin" valueType="num">
                                      <p:cBhvr additive="base">
                                        <p:cTn id="30" dur="500" fill="hold"/>
                                        <p:tgtEl>
                                          <p:spTgt spid="185701"/>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nodeType="clickEffect">
                                  <p:stCondLst>
                                    <p:cond delay="0"/>
                                  </p:stCondLst>
                                  <p:childTnLst>
                                    <p:set>
                                      <p:cBhvr>
                                        <p:cTn id="34" dur="1" fill="hold">
                                          <p:stCondLst>
                                            <p:cond delay="0"/>
                                          </p:stCondLst>
                                        </p:cTn>
                                        <p:tgtEl>
                                          <p:spTgt spid="185702"/>
                                        </p:tgtEl>
                                        <p:attrNameLst>
                                          <p:attrName>style.visibility</p:attrName>
                                        </p:attrNameLst>
                                      </p:cBhvr>
                                      <p:to>
                                        <p:strVal val="visible"/>
                                      </p:to>
                                    </p:set>
                                    <p:animEffect transition="in" filter="diamond(in)">
                                      <p:cBhvr>
                                        <p:cTn id="35" dur="2000"/>
                                        <p:tgtEl>
                                          <p:spTgt spid="18570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blinds(horizontal)">
                                      <p:cBhvr>
                                        <p:cTn id="4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4" grpId="1"/>
      <p:bldP spid="5" grpId="0"/>
      <p:bldP spid="5"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p:cNvSpPr>
          <p:nvPr>
            <p:ph type="title"/>
          </p:nvPr>
        </p:nvSpPr>
        <p:spPr>
          <a:xfrm>
            <a:off x="685800" y="530225"/>
            <a:ext cx="7772400" cy="57150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四输出</a:t>
            </a:r>
            <a:r>
              <a:rPr lang="zh-CN" altLang="en-US" sz="2000" b="1" dirty="0">
                <a:solidFill>
                  <a:srgbClr val="FF0000"/>
                </a:solidFill>
                <a:latin typeface="华文新魏" panose="02010800040101010101" pitchFamily="2" charset="-122"/>
                <a:ea typeface="华文新魏" panose="02010800040101010101" pitchFamily="2" charset="-122"/>
              </a:rPr>
              <a:t>脉冲分配器</a:t>
            </a:r>
            <a:r>
              <a:rPr lang="zh-CN" altLang="en-US" sz="2000" b="1" dirty="0">
                <a:latin typeface="华文新魏" panose="02010800040101010101" pitchFamily="2" charset="-122"/>
                <a:ea typeface="华文新魏" panose="02010800040101010101" pitchFamily="2" charset="-122"/>
              </a:rPr>
              <a:t>逻辑图</a:t>
            </a:r>
          </a:p>
        </p:txBody>
      </p:sp>
      <p:grpSp>
        <p:nvGrpSpPr>
          <p:cNvPr id="186371" name="Group 3"/>
          <p:cNvGrpSpPr/>
          <p:nvPr/>
        </p:nvGrpSpPr>
        <p:grpSpPr>
          <a:xfrm>
            <a:off x="1254443" y="883603"/>
            <a:ext cx="6432550" cy="3827462"/>
            <a:chOff x="-10" y="0"/>
            <a:chExt cx="10130" cy="6027"/>
          </a:xfrm>
        </p:grpSpPr>
        <p:sp>
          <p:nvSpPr>
            <p:cNvPr id="186375" name="Text Box 5"/>
            <p:cNvSpPr txBox="1"/>
            <p:nvPr/>
          </p:nvSpPr>
          <p:spPr>
            <a:xfrm>
              <a:off x="8267" y="4736"/>
              <a:ext cx="1013"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rgbClr val="FF0000"/>
                  </a:solidFill>
                  <a:latin typeface="黑体" panose="02010609060101010101" pitchFamily="2" charset="-122"/>
                  <a:ea typeface="黑体" panose="02010609060101010101" pitchFamily="2" charset="-122"/>
                </a:rPr>
                <a:t>CLK</a:t>
              </a:r>
            </a:p>
          </p:txBody>
        </p:sp>
        <p:sp>
          <p:nvSpPr>
            <p:cNvPr id="186376" name="Text Box 6"/>
            <p:cNvSpPr txBox="1"/>
            <p:nvPr/>
          </p:nvSpPr>
          <p:spPr>
            <a:xfrm>
              <a:off x="6295" y="4019"/>
              <a:ext cx="3148" cy="533"/>
            </a:xfrm>
            <a:prstGeom prst="rect">
              <a:avLst/>
            </a:prstGeom>
            <a:noFill/>
            <a:ln w="9525">
              <a:noFill/>
            </a:ln>
          </p:spPr>
          <p:txBody>
            <a:bodyPr>
              <a:spAutoFit/>
            </a:bodyPr>
            <a:lstStyle/>
            <a:p>
              <a:pPr eaLnBrk="1" hangingPunct="1">
                <a:spcBef>
                  <a:spcPct val="50000"/>
                </a:spcBef>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7" name="Text Box 7"/>
            <p:cNvSpPr txBox="1"/>
            <p:nvPr/>
          </p:nvSpPr>
          <p:spPr>
            <a:xfrm>
              <a:off x="217" y="0"/>
              <a:ext cx="1108"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3</a:t>
              </a:r>
            </a:p>
          </p:txBody>
        </p:sp>
        <p:sp>
          <p:nvSpPr>
            <p:cNvPr id="186378" name="Text Box 8"/>
            <p:cNvSpPr txBox="1"/>
            <p:nvPr/>
          </p:nvSpPr>
          <p:spPr>
            <a:xfrm>
              <a:off x="5969" y="0"/>
              <a:ext cx="1108"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0</a:t>
              </a:r>
            </a:p>
          </p:txBody>
        </p:sp>
        <p:sp>
          <p:nvSpPr>
            <p:cNvPr id="186379" name="Text Box 9"/>
            <p:cNvSpPr txBox="1"/>
            <p:nvPr/>
          </p:nvSpPr>
          <p:spPr>
            <a:xfrm>
              <a:off x="4124" y="0"/>
              <a:ext cx="111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1</a:t>
              </a:r>
            </a:p>
          </p:txBody>
        </p:sp>
        <p:sp>
          <p:nvSpPr>
            <p:cNvPr id="186380" name="Text Box 10"/>
            <p:cNvSpPr txBox="1"/>
            <p:nvPr/>
          </p:nvSpPr>
          <p:spPr>
            <a:xfrm>
              <a:off x="2170" y="0"/>
              <a:ext cx="869"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Y</a:t>
              </a:r>
              <a:r>
                <a:rPr lang="en-US" altLang="zh-CN" sz="1600" b="1" baseline="-25000">
                  <a:solidFill>
                    <a:schemeClr val="tx1"/>
                  </a:solidFill>
                  <a:latin typeface="黑体" panose="02010609060101010101" pitchFamily="2" charset="-122"/>
                  <a:ea typeface="黑体" panose="02010609060101010101" pitchFamily="2" charset="-122"/>
                </a:rPr>
                <a:t>2</a:t>
              </a:r>
            </a:p>
          </p:txBody>
        </p:sp>
        <p:sp>
          <p:nvSpPr>
            <p:cNvPr id="186381" name="Text Box 11"/>
            <p:cNvSpPr txBox="1"/>
            <p:nvPr/>
          </p:nvSpPr>
          <p:spPr>
            <a:xfrm>
              <a:off x="8140" y="5494"/>
              <a:ext cx="198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rgbClr val="0000CC"/>
                  </a:solidFill>
                  <a:latin typeface="黑体" panose="02010609060101010101" pitchFamily="2" charset="-122"/>
                  <a:ea typeface="黑体" panose="02010609060101010101" pitchFamily="2" charset="-122"/>
                </a:rPr>
                <a:t>/CLR</a:t>
              </a:r>
            </a:p>
          </p:txBody>
        </p:sp>
        <p:sp>
          <p:nvSpPr>
            <p:cNvPr id="186382" name="Text Box 12"/>
            <p:cNvSpPr txBox="1"/>
            <p:nvPr/>
          </p:nvSpPr>
          <p:spPr>
            <a:xfrm>
              <a:off x="4811" y="2979"/>
              <a:ext cx="76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0</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383" name="Rectangle 13"/>
            <p:cNvSpPr/>
            <p:nvPr/>
          </p:nvSpPr>
          <p:spPr>
            <a:xfrm rot="-5400000">
              <a:off x="4880" y="3229"/>
              <a:ext cx="953"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4" name="Line 14"/>
            <p:cNvSpPr/>
            <p:nvPr/>
          </p:nvSpPr>
          <p:spPr>
            <a:xfrm rot="-5400000" flipH="1">
              <a:off x="4712" y="4669"/>
              <a:ext cx="332" cy="0"/>
            </a:xfrm>
            <a:prstGeom prst="line">
              <a:avLst/>
            </a:prstGeom>
            <a:ln w="19050" cap="flat" cmpd="sng">
              <a:solidFill>
                <a:schemeClr val="tx1"/>
              </a:solidFill>
              <a:prstDash val="solid"/>
              <a:headEnd type="none" w="med" len="med"/>
              <a:tailEnd type="none" w="med" len="med"/>
            </a:ln>
          </p:spPr>
        </p:sp>
        <p:sp>
          <p:nvSpPr>
            <p:cNvPr id="186385" name="Text Box 15"/>
            <p:cNvSpPr txBox="1"/>
            <p:nvPr/>
          </p:nvSpPr>
          <p:spPr>
            <a:xfrm>
              <a:off x="4667" y="3978"/>
              <a:ext cx="348"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86386" name="Line 16"/>
            <p:cNvSpPr/>
            <p:nvPr/>
          </p:nvSpPr>
          <p:spPr>
            <a:xfrm rot="-5400000">
              <a:off x="4404" y="3076"/>
              <a:ext cx="923" cy="0"/>
            </a:xfrm>
            <a:prstGeom prst="line">
              <a:avLst/>
            </a:prstGeom>
            <a:ln w="19050" cap="flat" cmpd="sng">
              <a:solidFill>
                <a:schemeClr val="tx1"/>
              </a:solidFill>
              <a:prstDash val="solid"/>
              <a:headEnd type="none" w="med" len="med"/>
              <a:tailEnd type="none" w="med" len="med"/>
            </a:ln>
          </p:spPr>
        </p:sp>
        <p:sp>
          <p:nvSpPr>
            <p:cNvPr id="186387" name="Text Box 17"/>
            <p:cNvSpPr txBox="1"/>
            <p:nvPr/>
          </p:nvSpPr>
          <p:spPr>
            <a:xfrm>
              <a:off x="4667" y="3531"/>
              <a:ext cx="35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86388" name="AutoShape 19"/>
            <p:cNvSpPr/>
            <p:nvPr/>
          </p:nvSpPr>
          <p:spPr>
            <a:xfrm>
              <a:off x="5766"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89" name="Text Box 20"/>
            <p:cNvSpPr txBox="1"/>
            <p:nvPr/>
          </p:nvSpPr>
          <p:spPr>
            <a:xfrm>
              <a:off x="5428" y="3999"/>
              <a:ext cx="2085"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86390" name="Line 21"/>
            <p:cNvSpPr/>
            <p:nvPr/>
          </p:nvSpPr>
          <p:spPr>
            <a:xfrm rot="5400000" flipH="1">
              <a:off x="5549" y="3107"/>
              <a:ext cx="582" cy="0"/>
            </a:xfrm>
            <a:prstGeom prst="line">
              <a:avLst/>
            </a:prstGeom>
            <a:ln w="19050" cap="flat" cmpd="sng">
              <a:solidFill>
                <a:schemeClr val="tx1"/>
              </a:solidFill>
              <a:prstDash val="solid"/>
              <a:headEnd type="none" w="med" len="med"/>
              <a:tailEnd type="none" w="med" len="med"/>
            </a:ln>
          </p:spPr>
        </p:sp>
        <p:sp>
          <p:nvSpPr>
            <p:cNvPr id="186391" name="Text Box 22"/>
            <p:cNvSpPr txBox="1"/>
            <p:nvPr/>
          </p:nvSpPr>
          <p:spPr>
            <a:xfrm>
              <a:off x="5644" y="3413"/>
              <a:ext cx="28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86392" name="Oval 23"/>
            <p:cNvSpPr/>
            <p:nvPr/>
          </p:nvSpPr>
          <p:spPr>
            <a:xfrm rot="5400000">
              <a:off x="5780" y="3403"/>
              <a:ext cx="120" cy="142"/>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3" name="Text Box 24"/>
            <p:cNvSpPr txBox="1"/>
            <p:nvPr/>
          </p:nvSpPr>
          <p:spPr>
            <a:xfrm>
              <a:off x="5427" y="3721"/>
              <a:ext cx="2601"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86394" name="Oval 25"/>
            <p:cNvSpPr/>
            <p:nvPr/>
          </p:nvSpPr>
          <p:spPr>
            <a:xfrm rot="10800000">
              <a:off x="4320" y="2568"/>
              <a:ext cx="140"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95" name="Line 26"/>
            <p:cNvSpPr/>
            <p:nvPr/>
          </p:nvSpPr>
          <p:spPr>
            <a:xfrm rot="-10800000" flipH="1">
              <a:off x="6286" y="4004"/>
              <a:ext cx="372" cy="0"/>
            </a:xfrm>
            <a:prstGeom prst="line">
              <a:avLst/>
            </a:prstGeom>
            <a:ln w="19050" cap="flat" cmpd="sng">
              <a:solidFill>
                <a:schemeClr val="tx1"/>
              </a:solidFill>
              <a:prstDash val="solid"/>
              <a:headEnd type="none" w="med" len="med"/>
              <a:tailEnd type="none" w="med" len="med"/>
            </a:ln>
          </p:spPr>
        </p:sp>
        <p:sp>
          <p:nvSpPr>
            <p:cNvPr id="186396" name="Line 32"/>
            <p:cNvSpPr/>
            <p:nvPr/>
          </p:nvSpPr>
          <p:spPr>
            <a:xfrm>
              <a:off x="217" y="1373"/>
              <a:ext cx="0" cy="742"/>
            </a:xfrm>
            <a:prstGeom prst="line">
              <a:avLst/>
            </a:prstGeom>
            <a:ln w="19050" cap="flat" cmpd="sng">
              <a:solidFill>
                <a:schemeClr val="tx1"/>
              </a:solidFill>
              <a:prstDash val="solid"/>
              <a:headEnd type="none" w="med" len="med"/>
              <a:tailEnd type="none" w="med" len="med"/>
            </a:ln>
          </p:spPr>
        </p:sp>
        <p:sp>
          <p:nvSpPr>
            <p:cNvPr id="186397" name="Line 33"/>
            <p:cNvSpPr/>
            <p:nvPr/>
          </p:nvSpPr>
          <p:spPr>
            <a:xfrm>
              <a:off x="759" y="1393"/>
              <a:ext cx="0" cy="557"/>
            </a:xfrm>
            <a:prstGeom prst="line">
              <a:avLst/>
            </a:prstGeom>
            <a:ln w="19050" cap="flat" cmpd="sng">
              <a:solidFill>
                <a:srgbClr val="FF0000"/>
              </a:solidFill>
              <a:prstDash val="solid"/>
              <a:headEnd type="none" w="med" len="med"/>
              <a:tailEnd type="none" w="med" len="med"/>
            </a:ln>
          </p:spPr>
        </p:sp>
        <p:sp>
          <p:nvSpPr>
            <p:cNvPr id="186398" name="Line 34"/>
            <p:cNvSpPr/>
            <p:nvPr/>
          </p:nvSpPr>
          <p:spPr>
            <a:xfrm>
              <a:off x="485" y="1334"/>
              <a:ext cx="0" cy="1284"/>
            </a:xfrm>
            <a:prstGeom prst="line">
              <a:avLst/>
            </a:prstGeom>
            <a:ln w="19050" cap="flat" cmpd="sng">
              <a:solidFill>
                <a:schemeClr val="tx1"/>
              </a:solidFill>
              <a:prstDash val="solid"/>
              <a:headEnd type="none" w="med" len="med"/>
              <a:tailEnd type="none" w="med" len="med"/>
            </a:ln>
          </p:spPr>
        </p:sp>
        <p:sp>
          <p:nvSpPr>
            <p:cNvPr id="186399" name="Line 39"/>
            <p:cNvSpPr/>
            <p:nvPr/>
          </p:nvSpPr>
          <p:spPr>
            <a:xfrm>
              <a:off x="2170" y="1393"/>
              <a:ext cx="0" cy="742"/>
            </a:xfrm>
            <a:prstGeom prst="line">
              <a:avLst/>
            </a:prstGeom>
            <a:ln w="19050" cap="flat" cmpd="sng">
              <a:solidFill>
                <a:schemeClr val="tx1"/>
              </a:solidFill>
              <a:prstDash val="solid"/>
              <a:headEnd type="none" w="med" len="med"/>
              <a:tailEnd type="none" w="med" len="med"/>
            </a:ln>
          </p:spPr>
        </p:sp>
        <p:sp>
          <p:nvSpPr>
            <p:cNvPr id="186400" name="Line 40"/>
            <p:cNvSpPr/>
            <p:nvPr/>
          </p:nvSpPr>
          <p:spPr>
            <a:xfrm>
              <a:off x="2713" y="1393"/>
              <a:ext cx="0" cy="557"/>
            </a:xfrm>
            <a:prstGeom prst="line">
              <a:avLst/>
            </a:prstGeom>
            <a:ln w="19050" cap="flat" cmpd="sng">
              <a:solidFill>
                <a:srgbClr val="FF0000"/>
              </a:solidFill>
              <a:prstDash val="solid"/>
              <a:headEnd type="none" w="med" len="med"/>
              <a:tailEnd type="none" w="med" len="med"/>
            </a:ln>
          </p:spPr>
        </p:sp>
        <p:sp>
          <p:nvSpPr>
            <p:cNvPr id="186401" name="Line 41"/>
            <p:cNvSpPr/>
            <p:nvPr/>
          </p:nvSpPr>
          <p:spPr>
            <a:xfrm>
              <a:off x="2449" y="1334"/>
              <a:ext cx="0" cy="1505"/>
            </a:xfrm>
            <a:prstGeom prst="line">
              <a:avLst/>
            </a:prstGeom>
            <a:ln w="19050" cap="flat" cmpd="sng">
              <a:solidFill>
                <a:schemeClr val="tx1"/>
              </a:solidFill>
              <a:prstDash val="solid"/>
              <a:headEnd type="none" w="med" len="med"/>
              <a:tailEnd type="none" w="med" len="med"/>
            </a:ln>
          </p:spPr>
        </p:sp>
        <p:sp>
          <p:nvSpPr>
            <p:cNvPr id="186402" name="Line 47"/>
            <p:cNvSpPr/>
            <p:nvPr/>
          </p:nvSpPr>
          <p:spPr>
            <a:xfrm>
              <a:off x="4124" y="1393"/>
              <a:ext cx="0" cy="940"/>
            </a:xfrm>
            <a:prstGeom prst="line">
              <a:avLst/>
            </a:prstGeom>
            <a:ln w="19050" cap="flat" cmpd="sng">
              <a:solidFill>
                <a:schemeClr val="tx1"/>
              </a:solidFill>
              <a:prstDash val="solid"/>
              <a:headEnd type="none" w="med" len="med"/>
              <a:tailEnd type="none" w="med" len="med"/>
            </a:ln>
          </p:spPr>
        </p:sp>
        <p:sp>
          <p:nvSpPr>
            <p:cNvPr id="186403" name="Line 48"/>
            <p:cNvSpPr/>
            <p:nvPr/>
          </p:nvSpPr>
          <p:spPr>
            <a:xfrm>
              <a:off x="4667" y="1393"/>
              <a:ext cx="0" cy="557"/>
            </a:xfrm>
            <a:prstGeom prst="line">
              <a:avLst/>
            </a:prstGeom>
            <a:ln w="19050" cap="flat" cmpd="sng">
              <a:solidFill>
                <a:srgbClr val="FF0000"/>
              </a:solidFill>
              <a:prstDash val="solid"/>
              <a:headEnd type="none" w="med" len="med"/>
              <a:tailEnd type="none" w="med" len="med"/>
            </a:ln>
          </p:spPr>
        </p:sp>
        <p:sp>
          <p:nvSpPr>
            <p:cNvPr id="186404" name="Line 49"/>
            <p:cNvSpPr/>
            <p:nvPr/>
          </p:nvSpPr>
          <p:spPr>
            <a:xfrm>
              <a:off x="4393" y="1307"/>
              <a:ext cx="0" cy="1284"/>
            </a:xfrm>
            <a:prstGeom prst="line">
              <a:avLst/>
            </a:prstGeom>
            <a:ln w="19050" cap="flat" cmpd="sng">
              <a:solidFill>
                <a:schemeClr val="tx1"/>
              </a:solidFill>
              <a:prstDash val="solid"/>
              <a:headEnd type="none" w="med" len="med"/>
              <a:tailEnd type="none" w="med" len="med"/>
            </a:ln>
          </p:spPr>
        </p:sp>
        <p:sp>
          <p:nvSpPr>
            <p:cNvPr id="186405" name="Rectangle 29"/>
            <p:cNvSpPr/>
            <p:nvPr/>
          </p:nvSpPr>
          <p:spPr>
            <a:xfrm>
              <a:off x="0"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6" name="Text Box 30"/>
            <p:cNvSpPr txBox="1"/>
            <p:nvPr/>
          </p:nvSpPr>
          <p:spPr>
            <a:xfrm>
              <a:off x="160" y="871"/>
              <a:ext cx="554"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p>
          </p:txBody>
        </p:sp>
        <p:sp>
          <p:nvSpPr>
            <p:cNvPr id="186407" name="Line 31"/>
            <p:cNvSpPr/>
            <p:nvPr/>
          </p:nvSpPr>
          <p:spPr>
            <a:xfrm rot="5400000" flipH="1">
              <a:off x="226" y="657"/>
              <a:ext cx="426" cy="0"/>
            </a:xfrm>
            <a:prstGeom prst="line">
              <a:avLst/>
            </a:prstGeom>
            <a:ln w="19050" cap="flat" cmpd="sng">
              <a:solidFill>
                <a:schemeClr val="tx1"/>
              </a:solidFill>
              <a:prstDash val="solid"/>
              <a:headEnd type="none" w="med" len="med"/>
              <a:tailEnd type="none" w="med" len="med"/>
            </a:ln>
          </p:spPr>
        </p:sp>
        <p:sp>
          <p:nvSpPr>
            <p:cNvPr id="186408" name="Rectangle 36"/>
            <p:cNvSpPr/>
            <p:nvPr/>
          </p:nvSpPr>
          <p:spPr>
            <a:xfrm>
              <a:off x="1953"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09" name="Text Box 37"/>
            <p:cNvSpPr txBox="1"/>
            <p:nvPr/>
          </p:nvSpPr>
          <p:spPr>
            <a:xfrm>
              <a:off x="2113" y="871"/>
              <a:ext cx="555"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p>
          </p:txBody>
        </p:sp>
        <p:sp>
          <p:nvSpPr>
            <p:cNvPr id="186410" name="Line 38"/>
            <p:cNvSpPr/>
            <p:nvPr/>
          </p:nvSpPr>
          <p:spPr>
            <a:xfrm rot="5400000" flipH="1">
              <a:off x="2180" y="657"/>
              <a:ext cx="426" cy="0"/>
            </a:xfrm>
            <a:prstGeom prst="line">
              <a:avLst/>
            </a:prstGeom>
            <a:ln w="19050" cap="flat" cmpd="sng">
              <a:solidFill>
                <a:schemeClr val="tx1"/>
              </a:solidFill>
              <a:prstDash val="solid"/>
              <a:headEnd type="none" w="med" len="med"/>
              <a:tailEnd type="none" w="med" len="med"/>
            </a:ln>
          </p:spPr>
        </p:sp>
        <p:sp>
          <p:nvSpPr>
            <p:cNvPr id="186411" name="Rectangle 44"/>
            <p:cNvSpPr/>
            <p:nvPr/>
          </p:nvSpPr>
          <p:spPr>
            <a:xfrm>
              <a:off x="3907" y="871"/>
              <a:ext cx="886"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2" name="Text Box 45"/>
            <p:cNvSpPr txBox="1"/>
            <p:nvPr/>
          </p:nvSpPr>
          <p:spPr>
            <a:xfrm>
              <a:off x="4067" y="871"/>
              <a:ext cx="555"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p>
          </p:txBody>
        </p:sp>
        <p:sp>
          <p:nvSpPr>
            <p:cNvPr id="186413" name="Line 46"/>
            <p:cNvSpPr/>
            <p:nvPr/>
          </p:nvSpPr>
          <p:spPr>
            <a:xfrm rot="5400000" flipH="1">
              <a:off x="4132" y="655"/>
              <a:ext cx="425" cy="0"/>
            </a:xfrm>
            <a:prstGeom prst="line">
              <a:avLst/>
            </a:prstGeom>
            <a:ln w="19050" cap="flat" cmpd="sng">
              <a:solidFill>
                <a:schemeClr val="tx1"/>
              </a:solidFill>
              <a:prstDash val="solid"/>
              <a:headEnd type="none" w="med" len="med"/>
              <a:tailEnd type="none" w="med" len="med"/>
            </a:ln>
          </p:spPr>
        </p:sp>
        <p:sp>
          <p:nvSpPr>
            <p:cNvPr id="186414" name="Rectangle 51"/>
            <p:cNvSpPr/>
            <p:nvPr/>
          </p:nvSpPr>
          <p:spPr>
            <a:xfrm>
              <a:off x="5752" y="871"/>
              <a:ext cx="887" cy="50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15" name="Text Box 52"/>
            <p:cNvSpPr txBox="1"/>
            <p:nvPr/>
          </p:nvSpPr>
          <p:spPr>
            <a:xfrm>
              <a:off x="5912" y="871"/>
              <a:ext cx="555"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&amp;</a:t>
              </a:r>
            </a:p>
          </p:txBody>
        </p:sp>
        <p:sp>
          <p:nvSpPr>
            <p:cNvPr id="186416" name="Line 53"/>
            <p:cNvSpPr/>
            <p:nvPr/>
          </p:nvSpPr>
          <p:spPr>
            <a:xfrm rot="5400000" flipH="1">
              <a:off x="5979" y="657"/>
              <a:ext cx="426" cy="0"/>
            </a:xfrm>
            <a:prstGeom prst="line">
              <a:avLst/>
            </a:prstGeom>
            <a:ln w="19050" cap="flat" cmpd="sng">
              <a:solidFill>
                <a:schemeClr val="tx1"/>
              </a:solidFill>
              <a:prstDash val="solid"/>
              <a:headEnd type="none" w="med" len="med"/>
              <a:tailEnd type="none" w="med" len="med"/>
            </a:ln>
          </p:spPr>
        </p:sp>
        <p:sp>
          <p:nvSpPr>
            <p:cNvPr id="186417" name="Line 54"/>
            <p:cNvSpPr/>
            <p:nvPr/>
          </p:nvSpPr>
          <p:spPr>
            <a:xfrm>
              <a:off x="5969" y="1393"/>
              <a:ext cx="0" cy="940"/>
            </a:xfrm>
            <a:prstGeom prst="line">
              <a:avLst/>
            </a:prstGeom>
            <a:ln w="19050" cap="flat" cmpd="sng">
              <a:solidFill>
                <a:schemeClr val="tx1"/>
              </a:solidFill>
              <a:prstDash val="solid"/>
              <a:headEnd type="none" w="med" len="med"/>
              <a:tailEnd type="none" w="med" len="med"/>
            </a:ln>
          </p:spPr>
        </p:sp>
        <p:sp>
          <p:nvSpPr>
            <p:cNvPr id="186418" name="Line 55"/>
            <p:cNvSpPr/>
            <p:nvPr/>
          </p:nvSpPr>
          <p:spPr>
            <a:xfrm>
              <a:off x="6512" y="1393"/>
              <a:ext cx="0" cy="557"/>
            </a:xfrm>
            <a:prstGeom prst="line">
              <a:avLst/>
            </a:prstGeom>
            <a:ln w="19050" cap="flat" cmpd="sng">
              <a:solidFill>
                <a:srgbClr val="FF0000"/>
              </a:solidFill>
              <a:prstDash val="solid"/>
              <a:headEnd type="none" w="med" len="med"/>
              <a:tailEnd type="none" w="med" len="med"/>
            </a:ln>
          </p:spPr>
        </p:sp>
        <p:sp>
          <p:nvSpPr>
            <p:cNvPr id="186419" name="Line 56"/>
            <p:cNvSpPr/>
            <p:nvPr/>
          </p:nvSpPr>
          <p:spPr>
            <a:xfrm>
              <a:off x="6268" y="1344"/>
              <a:ext cx="0" cy="1505"/>
            </a:xfrm>
            <a:prstGeom prst="line">
              <a:avLst/>
            </a:prstGeom>
            <a:ln w="19050" cap="flat" cmpd="sng">
              <a:solidFill>
                <a:schemeClr val="tx1"/>
              </a:solidFill>
              <a:prstDash val="solid"/>
              <a:headEnd type="none" w="med" len="med"/>
              <a:tailEnd type="none" w="med" len="med"/>
            </a:ln>
          </p:spPr>
        </p:sp>
        <p:sp>
          <p:nvSpPr>
            <p:cNvPr id="186420" name="Line 57"/>
            <p:cNvSpPr/>
            <p:nvPr/>
          </p:nvSpPr>
          <p:spPr>
            <a:xfrm>
              <a:off x="759" y="1928"/>
              <a:ext cx="7125" cy="0"/>
            </a:xfrm>
            <a:prstGeom prst="line">
              <a:avLst/>
            </a:prstGeom>
            <a:ln w="19050" cap="flat" cmpd="sng">
              <a:solidFill>
                <a:srgbClr val="FF0000"/>
              </a:solidFill>
              <a:prstDash val="solid"/>
              <a:headEnd type="none" w="med" len="med"/>
              <a:tailEnd type="none" w="med" len="med"/>
            </a:ln>
          </p:spPr>
        </p:sp>
        <p:sp>
          <p:nvSpPr>
            <p:cNvPr id="186421" name="Line 58"/>
            <p:cNvSpPr/>
            <p:nvPr/>
          </p:nvSpPr>
          <p:spPr>
            <a:xfrm>
              <a:off x="2148" y="2333"/>
              <a:ext cx="3844" cy="0"/>
            </a:xfrm>
            <a:prstGeom prst="line">
              <a:avLst/>
            </a:prstGeom>
            <a:ln w="19050" cap="flat" cmpd="sng">
              <a:solidFill>
                <a:schemeClr val="tx1"/>
              </a:solidFill>
              <a:prstDash val="solid"/>
              <a:headEnd type="none" w="med" len="med"/>
              <a:tailEnd type="none" w="med" len="med"/>
            </a:ln>
          </p:spPr>
        </p:sp>
        <p:sp>
          <p:nvSpPr>
            <p:cNvPr id="186422" name="Line 59"/>
            <p:cNvSpPr/>
            <p:nvPr/>
          </p:nvSpPr>
          <p:spPr>
            <a:xfrm>
              <a:off x="481" y="2631"/>
              <a:ext cx="3921" cy="0"/>
            </a:xfrm>
            <a:prstGeom prst="line">
              <a:avLst/>
            </a:prstGeom>
            <a:ln w="19050" cap="flat" cmpd="sng">
              <a:solidFill>
                <a:schemeClr val="tx1"/>
              </a:solidFill>
              <a:prstDash val="solid"/>
              <a:headEnd type="none" w="med" len="med"/>
              <a:tailEnd type="none" w="med" len="med"/>
            </a:ln>
          </p:spPr>
        </p:sp>
        <p:sp>
          <p:nvSpPr>
            <p:cNvPr id="186423" name="Line 60"/>
            <p:cNvSpPr/>
            <p:nvPr/>
          </p:nvSpPr>
          <p:spPr>
            <a:xfrm>
              <a:off x="2434" y="2840"/>
              <a:ext cx="3840" cy="0"/>
            </a:xfrm>
            <a:prstGeom prst="line">
              <a:avLst/>
            </a:prstGeom>
            <a:ln w="19050" cap="flat" cmpd="sng">
              <a:solidFill>
                <a:schemeClr val="tx1"/>
              </a:solidFill>
              <a:prstDash val="solid"/>
              <a:headEnd type="none" w="med" len="med"/>
              <a:tailEnd type="none" w="med" len="med"/>
            </a:ln>
          </p:spPr>
        </p:sp>
        <p:sp>
          <p:nvSpPr>
            <p:cNvPr id="186424" name="Line 61"/>
            <p:cNvSpPr/>
            <p:nvPr/>
          </p:nvSpPr>
          <p:spPr>
            <a:xfrm>
              <a:off x="4341" y="2631"/>
              <a:ext cx="543" cy="0"/>
            </a:xfrm>
            <a:prstGeom prst="line">
              <a:avLst/>
            </a:prstGeom>
            <a:ln w="19050" cap="flat" cmpd="sng">
              <a:solidFill>
                <a:schemeClr val="tx1"/>
              </a:solidFill>
              <a:prstDash val="solid"/>
              <a:headEnd type="none" w="med" len="med"/>
              <a:tailEnd type="none" w="med" len="med"/>
            </a:ln>
          </p:spPr>
        </p:sp>
        <p:sp>
          <p:nvSpPr>
            <p:cNvPr id="186425" name="Line 62"/>
            <p:cNvSpPr/>
            <p:nvPr/>
          </p:nvSpPr>
          <p:spPr>
            <a:xfrm flipH="1">
              <a:off x="4220" y="4833"/>
              <a:ext cx="651" cy="0"/>
            </a:xfrm>
            <a:prstGeom prst="line">
              <a:avLst/>
            </a:prstGeom>
            <a:ln w="19050" cap="flat" cmpd="sng">
              <a:solidFill>
                <a:schemeClr val="tx1"/>
              </a:solidFill>
              <a:prstDash val="solid"/>
              <a:headEnd type="none" w="med" len="med"/>
              <a:tailEnd type="none" w="med" len="med"/>
            </a:ln>
          </p:spPr>
        </p:sp>
        <p:sp>
          <p:nvSpPr>
            <p:cNvPr id="186426" name="Line 63"/>
            <p:cNvSpPr/>
            <p:nvPr/>
          </p:nvSpPr>
          <p:spPr>
            <a:xfrm flipV="1">
              <a:off x="4233" y="3006"/>
              <a:ext cx="0" cy="1805"/>
            </a:xfrm>
            <a:prstGeom prst="line">
              <a:avLst/>
            </a:prstGeom>
            <a:ln w="19050" cap="flat" cmpd="sng">
              <a:solidFill>
                <a:schemeClr val="tx1"/>
              </a:solidFill>
              <a:prstDash val="solid"/>
              <a:headEnd type="none" w="med" len="med"/>
              <a:tailEnd type="none" w="med" len="med"/>
            </a:ln>
          </p:spPr>
        </p:sp>
        <p:sp>
          <p:nvSpPr>
            <p:cNvPr id="186427" name="Line 64"/>
            <p:cNvSpPr/>
            <p:nvPr/>
          </p:nvSpPr>
          <p:spPr>
            <a:xfrm>
              <a:off x="4233" y="2997"/>
              <a:ext cx="1628" cy="0"/>
            </a:xfrm>
            <a:prstGeom prst="line">
              <a:avLst/>
            </a:prstGeom>
            <a:ln w="19050" cap="flat" cmpd="sng">
              <a:solidFill>
                <a:schemeClr val="tx1"/>
              </a:solidFill>
              <a:prstDash val="solid"/>
              <a:headEnd type="none" w="med" len="med"/>
              <a:tailEnd type="none" w="med" len="med"/>
            </a:ln>
          </p:spPr>
        </p:sp>
        <p:sp>
          <p:nvSpPr>
            <p:cNvPr id="186428" name="Line 65"/>
            <p:cNvSpPr/>
            <p:nvPr/>
          </p:nvSpPr>
          <p:spPr>
            <a:xfrm>
              <a:off x="3821" y="2631"/>
              <a:ext cx="0" cy="3361"/>
            </a:xfrm>
            <a:prstGeom prst="line">
              <a:avLst/>
            </a:prstGeom>
            <a:ln w="19050" cap="flat" cmpd="sng">
              <a:solidFill>
                <a:schemeClr val="tx1"/>
              </a:solidFill>
              <a:prstDash val="solid"/>
              <a:headEnd type="none" w="med" len="med"/>
              <a:tailEnd type="none" w="med" len="med"/>
            </a:ln>
          </p:spPr>
        </p:sp>
        <p:sp>
          <p:nvSpPr>
            <p:cNvPr id="186429" name="Rectangle 66"/>
            <p:cNvSpPr/>
            <p:nvPr/>
          </p:nvSpPr>
          <p:spPr>
            <a:xfrm>
              <a:off x="651" y="5233"/>
              <a:ext cx="977" cy="462"/>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30" name="Text Box 67"/>
            <p:cNvSpPr txBox="1"/>
            <p:nvPr/>
          </p:nvSpPr>
          <p:spPr>
            <a:xfrm>
              <a:off x="759" y="5223"/>
              <a:ext cx="869"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zh-CN" altLang="en-US" sz="1600" dirty="0">
                  <a:solidFill>
                    <a:schemeClr val="tx1"/>
                  </a:solidFill>
                  <a:latin typeface="黑体" panose="02010609060101010101" pitchFamily="2" charset="-122"/>
                  <a:ea typeface="黑体" panose="02010609060101010101" pitchFamily="2" charset="-122"/>
                </a:rPr>
                <a:t>＝</a:t>
              </a:r>
              <a:r>
                <a:rPr lang="en-US" altLang="zh-CN" sz="1600">
                  <a:solidFill>
                    <a:schemeClr val="tx1"/>
                  </a:solidFill>
                  <a:latin typeface="黑体" panose="02010609060101010101" pitchFamily="2" charset="-122"/>
                  <a:ea typeface="黑体" panose="02010609060101010101" pitchFamily="2" charset="-122"/>
                </a:rPr>
                <a:t>1</a:t>
              </a:r>
            </a:p>
          </p:txBody>
        </p:sp>
        <p:sp>
          <p:nvSpPr>
            <p:cNvPr id="186431" name="Line 68"/>
            <p:cNvSpPr/>
            <p:nvPr/>
          </p:nvSpPr>
          <p:spPr>
            <a:xfrm>
              <a:off x="1411" y="5705"/>
              <a:ext cx="0" cy="289"/>
            </a:xfrm>
            <a:prstGeom prst="line">
              <a:avLst/>
            </a:prstGeom>
            <a:ln w="19050" cap="flat" cmpd="sng">
              <a:solidFill>
                <a:schemeClr val="tx1"/>
              </a:solidFill>
              <a:prstDash val="solid"/>
              <a:headEnd type="none" w="med" len="med"/>
              <a:tailEnd type="none" w="med" len="med"/>
            </a:ln>
          </p:spPr>
        </p:sp>
        <p:sp>
          <p:nvSpPr>
            <p:cNvPr id="186432" name="Line 69"/>
            <p:cNvSpPr/>
            <p:nvPr/>
          </p:nvSpPr>
          <p:spPr>
            <a:xfrm>
              <a:off x="1411" y="5998"/>
              <a:ext cx="2424" cy="0"/>
            </a:xfrm>
            <a:prstGeom prst="line">
              <a:avLst/>
            </a:prstGeom>
            <a:ln w="19050" cap="flat" cmpd="sng">
              <a:solidFill>
                <a:schemeClr val="tx1"/>
              </a:solidFill>
              <a:prstDash val="solid"/>
              <a:headEnd type="none" w="med" len="med"/>
              <a:tailEnd type="none" w="med" len="med"/>
            </a:ln>
          </p:spPr>
        </p:sp>
        <p:sp>
          <p:nvSpPr>
            <p:cNvPr id="186433" name="Line 70"/>
            <p:cNvSpPr/>
            <p:nvPr/>
          </p:nvSpPr>
          <p:spPr>
            <a:xfrm>
              <a:off x="868" y="5705"/>
              <a:ext cx="0" cy="289"/>
            </a:xfrm>
            <a:prstGeom prst="line">
              <a:avLst/>
            </a:prstGeom>
            <a:ln w="19050" cap="flat" cmpd="sng">
              <a:solidFill>
                <a:schemeClr val="tx1"/>
              </a:solidFill>
              <a:prstDash val="solid"/>
              <a:headEnd type="none" w="med" len="med"/>
              <a:tailEnd type="none" w="med" len="med"/>
            </a:ln>
          </p:spPr>
        </p:sp>
        <p:sp>
          <p:nvSpPr>
            <p:cNvPr id="186434" name="Line 71"/>
            <p:cNvSpPr/>
            <p:nvPr/>
          </p:nvSpPr>
          <p:spPr>
            <a:xfrm flipH="1">
              <a:off x="0" y="5998"/>
              <a:ext cx="868" cy="0"/>
            </a:xfrm>
            <a:prstGeom prst="line">
              <a:avLst/>
            </a:prstGeom>
            <a:ln w="19050" cap="flat" cmpd="sng">
              <a:solidFill>
                <a:schemeClr val="tx1"/>
              </a:solidFill>
              <a:prstDash val="solid"/>
              <a:headEnd type="none" w="med" len="med"/>
              <a:tailEnd type="none" w="med" len="med"/>
            </a:ln>
          </p:spPr>
        </p:sp>
        <p:sp>
          <p:nvSpPr>
            <p:cNvPr id="186435" name="Line 72"/>
            <p:cNvSpPr/>
            <p:nvPr/>
          </p:nvSpPr>
          <p:spPr>
            <a:xfrm flipV="1">
              <a:off x="0" y="2999"/>
              <a:ext cx="0" cy="3017"/>
            </a:xfrm>
            <a:prstGeom prst="line">
              <a:avLst/>
            </a:prstGeom>
            <a:ln w="19050" cap="flat" cmpd="sng">
              <a:solidFill>
                <a:schemeClr val="tx1"/>
              </a:solidFill>
              <a:prstDash val="solid"/>
              <a:headEnd type="none" w="med" len="med"/>
              <a:tailEnd type="none" w="med" len="med"/>
            </a:ln>
          </p:spPr>
        </p:sp>
        <p:sp>
          <p:nvSpPr>
            <p:cNvPr id="186436" name="Line 73"/>
            <p:cNvSpPr/>
            <p:nvPr/>
          </p:nvSpPr>
          <p:spPr>
            <a:xfrm rot="-5400000" flipH="1">
              <a:off x="756" y="4874"/>
              <a:ext cx="757" cy="0"/>
            </a:xfrm>
            <a:prstGeom prst="line">
              <a:avLst/>
            </a:prstGeom>
            <a:ln w="19050" cap="flat" cmpd="sng">
              <a:solidFill>
                <a:schemeClr val="tx1"/>
              </a:solidFill>
              <a:prstDash val="solid"/>
              <a:headEnd type="none" w="med" len="med"/>
              <a:tailEnd type="none" w="med" len="med"/>
            </a:ln>
          </p:spPr>
        </p:sp>
        <p:sp>
          <p:nvSpPr>
            <p:cNvPr id="186437" name="Line 74"/>
            <p:cNvSpPr/>
            <p:nvPr/>
          </p:nvSpPr>
          <p:spPr>
            <a:xfrm rot="-5400000">
              <a:off x="440" y="2832"/>
              <a:ext cx="1399" cy="0"/>
            </a:xfrm>
            <a:prstGeom prst="line">
              <a:avLst/>
            </a:prstGeom>
            <a:ln w="19050" cap="flat" cmpd="sng">
              <a:solidFill>
                <a:schemeClr val="tx1"/>
              </a:solidFill>
              <a:prstDash val="solid"/>
              <a:headEnd type="none" w="med" len="med"/>
              <a:tailEnd type="none" w="med" len="med"/>
            </a:ln>
          </p:spPr>
        </p:sp>
        <p:sp>
          <p:nvSpPr>
            <p:cNvPr id="186438" name="Line 75"/>
            <p:cNvSpPr/>
            <p:nvPr/>
          </p:nvSpPr>
          <p:spPr>
            <a:xfrm rot="-5400000" flipH="1">
              <a:off x="1906" y="4749"/>
              <a:ext cx="511" cy="0"/>
            </a:xfrm>
            <a:prstGeom prst="line">
              <a:avLst/>
            </a:prstGeom>
            <a:ln w="28575" cap="flat" cmpd="sng">
              <a:solidFill>
                <a:srgbClr val="FF0000"/>
              </a:solidFill>
              <a:prstDash val="solid"/>
              <a:headEnd type="none" w="med" len="med"/>
              <a:tailEnd type="none" w="med" len="med"/>
            </a:ln>
          </p:spPr>
        </p:sp>
        <p:grpSp>
          <p:nvGrpSpPr>
            <p:cNvPr id="186439" name="Group 76"/>
            <p:cNvGrpSpPr/>
            <p:nvPr/>
          </p:nvGrpSpPr>
          <p:grpSpPr>
            <a:xfrm>
              <a:off x="2082" y="2345"/>
              <a:ext cx="143" cy="1192"/>
              <a:chOff x="0" y="0"/>
              <a:chExt cx="63" cy="618"/>
            </a:xfrm>
          </p:grpSpPr>
          <p:sp>
            <p:nvSpPr>
              <p:cNvPr id="186473" name="Line 77"/>
              <p:cNvSpPr/>
              <p:nvPr/>
            </p:nvSpPr>
            <p:spPr>
              <a:xfrm rot="5400000" flipH="1">
                <a:off x="-243" y="272"/>
                <a:ext cx="544" cy="0"/>
              </a:xfrm>
              <a:prstGeom prst="line">
                <a:avLst/>
              </a:prstGeom>
              <a:ln w="19050" cap="flat" cmpd="sng">
                <a:solidFill>
                  <a:schemeClr val="tx1"/>
                </a:solidFill>
                <a:prstDash val="solid"/>
                <a:headEnd type="none" w="med" len="med"/>
                <a:tailEnd type="none" w="med" len="med"/>
              </a:ln>
            </p:spPr>
          </p:sp>
          <p:sp>
            <p:nvSpPr>
              <p:cNvPr id="186474" name="Oval 78"/>
              <p:cNvSpPr/>
              <p:nvPr/>
            </p:nvSpPr>
            <p:spPr>
              <a:xfrm rot="5400000">
                <a:off x="0" y="553"/>
                <a:ext cx="62" cy="63"/>
              </a:xfrm>
              <a:prstGeom prst="ellipse">
                <a:avLst/>
              </a:prstGeom>
              <a:noFill/>
              <a:ln w="19050"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440" name="Line 79"/>
            <p:cNvSpPr/>
            <p:nvPr/>
          </p:nvSpPr>
          <p:spPr>
            <a:xfrm>
              <a:off x="217" y="2113"/>
              <a:ext cx="1953" cy="0"/>
            </a:xfrm>
            <a:prstGeom prst="line">
              <a:avLst/>
            </a:prstGeom>
            <a:ln w="19050" cap="flat" cmpd="sng">
              <a:solidFill>
                <a:schemeClr val="tx1"/>
              </a:solidFill>
              <a:prstDash val="solid"/>
              <a:headEnd type="none" w="med" len="med"/>
              <a:tailEnd type="none" w="med" len="med"/>
            </a:ln>
          </p:spPr>
        </p:sp>
        <p:sp>
          <p:nvSpPr>
            <p:cNvPr id="186441" name="Line 81"/>
            <p:cNvSpPr/>
            <p:nvPr/>
          </p:nvSpPr>
          <p:spPr>
            <a:xfrm>
              <a:off x="-10" y="3022"/>
              <a:ext cx="1177" cy="0"/>
            </a:xfrm>
            <a:prstGeom prst="line">
              <a:avLst/>
            </a:prstGeom>
            <a:ln w="19050" cap="flat" cmpd="sng">
              <a:solidFill>
                <a:schemeClr val="tx1"/>
              </a:solidFill>
              <a:prstDash val="solid"/>
              <a:headEnd type="none" w="med" len="med"/>
              <a:tailEnd type="none" w="med" len="med"/>
            </a:ln>
          </p:spPr>
        </p:sp>
        <p:sp>
          <p:nvSpPr>
            <p:cNvPr id="186442" name="Rectangle 82"/>
            <p:cNvSpPr/>
            <p:nvPr/>
          </p:nvSpPr>
          <p:spPr>
            <a:xfrm rot="-5400000">
              <a:off x="1189" y="3229"/>
              <a:ext cx="954" cy="160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3" name="Text Box 83"/>
            <p:cNvSpPr txBox="1"/>
            <p:nvPr/>
          </p:nvSpPr>
          <p:spPr>
            <a:xfrm>
              <a:off x="976" y="3978"/>
              <a:ext cx="349"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86444" name="Text Box 84"/>
            <p:cNvSpPr txBox="1"/>
            <p:nvPr/>
          </p:nvSpPr>
          <p:spPr>
            <a:xfrm>
              <a:off x="976" y="3531"/>
              <a:ext cx="35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86445" name="AutoShape 85"/>
            <p:cNvSpPr/>
            <p:nvPr/>
          </p:nvSpPr>
          <p:spPr>
            <a:xfrm>
              <a:off x="2075" y="4411"/>
              <a:ext cx="160" cy="119"/>
            </a:xfrm>
            <a:prstGeom prst="flowChartExtract">
              <a:avLst/>
            </a:prstGeom>
            <a:no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46" name="Text Box 86"/>
            <p:cNvSpPr txBox="1"/>
            <p:nvPr/>
          </p:nvSpPr>
          <p:spPr>
            <a:xfrm>
              <a:off x="1737" y="3999"/>
              <a:ext cx="2261"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86447" name="Text Box 87"/>
            <p:cNvSpPr txBox="1"/>
            <p:nvPr/>
          </p:nvSpPr>
          <p:spPr>
            <a:xfrm>
              <a:off x="1953" y="3410"/>
              <a:ext cx="35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86448" name="Text Box 88"/>
            <p:cNvSpPr txBox="1"/>
            <p:nvPr/>
          </p:nvSpPr>
          <p:spPr>
            <a:xfrm>
              <a:off x="1736" y="3721"/>
              <a:ext cx="2907"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86449" name="Line 90"/>
            <p:cNvSpPr/>
            <p:nvPr/>
          </p:nvSpPr>
          <p:spPr>
            <a:xfrm rot="-10800000" flipH="1">
              <a:off x="2595" y="4004"/>
              <a:ext cx="373" cy="0"/>
            </a:xfrm>
            <a:prstGeom prst="line">
              <a:avLst/>
            </a:prstGeom>
            <a:ln w="19050" cap="flat" cmpd="sng">
              <a:solidFill>
                <a:srgbClr val="0000CC"/>
              </a:solidFill>
              <a:prstDash val="solid"/>
              <a:headEnd type="none" w="med" len="med"/>
              <a:tailEnd type="none" w="med" len="med"/>
            </a:ln>
          </p:spPr>
        </p:sp>
        <p:sp>
          <p:nvSpPr>
            <p:cNvPr id="186450" name="Text Box 91"/>
            <p:cNvSpPr txBox="1"/>
            <p:nvPr/>
          </p:nvSpPr>
          <p:spPr>
            <a:xfrm>
              <a:off x="1085" y="2979"/>
              <a:ext cx="868"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endParaRPr lang="en-US" altLang="zh-CN" sz="1600" b="1">
                <a:solidFill>
                  <a:schemeClr val="tx1"/>
                </a:solidFill>
                <a:latin typeface="黑体" panose="02010609060101010101" pitchFamily="2" charset="-122"/>
                <a:ea typeface="黑体" panose="02010609060101010101" pitchFamily="2" charset="-122"/>
              </a:endParaRPr>
            </a:p>
          </p:txBody>
        </p:sp>
        <p:sp>
          <p:nvSpPr>
            <p:cNvPr id="186451" name="Rectangle 92"/>
            <p:cNvSpPr/>
            <p:nvPr/>
          </p:nvSpPr>
          <p:spPr>
            <a:xfrm>
              <a:off x="7102" y="4648"/>
              <a:ext cx="495" cy="75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52" name="Text Box 93"/>
            <p:cNvSpPr txBox="1"/>
            <p:nvPr/>
          </p:nvSpPr>
          <p:spPr>
            <a:xfrm>
              <a:off x="7102" y="4667"/>
              <a:ext cx="604"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a:t>
              </a:r>
            </a:p>
          </p:txBody>
        </p:sp>
        <p:sp>
          <p:nvSpPr>
            <p:cNvPr id="186453" name="Line 94"/>
            <p:cNvSpPr/>
            <p:nvPr/>
          </p:nvSpPr>
          <p:spPr>
            <a:xfrm flipH="1">
              <a:off x="2150" y="4980"/>
              <a:ext cx="4819" cy="0"/>
            </a:xfrm>
            <a:prstGeom prst="line">
              <a:avLst/>
            </a:prstGeom>
            <a:ln w="19050" cap="flat" cmpd="sng">
              <a:solidFill>
                <a:srgbClr val="FF0000"/>
              </a:solidFill>
              <a:prstDash val="solid"/>
              <a:headEnd type="none" w="med" len="med"/>
              <a:tailEnd type="none" w="med" len="med"/>
            </a:ln>
          </p:spPr>
        </p:sp>
        <p:sp>
          <p:nvSpPr>
            <p:cNvPr id="186454" name="Line 96"/>
            <p:cNvSpPr/>
            <p:nvPr/>
          </p:nvSpPr>
          <p:spPr>
            <a:xfrm>
              <a:off x="7615" y="5013"/>
              <a:ext cx="652" cy="0"/>
            </a:xfrm>
            <a:prstGeom prst="line">
              <a:avLst/>
            </a:prstGeom>
            <a:ln w="19050" cap="flat" cmpd="sng">
              <a:solidFill>
                <a:srgbClr val="FF0000"/>
              </a:solidFill>
              <a:prstDash val="solid"/>
              <a:headEnd type="none" w="med" len="med"/>
              <a:tailEnd type="none" w="med" len="med"/>
            </a:ln>
          </p:spPr>
        </p:sp>
        <p:sp>
          <p:nvSpPr>
            <p:cNvPr id="186455" name="Line 97"/>
            <p:cNvSpPr/>
            <p:nvPr/>
          </p:nvSpPr>
          <p:spPr>
            <a:xfrm>
              <a:off x="2948" y="4019"/>
              <a:ext cx="0" cy="1781"/>
            </a:xfrm>
            <a:prstGeom prst="line">
              <a:avLst/>
            </a:prstGeom>
            <a:ln w="19050" cap="flat" cmpd="sng">
              <a:solidFill>
                <a:srgbClr val="0000CC"/>
              </a:solidFill>
              <a:prstDash val="solid"/>
              <a:headEnd type="none" w="med" len="med"/>
              <a:tailEnd type="none" w="med" len="med"/>
            </a:ln>
          </p:spPr>
        </p:sp>
        <p:sp>
          <p:nvSpPr>
            <p:cNvPr id="186456" name="Line 98"/>
            <p:cNvSpPr/>
            <p:nvPr/>
          </p:nvSpPr>
          <p:spPr>
            <a:xfrm>
              <a:off x="2948" y="5778"/>
              <a:ext cx="4871" cy="0"/>
            </a:xfrm>
            <a:prstGeom prst="line">
              <a:avLst/>
            </a:prstGeom>
            <a:ln w="19050" cap="flat" cmpd="sng">
              <a:solidFill>
                <a:srgbClr val="0000CC"/>
              </a:solidFill>
              <a:prstDash val="solid"/>
              <a:headEnd type="none" w="med" len="med"/>
              <a:tailEnd type="none" w="med" len="med"/>
            </a:ln>
          </p:spPr>
        </p:sp>
        <p:sp>
          <p:nvSpPr>
            <p:cNvPr id="186457" name="Line 99"/>
            <p:cNvSpPr/>
            <p:nvPr/>
          </p:nvSpPr>
          <p:spPr>
            <a:xfrm>
              <a:off x="6639" y="4019"/>
              <a:ext cx="0" cy="1781"/>
            </a:xfrm>
            <a:prstGeom prst="line">
              <a:avLst/>
            </a:prstGeom>
            <a:ln w="19050" cap="flat" cmpd="sng">
              <a:solidFill>
                <a:srgbClr val="0000CC"/>
              </a:solidFill>
              <a:prstDash val="solid"/>
              <a:headEnd type="none" w="med" len="med"/>
              <a:tailEnd type="none" w="med" len="med"/>
            </a:ln>
          </p:spPr>
        </p:sp>
        <p:sp>
          <p:nvSpPr>
            <p:cNvPr id="186458" name="Line 198"/>
            <p:cNvSpPr/>
            <p:nvPr/>
          </p:nvSpPr>
          <p:spPr>
            <a:xfrm>
              <a:off x="7878" y="1943"/>
              <a:ext cx="0" cy="3110"/>
            </a:xfrm>
            <a:prstGeom prst="line">
              <a:avLst/>
            </a:prstGeom>
            <a:ln w="19050" cap="flat" cmpd="sng">
              <a:solidFill>
                <a:srgbClr val="FF0000"/>
              </a:solidFill>
              <a:prstDash val="solid"/>
              <a:headEnd type="none" w="med" len="med"/>
              <a:tailEnd type="none" w="med" len="med"/>
            </a:ln>
          </p:spPr>
        </p:sp>
        <p:sp>
          <p:nvSpPr>
            <p:cNvPr id="186459" name="Line 199"/>
            <p:cNvSpPr/>
            <p:nvPr/>
          </p:nvSpPr>
          <p:spPr>
            <a:xfrm rot="-5400000" flipH="1">
              <a:off x="5580" y="4753"/>
              <a:ext cx="511" cy="0"/>
            </a:xfrm>
            <a:prstGeom prst="line">
              <a:avLst/>
            </a:prstGeom>
            <a:ln w="19050" cap="flat" cmpd="sng">
              <a:solidFill>
                <a:schemeClr val="tx1"/>
              </a:solidFill>
              <a:prstDash val="solid"/>
              <a:headEnd type="none" w="med" len="med"/>
              <a:tailEnd type="none" w="med" len="med"/>
            </a:ln>
          </p:spPr>
        </p:sp>
        <p:sp>
          <p:nvSpPr>
            <p:cNvPr id="186460" name="Oval 200"/>
            <p:cNvSpPr/>
            <p:nvPr/>
          </p:nvSpPr>
          <p:spPr>
            <a:xfrm>
              <a:off x="6585" y="5730"/>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1" name="Oval 201"/>
            <p:cNvSpPr/>
            <p:nvPr/>
          </p:nvSpPr>
          <p:spPr>
            <a:xfrm>
              <a:off x="6474"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2" name="Oval 202"/>
            <p:cNvSpPr/>
            <p:nvPr/>
          </p:nvSpPr>
          <p:spPr>
            <a:xfrm>
              <a:off x="4619" y="1874"/>
              <a:ext cx="108"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3" name="Oval 203"/>
            <p:cNvSpPr/>
            <p:nvPr/>
          </p:nvSpPr>
          <p:spPr>
            <a:xfrm>
              <a:off x="2665" y="1874"/>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4" name="Oval 204"/>
            <p:cNvSpPr/>
            <p:nvPr/>
          </p:nvSpPr>
          <p:spPr>
            <a:xfrm>
              <a:off x="1093" y="206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5" name="Oval 205"/>
            <p:cNvSpPr/>
            <p:nvPr/>
          </p:nvSpPr>
          <p:spPr>
            <a:xfrm>
              <a:off x="4056" y="2294"/>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6" name="Oval 206"/>
            <p:cNvSpPr/>
            <p:nvPr/>
          </p:nvSpPr>
          <p:spPr>
            <a:xfrm>
              <a:off x="3776" y="257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7" name="Oval 207"/>
            <p:cNvSpPr/>
            <p:nvPr/>
          </p:nvSpPr>
          <p:spPr>
            <a:xfrm>
              <a:off x="5793" y="2796"/>
              <a:ext cx="108"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8" name="Oval 208"/>
            <p:cNvSpPr/>
            <p:nvPr/>
          </p:nvSpPr>
          <p:spPr>
            <a:xfrm>
              <a:off x="1085" y="2977"/>
              <a:ext cx="108" cy="93"/>
            </a:xfrm>
            <a:prstGeom prst="ellipse">
              <a:avLst/>
            </a:prstGeom>
            <a:solidFill>
              <a:schemeClr val="bg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69" name="Oval 209"/>
            <p:cNvSpPr/>
            <p:nvPr/>
          </p:nvSpPr>
          <p:spPr>
            <a:xfrm>
              <a:off x="5797" y="2962"/>
              <a:ext cx="109" cy="92"/>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0" name="Oval 210"/>
            <p:cNvSpPr/>
            <p:nvPr/>
          </p:nvSpPr>
          <p:spPr>
            <a:xfrm>
              <a:off x="7824" y="4966"/>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1" name="Oval 215"/>
            <p:cNvSpPr/>
            <p:nvPr/>
          </p:nvSpPr>
          <p:spPr>
            <a:xfrm>
              <a:off x="4341" y="2572"/>
              <a:ext cx="109" cy="93"/>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472" name="Oval 89"/>
            <p:cNvSpPr/>
            <p:nvPr/>
          </p:nvSpPr>
          <p:spPr>
            <a:xfrm rot="10800000">
              <a:off x="1061" y="2949"/>
              <a:ext cx="141" cy="121"/>
            </a:xfrm>
            <a:prstGeom prst="ellipse">
              <a:avLst/>
            </a:prstGeom>
            <a:solidFill>
              <a:srgbClr val="003300"/>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86372" name="Oval 29"/>
          <p:cNvSpPr/>
          <p:nvPr/>
        </p:nvSpPr>
        <p:spPr>
          <a:xfrm>
            <a:off x="2819400" y="3388043"/>
            <a:ext cx="111125" cy="825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3" name="Oval 29"/>
          <p:cNvSpPr/>
          <p:nvPr/>
        </p:nvSpPr>
        <p:spPr>
          <a:xfrm>
            <a:off x="5164138" y="3386138"/>
            <a:ext cx="111125" cy="841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6374" name="Oval 29"/>
          <p:cNvSpPr/>
          <p:nvPr/>
        </p:nvSpPr>
        <p:spPr>
          <a:xfrm>
            <a:off x="5676900" y="4006850"/>
            <a:ext cx="111125" cy="825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 name="Oval 200"/>
          <p:cNvSpPr/>
          <p:nvPr/>
        </p:nvSpPr>
        <p:spPr>
          <a:xfrm>
            <a:off x="4934903" y="4014454"/>
            <a:ext cx="69215" cy="59060"/>
          </a:xfrm>
          <a:prstGeom prst="ellipse">
            <a:avLst/>
          </a:prstGeom>
          <a:solidFill>
            <a:schemeClr val="tx1"/>
          </a:solidFill>
          <a:ln w="952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3" name="矩形标注 2"/>
          <p:cNvSpPr/>
          <p:nvPr/>
        </p:nvSpPr>
        <p:spPr>
          <a:xfrm>
            <a:off x="6659880" y="3486150"/>
            <a:ext cx="1781175" cy="288290"/>
          </a:xfrm>
          <a:prstGeom prst="wedgeRectCallout">
            <a:avLst>
              <a:gd name="adj1" fmla="val -80410"/>
              <a:gd name="adj2" fmla="val 100000"/>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CLK</a:t>
            </a:r>
            <a:r>
              <a:rPr kumimoji="0" lang="zh-CN" altLang="en-US"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a:t>
            </a:r>
            <a:r>
              <a:rPr kumimoji="0" lang="en-US"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1—&gt;0</a:t>
            </a:r>
            <a:r>
              <a:rPr kumimoji="0" lang="zh-CN"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触发</a:t>
            </a:r>
          </a:p>
        </p:txBody>
      </p:sp>
      <p:sp>
        <p:nvSpPr>
          <p:cNvPr id="109" name="文本框 108">
            <a:extLst>
              <a:ext uri="{FF2B5EF4-FFF2-40B4-BE49-F238E27FC236}">
                <a16:creationId xmlns:a16="http://schemas.microsoft.com/office/drawing/2014/main" id="{3402C7BC-DFBA-455B-AFDB-1E262860C105}"/>
              </a:ext>
            </a:extLst>
          </p:cNvPr>
          <p:cNvSpPr txBox="1"/>
          <p:nvPr/>
        </p:nvSpPr>
        <p:spPr>
          <a:xfrm>
            <a:off x="6811328" y="1177087"/>
            <a:ext cx="2297175" cy="1076325"/>
          </a:xfrm>
          <a:prstGeom prst="rect">
            <a:avLst/>
          </a:prstGeom>
          <a:noFill/>
        </p:spPr>
        <p:txBody>
          <a:bodyPr wrap="square" rtlCol="0">
            <a:spAutoFit/>
          </a:bodyPr>
          <a:lstStyle/>
          <a:p>
            <a:r>
              <a:rPr lang="en-US" altLang="zh-CN" sz="1600" dirty="0">
                <a:solidFill>
                  <a:schemeClr val="tx1"/>
                </a:solidFill>
                <a:latin typeface="华文新魏" panose="02010800040101010101" pitchFamily="2" charset="-122"/>
                <a:ea typeface="华文新魏" panose="02010800040101010101" pitchFamily="2" charset="-122"/>
              </a:rPr>
              <a:t>Y</a:t>
            </a:r>
            <a:r>
              <a:rPr lang="en-US" altLang="zh-CN" sz="1600" baseline="-25000" dirty="0">
                <a:solidFill>
                  <a:schemeClr val="tx1"/>
                </a:solidFill>
                <a:latin typeface="华文新魏" panose="02010800040101010101" pitchFamily="2" charset="-122"/>
                <a:ea typeface="华文新魏" panose="02010800040101010101" pitchFamily="2" charset="-122"/>
              </a:rPr>
              <a:t>0</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1</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 </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sym typeface="+mn-ea"/>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2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3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P spid="109" grpId="0"/>
      <p:bldP spid="109"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p:cNvSpPr>
          <p:nvPr>
            <p:ph type="title"/>
          </p:nvPr>
        </p:nvSpPr>
        <p:spPr>
          <a:xfrm>
            <a:off x="533400" y="515938"/>
            <a:ext cx="7772400" cy="57150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四输出脉冲分配器波形图</a:t>
            </a:r>
          </a:p>
        </p:txBody>
      </p:sp>
      <p:grpSp>
        <p:nvGrpSpPr>
          <p:cNvPr id="187395" name="Group 3"/>
          <p:cNvGrpSpPr/>
          <p:nvPr/>
        </p:nvGrpSpPr>
        <p:grpSpPr>
          <a:xfrm>
            <a:off x="1270000" y="915988"/>
            <a:ext cx="5673725" cy="3327400"/>
            <a:chOff x="0" y="0"/>
            <a:chExt cx="8935" cy="5241"/>
          </a:xfrm>
        </p:grpSpPr>
        <p:grpSp>
          <p:nvGrpSpPr>
            <p:cNvPr id="187396" name="Group 584"/>
            <p:cNvGrpSpPr/>
            <p:nvPr/>
          </p:nvGrpSpPr>
          <p:grpSpPr>
            <a:xfrm>
              <a:off x="1440" y="652"/>
              <a:ext cx="7482" cy="311"/>
              <a:chOff x="0" y="0"/>
              <a:chExt cx="2993" cy="166"/>
            </a:xfrm>
          </p:grpSpPr>
          <p:sp>
            <p:nvSpPr>
              <p:cNvPr id="187865" name="Line 8"/>
              <p:cNvSpPr/>
              <p:nvPr/>
            </p:nvSpPr>
            <p:spPr>
              <a:xfrm>
                <a:off x="0" y="166"/>
                <a:ext cx="401" cy="0"/>
              </a:xfrm>
              <a:prstGeom prst="line">
                <a:avLst/>
              </a:prstGeom>
              <a:ln w="28575" cap="flat" cmpd="sng">
                <a:solidFill>
                  <a:srgbClr val="0000CC"/>
                </a:solidFill>
                <a:prstDash val="solid"/>
                <a:headEnd type="none" w="med" len="med"/>
                <a:tailEnd type="none" w="med" len="med"/>
              </a:ln>
            </p:spPr>
          </p:sp>
          <p:sp>
            <p:nvSpPr>
              <p:cNvPr id="187866" name="Line 9"/>
              <p:cNvSpPr/>
              <p:nvPr/>
            </p:nvSpPr>
            <p:spPr>
              <a:xfrm>
                <a:off x="405" y="0"/>
                <a:ext cx="175" cy="0"/>
              </a:xfrm>
              <a:prstGeom prst="line">
                <a:avLst/>
              </a:prstGeom>
              <a:ln w="28575" cap="flat" cmpd="sng">
                <a:solidFill>
                  <a:srgbClr val="0000CC"/>
                </a:solidFill>
                <a:prstDash val="solid"/>
                <a:headEnd type="none" w="med" len="med"/>
                <a:tailEnd type="none" w="med" len="med"/>
              </a:ln>
            </p:spPr>
          </p:sp>
          <p:sp>
            <p:nvSpPr>
              <p:cNvPr id="187867" name="Line 10"/>
              <p:cNvSpPr/>
              <p:nvPr/>
            </p:nvSpPr>
            <p:spPr>
              <a:xfrm>
                <a:off x="405" y="0"/>
                <a:ext cx="0" cy="166"/>
              </a:xfrm>
              <a:prstGeom prst="line">
                <a:avLst/>
              </a:prstGeom>
              <a:ln w="28575" cap="flat" cmpd="sng">
                <a:solidFill>
                  <a:srgbClr val="0000CC"/>
                </a:solidFill>
                <a:prstDash val="solid"/>
                <a:headEnd type="none" w="med" len="med"/>
                <a:tailEnd type="none" w="med" len="med"/>
              </a:ln>
            </p:spPr>
          </p:sp>
          <p:sp>
            <p:nvSpPr>
              <p:cNvPr id="187868" name="Line 11"/>
              <p:cNvSpPr/>
              <p:nvPr/>
            </p:nvSpPr>
            <p:spPr>
              <a:xfrm>
                <a:off x="580" y="0"/>
                <a:ext cx="0" cy="166"/>
              </a:xfrm>
              <a:prstGeom prst="line">
                <a:avLst/>
              </a:prstGeom>
              <a:ln w="28575" cap="flat" cmpd="sng">
                <a:solidFill>
                  <a:srgbClr val="0000CC"/>
                </a:solidFill>
                <a:prstDash val="solid"/>
                <a:headEnd type="none" w="med" len="med"/>
                <a:tailEnd type="none" w="med" len="med"/>
              </a:ln>
            </p:spPr>
          </p:sp>
          <p:sp>
            <p:nvSpPr>
              <p:cNvPr id="187869" name="Line 13"/>
              <p:cNvSpPr/>
              <p:nvPr/>
            </p:nvSpPr>
            <p:spPr>
              <a:xfrm>
                <a:off x="580" y="166"/>
                <a:ext cx="175" cy="0"/>
              </a:xfrm>
              <a:prstGeom prst="line">
                <a:avLst/>
              </a:prstGeom>
              <a:ln w="28575" cap="flat" cmpd="sng">
                <a:solidFill>
                  <a:srgbClr val="0000CC"/>
                </a:solidFill>
                <a:prstDash val="solid"/>
                <a:headEnd type="none" w="med" len="med"/>
                <a:tailEnd type="none" w="med" len="med"/>
              </a:ln>
            </p:spPr>
          </p:sp>
          <p:sp>
            <p:nvSpPr>
              <p:cNvPr id="187870" name="Line 14"/>
              <p:cNvSpPr/>
              <p:nvPr/>
            </p:nvSpPr>
            <p:spPr>
              <a:xfrm>
                <a:off x="749" y="0"/>
                <a:ext cx="175" cy="0"/>
              </a:xfrm>
              <a:prstGeom prst="line">
                <a:avLst/>
              </a:prstGeom>
              <a:ln w="28575" cap="flat" cmpd="sng">
                <a:solidFill>
                  <a:srgbClr val="0000CC"/>
                </a:solidFill>
                <a:prstDash val="solid"/>
                <a:headEnd type="none" w="med" len="med"/>
                <a:tailEnd type="none" w="med" len="med"/>
              </a:ln>
            </p:spPr>
          </p:sp>
          <p:sp>
            <p:nvSpPr>
              <p:cNvPr id="187871" name="Line 15"/>
              <p:cNvSpPr/>
              <p:nvPr/>
            </p:nvSpPr>
            <p:spPr>
              <a:xfrm>
                <a:off x="749" y="0"/>
                <a:ext cx="0" cy="166"/>
              </a:xfrm>
              <a:prstGeom prst="line">
                <a:avLst/>
              </a:prstGeom>
              <a:ln w="28575" cap="flat" cmpd="sng">
                <a:solidFill>
                  <a:srgbClr val="0000CC"/>
                </a:solidFill>
                <a:prstDash val="solid"/>
                <a:headEnd type="none" w="med" len="med"/>
                <a:tailEnd type="none" w="med" len="med"/>
              </a:ln>
            </p:spPr>
          </p:sp>
          <p:sp>
            <p:nvSpPr>
              <p:cNvPr id="187872" name="Line 16"/>
              <p:cNvSpPr/>
              <p:nvPr/>
            </p:nvSpPr>
            <p:spPr>
              <a:xfrm>
                <a:off x="924" y="0"/>
                <a:ext cx="0" cy="166"/>
              </a:xfrm>
              <a:prstGeom prst="line">
                <a:avLst/>
              </a:prstGeom>
              <a:ln w="28575" cap="flat" cmpd="sng">
                <a:solidFill>
                  <a:srgbClr val="0000CC"/>
                </a:solidFill>
                <a:prstDash val="solid"/>
                <a:headEnd type="none" w="med" len="med"/>
                <a:tailEnd type="none" w="med" len="med"/>
              </a:ln>
            </p:spPr>
          </p:sp>
          <p:sp>
            <p:nvSpPr>
              <p:cNvPr id="187873" name="Line 19"/>
              <p:cNvSpPr/>
              <p:nvPr/>
            </p:nvSpPr>
            <p:spPr>
              <a:xfrm>
                <a:off x="929" y="166"/>
                <a:ext cx="175" cy="0"/>
              </a:xfrm>
              <a:prstGeom prst="line">
                <a:avLst/>
              </a:prstGeom>
              <a:ln w="28575" cap="flat" cmpd="sng">
                <a:solidFill>
                  <a:srgbClr val="0000CC"/>
                </a:solidFill>
                <a:prstDash val="solid"/>
                <a:headEnd type="none" w="med" len="med"/>
                <a:tailEnd type="none" w="med" len="med"/>
              </a:ln>
            </p:spPr>
          </p:sp>
          <p:sp>
            <p:nvSpPr>
              <p:cNvPr id="187874" name="Line 20"/>
              <p:cNvSpPr/>
              <p:nvPr/>
            </p:nvSpPr>
            <p:spPr>
              <a:xfrm>
                <a:off x="1098" y="0"/>
                <a:ext cx="175" cy="0"/>
              </a:xfrm>
              <a:prstGeom prst="line">
                <a:avLst/>
              </a:prstGeom>
              <a:ln w="28575" cap="flat" cmpd="sng">
                <a:solidFill>
                  <a:srgbClr val="0000CC"/>
                </a:solidFill>
                <a:prstDash val="solid"/>
                <a:headEnd type="none" w="med" len="med"/>
                <a:tailEnd type="none" w="med" len="med"/>
              </a:ln>
            </p:spPr>
          </p:sp>
          <p:sp>
            <p:nvSpPr>
              <p:cNvPr id="187875" name="Line 21"/>
              <p:cNvSpPr/>
              <p:nvPr/>
            </p:nvSpPr>
            <p:spPr>
              <a:xfrm>
                <a:off x="1098" y="0"/>
                <a:ext cx="0" cy="166"/>
              </a:xfrm>
              <a:prstGeom prst="line">
                <a:avLst/>
              </a:prstGeom>
              <a:ln w="28575" cap="flat" cmpd="sng">
                <a:solidFill>
                  <a:srgbClr val="0000CC"/>
                </a:solidFill>
                <a:prstDash val="solid"/>
                <a:headEnd type="none" w="med" len="med"/>
                <a:tailEnd type="none" w="med" len="med"/>
              </a:ln>
            </p:spPr>
          </p:sp>
          <p:sp>
            <p:nvSpPr>
              <p:cNvPr id="187876" name="Line 22"/>
              <p:cNvSpPr/>
              <p:nvPr/>
            </p:nvSpPr>
            <p:spPr>
              <a:xfrm>
                <a:off x="1273" y="0"/>
                <a:ext cx="0" cy="166"/>
              </a:xfrm>
              <a:prstGeom prst="line">
                <a:avLst/>
              </a:prstGeom>
              <a:ln w="28575" cap="flat" cmpd="sng">
                <a:solidFill>
                  <a:srgbClr val="0000CC"/>
                </a:solidFill>
                <a:prstDash val="solid"/>
                <a:headEnd type="none" w="med" len="med"/>
                <a:tailEnd type="none" w="med" len="med"/>
              </a:ln>
            </p:spPr>
          </p:sp>
          <p:sp>
            <p:nvSpPr>
              <p:cNvPr id="187877" name="Line 24"/>
              <p:cNvSpPr/>
              <p:nvPr/>
            </p:nvSpPr>
            <p:spPr>
              <a:xfrm>
                <a:off x="1273" y="166"/>
                <a:ext cx="175" cy="0"/>
              </a:xfrm>
              <a:prstGeom prst="line">
                <a:avLst/>
              </a:prstGeom>
              <a:ln w="28575" cap="flat" cmpd="sng">
                <a:solidFill>
                  <a:srgbClr val="0000CC"/>
                </a:solidFill>
                <a:prstDash val="solid"/>
                <a:headEnd type="none" w="med" len="med"/>
                <a:tailEnd type="none" w="med" len="med"/>
              </a:ln>
            </p:spPr>
          </p:sp>
          <p:sp>
            <p:nvSpPr>
              <p:cNvPr id="187878" name="Line 25"/>
              <p:cNvSpPr/>
              <p:nvPr/>
            </p:nvSpPr>
            <p:spPr>
              <a:xfrm>
                <a:off x="1442" y="0"/>
                <a:ext cx="175" cy="0"/>
              </a:xfrm>
              <a:prstGeom prst="line">
                <a:avLst/>
              </a:prstGeom>
              <a:ln w="28575" cap="flat" cmpd="sng">
                <a:solidFill>
                  <a:srgbClr val="0000CC"/>
                </a:solidFill>
                <a:prstDash val="solid"/>
                <a:headEnd type="none" w="med" len="med"/>
                <a:tailEnd type="none" w="med" len="med"/>
              </a:ln>
            </p:spPr>
          </p:sp>
          <p:sp>
            <p:nvSpPr>
              <p:cNvPr id="187879" name="Line 26"/>
              <p:cNvSpPr/>
              <p:nvPr/>
            </p:nvSpPr>
            <p:spPr>
              <a:xfrm>
                <a:off x="1442" y="0"/>
                <a:ext cx="0" cy="166"/>
              </a:xfrm>
              <a:prstGeom prst="line">
                <a:avLst/>
              </a:prstGeom>
              <a:ln w="28575" cap="flat" cmpd="sng">
                <a:solidFill>
                  <a:srgbClr val="0000CC"/>
                </a:solidFill>
                <a:prstDash val="solid"/>
                <a:headEnd type="none" w="med" len="med"/>
                <a:tailEnd type="none" w="med" len="med"/>
              </a:ln>
            </p:spPr>
          </p:sp>
          <p:sp>
            <p:nvSpPr>
              <p:cNvPr id="187880" name="Line 27"/>
              <p:cNvSpPr/>
              <p:nvPr/>
            </p:nvSpPr>
            <p:spPr>
              <a:xfrm>
                <a:off x="1617" y="0"/>
                <a:ext cx="0" cy="166"/>
              </a:xfrm>
              <a:prstGeom prst="line">
                <a:avLst/>
              </a:prstGeom>
              <a:ln w="28575" cap="flat" cmpd="sng">
                <a:solidFill>
                  <a:srgbClr val="0000CC"/>
                </a:solidFill>
                <a:prstDash val="solid"/>
                <a:headEnd type="none" w="med" len="med"/>
                <a:tailEnd type="none" w="med" len="med"/>
              </a:ln>
            </p:spPr>
          </p:sp>
          <p:sp>
            <p:nvSpPr>
              <p:cNvPr id="187881" name="Line 31"/>
              <p:cNvSpPr/>
              <p:nvPr/>
            </p:nvSpPr>
            <p:spPr>
              <a:xfrm>
                <a:off x="1612" y="166"/>
                <a:ext cx="175" cy="0"/>
              </a:xfrm>
              <a:prstGeom prst="line">
                <a:avLst/>
              </a:prstGeom>
              <a:ln w="28575" cap="flat" cmpd="sng">
                <a:solidFill>
                  <a:srgbClr val="0000CC"/>
                </a:solidFill>
                <a:prstDash val="solid"/>
                <a:headEnd type="none" w="med" len="med"/>
                <a:tailEnd type="none" w="med" len="med"/>
              </a:ln>
            </p:spPr>
          </p:sp>
          <p:sp>
            <p:nvSpPr>
              <p:cNvPr id="187882" name="Line 32"/>
              <p:cNvSpPr/>
              <p:nvPr/>
            </p:nvSpPr>
            <p:spPr>
              <a:xfrm>
                <a:off x="1781" y="0"/>
                <a:ext cx="175" cy="0"/>
              </a:xfrm>
              <a:prstGeom prst="line">
                <a:avLst/>
              </a:prstGeom>
              <a:ln w="28575" cap="flat" cmpd="sng">
                <a:solidFill>
                  <a:srgbClr val="0000CC"/>
                </a:solidFill>
                <a:prstDash val="solid"/>
                <a:headEnd type="none" w="med" len="med"/>
                <a:tailEnd type="none" w="med" len="med"/>
              </a:ln>
            </p:spPr>
          </p:sp>
          <p:sp>
            <p:nvSpPr>
              <p:cNvPr id="187883" name="Line 33"/>
              <p:cNvSpPr/>
              <p:nvPr/>
            </p:nvSpPr>
            <p:spPr>
              <a:xfrm>
                <a:off x="1781" y="0"/>
                <a:ext cx="0" cy="166"/>
              </a:xfrm>
              <a:prstGeom prst="line">
                <a:avLst/>
              </a:prstGeom>
              <a:ln w="28575" cap="flat" cmpd="sng">
                <a:solidFill>
                  <a:srgbClr val="0000CC"/>
                </a:solidFill>
                <a:prstDash val="solid"/>
                <a:headEnd type="none" w="med" len="med"/>
                <a:tailEnd type="none" w="med" len="med"/>
              </a:ln>
            </p:spPr>
          </p:sp>
          <p:sp>
            <p:nvSpPr>
              <p:cNvPr id="187884" name="Line 34"/>
              <p:cNvSpPr/>
              <p:nvPr/>
            </p:nvSpPr>
            <p:spPr>
              <a:xfrm>
                <a:off x="1956" y="0"/>
                <a:ext cx="0" cy="166"/>
              </a:xfrm>
              <a:prstGeom prst="line">
                <a:avLst/>
              </a:prstGeom>
              <a:ln w="28575" cap="flat" cmpd="sng">
                <a:solidFill>
                  <a:srgbClr val="0000CC"/>
                </a:solidFill>
                <a:prstDash val="solid"/>
                <a:headEnd type="none" w="med" len="med"/>
                <a:tailEnd type="none" w="med" len="med"/>
              </a:ln>
            </p:spPr>
          </p:sp>
          <p:sp>
            <p:nvSpPr>
              <p:cNvPr id="187885" name="Line 36"/>
              <p:cNvSpPr/>
              <p:nvPr/>
            </p:nvSpPr>
            <p:spPr>
              <a:xfrm>
                <a:off x="1956" y="166"/>
                <a:ext cx="175" cy="0"/>
              </a:xfrm>
              <a:prstGeom prst="line">
                <a:avLst/>
              </a:prstGeom>
              <a:ln w="28575" cap="flat" cmpd="sng">
                <a:solidFill>
                  <a:srgbClr val="0000CC"/>
                </a:solidFill>
                <a:prstDash val="solid"/>
                <a:headEnd type="none" w="med" len="med"/>
                <a:tailEnd type="none" w="med" len="med"/>
              </a:ln>
            </p:spPr>
          </p:sp>
          <p:sp>
            <p:nvSpPr>
              <p:cNvPr id="187886" name="Line 37"/>
              <p:cNvSpPr/>
              <p:nvPr/>
            </p:nvSpPr>
            <p:spPr>
              <a:xfrm>
                <a:off x="2125" y="0"/>
                <a:ext cx="175" cy="0"/>
              </a:xfrm>
              <a:prstGeom prst="line">
                <a:avLst/>
              </a:prstGeom>
              <a:ln w="28575" cap="flat" cmpd="sng">
                <a:solidFill>
                  <a:srgbClr val="0000CC"/>
                </a:solidFill>
                <a:prstDash val="solid"/>
                <a:headEnd type="none" w="med" len="med"/>
                <a:tailEnd type="none" w="med" len="med"/>
              </a:ln>
            </p:spPr>
          </p:sp>
          <p:sp>
            <p:nvSpPr>
              <p:cNvPr id="187887" name="Line 38"/>
              <p:cNvSpPr/>
              <p:nvPr/>
            </p:nvSpPr>
            <p:spPr>
              <a:xfrm>
                <a:off x="2125" y="0"/>
                <a:ext cx="0" cy="166"/>
              </a:xfrm>
              <a:prstGeom prst="line">
                <a:avLst/>
              </a:prstGeom>
              <a:ln w="28575" cap="flat" cmpd="sng">
                <a:solidFill>
                  <a:srgbClr val="0000CC"/>
                </a:solidFill>
                <a:prstDash val="solid"/>
                <a:headEnd type="none" w="med" len="med"/>
                <a:tailEnd type="none" w="med" len="med"/>
              </a:ln>
            </p:spPr>
          </p:sp>
          <p:sp>
            <p:nvSpPr>
              <p:cNvPr id="187888" name="Line 39"/>
              <p:cNvSpPr/>
              <p:nvPr/>
            </p:nvSpPr>
            <p:spPr>
              <a:xfrm>
                <a:off x="2300" y="0"/>
                <a:ext cx="0" cy="166"/>
              </a:xfrm>
              <a:prstGeom prst="line">
                <a:avLst/>
              </a:prstGeom>
              <a:ln w="28575" cap="flat" cmpd="sng">
                <a:solidFill>
                  <a:srgbClr val="0000CC"/>
                </a:solidFill>
                <a:prstDash val="solid"/>
                <a:headEnd type="none" w="med" len="med"/>
                <a:tailEnd type="none" w="med" len="med"/>
              </a:ln>
            </p:spPr>
          </p:sp>
          <p:sp>
            <p:nvSpPr>
              <p:cNvPr id="187889" name="Line 42"/>
              <p:cNvSpPr/>
              <p:nvPr/>
            </p:nvSpPr>
            <p:spPr>
              <a:xfrm>
                <a:off x="2305" y="166"/>
                <a:ext cx="175" cy="0"/>
              </a:xfrm>
              <a:prstGeom prst="line">
                <a:avLst/>
              </a:prstGeom>
              <a:ln w="28575" cap="flat" cmpd="sng">
                <a:solidFill>
                  <a:srgbClr val="0000CC"/>
                </a:solidFill>
                <a:prstDash val="solid"/>
                <a:headEnd type="none" w="med" len="med"/>
                <a:tailEnd type="none" w="med" len="med"/>
              </a:ln>
            </p:spPr>
          </p:sp>
          <p:sp>
            <p:nvSpPr>
              <p:cNvPr id="187890" name="Line 43"/>
              <p:cNvSpPr/>
              <p:nvPr/>
            </p:nvSpPr>
            <p:spPr>
              <a:xfrm>
                <a:off x="2474" y="0"/>
                <a:ext cx="175" cy="0"/>
              </a:xfrm>
              <a:prstGeom prst="line">
                <a:avLst/>
              </a:prstGeom>
              <a:ln w="28575" cap="flat" cmpd="sng">
                <a:solidFill>
                  <a:srgbClr val="0000CC"/>
                </a:solidFill>
                <a:prstDash val="solid"/>
                <a:headEnd type="none" w="med" len="med"/>
                <a:tailEnd type="none" w="med" len="med"/>
              </a:ln>
            </p:spPr>
          </p:sp>
          <p:sp>
            <p:nvSpPr>
              <p:cNvPr id="187891" name="Line 44"/>
              <p:cNvSpPr/>
              <p:nvPr/>
            </p:nvSpPr>
            <p:spPr>
              <a:xfrm>
                <a:off x="2474" y="0"/>
                <a:ext cx="0" cy="166"/>
              </a:xfrm>
              <a:prstGeom prst="line">
                <a:avLst/>
              </a:prstGeom>
              <a:ln w="28575" cap="flat" cmpd="sng">
                <a:solidFill>
                  <a:srgbClr val="0000CC"/>
                </a:solidFill>
                <a:prstDash val="solid"/>
                <a:headEnd type="none" w="med" len="med"/>
                <a:tailEnd type="none" w="med" len="med"/>
              </a:ln>
            </p:spPr>
          </p:sp>
          <p:sp>
            <p:nvSpPr>
              <p:cNvPr id="187892" name="Line 45"/>
              <p:cNvSpPr/>
              <p:nvPr/>
            </p:nvSpPr>
            <p:spPr>
              <a:xfrm>
                <a:off x="2649" y="0"/>
                <a:ext cx="0" cy="166"/>
              </a:xfrm>
              <a:prstGeom prst="line">
                <a:avLst/>
              </a:prstGeom>
              <a:ln w="28575" cap="flat" cmpd="sng">
                <a:solidFill>
                  <a:srgbClr val="0000CC"/>
                </a:solidFill>
                <a:prstDash val="solid"/>
                <a:headEnd type="none" w="med" len="med"/>
                <a:tailEnd type="none" w="med" len="med"/>
              </a:ln>
            </p:spPr>
          </p:sp>
          <p:sp>
            <p:nvSpPr>
              <p:cNvPr id="187893" name="Line 48"/>
              <p:cNvSpPr/>
              <p:nvPr/>
            </p:nvSpPr>
            <p:spPr>
              <a:xfrm>
                <a:off x="2818" y="0"/>
                <a:ext cx="175" cy="0"/>
              </a:xfrm>
              <a:prstGeom prst="line">
                <a:avLst/>
              </a:prstGeom>
              <a:ln w="28575" cap="flat" cmpd="sng">
                <a:solidFill>
                  <a:srgbClr val="0000CC"/>
                </a:solidFill>
                <a:prstDash val="solid"/>
                <a:headEnd type="none" w="med" len="med"/>
                <a:tailEnd type="none" w="med" len="med"/>
              </a:ln>
            </p:spPr>
          </p:sp>
          <p:sp>
            <p:nvSpPr>
              <p:cNvPr id="187894" name="Line 49"/>
              <p:cNvSpPr/>
              <p:nvPr/>
            </p:nvSpPr>
            <p:spPr>
              <a:xfrm>
                <a:off x="2818" y="0"/>
                <a:ext cx="0" cy="166"/>
              </a:xfrm>
              <a:prstGeom prst="line">
                <a:avLst/>
              </a:prstGeom>
              <a:ln w="28575" cap="flat" cmpd="sng">
                <a:solidFill>
                  <a:srgbClr val="0000CC"/>
                </a:solidFill>
                <a:prstDash val="solid"/>
                <a:headEnd type="none" w="med" len="med"/>
                <a:tailEnd type="none" w="med" len="med"/>
              </a:ln>
            </p:spPr>
          </p:sp>
        </p:grpSp>
        <p:sp>
          <p:nvSpPr>
            <p:cNvPr id="187397" name="Text Box 52"/>
            <p:cNvSpPr txBox="1"/>
            <p:nvPr/>
          </p:nvSpPr>
          <p:spPr>
            <a:xfrm>
              <a:off x="257" y="622"/>
              <a:ext cx="1317" cy="628"/>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p>
          </p:txBody>
        </p:sp>
        <p:grpSp>
          <p:nvGrpSpPr>
            <p:cNvPr id="187398" name="Group 53"/>
            <p:cNvGrpSpPr/>
            <p:nvPr/>
          </p:nvGrpSpPr>
          <p:grpSpPr>
            <a:xfrm>
              <a:off x="1385" y="148"/>
              <a:ext cx="7375" cy="311"/>
              <a:chOff x="0" y="0"/>
              <a:chExt cx="3405" cy="202"/>
            </a:xfrm>
          </p:grpSpPr>
          <p:sp>
            <p:nvSpPr>
              <p:cNvPr id="187859" name="Line 54"/>
              <p:cNvSpPr/>
              <p:nvPr/>
            </p:nvSpPr>
            <p:spPr>
              <a:xfrm>
                <a:off x="197" y="192"/>
                <a:ext cx="202" cy="0"/>
              </a:xfrm>
              <a:prstGeom prst="line">
                <a:avLst/>
              </a:prstGeom>
              <a:ln w="28575" cap="flat" cmpd="sng">
                <a:solidFill>
                  <a:srgbClr val="FF0000"/>
                </a:solidFill>
                <a:prstDash val="solid"/>
                <a:headEnd type="none" w="med" len="med"/>
                <a:tailEnd type="none" w="med" len="med"/>
              </a:ln>
            </p:spPr>
          </p:sp>
          <p:grpSp>
            <p:nvGrpSpPr>
              <p:cNvPr id="187860" name="Group 55"/>
              <p:cNvGrpSpPr/>
              <p:nvPr/>
            </p:nvGrpSpPr>
            <p:grpSpPr>
              <a:xfrm>
                <a:off x="0" y="0"/>
                <a:ext cx="3405" cy="202"/>
                <a:chOff x="0" y="0"/>
                <a:chExt cx="3405" cy="202"/>
              </a:xfrm>
            </p:grpSpPr>
            <p:sp>
              <p:nvSpPr>
                <p:cNvPr id="187861" name="Line 56"/>
                <p:cNvSpPr/>
                <p:nvPr/>
              </p:nvSpPr>
              <p:spPr>
                <a:xfrm>
                  <a:off x="0" y="0"/>
                  <a:ext cx="202" cy="0"/>
                </a:xfrm>
                <a:prstGeom prst="line">
                  <a:avLst/>
                </a:prstGeom>
                <a:ln w="28575" cap="flat" cmpd="sng">
                  <a:solidFill>
                    <a:srgbClr val="FF0000"/>
                  </a:solidFill>
                  <a:prstDash val="solid"/>
                  <a:headEnd type="none" w="med" len="med"/>
                  <a:tailEnd type="none" w="med" len="med"/>
                </a:ln>
              </p:spPr>
            </p:sp>
            <p:sp>
              <p:nvSpPr>
                <p:cNvPr id="187862" name="Line 57"/>
                <p:cNvSpPr/>
                <p:nvPr/>
              </p:nvSpPr>
              <p:spPr>
                <a:xfrm>
                  <a:off x="202" y="0"/>
                  <a:ext cx="0" cy="202"/>
                </a:xfrm>
                <a:prstGeom prst="line">
                  <a:avLst/>
                </a:prstGeom>
                <a:ln w="28575" cap="flat" cmpd="sng">
                  <a:solidFill>
                    <a:srgbClr val="FF0000"/>
                  </a:solidFill>
                  <a:prstDash val="solid"/>
                  <a:headEnd type="none" w="med" len="med"/>
                  <a:tailEnd type="none" w="med" len="med"/>
                </a:ln>
              </p:spPr>
            </p:sp>
            <p:sp>
              <p:nvSpPr>
                <p:cNvPr id="187863" name="Line 58"/>
                <p:cNvSpPr/>
                <p:nvPr/>
              </p:nvSpPr>
              <p:spPr>
                <a:xfrm>
                  <a:off x="397" y="0"/>
                  <a:ext cx="3008" cy="0"/>
                </a:xfrm>
                <a:prstGeom prst="line">
                  <a:avLst/>
                </a:prstGeom>
                <a:ln w="28575" cap="flat" cmpd="sng">
                  <a:solidFill>
                    <a:srgbClr val="FF0000"/>
                  </a:solidFill>
                  <a:prstDash val="solid"/>
                  <a:headEnd type="none" w="med" len="med"/>
                  <a:tailEnd type="none" w="med" len="med"/>
                </a:ln>
              </p:spPr>
            </p:sp>
            <p:sp>
              <p:nvSpPr>
                <p:cNvPr id="187864" name="Line 59"/>
                <p:cNvSpPr/>
                <p:nvPr/>
              </p:nvSpPr>
              <p:spPr>
                <a:xfrm>
                  <a:off x="397" y="0"/>
                  <a:ext cx="0" cy="202"/>
                </a:xfrm>
                <a:prstGeom prst="line">
                  <a:avLst/>
                </a:prstGeom>
                <a:ln w="28575" cap="flat" cmpd="sng">
                  <a:solidFill>
                    <a:srgbClr val="FF0000"/>
                  </a:solidFill>
                  <a:prstDash val="solid"/>
                  <a:headEnd type="none" w="med" len="med"/>
                  <a:tailEnd type="none" w="med" len="med"/>
                </a:ln>
              </p:spPr>
            </p:sp>
          </p:grpSp>
        </p:grpSp>
        <p:sp>
          <p:nvSpPr>
            <p:cNvPr id="187399" name="Text Box 256"/>
            <p:cNvSpPr txBox="1"/>
            <p:nvPr/>
          </p:nvSpPr>
          <p:spPr>
            <a:xfrm>
              <a:off x="0" y="0"/>
              <a:ext cx="138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p>
          </p:txBody>
        </p:sp>
        <p:sp>
          <p:nvSpPr>
            <p:cNvPr id="187400" name="Text Box 259"/>
            <p:cNvSpPr txBox="1"/>
            <p:nvPr/>
          </p:nvSpPr>
          <p:spPr>
            <a:xfrm>
              <a:off x="480" y="3174"/>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1</a:t>
              </a:r>
            </a:p>
          </p:txBody>
        </p:sp>
        <p:sp>
          <p:nvSpPr>
            <p:cNvPr id="187401" name="Text Box 260"/>
            <p:cNvSpPr txBox="1"/>
            <p:nvPr/>
          </p:nvSpPr>
          <p:spPr>
            <a:xfrm>
              <a:off x="480" y="2607"/>
              <a:ext cx="114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0</a:t>
              </a:r>
            </a:p>
          </p:txBody>
        </p:sp>
        <p:sp>
          <p:nvSpPr>
            <p:cNvPr id="187402" name="Text Box 262"/>
            <p:cNvSpPr txBox="1"/>
            <p:nvPr/>
          </p:nvSpPr>
          <p:spPr>
            <a:xfrm>
              <a:off x="480" y="4535"/>
              <a:ext cx="114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3</a:t>
              </a:r>
            </a:p>
          </p:txBody>
        </p:sp>
        <p:sp>
          <p:nvSpPr>
            <p:cNvPr id="187403" name="Text Box 257"/>
            <p:cNvSpPr txBox="1"/>
            <p:nvPr/>
          </p:nvSpPr>
          <p:spPr>
            <a:xfrm>
              <a:off x="480" y="1260"/>
              <a:ext cx="114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4" name="Group 585"/>
            <p:cNvGrpSpPr/>
            <p:nvPr/>
          </p:nvGrpSpPr>
          <p:grpSpPr>
            <a:xfrm>
              <a:off x="1440" y="1291"/>
              <a:ext cx="7480" cy="312"/>
              <a:chOff x="0" y="0"/>
              <a:chExt cx="2992" cy="166"/>
            </a:xfrm>
          </p:grpSpPr>
          <p:sp>
            <p:nvSpPr>
              <p:cNvPr id="187844" name="Line 266"/>
              <p:cNvSpPr/>
              <p:nvPr/>
            </p:nvSpPr>
            <p:spPr>
              <a:xfrm>
                <a:off x="0" y="166"/>
                <a:ext cx="576" cy="0"/>
              </a:xfrm>
              <a:prstGeom prst="line">
                <a:avLst/>
              </a:prstGeom>
              <a:ln w="28575" cap="flat" cmpd="sng">
                <a:solidFill>
                  <a:schemeClr val="tx1"/>
                </a:solidFill>
                <a:prstDash val="solid"/>
                <a:headEnd type="none" w="med" len="med"/>
                <a:tailEnd type="none" w="med" len="med"/>
              </a:ln>
            </p:spPr>
          </p:sp>
          <p:sp>
            <p:nvSpPr>
              <p:cNvPr id="187845" name="Line 267"/>
              <p:cNvSpPr/>
              <p:nvPr/>
            </p:nvSpPr>
            <p:spPr>
              <a:xfrm>
                <a:off x="569" y="0"/>
                <a:ext cx="340" cy="0"/>
              </a:xfrm>
              <a:prstGeom prst="line">
                <a:avLst/>
              </a:prstGeom>
              <a:ln w="28575" cap="flat" cmpd="sng">
                <a:solidFill>
                  <a:schemeClr val="tx1"/>
                </a:solidFill>
                <a:prstDash val="solid"/>
                <a:headEnd type="none" w="med" len="med"/>
                <a:tailEnd type="none" w="med" len="med"/>
              </a:ln>
            </p:spPr>
          </p:sp>
          <p:sp>
            <p:nvSpPr>
              <p:cNvPr id="187846" name="Line 268"/>
              <p:cNvSpPr/>
              <p:nvPr/>
            </p:nvSpPr>
            <p:spPr>
              <a:xfrm>
                <a:off x="569" y="0"/>
                <a:ext cx="0" cy="166"/>
              </a:xfrm>
              <a:prstGeom prst="line">
                <a:avLst/>
              </a:prstGeom>
              <a:ln w="28575" cap="flat" cmpd="sng">
                <a:solidFill>
                  <a:schemeClr val="tx1"/>
                </a:solidFill>
                <a:prstDash val="solid"/>
                <a:headEnd type="none" w="med" len="med"/>
                <a:tailEnd type="none" w="med" len="med"/>
              </a:ln>
            </p:spPr>
          </p:sp>
          <p:sp>
            <p:nvSpPr>
              <p:cNvPr id="187847" name="Line 269"/>
              <p:cNvSpPr/>
              <p:nvPr/>
            </p:nvSpPr>
            <p:spPr>
              <a:xfrm>
                <a:off x="918" y="0"/>
                <a:ext cx="0" cy="166"/>
              </a:xfrm>
              <a:prstGeom prst="line">
                <a:avLst/>
              </a:prstGeom>
              <a:ln w="28575" cap="flat" cmpd="sng">
                <a:solidFill>
                  <a:schemeClr val="tx1"/>
                </a:solidFill>
                <a:prstDash val="solid"/>
                <a:headEnd type="none" w="med" len="med"/>
                <a:tailEnd type="none" w="med" len="med"/>
              </a:ln>
            </p:spPr>
          </p:sp>
          <p:sp>
            <p:nvSpPr>
              <p:cNvPr id="187848" name="Line 271"/>
              <p:cNvSpPr/>
              <p:nvPr/>
            </p:nvSpPr>
            <p:spPr>
              <a:xfrm>
                <a:off x="918" y="166"/>
                <a:ext cx="349" cy="0"/>
              </a:xfrm>
              <a:prstGeom prst="line">
                <a:avLst/>
              </a:prstGeom>
              <a:ln w="28575" cap="flat" cmpd="sng">
                <a:solidFill>
                  <a:schemeClr val="tx1"/>
                </a:solidFill>
                <a:prstDash val="solid"/>
                <a:headEnd type="none" w="med" len="med"/>
                <a:tailEnd type="none" w="med" len="med"/>
              </a:ln>
            </p:spPr>
          </p:sp>
          <p:sp>
            <p:nvSpPr>
              <p:cNvPr id="187849" name="Line 272"/>
              <p:cNvSpPr/>
              <p:nvPr/>
            </p:nvSpPr>
            <p:spPr>
              <a:xfrm>
                <a:off x="1266" y="0"/>
                <a:ext cx="349" cy="0"/>
              </a:xfrm>
              <a:prstGeom prst="line">
                <a:avLst/>
              </a:prstGeom>
              <a:ln w="28575" cap="flat" cmpd="sng">
                <a:solidFill>
                  <a:schemeClr val="tx1"/>
                </a:solidFill>
                <a:prstDash val="solid"/>
                <a:headEnd type="none" w="med" len="med"/>
                <a:tailEnd type="none" w="med" len="med"/>
              </a:ln>
            </p:spPr>
          </p:sp>
          <p:sp>
            <p:nvSpPr>
              <p:cNvPr id="187850" name="Line 273"/>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51" name="Line 274"/>
              <p:cNvSpPr/>
              <p:nvPr/>
            </p:nvSpPr>
            <p:spPr>
              <a:xfrm>
                <a:off x="1615" y="0"/>
                <a:ext cx="0" cy="166"/>
              </a:xfrm>
              <a:prstGeom prst="line">
                <a:avLst/>
              </a:prstGeom>
              <a:ln w="28575" cap="flat" cmpd="sng">
                <a:solidFill>
                  <a:schemeClr val="tx1"/>
                </a:solidFill>
                <a:prstDash val="solid"/>
                <a:headEnd type="none" w="med" len="med"/>
                <a:tailEnd type="none" w="med" len="med"/>
              </a:ln>
            </p:spPr>
          </p:sp>
          <p:sp>
            <p:nvSpPr>
              <p:cNvPr id="187852" name="Line 276"/>
              <p:cNvSpPr/>
              <p:nvPr/>
            </p:nvSpPr>
            <p:spPr>
              <a:xfrm>
                <a:off x="1616" y="166"/>
                <a:ext cx="349" cy="0"/>
              </a:xfrm>
              <a:prstGeom prst="line">
                <a:avLst/>
              </a:prstGeom>
              <a:ln w="28575" cap="flat" cmpd="sng">
                <a:solidFill>
                  <a:schemeClr val="tx1"/>
                </a:solidFill>
                <a:prstDash val="solid"/>
                <a:headEnd type="none" w="med" len="med"/>
                <a:tailEnd type="none" w="med" len="med"/>
              </a:ln>
            </p:spPr>
          </p:sp>
          <p:sp>
            <p:nvSpPr>
              <p:cNvPr id="187853" name="Line 277"/>
              <p:cNvSpPr/>
              <p:nvPr/>
            </p:nvSpPr>
            <p:spPr>
              <a:xfrm>
                <a:off x="1965" y="0"/>
                <a:ext cx="340" cy="0"/>
              </a:xfrm>
              <a:prstGeom prst="line">
                <a:avLst/>
              </a:prstGeom>
              <a:ln w="28575" cap="flat" cmpd="sng">
                <a:solidFill>
                  <a:schemeClr val="tx1"/>
                </a:solidFill>
                <a:prstDash val="solid"/>
                <a:headEnd type="none" w="med" len="med"/>
                <a:tailEnd type="none" w="med" len="med"/>
              </a:ln>
            </p:spPr>
          </p:sp>
          <p:sp>
            <p:nvSpPr>
              <p:cNvPr id="187854" name="Line 278"/>
              <p:cNvSpPr/>
              <p:nvPr/>
            </p:nvSpPr>
            <p:spPr>
              <a:xfrm>
                <a:off x="1965" y="0"/>
                <a:ext cx="0" cy="166"/>
              </a:xfrm>
              <a:prstGeom prst="line">
                <a:avLst/>
              </a:prstGeom>
              <a:ln w="28575" cap="flat" cmpd="sng">
                <a:solidFill>
                  <a:schemeClr val="tx1"/>
                </a:solidFill>
                <a:prstDash val="solid"/>
                <a:headEnd type="none" w="med" len="med"/>
                <a:tailEnd type="none" w="med" len="med"/>
              </a:ln>
            </p:spPr>
          </p:sp>
          <p:sp>
            <p:nvSpPr>
              <p:cNvPr id="187855" name="Line 279"/>
              <p:cNvSpPr/>
              <p:nvPr/>
            </p:nvSpPr>
            <p:spPr>
              <a:xfrm>
                <a:off x="2304" y="0"/>
                <a:ext cx="0" cy="166"/>
              </a:xfrm>
              <a:prstGeom prst="line">
                <a:avLst/>
              </a:prstGeom>
              <a:ln w="28575" cap="flat" cmpd="sng">
                <a:solidFill>
                  <a:schemeClr val="tx1"/>
                </a:solidFill>
                <a:prstDash val="solid"/>
                <a:headEnd type="none" w="med" len="med"/>
                <a:tailEnd type="none" w="med" len="med"/>
              </a:ln>
            </p:spPr>
          </p:sp>
          <p:sp>
            <p:nvSpPr>
              <p:cNvPr id="187856" name="Line 280"/>
              <p:cNvSpPr/>
              <p:nvPr/>
            </p:nvSpPr>
            <p:spPr>
              <a:xfrm>
                <a:off x="2304" y="166"/>
                <a:ext cx="349" cy="0"/>
              </a:xfrm>
              <a:prstGeom prst="line">
                <a:avLst/>
              </a:prstGeom>
              <a:ln w="28575" cap="flat" cmpd="sng">
                <a:solidFill>
                  <a:schemeClr val="tx1"/>
                </a:solidFill>
                <a:prstDash val="solid"/>
                <a:headEnd type="none" w="med" len="med"/>
                <a:tailEnd type="none" w="med" len="med"/>
              </a:ln>
            </p:spPr>
          </p:sp>
          <p:sp>
            <p:nvSpPr>
              <p:cNvPr id="187857" name="Line 281"/>
              <p:cNvSpPr/>
              <p:nvPr/>
            </p:nvSpPr>
            <p:spPr>
              <a:xfrm>
                <a:off x="2652" y="0"/>
                <a:ext cx="0" cy="166"/>
              </a:xfrm>
              <a:prstGeom prst="line">
                <a:avLst/>
              </a:prstGeom>
              <a:ln w="28575" cap="flat" cmpd="sng">
                <a:solidFill>
                  <a:schemeClr val="tx1"/>
                </a:solidFill>
                <a:prstDash val="solid"/>
                <a:headEnd type="none" w="med" len="med"/>
                <a:tailEnd type="none" w="med" len="med"/>
              </a:ln>
            </p:spPr>
          </p:sp>
          <p:sp>
            <p:nvSpPr>
              <p:cNvPr id="187858" name="Line 282"/>
              <p:cNvSpPr/>
              <p:nvPr/>
            </p:nvSpPr>
            <p:spPr>
              <a:xfrm>
                <a:off x="2652" y="0"/>
                <a:ext cx="340" cy="0"/>
              </a:xfrm>
              <a:prstGeom prst="line">
                <a:avLst/>
              </a:prstGeom>
              <a:ln w="28575" cap="flat" cmpd="sng">
                <a:solidFill>
                  <a:schemeClr val="tx1"/>
                </a:solidFill>
                <a:prstDash val="solid"/>
                <a:headEnd type="none" w="med" len="med"/>
                <a:tailEnd type="none" w="med" len="med"/>
              </a:ln>
            </p:spPr>
          </p:sp>
        </p:grpSp>
        <p:sp>
          <p:nvSpPr>
            <p:cNvPr id="187405" name="Text Box 258"/>
            <p:cNvSpPr txBox="1"/>
            <p:nvPr/>
          </p:nvSpPr>
          <p:spPr>
            <a:xfrm>
              <a:off x="480" y="1742"/>
              <a:ext cx="114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187406" name="Group 586"/>
            <p:cNvGrpSpPr/>
            <p:nvPr/>
          </p:nvGrpSpPr>
          <p:grpSpPr>
            <a:xfrm>
              <a:off x="1442" y="1832"/>
              <a:ext cx="7475" cy="311"/>
              <a:chOff x="0" y="0"/>
              <a:chExt cx="2990" cy="166"/>
            </a:xfrm>
          </p:grpSpPr>
          <p:sp>
            <p:nvSpPr>
              <p:cNvPr id="187837" name="Line 283"/>
              <p:cNvSpPr/>
              <p:nvPr/>
            </p:nvSpPr>
            <p:spPr>
              <a:xfrm>
                <a:off x="0" y="166"/>
                <a:ext cx="1270" cy="0"/>
              </a:xfrm>
              <a:prstGeom prst="line">
                <a:avLst/>
              </a:prstGeom>
              <a:ln w="28575" cap="flat" cmpd="sng">
                <a:solidFill>
                  <a:schemeClr val="tx1"/>
                </a:solidFill>
                <a:prstDash val="solid"/>
                <a:headEnd type="none" w="med" len="med"/>
                <a:tailEnd type="none" w="med" len="med"/>
              </a:ln>
            </p:spPr>
          </p:sp>
          <p:sp>
            <p:nvSpPr>
              <p:cNvPr id="187838" name="Line 284"/>
              <p:cNvSpPr/>
              <p:nvPr/>
            </p:nvSpPr>
            <p:spPr>
              <a:xfrm>
                <a:off x="1266" y="0"/>
                <a:ext cx="698" cy="0"/>
              </a:xfrm>
              <a:prstGeom prst="line">
                <a:avLst/>
              </a:prstGeom>
              <a:ln w="28575" cap="flat" cmpd="sng">
                <a:solidFill>
                  <a:schemeClr val="tx1"/>
                </a:solidFill>
                <a:prstDash val="solid"/>
                <a:headEnd type="none" w="med" len="med"/>
                <a:tailEnd type="none" w="med" len="med"/>
              </a:ln>
            </p:spPr>
          </p:sp>
          <p:sp>
            <p:nvSpPr>
              <p:cNvPr id="187839" name="Line 285"/>
              <p:cNvSpPr/>
              <p:nvPr/>
            </p:nvSpPr>
            <p:spPr>
              <a:xfrm>
                <a:off x="1266" y="0"/>
                <a:ext cx="0" cy="166"/>
              </a:xfrm>
              <a:prstGeom prst="line">
                <a:avLst/>
              </a:prstGeom>
              <a:ln w="28575" cap="flat" cmpd="sng">
                <a:solidFill>
                  <a:schemeClr val="tx1"/>
                </a:solidFill>
                <a:prstDash val="solid"/>
                <a:headEnd type="none" w="med" len="med"/>
                <a:tailEnd type="none" w="med" len="med"/>
              </a:ln>
            </p:spPr>
          </p:sp>
          <p:sp>
            <p:nvSpPr>
              <p:cNvPr id="187840" name="Line 286"/>
              <p:cNvSpPr/>
              <p:nvPr/>
            </p:nvSpPr>
            <p:spPr>
              <a:xfrm>
                <a:off x="1964" y="0"/>
                <a:ext cx="0" cy="166"/>
              </a:xfrm>
              <a:prstGeom prst="line">
                <a:avLst/>
              </a:prstGeom>
              <a:ln w="28575" cap="flat" cmpd="sng">
                <a:solidFill>
                  <a:schemeClr val="tx1"/>
                </a:solidFill>
                <a:prstDash val="solid"/>
                <a:headEnd type="none" w="med" len="med"/>
                <a:tailEnd type="none" w="med" len="med"/>
              </a:ln>
            </p:spPr>
          </p:sp>
          <p:sp>
            <p:nvSpPr>
              <p:cNvPr id="187841" name="Line 287"/>
              <p:cNvSpPr/>
              <p:nvPr/>
            </p:nvSpPr>
            <p:spPr>
              <a:xfrm>
                <a:off x="1964" y="166"/>
                <a:ext cx="690" cy="0"/>
              </a:xfrm>
              <a:prstGeom prst="line">
                <a:avLst/>
              </a:prstGeom>
              <a:ln w="28575" cap="flat" cmpd="sng">
                <a:solidFill>
                  <a:schemeClr val="tx1"/>
                </a:solidFill>
                <a:prstDash val="solid"/>
                <a:headEnd type="none" w="med" len="med"/>
                <a:tailEnd type="none" w="med" len="med"/>
              </a:ln>
            </p:spPr>
          </p:sp>
          <p:sp>
            <p:nvSpPr>
              <p:cNvPr id="187842" name="Line 288"/>
              <p:cNvSpPr/>
              <p:nvPr/>
            </p:nvSpPr>
            <p:spPr>
              <a:xfrm>
                <a:off x="2650" y="0"/>
                <a:ext cx="340" cy="0"/>
              </a:xfrm>
              <a:prstGeom prst="line">
                <a:avLst/>
              </a:prstGeom>
              <a:ln w="28575" cap="flat" cmpd="sng">
                <a:solidFill>
                  <a:schemeClr val="tx1"/>
                </a:solidFill>
                <a:prstDash val="solid"/>
                <a:headEnd type="none" w="med" len="med"/>
                <a:tailEnd type="none" w="med" len="med"/>
              </a:ln>
            </p:spPr>
          </p:sp>
          <p:sp>
            <p:nvSpPr>
              <p:cNvPr id="187843" name="Line 289"/>
              <p:cNvSpPr/>
              <p:nvPr/>
            </p:nvSpPr>
            <p:spPr>
              <a:xfrm>
                <a:off x="2650" y="0"/>
                <a:ext cx="0" cy="166"/>
              </a:xfrm>
              <a:prstGeom prst="line">
                <a:avLst/>
              </a:prstGeom>
              <a:ln w="28575" cap="flat" cmpd="sng">
                <a:solidFill>
                  <a:schemeClr val="tx1"/>
                </a:solidFill>
                <a:prstDash val="solid"/>
                <a:headEnd type="none" w="med" len="med"/>
                <a:tailEnd type="none" w="med" len="med"/>
              </a:ln>
            </p:spPr>
          </p:sp>
        </p:grpSp>
        <p:sp>
          <p:nvSpPr>
            <p:cNvPr id="187407" name="Line 292"/>
            <p:cNvSpPr/>
            <p:nvPr/>
          </p:nvSpPr>
          <p:spPr>
            <a:xfrm flipV="1">
              <a:off x="1320" y="3655"/>
              <a:ext cx="2010" cy="19"/>
            </a:xfrm>
            <a:prstGeom prst="line">
              <a:avLst/>
            </a:prstGeom>
            <a:ln w="28575" cap="flat" cmpd="sng">
              <a:solidFill>
                <a:schemeClr val="tx1"/>
              </a:solidFill>
              <a:prstDash val="solid"/>
              <a:headEnd type="none" w="med" len="med"/>
              <a:tailEnd type="none" w="med" len="med"/>
            </a:ln>
          </p:spPr>
        </p:sp>
        <p:sp>
          <p:nvSpPr>
            <p:cNvPr id="187408" name="Line 293"/>
            <p:cNvSpPr/>
            <p:nvPr/>
          </p:nvSpPr>
          <p:spPr>
            <a:xfrm flipV="1">
              <a:off x="3757" y="3675"/>
              <a:ext cx="3005" cy="0"/>
            </a:xfrm>
            <a:prstGeom prst="line">
              <a:avLst/>
            </a:prstGeom>
            <a:ln w="28575" cap="flat" cmpd="sng">
              <a:solidFill>
                <a:schemeClr val="tx1"/>
              </a:solidFill>
              <a:prstDash val="solid"/>
              <a:headEnd type="none" w="med" len="med"/>
              <a:tailEnd type="none" w="med" len="med"/>
            </a:ln>
          </p:spPr>
        </p:sp>
        <p:sp>
          <p:nvSpPr>
            <p:cNvPr id="187409" name="Line 295"/>
            <p:cNvSpPr/>
            <p:nvPr/>
          </p:nvSpPr>
          <p:spPr>
            <a:xfrm flipV="1">
              <a:off x="3332" y="3379"/>
              <a:ext cx="0" cy="296"/>
            </a:xfrm>
            <a:prstGeom prst="line">
              <a:avLst/>
            </a:prstGeom>
            <a:ln w="28575" cap="flat" cmpd="sng">
              <a:solidFill>
                <a:schemeClr val="tx1"/>
              </a:solidFill>
              <a:prstDash val="solid"/>
              <a:headEnd type="none" w="med" len="med"/>
              <a:tailEnd type="none" w="med" len="med"/>
            </a:ln>
          </p:spPr>
        </p:sp>
        <p:sp>
          <p:nvSpPr>
            <p:cNvPr id="187410" name="Line 297"/>
            <p:cNvSpPr/>
            <p:nvPr/>
          </p:nvSpPr>
          <p:spPr>
            <a:xfrm flipV="1">
              <a:off x="3745" y="3379"/>
              <a:ext cx="0" cy="296"/>
            </a:xfrm>
            <a:prstGeom prst="line">
              <a:avLst/>
            </a:prstGeom>
            <a:ln w="28575" cap="flat" cmpd="sng">
              <a:solidFill>
                <a:schemeClr val="tx1"/>
              </a:solidFill>
              <a:prstDash val="solid"/>
              <a:headEnd type="none" w="med" len="med"/>
              <a:tailEnd type="none" w="med" len="med"/>
            </a:ln>
          </p:spPr>
        </p:sp>
        <p:sp>
          <p:nvSpPr>
            <p:cNvPr id="187411" name="Line 298"/>
            <p:cNvSpPr/>
            <p:nvPr/>
          </p:nvSpPr>
          <p:spPr>
            <a:xfrm>
              <a:off x="3312" y="3379"/>
              <a:ext cx="438" cy="0"/>
            </a:xfrm>
            <a:prstGeom prst="line">
              <a:avLst/>
            </a:prstGeom>
            <a:ln w="28575" cap="flat" cmpd="sng">
              <a:solidFill>
                <a:schemeClr val="tx1"/>
              </a:solidFill>
              <a:prstDash val="solid"/>
              <a:headEnd type="none" w="med" len="med"/>
              <a:tailEnd type="none" w="med" len="med"/>
            </a:ln>
          </p:spPr>
        </p:sp>
        <p:sp>
          <p:nvSpPr>
            <p:cNvPr id="187412" name="Line 300"/>
            <p:cNvSpPr/>
            <p:nvPr/>
          </p:nvSpPr>
          <p:spPr>
            <a:xfrm flipV="1">
              <a:off x="6762" y="3379"/>
              <a:ext cx="0" cy="296"/>
            </a:xfrm>
            <a:prstGeom prst="line">
              <a:avLst/>
            </a:prstGeom>
            <a:ln w="28575" cap="flat" cmpd="sng">
              <a:solidFill>
                <a:schemeClr val="tx1"/>
              </a:solidFill>
              <a:prstDash val="solid"/>
              <a:headEnd type="none" w="med" len="med"/>
              <a:tailEnd type="none" w="med" len="med"/>
            </a:ln>
          </p:spPr>
        </p:sp>
        <p:sp>
          <p:nvSpPr>
            <p:cNvPr id="187413" name="Line 301"/>
            <p:cNvSpPr/>
            <p:nvPr/>
          </p:nvSpPr>
          <p:spPr>
            <a:xfrm flipV="1">
              <a:off x="7200" y="3379"/>
              <a:ext cx="0" cy="296"/>
            </a:xfrm>
            <a:prstGeom prst="line">
              <a:avLst/>
            </a:prstGeom>
            <a:ln w="28575" cap="flat" cmpd="sng">
              <a:solidFill>
                <a:schemeClr val="tx1"/>
              </a:solidFill>
              <a:prstDash val="solid"/>
              <a:headEnd type="none" w="med" len="med"/>
              <a:tailEnd type="none" w="med" len="med"/>
            </a:ln>
          </p:spPr>
        </p:sp>
        <p:sp>
          <p:nvSpPr>
            <p:cNvPr id="187414" name="Line 302"/>
            <p:cNvSpPr/>
            <p:nvPr/>
          </p:nvSpPr>
          <p:spPr>
            <a:xfrm>
              <a:off x="6762" y="3379"/>
              <a:ext cx="438" cy="0"/>
            </a:xfrm>
            <a:prstGeom prst="line">
              <a:avLst/>
            </a:prstGeom>
            <a:ln w="28575" cap="flat" cmpd="sng">
              <a:solidFill>
                <a:schemeClr val="tx1"/>
              </a:solidFill>
              <a:prstDash val="solid"/>
              <a:headEnd type="none" w="med" len="med"/>
              <a:tailEnd type="none" w="med" len="med"/>
            </a:ln>
          </p:spPr>
        </p:sp>
        <p:sp>
          <p:nvSpPr>
            <p:cNvPr id="187415" name="Line 303"/>
            <p:cNvSpPr/>
            <p:nvPr/>
          </p:nvSpPr>
          <p:spPr>
            <a:xfrm>
              <a:off x="7215" y="3690"/>
              <a:ext cx="1700" cy="0"/>
            </a:xfrm>
            <a:prstGeom prst="line">
              <a:avLst/>
            </a:prstGeom>
            <a:ln w="28575" cap="flat" cmpd="sng">
              <a:solidFill>
                <a:schemeClr val="tx1"/>
              </a:solidFill>
              <a:prstDash val="solid"/>
              <a:headEnd type="none" w="med" len="med"/>
              <a:tailEnd type="none" w="med" len="med"/>
            </a:ln>
          </p:spPr>
        </p:sp>
        <p:grpSp>
          <p:nvGrpSpPr>
            <p:cNvPr id="187416" name="Group 580"/>
            <p:cNvGrpSpPr/>
            <p:nvPr/>
          </p:nvGrpSpPr>
          <p:grpSpPr>
            <a:xfrm>
              <a:off x="2860" y="990"/>
              <a:ext cx="5635" cy="4251"/>
              <a:chOff x="0" y="0"/>
              <a:chExt cx="2254" cy="2109"/>
            </a:xfrm>
          </p:grpSpPr>
          <p:sp>
            <p:nvSpPr>
              <p:cNvPr id="187444" name="Line 47"/>
              <p:cNvSpPr/>
              <p:nvPr/>
            </p:nvSpPr>
            <p:spPr>
              <a:xfrm>
                <a:off x="2079" y="0"/>
                <a:ext cx="175" cy="0"/>
              </a:xfrm>
              <a:prstGeom prst="line">
                <a:avLst/>
              </a:prstGeom>
              <a:ln w="28575" cap="flat" cmpd="sng">
                <a:solidFill>
                  <a:srgbClr val="0000CC"/>
                </a:solidFill>
                <a:prstDash val="solid"/>
                <a:headEnd type="none" w="med" len="med"/>
                <a:tailEnd type="none" w="med" len="med"/>
              </a:ln>
            </p:spPr>
          </p:sp>
          <p:grpSp>
            <p:nvGrpSpPr>
              <p:cNvPr id="187445" name="Group 60"/>
              <p:cNvGrpSpPr/>
              <p:nvPr/>
            </p:nvGrpSpPr>
            <p:grpSpPr>
              <a:xfrm>
                <a:off x="2079" y="14"/>
                <a:ext cx="0" cy="2095"/>
                <a:chOff x="0" y="0"/>
                <a:chExt cx="0" cy="2544"/>
              </a:xfrm>
            </p:grpSpPr>
            <p:grpSp>
              <p:nvGrpSpPr>
                <p:cNvPr id="187810" name="Group 61"/>
                <p:cNvGrpSpPr/>
                <p:nvPr/>
              </p:nvGrpSpPr>
              <p:grpSpPr>
                <a:xfrm>
                  <a:off x="0" y="0"/>
                  <a:ext cx="0" cy="816"/>
                  <a:chOff x="0" y="0"/>
                  <a:chExt cx="0" cy="816"/>
                </a:xfrm>
              </p:grpSpPr>
              <p:grpSp>
                <p:nvGrpSpPr>
                  <p:cNvPr id="187829" name="Group 62"/>
                  <p:cNvGrpSpPr/>
                  <p:nvPr/>
                </p:nvGrpSpPr>
                <p:grpSpPr>
                  <a:xfrm>
                    <a:off x="0" y="0"/>
                    <a:ext cx="0" cy="384"/>
                    <a:chOff x="0" y="0"/>
                    <a:chExt cx="0" cy="384"/>
                  </a:xfrm>
                </p:grpSpPr>
                <p:sp>
                  <p:nvSpPr>
                    <p:cNvPr id="187834" name="Line 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5" name="Line 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6" name="Line 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30" name="Group 66"/>
                  <p:cNvGrpSpPr/>
                  <p:nvPr/>
                </p:nvGrpSpPr>
                <p:grpSpPr>
                  <a:xfrm>
                    <a:off x="0" y="432"/>
                    <a:ext cx="0" cy="384"/>
                    <a:chOff x="0" y="0"/>
                    <a:chExt cx="0" cy="384"/>
                  </a:xfrm>
                </p:grpSpPr>
                <p:sp>
                  <p:nvSpPr>
                    <p:cNvPr id="187831" name="Line 6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32" name="Line 6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33" name="Line 6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1" name="Group 70"/>
                <p:cNvGrpSpPr/>
                <p:nvPr/>
              </p:nvGrpSpPr>
              <p:grpSpPr>
                <a:xfrm>
                  <a:off x="0" y="864"/>
                  <a:ext cx="0" cy="816"/>
                  <a:chOff x="0" y="0"/>
                  <a:chExt cx="0" cy="816"/>
                </a:xfrm>
              </p:grpSpPr>
              <p:grpSp>
                <p:nvGrpSpPr>
                  <p:cNvPr id="187821" name="Group 71"/>
                  <p:cNvGrpSpPr/>
                  <p:nvPr/>
                </p:nvGrpSpPr>
                <p:grpSpPr>
                  <a:xfrm>
                    <a:off x="0" y="0"/>
                    <a:ext cx="0" cy="384"/>
                    <a:chOff x="0" y="0"/>
                    <a:chExt cx="0" cy="384"/>
                  </a:xfrm>
                </p:grpSpPr>
                <p:sp>
                  <p:nvSpPr>
                    <p:cNvPr id="187826" name="Line 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7" name="Line 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8" name="Line 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22" name="Group 75"/>
                  <p:cNvGrpSpPr/>
                  <p:nvPr/>
                </p:nvGrpSpPr>
                <p:grpSpPr>
                  <a:xfrm>
                    <a:off x="0" y="432"/>
                    <a:ext cx="0" cy="384"/>
                    <a:chOff x="0" y="0"/>
                    <a:chExt cx="0" cy="384"/>
                  </a:xfrm>
                </p:grpSpPr>
                <p:sp>
                  <p:nvSpPr>
                    <p:cNvPr id="187823" name="Line 7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24" name="Line 7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5" name="Line 7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812" name="Group 79"/>
                <p:cNvGrpSpPr/>
                <p:nvPr/>
              </p:nvGrpSpPr>
              <p:grpSpPr>
                <a:xfrm>
                  <a:off x="0" y="1728"/>
                  <a:ext cx="0" cy="816"/>
                  <a:chOff x="0" y="0"/>
                  <a:chExt cx="0" cy="816"/>
                </a:xfrm>
              </p:grpSpPr>
              <p:grpSp>
                <p:nvGrpSpPr>
                  <p:cNvPr id="187813" name="Group 80"/>
                  <p:cNvGrpSpPr/>
                  <p:nvPr/>
                </p:nvGrpSpPr>
                <p:grpSpPr>
                  <a:xfrm>
                    <a:off x="0" y="0"/>
                    <a:ext cx="0" cy="384"/>
                    <a:chOff x="0" y="0"/>
                    <a:chExt cx="0" cy="384"/>
                  </a:xfrm>
                </p:grpSpPr>
                <p:sp>
                  <p:nvSpPr>
                    <p:cNvPr id="187818" name="Line 8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9" name="Line 8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20" name="Line 8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14" name="Group 84"/>
                  <p:cNvGrpSpPr/>
                  <p:nvPr/>
                </p:nvGrpSpPr>
                <p:grpSpPr>
                  <a:xfrm>
                    <a:off x="0" y="432"/>
                    <a:ext cx="0" cy="384"/>
                    <a:chOff x="0" y="0"/>
                    <a:chExt cx="0" cy="384"/>
                  </a:xfrm>
                </p:grpSpPr>
                <p:sp>
                  <p:nvSpPr>
                    <p:cNvPr id="187815" name="Line 8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16" name="Line 8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17" name="Line 8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6" name="Group 88"/>
              <p:cNvGrpSpPr/>
              <p:nvPr/>
            </p:nvGrpSpPr>
            <p:grpSpPr>
              <a:xfrm>
                <a:off x="1389" y="14"/>
                <a:ext cx="0" cy="2095"/>
                <a:chOff x="0" y="0"/>
                <a:chExt cx="0" cy="2544"/>
              </a:xfrm>
            </p:grpSpPr>
            <p:grpSp>
              <p:nvGrpSpPr>
                <p:cNvPr id="187783" name="Group 89"/>
                <p:cNvGrpSpPr/>
                <p:nvPr/>
              </p:nvGrpSpPr>
              <p:grpSpPr>
                <a:xfrm>
                  <a:off x="0" y="0"/>
                  <a:ext cx="0" cy="816"/>
                  <a:chOff x="0" y="0"/>
                  <a:chExt cx="0" cy="816"/>
                </a:xfrm>
              </p:grpSpPr>
              <p:grpSp>
                <p:nvGrpSpPr>
                  <p:cNvPr id="187802" name="Group 90"/>
                  <p:cNvGrpSpPr/>
                  <p:nvPr/>
                </p:nvGrpSpPr>
                <p:grpSpPr>
                  <a:xfrm>
                    <a:off x="0" y="0"/>
                    <a:ext cx="0" cy="384"/>
                    <a:chOff x="0" y="0"/>
                    <a:chExt cx="0" cy="384"/>
                  </a:xfrm>
                </p:grpSpPr>
                <p:sp>
                  <p:nvSpPr>
                    <p:cNvPr id="187807" name="Line 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8" name="Line 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9" name="Line 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803" name="Group 94"/>
                  <p:cNvGrpSpPr/>
                  <p:nvPr/>
                </p:nvGrpSpPr>
                <p:grpSpPr>
                  <a:xfrm>
                    <a:off x="0" y="432"/>
                    <a:ext cx="0" cy="384"/>
                    <a:chOff x="0" y="0"/>
                    <a:chExt cx="0" cy="384"/>
                  </a:xfrm>
                </p:grpSpPr>
                <p:sp>
                  <p:nvSpPr>
                    <p:cNvPr id="187804" name="Line 9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5" name="Line 9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6" name="Line 9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4" name="Group 98"/>
                <p:cNvGrpSpPr/>
                <p:nvPr/>
              </p:nvGrpSpPr>
              <p:grpSpPr>
                <a:xfrm>
                  <a:off x="0" y="864"/>
                  <a:ext cx="0" cy="816"/>
                  <a:chOff x="0" y="0"/>
                  <a:chExt cx="0" cy="816"/>
                </a:xfrm>
              </p:grpSpPr>
              <p:grpSp>
                <p:nvGrpSpPr>
                  <p:cNvPr id="187794" name="Group 99"/>
                  <p:cNvGrpSpPr/>
                  <p:nvPr/>
                </p:nvGrpSpPr>
                <p:grpSpPr>
                  <a:xfrm>
                    <a:off x="0" y="0"/>
                    <a:ext cx="0" cy="384"/>
                    <a:chOff x="0" y="0"/>
                    <a:chExt cx="0" cy="384"/>
                  </a:xfrm>
                </p:grpSpPr>
                <p:sp>
                  <p:nvSpPr>
                    <p:cNvPr id="187799" name="Line 1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800" name="Line 1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801" name="Line 1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95" name="Group 103"/>
                  <p:cNvGrpSpPr/>
                  <p:nvPr/>
                </p:nvGrpSpPr>
                <p:grpSpPr>
                  <a:xfrm>
                    <a:off x="0" y="432"/>
                    <a:ext cx="0" cy="384"/>
                    <a:chOff x="0" y="0"/>
                    <a:chExt cx="0" cy="384"/>
                  </a:xfrm>
                </p:grpSpPr>
                <p:sp>
                  <p:nvSpPr>
                    <p:cNvPr id="187796" name="Line 10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7" name="Line 10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8" name="Line 10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85" name="Group 107"/>
                <p:cNvGrpSpPr/>
                <p:nvPr/>
              </p:nvGrpSpPr>
              <p:grpSpPr>
                <a:xfrm>
                  <a:off x="0" y="1728"/>
                  <a:ext cx="0" cy="816"/>
                  <a:chOff x="0" y="0"/>
                  <a:chExt cx="0" cy="816"/>
                </a:xfrm>
              </p:grpSpPr>
              <p:grpSp>
                <p:nvGrpSpPr>
                  <p:cNvPr id="187786" name="Group 108"/>
                  <p:cNvGrpSpPr/>
                  <p:nvPr/>
                </p:nvGrpSpPr>
                <p:grpSpPr>
                  <a:xfrm>
                    <a:off x="0" y="0"/>
                    <a:ext cx="0" cy="384"/>
                    <a:chOff x="0" y="0"/>
                    <a:chExt cx="0" cy="384"/>
                  </a:xfrm>
                </p:grpSpPr>
                <p:sp>
                  <p:nvSpPr>
                    <p:cNvPr id="187791" name="Line 10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92" name="Line 11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3" name="Line 11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87" name="Group 112"/>
                  <p:cNvGrpSpPr/>
                  <p:nvPr/>
                </p:nvGrpSpPr>
                <p:grpSpPr>
                  <a:xfrm>
                    <a:off x="0" y="432"/>
                    <a:ext cx="0" cy="384"/>
                    <a:chOff x="0" y="0"/>
                    <a:chExt cx="0" cy="384"/>
                  </a:xfrm>
                </p:grpSpPr>
                <p:sp>
                  <p:nvSpPr>
                    <p:cNvPr id="187788" name="Line 11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9" name="Line 11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90" name="Line 11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7" name="Group 116"/>
              <p:cNvGrpSpPr/>
              <p:nvPr/>
            </p:nvGrpSpPr>
            <p:grpSpPr>
              <a:xfrm>
                <a:off x="1039" y="14"/>
                <a:ext cx="0" cy="2095"/>
                <a:chOff x="0" y="0"/>
                <a:chExt cx="0" cy="2544"/>
              </a:xfrm>
            </p:grpSpPr>
            <p:grpSp>
              <p:nvGrpSpPr>
                <p:cNvPr id="187756" name="Group 117"/>
                <p:cNvGrpSpPr/>
                <p:nvPr/>
              </p:nvGrpSpPr>
              <p:grpSpPr>
                <a:xfrm>
                  <a:off x="0" y="0"/>
                  <a:ext cx="0" cy="816"/>
                  <a:chOff x="0" y="0"/>
                  <a:chExt cx="0" cy="816"/>
                </a:xfrm>
              </p:grpSpPr>
              <p:grpSp>
                <p:nvGrpSpPr>
                  <p:cNvPr id="187775" name="Group 118"/>
                  <p:cNvGrpSpPr/>
                  <p:nvPr/>
                </p:nvGrpSpPr>
                <p:grpSpPr>
                  <a:xfrm>
                    <a:off x="0" y="0"/>
                    <a:ext cx="0" cy="384"/>
                    <a:chOff x="0" y="0"/>
                    <a:chExt cx="0" cy="384"/>
                  </a:xfrm>
                </p:grpSpPr>
                <p:sp>
                  <p:nvSpPr>
                    <p:cNvPr id="187780" name="Line 1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81" name="Line 1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82" name="Line 1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76" name="Group 122"/>
                  <p:cNvGrpSpPr/>
                  <p:nvPr/>
                </p:nvGrpSpPr>
                <p:grpSpPr>
                  <a:xfrm>
                    <a:off x="0" y="432"/>
                    <a:ext cx="0" cy="384"/>
                    <a:chOff x="0" y="0"/>
                    <a:chExt cx="0" cy="384"/>
                  </a:xfrm>
                </p:grpSpPr>
                <p:sp>
                  <p:nvSpPr>
                    <p:cNvPr id="187777" name="Line 12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8" name="Line 12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9" name="Line 12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7" name="Group 126"/>
                <p:cNvGrpSpPr/>
                <p:nvPr/>
              </p:nvGrpSpPr>
              <p:grpSpPr>
                <a:xfrm>
                  <a:off x="0" y="864"/>
                  <a:ext cx="0" cy="816"/>
                  <a:chOff x="0" y="0"/>
                  <a:chExt cx="0" cy="816"/>
                </a:xfrm>
              </p:grpSpPr>
              <p:grpSp>
                <p:nvGrpSpPr>
                  <p:cNvPr id="187767" name="Group 127"/>
                  <p:cNvGrpSpPr/>
                  <p:nvPr/>
                </p:nvGrpSpPr>
                <p:grpSpPr>
                  <a:xfrm>
                    <a:off x="0" y="0"/>
                    <a:ext cx="0" cy="384"/>
                    <a:chOff x="0" y="0"/>
                    <a:chExt cx="0" cy="384"/>
                  </a:xfrm>
                </p:grpSpPr>
                <p:sp>
                  <p:nvSpPr>
                    <p:cNvPr id="187772" name="Line 1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3" name="Line 1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4" name="Line 1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8" name="Group 131"/>
                  <p:cNvGrpSpPr/>
                  <p:nvPr/>
                </p:nvGrpSpPr>
                <p:grpSpPr>
                  <a:xfrm>
                    <a:off x="0" y="432"/>
                    <a:ext cx="0" cy="384"/>
                    <a:chOff x="0" y="0"/>
                    <a:chExt cx="0" cy="384"/>
                  </a:xfrm>
                </p:grpSpPr>
                <p:sp>
                  <p:nvSpPr>
                    <p:cNvPr id="187769" name="Line 13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70" name="Line 13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71" name="Line 13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58" name="Group 135"/>
                <p:cNvGrpSpPr/>
                <p:nvPr/>
              </p:nvGrpSpPr>
              <p:grpSpPr>
                <a:xfrm>
                  <a:off x="0" y="1728"/>
                  <a:ext cx="0" cy="816"/>
                  <a:chOff x="0" y="0"/>
                  <a:chExt cx="0" cy="816"/>
                </a:xfrm>
              </p:grpSpPr>
              <p:grpSp>
                <p:nvGrpSpPr>
                  <p:cNvPr id="187759" name="Group 136"/>
                  <p:cNvGrpSpPr/>
                  <p:nvPr/>
                </p:nvGrpSpPr>
                <p:grpSpPr>
                  <a:xfrm>
                    <a:off x="0" y="0"/>
                    <a:ext cx="0" cy="384"/>
                    <a:chOff x="0" y="0"/>
                    <a:chExt cx="0" cy="384"/>
                  </a:xfrm>
                </p:grpSpPr>
                <p:sp>
                  <p:nvSpPr>
                    <p:cNvPr id="187764" name="Line 13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5" name="Line 13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6" name="Line 13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60" name="Group 140"/>
                  <p:cNvGrpSpPr/>
                  <p:nvPr/>
                </p:nvGrpSpPr>
                <p:grpSpPr>
                  <a:xfrm>
                    <a:off x="0" y="432"/>
                    <a:ext cx="0" cy="384"/>
                    <a:chOff x="0" y="0"/>
                    <a:chExt cx="0" cy="384"/>
                  </a:xfrm>
                </p:grpSpPr>
                <p:sp>
                  <p:nvSpPr>
                    <p:cNvPr id="187761" name="Line 14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62" name="Line 14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63" name="Line 14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8" name="Group 144"/>
              <p:cNvGrpSpPr/>
              <p:nvPr/>
            </p:nvGrpSpPr>
            <p:grpSpPr>
              <a:xfrm>
                <a:off x="696" y="14"/>
                <a:ext cx="0" cy="2095"/>
                <a:chOff x="0" y="0"/>
                <a:chExt cx="0" cy="2544"/>
              </a:xfrm>
            </p:grpSpPr>
            <p:grpSp>
              <p:nvGrpSpPr>
                <p:cNvPr id="187729" name="Group 145"/>
                <p:cNvGrpSpPr/>
                <p:nvPr/>
              </p:nvGrpSpPr>
              <p:grpSpPr>
                <a:xfrm>
                  <a:off x="0" y="0"/>
                  <a:ext cx="0" cy="816"/>
                  <a:chOff x="0" y="0"/>
                  <a:chExt cx="0" cy="816"/>
                </a:xfrm>
              </p:grpSpPr>
              <p:grpSp>
                <p:nvGrpSpPr>
                  <p:cNvPr id="187748" name="Group 146"/>
                  <p:cNvGrpSpPr/>
                  <p:nvPr/>
                </p:nvGrpSpPr>
                <p:grpSpPr>
                  <a:xfrm>
                    <a:off x="0" y="0"/>
                    <a:ext cx="0" cy="384"/>
                    <a:chOff x="0" y="0"/>
                    <a:chExt cx="0" cy="384"/>
                  </a:xfrm>
                </p:grpSpPr>
                <p:sp>
                  <p:nvSpPr>
                    <p:cNvPr id="187753" name="Line 1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4" name="Line 1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5" name="Line 1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9" name="Group 150"/>
                  <p:cNvGrpSpPr/>
                  <p:nvPr/>
                </p:nvGrpSpPr>
                <p:grpSpPr>
                  <a:xfrm>
                    <a:off x="0" y="432"/>
                    <a:ext cx="0" cy="384"/>
                    <a:chOff x="0" y="0"/>
                    <a:chExt cx="0" cy="384"/>
                  </a:xfrm>
                </p:grpSpPr>
                <p:sp>
                  <p:nvSpPr>
                    <p:cNvPr id="187750" name="Line 15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51" name="Line 15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52" name="Line 15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0" name="Group 154"/>
                <p:cNvGrpSpPr/>
                <p:nvPr/>
              </p:nvGrpSpPr>
              <p:grpSpPr>
                <a:xfrm>
                  <a:off x="0" y="864"/>
                  <a:ext cx="0" cy="816"/>
                  <a:chOff x="0" y="0"/>
                  <a:chExt cx="0" cy="816"/>
                </a:xfrm>
              </p:grpSpPr>
              <p:grpSp>
                <p:nvGrpSpPr>
                  <p:cNvPr id="187740" name="Group 155"/>
                  <p:cNvGrpSpPr/>
                  <p:nvPr/>
                </p:nvGrpSpPr>
                <p:grpSpPr>
                  <a:xfrm>
                    <a:off x="0" y="0"/>
                    <a:ext cx="0" cy="384"/>
                    <a:chOff x="0" y="0"/>
                    <a:chExt cx="0" cy="384"/>
                  </a:xfrm>
                </p:grpSpPr>
                <p:sp>
                  <p:nvSpPr>
                    <p:cNvPr id="187745" name="Line 1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6" name="Line 1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7" name="Line 1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41" name="Group 159"/>
                  <p:cNvGrpSpPr/>
                  <p:nvPr/>
                </p:nvGrpSpPr>
                <p:grpSpPr>
                  <a:xfrm>
                    <a:off x="0" y="432"/>
                    <a:ext cx="0" cy="384"/>
                    <a:chOff x="0" y="0"/>
                    <a:chExt cx="0" cy="384"/>
                  </a:xfrm>
                </p:grpSpPr>
                <p:sp>
                  <p:nvSpPr>
                    <p:cNvPr id="187742" name="Line 16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43" name="Line 16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44" name="Line 16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31" name="Group 163"/>
                <p:cNvGrpSpPr/>
                <p:nvPr/>
              </p:nvGrpSpPr>
              <p:grpSpPr>
                <a:xfrm>
                  <a:off x="0" y="1728"/>
                  <a:ext cx="0" cy="816"/>
                  <a:chOff x="0" y="0"/>
                  <a:chExt cx="0" cy="816"/>
                </a:xfrm>
              </p:grpSpPr>
              <p:grpSp>
                <p:nvGrpSpPr>
                  <p:cNvPr id="187732" name="Group 164"/>
                  <p:cNvGrpSpPr/>
                  <p:nvPr/>
                </p:nvGrpSpPr>
                <p:grpSpPr>
                  <a:xfrm>
                    <a:off x="0" y="0"/>
                    <a:ext cx="0" cy="384"/>
                    <a:chOff x="0" y="0"/>
                    <a:chExt cx="0" cy="384"/>
                  </a:xfrm>
                </p:grpSpPr>
                <p:sp>
                  <p:nvSpPr>
                    <p:cNvPr id="187737" name="Line 16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8" name="Line 16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9" name="Line 16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33" name="Group 168"/>
                  <p:cNvGrpSpPr/>
                  <p:nvPr/>
                </p:nvGrpSpPr>
                <p:grpSpPr>
                  <a:xfrm>
                    <a:off x="0" y="432"/>
                    <a:ext cx="0" cy="384"/>
                    <a:chOff x="0" y="0"/>
                    <a:chExt cx="0" cy="384"/>
                  </a:xfrm>
                </p:grpSpPr>
                <p:sp>
                  <p:nvSpPr>
                    <p:cNvPr id="187734" name="Line 16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35" name="Line 17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36" name="Line 17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49" name="Group 172"/>
              <p:cNvGrpSpPr/>
              <p:nvPr/>
            </p:nvGrpSpPr>
            <p:grpSpPr>
              <a:xfrm>
                <a:off x="348" y="14"/>
                <a:ext cx="0" cy="2095"/>
                <a:chOff x="0" y="0"/>
                <a:chExt cx="0" cy="2544"/>
              </a:xfrm>
            </p:grpSpPr>
            <p:grpSp>
              <p:nvGrpSpPr>
                <p:cNvPr id="187702" name="Group 173"/>
                <p:cNvGrpSpPr/>
                <p:nvPr/>
              </p:nvGrpSpPr>
              <p:grpSpPr>
                <a:xfrm>
                  <a:off x="0" y="0"/>
                  <a:ext cx="0" cy="816"/>
                  <a:chOff x="0" y="0"/>
                  <a:chExt cx="0" cy="816"/>
                </a:xfrm>
              </p:grpSpPr>
              <p:grpSp>
                <p:nvGrpSpPr>
                  <p:cNvPr id="187721" name="Group 174"/>
                  <p:cNvGrpSpPr/>
                  <p:nvPr/>
                </p:nvGrpSpPr>
                <p:grpSpPr>
                  <a:xfrm>
                    <a:off x="0" y="0"/>
                    <a:ext cx="0" cy="384"/>
                    <a:chOff x="0" y="0"/>
                    <a:chExt cx="0" cy="384"/>
                  </a:xfrm>
                </p:grpSpPr>
                <p:sp>
                  <p:nvSpPr>
                    <p:cNvPr id="187726" name="Line 1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7" name="Line 1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8" name="Line 1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22" name="Group 178"/>
                  <p:cNvGrpSpPr/>
                  <p:nvPr/>
                </p:nvGrpSpPr>
                <p:grpSpPr>
                  <a:xfrm>
                    <a:off x="0" y="432"/>
                    <a:ext cx="0" cy="384"/>
                    <a:chOff x="0" y="0"/>
                    <a:chExt cx="0" cy="384"/>
                  </a:xfrm>
                </p:grpSpPr>
                <p:sp>
                  <p:nvSpPr>
                    <p:cNvPr id="187723" name="Line 17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24" name="Line 18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5" name="Line 18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3" name="Group 182"/>
                <p:cNvGrpSpPr/>
                <p:nvPr/>
              </p:nvGrpSpPr>
              <p:grpSpPr>
                <a:xfrm>
                  <a:off x="0" y="864"/>
                  <a:ext cx="0" cy="816"/>
                  <a:chOff x="0" y="0"/>
                  <a:chExt cx="0" cy="816"/>
                </a:xfrm>
              </p:grpSpPr>
              <p:grpSp>
                <p:nvGrpSpPr>
                  <p:cNvPr id="187713" name="Group 183"/>
                  <p:cNvGrpSpPr/>
                  <p:nvPr/>
                </p:nvGrpSpPr>
                <p:grpSpPr>
                  <a:xfrm>
                    <a:off x="0" y="0"/>
                    <a:ext cx="0" cy="384"/>
                    <a:chOff x="0" y="0"/>
                    <a:chExt cx="0" cy="384"/>
                  </a:xfrm>
                </p:grpSpPr>
                <p:sp>
                  <p:nvSpPr>
                    <p:cNvPr id="187718" name="Line 1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9" name="Line 1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20" name="Line 1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14" name="Group 187"/>
                  <p:cNvGrpSpPr/>
                  <p:nvPr/>
                </p:nvGrpSpPr>
                <p:grpSpPr>
                  <a:xfrm>
                    <a:off x="0" y="432"/>
                    <a:ext cx="0" cy="384"/>
                    <a:chOff x="0" y="0"/>
                    <a:chExt cx="0" cy="384"/>
                  </a:xfrm>
                </p:grpSpPr>
                <p:sp>
                  <p:nvSpPr>
                    <p:cNvPr id="187715" name="Line 18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6" name="Line 18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7" name="Line 19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704" name="Group 191"/>
                <p:cNvGrpSpPr/>
                <p:nvPr/>
              </p:nvGrpSpPr>
              <p:grpSpPr>
                <a:xfrm>
                  <a:off x="0" y="1728"/>
                  <a:ext cx="0" cy="816"/>
                  <a:chOff x="0" y="0"/>
                  <a:chExt cx="0" cy="816"/>
                </a:xfrm>
              </p:grpSpPr>
              <p:grpSp>
                <p:nvGrpSpPr>
                  <p:cNvPr id="187705" name="Group 192"/>
                  <p:cNvGrpSpPr/>
                  <p:nvPr/>
                </p:nvGrpSpPr>
                <p:grpSpPr>
                  <a:xfrm>
                    <a:off x="0" y="0"/>
                    <a:ext cx="0" cy="384"/>
                    <a:chOff x="0" y="0"/>
                    <a:chExt cx="0" cy="384"/>
                  </a:xfrm>
                </p:grpSpPr>
                <p:sp>
                  <p:nvSpPr>
                    <p:cNvPr id="187710" name="Line 19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11" name="Line 19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12" name="Line 19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706" name="Group 196"/>
                  <p:cNvGrpSpPr/>
                  <p:nvPr/>
                </p:nvGrpSpPr>
                <p:grpSpPr>
                  <a:xfrm>
                    <a:off x="0" y="432"/>
                    <a:ext cx="0" cy="384"/>
                    <a:chOff x="0" y="0"/>
                    <a:chExt cx="0" cy="384"/>
                  </a:xfrm>
                </p:grpSpPr>
                <p:sp>
                  <p:nvSpPr>
                    <p:cNvPr id="187707" name="Line 19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8" name="Line 19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9" name="Line 19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0" name="Group 200"/>
              <p:cNvGrpSpPr/>
              <p:nvPr/>
            </p:nvGrpSpPr>
            <p:grpSpPr>
              <a:xfrm>
                <a:off x="0" y="14"/>
                <a:ext cx="0" cy="2095"/>
                <a:chOff x="0" y="0"/>
                <a:chExt cx="0" cy="2544"/>
              </a:xfrm>
            </p:grpSpPr>
            <p:grpSp>
              <p:nvGrpSpPr>
                <p:cNvPr id="187675" name="Group 201"/>
                <p:cNvGrpSpPr/>
                <p:nvPr/>
              </p:nvGrpSpPr>
              <p:grpSpPr>
                <a:xfrm>
                  <a:off x="0" y="0"/>
                  <a:ext cx="0" cy="816"/>
                  <a:chOff x="0" y="0"/>
                  <a:chExt cx="0" cy="816"/>
                </a:xfrm>
              </p:grpSpPr>
              <p:grpSp>
                <p:nvGrpSpPr>
                  <p:cNvPr id="187694" name="Group 202"/>
                  <p:cNvGrpSpPr/>
                  <p:nvPr/>
                </p:nvGrpSpPr>
                <p:grpSpPr>
                  <a:xfrm>
                    <a:off x="0" y="0"/>
                    <a:ext cx="0" cy="384"/>
                    <a:chOff x="0" y="0"/>
                    <a:chExt cx="0" cy="384"/>
                  </a:xfrm>
                </p:grpSpPr>
                <p:sp>
                  <p:nvSpPr>
                    <p:cNvPr id="187699" name="Line 2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700" name="Line 2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701" name="Line 2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95" name="Group 206"/>
                  <p:cNvGrpSpPr/>
                  <p:nvPr/>
                </p:nvGrpSpPr>
                <p:grpSpPr>
                  <a:xfrm>
                    <a:off x="0" y="432"/>
                    <a:ext cx="0" cy="384"/>
                    <a:chOff x="0" y="0"/>
                    <a:chExt cx="0" cy="384"/>
                  </a:xfrm>
                </p:grpSpPr>
                <p:sp>
                  <p:nvSpPr>
                    <p:cNvPr id="187696" name="Line 20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7" name="Line 20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8" name="Line 20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6" name="Group 210"/>
                <p:cNvGrpSpPr/>
                <p:nvPr/>
              </p:nvGrpSpPr>
              <p:grpSpPr>
                <a:xfrm>
                  <a:off x="0" y="864"/>
                  <a:ext cx="0" cy="816"/>
                  <a:chOff x="0" y="0"/>
                  <a:chExt cx="0" cy="816"/>
                </a:xfrm>
              </p:grpSpPr>
              <p:grpSp>
                <p:nvGrpSpPr>
                  <p:cNvPr id="187686" name="Group 211"/>
                  <p:cNvGrpSpPr/>
                  <p:nvPr/>
                </p:nvGrpSpPr>
                <p:grpSpPr>
                  <a:xfrm>
                    <a:off x="0" y="0"/>
                    <a:ext cx="0" cy="384"/>
                    <a:chOff x="0" y="0"/>
                    <a:chExt cx="0" cy="384"/>
                  </a:xfrm>
                </p:grpSpPr>
                <p:sp>
                  <p:nvSpPr>
                    <p:cNvPr id="187691" name="Line 2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92" name="Line 2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3" name="Line 2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87" name="Group 215"/>
                  <p:cNvGrpSpPr/>
                  <p:nvPr/>
                </p:nvGrpSpPr>
                <p:grpSpPr>
                  <a:xfrm>
                    <a:off x="0" y="432"/>
                    <a:ext cx="0" cy="384"/>
                    <a:chOff x="0" y="0"/>
                    <a:chExt cx="0" cy="384"/>
                  </a:xfrm>
                </p:grpSpPr>
                <p:sp>
                  <p:nvSpPr>
                    <p:cNvPr id="187688" name="Line 21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9" name="Line 21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90" name="Line 21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77" name="Group 219"/>
                <p:cNvGrpSpPr/>
                <p:nvPr/>
              </p:nvGrpSpPr>
              <p:grpSpPr>
                <a:xfrm>
                  <a:off x="0" y="1728"/>
                  <a:ext cx="0" cy="816"/>
                  <a:chOff x="0" y="0"/>
                  <a:chExt cx="0" cy="816"/>
                </a:xfrm>
              </p:grpSpPr>
              <p:grpSp>
                <p:nvGrpSpPr>
                  <p:cNvPr id="187678" name="Group 220"/>
                  <p:cNvGrpSpPr/>
                  <p:nvPr/>
                </p:nvGrpSpPr>
                <p:grpSpPr>
                  <a:xfrm>
                    <a:off x="0" y="0"/>
                    <a:ext cx="0" cy="384"/>
                    <a:chOff x="0" y="0"/>
                    <a:chExt cx="0" cy="384"/>
                  </a:xfrm>
                </p:grpSpPr>
                <p:sp>
                  <p:nvSpPr>
                    <p:cNvPr id="187683" name="Line 22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4" name="Line 22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5" name="Line 22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79" name="Group 224"/>
                  <p:cNvGrpSpPr/>
                  <p:nvPr/>
                </p:nvGrpSpPr>
                <p:grpSpPr>
                  <a:xfrm>
                    <a:off x="0" y="432"/>
                    <a:ext cx="0" cy="384"/>
                    <a:chOff x="0" y="0"/>
                    <a:chExt cx="0" cy="384"/>
                  </a:xfrm>
                </p:grpSpPr>
                <p:sp>
                  <p:nvSpPr>
                    <p:cNvPr id="187680" name="Line 22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81" name="Line 22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82" name="Line 22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1" name="Group 228"/>
              <p:cNvGrpSpPr/>
              <p:nvPr/>
            </p:nvGrpSpPr>
            <p:grpSpPr>
              <a:xfrm>
                <a:off x="1733" y="14"/>
                <a:ext cx="0" cy="2095"/>
                <a:chOff x="0" y="0"/>
                <a:chExt cx="0" cy="2544"/>
              </a:xfrm>
            </p:grpSpPr>
            <p:grpSp>
              <p:nvGrpSpPr>
                <p:cNvPr id="187648" name="Group 229"/>
                <p:cNvGrpSpPr/>
                <p:nvPr/>
              </p:nvGrpSpPr>
              <p:grpSpPr>
                <a:xfrm>
                  <a:off x="0" y="0"/>
                  <a:ext cx="0" cy="816"/>
                  <a:chOff x="0" y="0"/>
                  <a:chExt cx="0" cy="816"/>
                </a:xfrm>
              </p:grpSpPr>
              <p:grpSp>
                <p:nvGrpSpPr>
                  <p:cNvPr id="187667" name="Group 230"/>
                  <p:cNvGrpSpPr/>
                  <p:nvPr/>
                </p:nvGrpSpPr>
                <p:grpSpPr>
                  <a:xfrm>
                    <a:off x="0" y="0"/>
                    <a:ext cx="0" cy="384"/>
                    <a:chOff x="0" y="0"/>
                    <a:chExt cx="0" cy="384"/>
                  </a:xfrm>
                </p:grpSpPr>
                <p:sp>
                  <p:nvSpPr>
                    <p:cNvPr id="187672" name="Line 2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3" name="Line 2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4" name="Line 2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8" name="Group 234"/>
                  <p:cNvGrpSpPr/>
                  <p:nvPr/>
                </p:nvGrpSpPr>
                <p:grpSpPr>
                  <a:xfrm>
                    <a:off x="0" y="432"/>
                    <a:ext cx="0" cy="384"/>
                    <a:chOff x="0" y="0"/>
                    <a:chExt cx="0" cy="384"/>
                  </a:xfrm>
                </p:grpSpPr>
                <p:sp>
                  <p:nvSpPr>
                    <p:cNvPr id="187669" name="Line 23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70" name="Line 23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71" name="Line 23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49" name="Group 238"/>
                <p:cNvGrpSpPr/>
                <p:nvPr/>
              </p:nvGrpSpPr>
              <p:grpSpPr>
                <a:xfrm>
                  <a:off x="0" y="864"/>
                  <a:ext cx="0" cy="816"/>
                  <a:chOff x="0" y="0"/>
                  <a:chExt cx="0" cy="816"/>
                </a:xfrm>
              </p:grpSpPr>
              <p:grpSp>
                <p:nvGrpSpPr>
                  <p:cNvPr id="187659" name="Group 239"/>
                  <p:cNvGrpSpPr/>
                  <p:nvPr/>
                </p:nvGrpSpPr>
                <p:grpSpPr>
                  <a:xfrm>
                    <a:off x="0" y="0"/>
                    <a:ext cx="0" cy="384"/>
                    <a:chOff x="0" y="0"/>
                    <a:chExt cx="0" cy="384"/>
                  </a:xfrm>
                </p:grpSpPr>
                <p:sp>
                  <p:nvSpPr>
                    <p:cNvPr id="187664" name="Line 2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5" name="Line 2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6" name="Line 2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60" name="Group 243"/>
                  <p:cNvGrpSpPr/>
                  <p:nvPr/>
                </p:nvGrpSpPr>
                <p:grpSpPr>
                  <a:xfrm>
                    <a:off x="0" y="432"/>
                    <a:ext cx="0" cy="384"/>
                    <a:chOff x="0" y="0"/>
                    <a:chExt cx="0" cy="384"/>
                  </a:xfrm>
                </p:grpSpPr>
                <p:sp>
                  <p:nvSpPr>
                    <p:cNvPr id="187661" name="Line 24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62" name="Line 24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63" name="Line 24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50" name="Group 247"/>
                <p:cNvGrpSpPr/>
                <p:nvPr/>
              </p:nvGrpSpPr>
              <p:grpSpPr>
                <a:xfrm>
                  <a:off x="0" y="1728"/>
                  <a:ext cx="0" cy="816"/>
                  <a:chOff x="0" y="0"/>
                  <a:chExt cx="0" cy="816"/>
                </a:xfrm>
              </p:grpSpPr>
              <p:grpSp>
                <p:nvGrpSpPr>
                  <p:cNvPr id="187651" name="Group 248"/>
                  <p:cNvGrpSpPr/>
                  <p:nvPr/>
                </p:nvGrpSpPr>
                <p:grpSpPr>
                  <a:xfrm>
                    <a:off x="0" y="0"/>
                    <a:ext cx="0" cy="384"/>
                    <a:chOff x="0" y="0"/>
                    <a:chExt cx="0" cy="384"/>
                  </a:xfrm>
                </p:grpSpPr>
                <p:sp>
                  <p:nvSpPr>
                    <p:cNvPr id="187656" name="Line 24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7" name="Line 25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8" name="Line 25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52" name="Group 252"/>
                  <p:cNvGrpSpPr/>
                  <p:nvPr/>
                </p:nvGrpSpPr>
                <p:grpSpPr>
                  <a:xfrm>
                    <a:off x="0" y="432"/>
                    <a:ext cx="0" cy="384"/>
                    <a:chOff x="0" y="0"/>
                    <a:chExt cx="0" cy="384"/>
                  </a:xfrm>
                </p:grpSpPr>
                <p:sp>
                  <p:nvSpPr>
                    <p:cNvPr id="187653" name="Line 25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54" name="Line 25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55" name="Line 25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2" name="Group 347"/>
              <p:cNvGrpSpPr/>
              <p:nvPr/>
            </p:nvGrpSpPr>
            <p:grpSpPr>
              <a:xfrm>
                <a:off x="188" y="14"/>
                <a:ext cx="0" cy="2095"/>
                <a:chOff x="0" y="0"/>
                <a:chExt cx="0" cy="2544"/>
              </a:xfrm>
            </p:grpSpPr>
            <p:grpSp>
              <p:nvGrpSpPr>
                <p:cNvPr id="187621" name="Group 348"/>
                <p:cNvGrpSpPr/>
                <p:nvPr/>
              </p:nvGrpSpPr>
              <p:grpSpPr>
                <a:xfrm>
                  <a:off x="0" y="0"/>
                  <a:ext cx="0" cy="816"/>
                  <a:chOff x="0" y="0"/>
                  <a:chExt cx="0" cy="816"/>
                </a:xfrm>
              </p:grpSpPr>
              <p:grpSp>
                <p:nvGrpSpPr>
                  <p:cNvPr id="187640" name="Group 349"/>
                  <p:cNvGrpSpPr/>
                  <p:nvPr/>
                </p:nvGrpSpPr>
                <p:grpSpPr>
                  <a:xfrm>
                    <a:off x="0" y="0"/>
                    <a:ext cx="0" cy="384"/>
                    <a:chOff x="0" y="0"/>
                    <a:chExt cx="0" cy="384"/>
                  </a:xfrm>
                </p:grpSpPr>
                <p:sp>
                  <p:nvSpPr>
                    <p:cNvPr id="187645" name="Line 35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6" name="Line 35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7" name="Line 35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41" name="Group 353"/>
                  <p:cNvGrpSpPr/>
                  <p:nvPr/>
                </p:nvGrpSpPr>
                <p:grpSpPr>
                  <a:xfrm>
                    <a:off x="0" y="432"/>
                    <a:ext cx="0" cy="384"/>
                    <a:chOff x="0" y="0"/>
                    <a:chExt cx="0" cy="384"/>
                  </a:xfrm>
                </p:grpSpPr>
                <p:sp>
                  <p:nvSpPr>
                    <p:cNvPr id="187642" name="Line 35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43" name="Line 35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44" name="Line 35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2" name="Group 357"/>
                <p:cNvGrpSpPr/>
                <p:nvPr/>
              </p:nvGrpSpPr>
              <p:grpSpPr>
                <a:xfrm>
                  <a:off x="0" y="864"/>
                  <a:ext cx="0" cy="816"/>
                  <a:chOff x="0" y="0"/>
                  <a:chExt cx="0" cy="816"/>
                </a:xfrm>
              </p:grpSpPr>
              <p:grpSp>
                <p:nvGrpSpPr>
                  <p:cNvPr id="187632" name="Group 358"/>
                  <p:cNvGrpSpPr/>
                  <p:nvPr/>
                </p:nvGrpSpPr>
                <p:grpSpPr>
                  <a:xfrm>
                    <a:off x="0" y="0"/>
                    <a:ext cx="0" cy="384"/>
                    <a:chOff x="0" y="0"/>
                    <a:chExt cx="0" cy="384"/>
                  </a:xfrm>
                </p:grpSpPr>
                <p:sp>
                  <p:nvSpPr>
                    <p:cNvPr id="187637" name="Line 35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8" name="Line 36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9" name="Line 36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33" name="Group 362"/>
                  <p:cNvGrpSpPr/>
                  <p:nvPr/>
                </p:nvGrpSpPr>
                <p:grpSpPr>
                  <a:xfrm>
                    <a:off x="0" y="432"/>
                    <a:ext cx="0" cy="384"/>
                    <a:chOff x="0" y="0"/>
                    <a:chExt cx="0" cy="384"/>
                  </a:xfrm>
                </p:grpSpPr>
                <p:sp>
                  <p:nvSpPr>
                    <p:cNvPr id="187634" name="Line 36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5" name="Line 36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6" name="Line 36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623" name="Group 366"/>
                <p:cNvGrpSpPr/>
                <p:nvPr/>
              </p:nvGrpSpPr>
              <p:grpSpPr>
                <a:xfrm>
                  <a:off x="0" y="1728"/>
                  <a:ext cx="0" cy="816"/>
                  <a:chOff x="0" y="0"/>
                  <a:chExt cx="0" cy="816"/>
                </a:xfrm>
              </p:grpSpPr>
              <p:grpSp>
                <p:nvGrpSpPr>
                  <p:cNvPr id="187624" name="Group 367"/>
                  <p:cNvGrpSpPr/>
                  <p:nvPr/>
                </p:nvGrpSpPr>
                <p:grpSpPr>
                  <a:xfrm>
                    <a:off x="0" y="0"/>
                    <a:ext cx="0" cy="384"/>
                    <a:chOff x="0" y="0"/>
                    <a:chExt cx="0" cy="384"/>
                  </a:xfrm>
                </p:grpSpPr>
                <p:sp>
                  <p:nvSpPr>
                    <p:cNvPr id="187629" name="Line 36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30" name="Line 36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31" name="Line 37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25" name="Group 371"/>
                  <p:cNvGrpSpPr/>
                  <p:nvPr/>
                </p:nvGrpSpPr>
                <p:grpSpPr>
                  <a:xfrm>
                    <a:off x="0" y="432"/>
                    <a:ext cx="0" cy="384"/>
                    <a:chOff x="0" y="0"/>
                    <a:chExt cx="0" cy="384"/>
                  </a:xfrm>
                </p:grpSpPr>
                <p:sp>
                  <p:nvSpPr>
                    <p:cNvPr id="187626" name="Line 37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27" name="Line 37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8" name="Line 37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3" name="Group 375"/>
              <p:cNvGrpSpPr/>
              <p:nvPr/>
            </p:nvGrpSpPr>
            <p:grpSpPr>
              <a:xfrm>
                <a:off x="524" y="14"/>
                <a:ext cx="0" cy="2095"/>
                <a:chOff x="0" y="0"/>
                <a:chExt cx="0" cy="2544"/>
              </a:xfrm>
            </p:grpSpPr>
            <p:grpSp>
              <p:nvGrpSpPr>
                <p:cNvPr id="187594" name="Group 376"/>
                <p:cNvGrpSpPr/>
                <p:nvPr/>
              </p:nvGrpSpPr>
              <p:grpSpPr>
                <a:xfrm>
                  <a:off x="0" y="0"/>
                  <a:ext cx="0" cy="816"/>
                  <a:chOff x="0" y="0"/>
                  <a:chExt cx="0" cy="816"/>
                </a:xfrm>
              </p:grpSpPr>
              <p:grpSp>
                <p:nvGrpSpPr>
                  <p:cNvPr id="187613" name="Group 377"/>
                  <p:cNvGrpSpPr/>
                  <p:nvPr/>
                </p:nvGrpSpPr>
                <p:grpSpPr>
                  <a:xfrm>
                    <a:off x="0" y="0"/>
                    <a:ext cx="0" cy="384"/>
                    <a:chOff x="0" y="0"/>
                    <a:chExt cx="0" cy="384"/>
                  </a:xfrm>
                </p:grpSpPr>
                <p:sp>
                  <p:nvSpPr>
                    <p:cNvPr id="187618" name="Line 37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9" name="Line 37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20" name="Line 38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14" name="Group 381"/>
                  <p:cNvGrpSpPr/>
                  <p:nvPr/>
                </p:nvGrpSpPr>
                <p:grpSpPr>
                  <a:xfrm>
                    <a:off x="0" y="432"/>
                    <a:ext cx="0" cy="384"/>
                    <a:chOff x="0" y="0"/>
                    <a:chExt cx="0" cy="384"/>
                  </a:xfrm>
                </p:grpSpPr>
                <p:sp>
                  <p:nvSpPr>
                    <p:cNvPr id="187615" name="Line 38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6" name="Line 38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7" name="Line 38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5" name="Group 385"/>
                <p:cNvGrpSpPr/>
                <p:nvPr/>
              </p:nvGrpSpPr>
              <p:grpSpPr>
                <a:xfrm>
                  <a:off x="0" y="864"/>
                  <a:ext cx="0" cy="816"/>
                  <a:chOff x="0" y="0"/>
                  <a:chExt cx="0" cy="816"/>
                </a:xfrm>
              </p:grpSpPr>
              <p:grpSp>
                <p:nvGrpSpPr>
                  <p:cNvPr id="187605" name="Group 386"/>
                  <p:cNvGrpSpPr/>
                  <p:nvPr/>
                </p:nvGrpSpPr>
                <p:grpSpPr>
                  <a:xfrm>
                    <a:off x="0" y="0"/>
                    <a:ext cx="0" cy="384"/>
                    <a:chOff x="0" y="0"/>
                    <a:chExt cx="0" cy="384"/>
                  </a:xfrm>
                </p:grpSpPr>
                <p:sp>
                  <p:nvSpPr>
                    <p:cNvPr id="187610" name="Line 38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11" name="Line 38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12" name="Line 38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606" name="Group 390"/>
                  <p:cNvGrpSpPr/>
                  <p:nvPr/>
                </p:nvGrpSpPr>
                <p:grpSpPr>
                  <a:xfrm>
                    <a:off x="0" y="432"/>
                    <a:ext cx="0" cy="384"/>
                    <a:chOff x="0" y="0"/>
                    <a:chExt cx="0" cy="384"/>
                  </a:xfrm>
                </p:grpSpPr>
                <p:sp>
                  <p:nvSpPr>
                    <p:cNvPr id="187607" name="Line 39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8" name="Line 39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9" name="Line 39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96" name="Group 394"/>
                <p:cNvGrpSpPr/>
                <p:nvPr/>
              </p:nvGrpSpPr>
              <p:grpSpPr>
                <a:xfrm>
                  <a:off x="0" y="1728"/>
                  <a:ext cx="0" cy="816"/>
                  <a:chOff x="0" y="0"/>
                  <a:chExt cx="0" cy="816"/>
                </a:xfrm>
              </p:grpSpPr>
              <p:grpSp>
                <p:nvGrpSpPr>
                  <p:cNvPr id="187597" name="Group 395"/>
                  <p:cNvGrpSpPr/>
                  <p:nvPr/>
                </p:nvGrpSpPr>
                <p:grpSpPr>
                  <a:xfrm>
                    <a:off x="0" y="0"/>
                    <a:ext cx="0" cy="384"/>
                    <a:chOff x="0" y="0"/>
                    <a:chExt cx="0" cy="384"/>
                  </a:xfrm>
                </p:grpSpPr>
                <p:sp>
                  <p:nvSpPr>
                    <p:cNvPr id="187602" name="Line 39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3" name="Line 39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4" name="Line 39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98" name="Group 399"/>
                  <p:cNvGrpSpPr/>
                  <p:nvPr/>
                </p:nvGrpSpPr>
                <p:grpSpPr>
                  <a:xfrm>
                    <a:off x="0" y="432"/>
                    <a:ext cx="0" cy="384"/>
                    <a:chOff x="0" y="0"/>
                    <a:chExt cx="0" cy="384"/>
                  </a:xfrm>
                </p:grpSpPr>
                <p:sp>
                  <p:nvSpPr>
                    <p:cNvPr id="187599" name="Line 40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600" name="Line 40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601" name="Line 40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4" name="Group 403"/>
              <p:cNvGrpSpPr/>
              <p:nvPr/>
            </p:nvGrpSpPr>
            <p:grpSpPr>
              <a:xfrm>
                <a:off x="870" y="14"/>
                <a:ext cx="0" cy="2095"/>
                <a:chOff x="0" y="0"/>
                <a:chExt cx="0" cy="2544"/>
              </a:xfrm>
            </p:grpSpPr>
            <p:grpSp>
              <p:nvGrpSpPr>
                <p:cNvPr id="187567" name="Group 404"/>
                <p:cNvGrpSpPr/>
                <p:nvPr/>
              </p:nvGrpSpPr>
              <p:grpSpPr>
                <a:xfrm>
                  <a:off x="0" y="0"/>
                  <a:ext cx="0" cy="816"/>
                  <a:chOff x="0" y="0"/>
                  <a:chExt cx="0" cy="816"/>
                </a:xfrm>
              </p:grpSpPr>
              <p:grpSp>
                <p:nvGrpSpPr>
                  <p:cNvPr id="187586" name="Group 405"/>
                  <p:cNvGrpSpPr/>
                  <p:nvPr/>
                </p:nvGrpSpPr>
                <p:grpSpPr>
                  <a:xfrm>
                    <a:off x="0" y="0"/>
                    <a:ext cx="0" cy="384"/>
                    <a:chOff x="0" y="0"/>
                    <a:chExt cx="0" cy="384"/>
                  </a:xfrm>
                </p:grpSpPr>
                <p:sp>
                  <p:nvSpPr>
                    <p:cNvPr id="187591" name="Line 40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92" name="Line 40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3" name="Line 40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87" name="Group 409"/>
                  <p:cNvGrpSpPr/>
                  <p:nvPr/>
                </p:nvGrpSpPr>
                <p:grpSpPr>
                  <a:xfrm>
                    <a:off x="0" y="432"/>
                    <a:ext cx="0" cy="384"/>
                    <a:chOff x="0" y="0"/>
                    <a:chExt cx="0" cy="384"/>
                  </a:xfrm>
                </p:grpSpPr>
                <p:sp>
                  <p:nvSpPr>
                    <p:cNvPr id="187588" name="Line 41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9" name="Line 41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90" name="Line 41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8" name="Group 413"/>
                <p:cNvGrpSpPr/>
                <p:nvPr/>
              </p:nvGrpSpPr>
              <p:grpSpPr>
                <a:xfrm>
                  <a:off x="0" y="864"/>
                  <a:ext cx="0" cy="816"/>
                  <a:chOff x="0" y="0"/>
                  <a:chExt cx="0" cy="816"/>
                </a:xfrm>
              </p:grpSpPr>
              <p:grpSp>
                <p:nvGrpSpPr>
                  <p:cNvPr id="187578" name="Group 414"/>
                  <p:cNvGrpSpPr/>
                  <p:nvPr/>
                </p:nvGrpSpPr>
                <p:grpSpPr>
                  <a:xfrm>
                    <a:off x="0" y="0"/>
                    <a:ext cx="0" cy="384"/>
                    <a:chOff x="0" y="0"/>
                    <a:chExt cx="0" cy="384"/>
                  </a:xfrm>
                </p:grpSpPr>
                <p:sp>
                  <p:nvSpPr>
                    <p:cNvPr id="187583" name="Line 41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4" name="Line 41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5" name="Line 41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9" name="Group 418"/>
                  <p:cNvGrpSpPr/>
                  <p:nvPr/>
                </p:nvGrpSpPr>
                <p:grpSpPr>
                  <a:xfrm>
                    <a:off x="0" y="432"/>
                    <a:ext cx="0" cy="384"/>
                    <a:chOff x="0" y="0"/>
                    <a:chExt cx="0" cy="384"/>
                  </a:xfrm>
                </p:grpSpPr>
                <p:sp>
                  <p:nvSpPr>
                    <p:cNvPr id="187580" name="Line 41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81" name="Line 42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82" name="Line 42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69" name="Group 422"/>
                <p:cNvGrpSpPr/>
                <p:nvPr/>
              </p:nvGrpSpPr>
              <p:grpSpPr>
                <a:xfrm>
                  <a:off x="0" y="1728"/>
                  <a:ext cx="0" cy="816"/>
                  <a:chOff x="0" y="0"/>
                  <a:chExt cx="0" cy="816"/>
                </a:xfrm>
              </p:grpSpPr>
              <p:grpSp>
                <p:nvGrpSpPr>
                  <p:cNvPr id="187570" name="Group 423"/>
                  <p:cNvGrpSpPr/>
                  <p:nvPr/>
                </p:nvGrpSpPr>
                <p:grpSpPr>
                  <a:xfrm>
                    <a:off x="0" y="0"/>
                    <a:ext cx="0" cy="384"/>
                    <a:chOff x="0" y="0"/>
                    <a:chExt cx="0" cy="384"/>
                  </a:xfrm>
                </p:grpSpPr>
                <p:sp>
                  <p:nvSpPr>
                    <p:cNvPr id="187575" name="Line 42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6" name="Line 42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7" name="Line 42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71" name="Group 427"/>
                  <p:cNvGrpSpPr/>
                  <p:nvPr/>
                </p:nvGrpSpPr>
                <p:grpSpPr>
                  <a:xfrm>
                    <a:off x="0" y="432"/>
                    <a:ext cx="0" cy="384"/>
                    <a:chOff x="0" y="0"/>
                    <a:chExt cx="0" cy="384"/>
                  </a:xfrm>
                </p:grpSpPr>
                <p:sp>
                  <p:nvSpPr>
                    <p:cNvPr id="187572" name="Line 42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73" name="Line 42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74" name="Line 43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5" name="Group 431"/>
              <p:cNvGrpSpPr/>
              <p:nvPr/>
            </p:nvGrpSpPr>
            <p:grpSpPr>
              <a:xfrm>
                <a:off x="1206" y="14"/>
                <a:ext cx="0" cy="2095"/>
                <a:chOff x="0" y="0"/>
                <a:chExt cx="0" cy="2544"/>
              </a:xfrm>
            </p:grpSpPr>
            <p:grpSp>
              <p:nvGrpSpPr>
                <p:cNvPr id="187540" name="Group 432"/>
                <p:cNvGrpSpPr/>
                <p:nvPr/>
              </p:nvGrpSpPr>
              <p:grpSpPr>
                <a:xfrm>
                  <a:off x="0" y="0"/>
                  <a:ext cx="0" cy="816"/>
                  <a:chOff x="0" y="0"/>
                  <a:chExt cx="0" cy="816"/>
                </a:xfrm>
              </p:grpSpPr>
              <p:grpSp>
                <p:nvGrpSpPr>
                  <p:cNvPr id="187559" name="Group 433"/>
                  <p:cNvGrpSpPr/>
                  <p:nvPr/>
                </p:nvGrpSpPr>
                <p:grpSpPr>
                  <a:xfrm>
                    <a:off x="0" y="0"/>
                    <a:ext cx="0" cy="384"/>
                    <a:chOff x="0" y="0"/>
                    <a:chExt cx="0" cy="384"/>
                  </a:xfrm>
                </p:grpSpPr>
                <p:sp>
                  <p:nvSpPr>
                    <p:cNvPr id="187564" name="Line 43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5" name="Line 43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6" name="Line 43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60" name="Group 437"/>
                  <p:cNvGrpSpPr/>
                  <p:nvPr/>
                </p:nvGrpSpPr>
                <p:grpSpPr>
                  <a:xfrm>
                    <a:off x="0" y="432"/>
                    <a:ext cx="0" cy="384"/>
                    <a:chOff x="0" y="0"/>
                    <a:chExt cx="0" cy="384"/>
                  </a:xfrm>
                </p:grpSpPr>
                <p:sp>
                  <p:nvSpPr>
                    <p:cNvPr id="187561" name="Line 43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62" name="Line 43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63" name="Line 44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1" name="Group 441"/>
                <p:cNvGrpSpPr/>
                <p:nvPr/>
              </p:nvGrpSpPr>
              <p:grpSpPr>
                <a:xfrm>
                  <a:off x="0" y="864"/>
                  <a:ext cx="0" cy="816"/>
                  <a:chOff x="0" y="0"/>
                  <a:chExt cx="0" cy="816"/>
                </a:xfrm>
              </p:grpSpPr>
              <p:grpSp>
                <p:nvGrpSpPr>
                  <p:cNvPr id="187551" name="Group 442"/>
                  <p:cNvGrpSpPr/>
                  <p:nvPr/>
                </p:nvGrpSpPr>
                <p:grpSpPr>
                  <a:xfrm>
                    <a:off x="0" y="0"/>
                    <a:ext cx="0" cy="384"/>
                    <a:chOff x="0" y="0"/>
                    <a:chExt cx="0" cy="384"/>
                  </a:xfrm>
                </p:grpSpPr>
                <p:sp>
                  <p:nvSpPr>
                    <p:cNvPr id="187556" name="Line 44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7" name="Line 44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8" name="Line 44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52" name="Group 446"/>
                  <p:cNvGrpSpPr/>
                  <p:nvPr/>
                </p:nvGrpSpPr>
                <p:grpSpPr>
                  <a:xfrm>
                    <a:off x="0" y="432"/>
                    <a:ext cx="0" cy="384"/>
                    <a:chOff x="0" y="0"/>
                    <a:chExt cx="0" cy="384"/>
                  </a:xfrm>
                </p:grpSpPr>
                <p:sp>
                  <p:nvSpPr>
                    <p:cNvPr id="187553" name="Line 44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54" name="Line 44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5" name="Line 44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42" name="Group 450"/>
                <p:cNvGrpSpPr/>
                <p:nvPr/>
              </p:nvGrpSpPr>
              <p:grpSpPr>
                <a:xfrm>
                  <a:off x="0" y="1728"/>
                  <a:ext cx="0" cy="816"/>
                  <a:chOff x="0" y="0"/>
                  <a:chExt cx="0" cy="816"/>
                </a:xfrm>
              </p:grpSpPr>
              <p:grpSp>
                <p:nvGrpSpPr>
                  <p:cNvPr id="187543" name="Group 451"/>
                  <p:cNvGrpSpPr/>
                  <p:nvPr/>
                </p:nvGrpSpPr>
                <p:grpSpPr>
                  <a:xfrm>
                    <a:off x="0" y="0"/>
                    <a:ext cx="0" cy="384"/>
                    <a:chOff x="0" y="0"/>
                    <a:chExt cx="0" cy="384"/>
                  </a:xfrm>
                </p:grpSpPr>
                <p:sp>
                  <p:nvSpPr>
                    <p:cNvPr id="187548" name="Line 45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9" name="Line 45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50" name="Line 45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44" name="Group 455"/>
                  <p:cNvGrpSpPr/>
                  <p:nvPr/>
                </p:nvGrpSpPr>
                <p:grpSpPr>
                  <a:xfrm>
                    <a:off x="0" y="432"/>
                    <a:ext cx="0" cy="384"/>
                    <a:chOff x="0" y="0"/>
                    <a:chExt cx="0" cy="384"/>
                  </a:xfrm>
                </p:grpSpPr>
                <p:sp>
                  <p:nvSpPr>
                    <p:cNvPr id="187545" name="Line 45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46" name="Line 45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47" name="Line 45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6" name="Group 459"/>
              <p:cNvGrpSpPr/>
              <p:nvPr/>
            </p:nvGrpSpPr>
            <p:grpSpPr>
              <a:xfrm>
                <a:off x="1562" y="14"/>
                <a:ext cx="0" cy="2095"/>
                <a:chOff x="0" y="0"/>
                <a:chExt cx="0" cy="2544"/>
              </a:xfrm>
            </p:grpSpPr>
            <p:grpSp>
              <p:nvGrpSpPr>
                <p:cNvPr id="187513" name="Group 460"/>
                <p:cNvGrpSpPr/>
                <p:nvPr/>
              </p:nvGrpSpPr>
              <p:grpSpPr>
                <a:xfrm>
                  <a:off x="0" y="0"/>
                  <a:ext cx="0" cy="816"/>
                  <a:chOff x="0" y="0"/>
                  <a:chExt cx="0" cy="816"/>
                </a:xfrm>
              </p:grpSpPr>
              <p:grpSp>
                <p:nvGrpSpPr>
                  <p:cNvPr id="187532" name="Group 461"/>
                  <p:cNvGrpSpPr/>
                  <p:nvPr/>
                </p:nvGrpSpPr>
                <p:grpSpPr>
                  <a:xfrm>
                    <a:off x="0" y="0"/>
                    <a:ext cx="0" cy="384"/>
                    <a:chOff x="0" y="0"/>
                    <a:chExt cx="0" cy="384"/>
                  </a:xfrm>
                </p:grpSpPr>
                <p:sp>
                  <p:nvSpPr>
                    <p:cNvPr id="187537" name="Line 46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8" name="Line 46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9" name="Line 46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33" name="Group 465"/>
                  <p:cNvGrpSpPr/>
                  <p:nvPr/>
                </p:nvGrpSpPr>
                <p:grpSpPr>
                  <a:xfrm>
                    <a:off x="0" y="432"/>
                    <a:ext cx="0" cy="384"/>
                    <a:chOff x="0" y="0"/>
                    <a:chExt cx="0" cy="384"/>
                  </a:xfrm>
                </p:grpSpPr>
                <p:sp>
                  <p:nvSpPr>
                    <p:cNvPr id="187534" name="Line 46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5" name="Line 46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6" name="Line 46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4" name="Group 469"/>
                <p:cNvGrpSpPr/>
                <p:nvPr/>
              </p:nvGrpSpPr>
              <p:grpSpPr>
                <a:xfrm>
                  <a:off x="0" y="864"/>
                  <a:ext cx="0" cy="816"/>
                  <a:chOff x="0" y="0"/>
                  <a:chExt cx="0" cy="816"/>
                </a:xfrm>
              </p:grpSpPr>
              <p:grpSp>
                <p:nvGrpSpPr>
                  <p:cNvPr id="187524" name="Group 470"/>
                  <p:cNvGrpSpPr/>
                  <p:nvPr/>
                </p:nvGrpSpPr>
                <p:grpSpPr>
                  <a:xfrm>
                    <a:off x="0" y="0"/>
                    <a:ext cx="0" cy="384"/>
                    <a:chOff x="0" y="0"/>
                    <a:chExt cx="0" cy="384"/>
                  </a:xfrm>
                </p:grpSpPr>
                <p:sp>
                  <p:nvSpPr>
                    <p:cNvPr id="187529" name="Line 47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30" name="Line 47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31" name="Line 47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25" name="Group 474"/>
                  <p:cNvGrpSpPr/>
                  <p:nvPr/>
                </p:nvGrpSpPr>
                <p:grpSpPr>
                  <a:xfrm>
                    <a:off x="0" y="432"/>
                    <a:ext cx="0" cy="384"/>
                    <a:chOff x="0" y="0"/>
                    <a:chExt cx="0" cy="384"/>
                  </a:xfrm>
                </p:grpSpPr>
                <p:sp>
                  <p:nvSpPr>
                    <p:cNvPr id="187526" name="Line 475"/>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7" name="Line 476"/>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8" name="Line 477"/>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515" name="Group 478"/>
                <p:cNvGrpSpPr/>
                <p:nvPr/>
              </p:nvGrpSpPr>
              <p:grpSpPr>
                <a:xfrm>
                  <a:off x="0" y="1728"/>
                  <a:ext cx="0" cy="816"/>
                  <a:chOff x="0" y="0"/>
                  <a:chExt cx="0" cy="816"/>
                </a:xfrm>
              </p:grpSpPr>
              <p:grpSp>
                <p:nvGrpSpPr>
                  <p:cNvPr id="187516" name="Group 479"/>
                  <p:cNvGrpSpPr/>
                  <p:nvPr/>
                </p:nvGrpSpPr>
                <p:grpSpPr>
                  <a:xfrm>
                    <a:off x="0" y="0"/>
                    <a:ext cx="0" cy="384"/>
                    <a:chOff x="0" y="0"/>
                    <a:chExt cx="0" cy="384"/>
                  </a:xfrm>
                </p:grpSpPr>
                <p:sp>
                  <p:nvSpPr>
                    <p:cNvPr id="187521" name="Line 48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22" name="Line 48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3" name="Line 48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17" name="Group 483"/>
                  <p:cNvGrpSpPr/>
                  <p:nvPr/>
                </p:nvGrpSpPr>
                <p:grpSpPr>
                  <a:xfrm>
                    <a:off x="0" y="432"/>
                    <a:ext cx="0" cy="384"/>
                    <a:chOff x="0" y="0"/>
                    <a:chExt cx="0" cy="384"/>
                  </a:xfrm>
                </p:grpSpPr>
                <p:sp>
                  <p:nvSpPr>
                    <p:cNvPr id="187518" name="Line 48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9" name="Line 48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20" name="Line 48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7" name="Group 487"/>
              <p:cNvGrpSpPr/>
              <p:nvPr/>
            </p:nvGrpSpPr>
            <p:grpSpPr>
              <a:xfrm>
                <a:off x="1896" y="14"/>
                <a:ext cx="0" cy="2095"/>
                <a:chOff x="0" y="0"/>
                <a:chExt cx="0" cy="2544"/>
              </a:xfrm>
            </p:grpSpPr>
            <p:grpSp>
              <p:nvGrpSpPr>
                <p:cNvPr id="187486" name="Group 488"/>
                <p:cNvGrpSpPr/>
                <p:nvPr/>
              </p:nvGrpSpPr>
              <p:grpSpPr>
                <a:xfrm>
                  <a:off x="0" y="0"/>
                  <a:ext cx="0" cy="816"/>
                  <a:chOff x="0" y="0"/>
                  <a:chExt cx="0" cy="816"/>
                </a:xfrm>
              </p:grpSpPr>
              <p:grpSp>
                <p:nvGrpSpPr>
                  <p:cNvPr id="187505" name="Group 489"/>
                  <p:cNvGrpSpPr/>
                  <p:nvPr/>
                </p:nvGrpSpPr>
                <p:grpSpPr>
                  <a:xfrm>
                    <a:off x="0" y="0"/>
                    <a:ext cx="0" cy="384"/>
                    <a:chOff x="0" y="0"/>
                    <a:chExt cx="0" cy="384"/>
                  </a:xfrm>
                </p:grpSpPr>
                <p:sp>
                  <p:nvSpPr>
                    <p:cNvPr id="187510" name="Line 49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11" name="Line 49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12" name="Line 49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506" name="Group 493"/>
                  <p:cNvGrpSpPr/>
                  <p:nvPr/>
                </p:nvGrpSpPr>
                <p:grpSpPr>
                  <a:xfrm>
                    <a:off x="0" y="432"/>
                    <a:ext cx="0" cy="384"/>
                    <a:chOff x="0" y="0"/>
                    <a:chExt cx="0" cy="384"/>
                  </a:xfrm>
                </p:grpSpPr>
                <p:sp>
                  <p:nvSpPr>
                    <p:cNvPr id="187507" name="Line 494"/>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8" name="Line 495"/>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9" name="Line 496"/>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7" name="Group 497"/>
                <p:cNvGrpSpPr/>
                <p:nvPr/>
              </p:nvGrpSpPr>
              <p:grpSpPr>
                <a:xfrm>
                  <a:off x="0" y="864"/>
                  <a:ext cx="0" cy="816"/>
                  <a:chOff x="0" y="0"/>
                  <a:chExt cx="0" cy="816"/>
                </a:xfrm>
              </p:grpSpPr>
              <p:grpSp>
                <p:nvGrpSpPr>
                  <p:cNvPr id="187497" name="Group 498"/>
                  <p:cNvGrpSpPr/>
                  <p:nvPr/>
                </p:nvGrpSpPr>
                <p:grpSpPr>
                  <a:xfrm>
                    <a:off x="0" y="0"/>
                    <a:ext cx="0" cy="384"/>
                    <a:chOff x="0" y="0"/>
                    <a:chExt cx="0" cy="384"/>
                  </a:xfrm>
                </p:grpSpPr>
                <p:sp>
                  <p:nvSpPr>
                    <p:cNvPr id="187502" name="Line 499"/>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3" name="Line 500"/>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4" name="Line 501"/>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8" name="Group 502"/>
                  <p:cNvGrpSpPr/>
                  <p:nvPr/>
                </p:nvGrpSpPr>
                <p:grpSpPr>
                  <a:xfrm>
                    <a:off x="0" y="432"/>
                    <a:ext cx="0" cy="384"/>
                    <a:chOff x="0" y="0"/>
                    <a:chExt cx="0" cy="384"/>
                  </a:xfrm>
                </p:grpSpPr>
                <p:sp>
                  <p:nvSpPr>
                    <p:cNvPr id="187499" name="Line 503"/>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500" name="Line 504"/>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501" name="Line 505"/>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88" name="Group 506"/>
                <p:cNvGrpSpPr/>
                <p:nvPr/>
              </p:nvGrpSpPr>
              <p:grpSpPr>
                <a:xfrm>
                  <a:off x="0" y="1728"/>
                  <a:ext cx="0" cy="816"/>
                  <a:chOff x="0" y="0"/>
                  <a:chExt cx="0" cy="816"/>
                </a:xfrm>
              </p:grpSpPr>
              <p:grpSp>
                <p:nvGrpSpPr>
                  <p:cNvPr id="187489" name="Group 507"/>
                  <p:cNvGrpSpPr/>
                  <p:nvPr/>
                </p:nvGrpSpPr>
                <p:grpSpPr>
                  <a:xfrm>
                    <a:off x="0" y="0"/>
                    <a:ext cx="0" cy="384"/>
                    <a:chOff x="0" y="0"/>
                    <a:chExt cx="0" cy="384"/>
                  </a:xfrm>
                </p:grpSpPr>
                <p:sp>
                  <p:nvSpPr>
                    <p:cNvPr id="187494" name="Line 50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5" name="Line 50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6" name="Line 51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90" name="Group 511"/>
                  <p:cNvGrpSpPr/>
                  <p:nvPr/>
                </p:nvGrpSpPr>
                <p:grpSpPr>
                  <a:xfrm>
                    <a:off x="0" y="432"/>
                    <a:ext cx="0" cy="384"/>
                    <a:chOff x="0" y="0"/>
                    <a:chExt cx="0" cy="384"/>
                  </a:xfrm>
                </p:grpSpPr>
                <p:sp>
                  <p:nvSpPr>
                    <p:cNvPr id="187491" name="Line 51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92" name="Line 51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93" name="Line 51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nvGrpSpPr>
              <p:cNvPr id="187458" name="Group 515"/>
              <p:cNvGrpSpPr/>
              <p:nvPr/>
            </p:nvGrpSpPr>
            <p:grpSpPr>
              <a:xfrm>
                <a:off x="2242" y="14"/>
                <a:ext cx="0" cy="2095"/>
                <a:chOff x="0" y="0"/>
                <a:chExt cx="0" cy="2544"/>
              </a:xfrm>
            </p:grpSpPr>
            <p:grpSp>
              <p:nvGrpSpPr>
                <p:cNvPr id="187459" name="Group 516"/>
                <p:cNvGrpSpPr/>
                <p:nvPr/>
              </p:nvGrpSpPr>
              <p:grpSpPr>
                <a:xfrm>
                  <a:off x="0" y="0"/>
                  <a:ext cx="0" cy="816"/>
                  <a:chOff x="0" y="0"/>
                  <a:chExt cx="0" cy="816"/>
                </a:xfrm>
              </p:grpSpPr>
              <p:grpSp>
                <p:nvGrpSpPr>
                  <p:cNvPr id="187478" name="Group 517"/>
                  <p:cNvGrpSpPr/>
                  <p:nvPr/>
                </p:nvGrpSpPr>
                <p:grpSpPr>
                  <a:xfrm>
                    <a:off x="0" y="0"/>
                    <a:ext cx="0" cy="384"/>
                    <a:chOff x="0" y="0"/>
                    <a:chExt cx="0" cy="384"/>
                  </a:xfrm>
                </p:grpSpPr>
                <p:sp>
                  <p:nvSpPr>
                    <p:cNvPr id="187483" name="Line 518"/>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4" name="Line 519"/>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5" name="Line 520"/>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9" name="Group 521"/>
                  <p:cNvGrpSpPr/>
                  <p:nvPr/>
                </p:nvGrpSpPr>
                <p:grpSpPr>
                  <a:xfrm>
                    <a:off x="0" y="432"/>
                    <a:ext cx="0" cy="384"/>
                    <a:chOff x="0" y="0"/>
                    <a:chExt cx="0" cy="384"/>
                  </a:xfrm>
                </p:grpSpPr>
                <p:sp>
                  <p:nvSpPr>
                    <p:cNvPr id="187480" name="Line 522"/>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81" name="Line 523"/>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82" name="Line 524"/>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0" name="Group 525"/>
                <p:cNvGrpSpPr/>
                <p:nvPr/>
              </p:nvGrpSpPr>
              <p:grpSpPr>
                <a:xfrm>
                  <a:off x="0" y="864"/>
                  <a:ext cx="0" cy="816"/>
                  <a:chOff x="0" y="0"/>
                  <a:chExt cx="0" cy="816"/>
                </a:xfrm>
              </p:grpSpPr>
              <p:grpSp>
                <p:nvGrpSpPr>
                  <p:cNvPr id="187470" name="Group 526"/>
                  <p:cNvGrpSpPr/>
                  <p:nvPr/>
                </p:nvGrpSpPr>
                <p:grpSpPr>
                  <a:xfrm>
                    <a:off x="0" y="0"/>
                    <a:ext cx="0" cy="384"/>
                    <a:chOff x="0" y="0"/>
                    <a:chExt cx="0" cy="384"/>
                  </a:xfrm>
                </p:grpSpPr>
                <p:sp>
                  <p:nvSpPr>
                    <p:cNvPr id="187475" name="Line 527"/>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6" name="Line 528"/>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7" name="Line 529"/>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71" name="Group 530"/>
                  <p:cNvGrpSpPr/>
                  <p:nvPr/>
                </p:nvGrpSpPr>
                <p:grpSpPr>
                  <a:xfrm>
                    <a:off x="0" y="432"/>
                    <a:ext cx="0" cy="384"/>
                    <a:chOff x="0" y="0"/>
                    <a:chExt cx="0" cy="384"/>
                  </a:xfrm>
                </p:grpSpPr>
                <p:sp>
                  <p:nvSpPr>
                    <p:cNvPr id="187472" name="Line 531"/>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73" name="Line 532"/>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74" name="Line 533"/>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nvGrpSpPr>
                <p:cNvPr id="187461" name="Group 534"/>
                <p:cNvGrpSpPr/>
                <p:nvPr/>
              </p:nvGrpSpPr>
              <p:grpSpPr>
                <a:xfrm>
                  <a:off x="0" y="1728"/>
                  <a:ext cx="0" cy="816"/>
                  <a:chOff x="0" y="0"/>
                  <a:chExt cx="0" cy="816"/>
                </a:xfrm>
              </p:grpSpPr>
              <p:grpSp>
                <p:nvGrpSpPr>
                  <p:cNvPr id="187462" name="Group 535"/>
                  <p:cNvGrpSpPr/>
                  <p:nvPr/>
                </p:nvGrpSpPr>
                <p:grpSpPr>
                  <a:xfrm>
                    <a:off x="0" y="0"/>
                    <a:ext cx="0" cy="384"/>
                    <a:chOff x="0" y="0"/>
                    <a:chExt cx="0" cy="384"/>
                  </a:xfrm>
                </p:grpSpPr>
                <p:sp>
                  <p:nvSpPr>
                    <p:cNvPr id="187467" name="Line 536"/>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8" name="Line 537"/>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9" name="Line 538"/>
                    <p:cNvSpPr/>
                    <p:nvPr/>
                  </p:nvSpPr>
                  <p:spPr>
                    <a:xfrm>
                      <a:off x="0" y="288"/>
                      <a:ext cx="0" cy="96"/>
                    </a:xfrm>
                    <a:prstGeom prst="line">
                      <a:avLst/>
                    </a:prstGeom>
                    <a:ln w="9525" cap="flat" cmpd="sng">
                      <a:solidFill>
                        <a:schemeClr val="tx1"/>
                      </a:solidFill>
                      <a:prstDash val="solid"/>
                      <a:headEnd type="none" w="med" len="med"/>
                      <a:tailEnd type="none" w="med" len="med"/>
                    </a:ln>
                  </p:spPr>
                </p:sp>
              </p:grpSp>
              <p:grpSp>
                <p:nvGrpSpPr>
                  <p:cNvPr id="187463" name="Group 539"/>
                  <p:cNvGrpSpPr/>
                  <p:nvPr/>
                </p:nvGrpSpPr>
                <p:grpSpPr>
                  <a:xfrm>
                    <a:off x="0" y="432"/>
                    <a:ext cx="0" cy="384"/>
                    <a:chOff x="0" y="0"/>
                    <a:chExt cx="0" cy="384"/>
                  </a:xfrm>
                </p:grpSpPr>
                <p:sp>
                  <p:nvSpPr>
                    <p:cNvPr id="187464" name="Line 540"/>
                    <p:cNvSpPr/>
                    <p:nvPr/>
                  </p:nvSpPr>
                  <p:spPr>
                    <a:xfrm>
                      <a:off x="0" y="0"/>
                      <a:ext cx="0" cy="96"/>
                    </a:xfrm>
                    <a:prstGeom prst="line">
                      <a:avLst/>
                    </a:prstGeom>
                    <a:ln w="9525" cap="flat" cmpd="sng">
                      <a:solidFill>
                        <a:schemeClr val="tx1"/>
                      </a:solidFill>
                      <a:prstDash val="solid"/>
                      <a:headEnd type="none" w="med" len="med"/>
                      <a:tailEnd type="none" w="med" len="med"/>
                    </a:ln>
                  </p:spPr>
                </p:sp>
                <p:sp>
                  <p:nvSpPr>
                    <p:cNvPr id="187465" name="Line 541"/>
                    <p:cNvSpPr/>
                    <p:nvPr/>
                  </p:nvSpPr>
                  <p:spPr>
                    <a:xfrm>
                      <a:off x="0" y="144"/>
                      <a:ext cx="0" cy="96"/>
                    </a:xfrm>
                    <a:prstGeom prst="line">
                      <a:avLst/>
                    </a:prstGeom>
                    <a:ln w="9525" cap="flat" cmpd="sng">
                      <a:solidFill>
                        <a:schemeClr val="tx1"/>
                      </a:solidFill>
                      <a:prstDash val="solid"/>
                      <a:headEnd type="none" w="med" len="med"/>
                      <a:tailEnd type="none" w="med" len="med"/>
                    </a:ln>
                  </p:spPr>
                </p:sp>
                <p:sp>
                  <p:nvSpPr>
                    <p:cNvPr id="187466" name="Line 542"/>
                    <p:cNvSpPr/>
                    <p:nvPr/>
                  </p:nvSpPr>
                  <p:spPr>
                    <a:xfrm>
                      <a:off x="0" y="288"/>
                      <a:ext cx="0" cy="96"/>
                    </a:xfrm>
                    <a:prstGeom prst="line">
                      <a:avLst/>
                    </a:prstGeom>
                    <a:ln w="9525" cap="flat" cmpd="sng">
                      <a:solidFill>
                        <a:schemeClr val="tx1"/>
                      </a:solidFill>
                      <a:prstDash val="solid"/>
                      <a:headEnd type="none" w="med" len="med"/>
                      <a:tailEnd type="none" w="med" len="med"/>
                    </a:ln>
                  </p:spPr>
                </p:sp>
              </p:grpSp>
            </p:grpSp>
          </p:grpSp>
        </p:grpSp>
        <p:sp>
          <p:nvSpPr>
            <p:cNvPr id="187417" name="Line 557"/>
            <p:cNvSpPr/>
            <p:nvPr/>
          </p:nvSpPr>
          <p:spPr>
            <a:xfrm>
              <a:off x="1320" y="4350"/>
              <a:ext cx="2840" cy="0"/>
            </a:xfrm>
            <a:prstGeom prst="line">
              <a:avLst/>
            </a:prstGeom>
            <a:ln w="28575" cap="flat" cmpd="sng">
              <a:solidFill>
                <a:schemeClr val="tx1"/>
              </a:solidFill>
              <a:prstDash val="solid"/>
              <a:headEnd type="none" w="med" len="med"/>
              <a:tailEnd type="none" w="med" len="med"/>
            </a:ln>
          </p:spPr>
        </p:sp>
        <p:sp>
          <p:nvSpPr>
            <p:cNvPr id="187418" name="Line 558"/>
            <p:cNvSpPr/>
            <p:nvPr/>
          </p:nvSpPr>
          <p:spPr>
            <a:xfrm flipV="1">
              <a:off x="4625" y="4346"/>
              <a:ext cx="3005" cy="0"/>
            </a:xfrm>
            <a:prstGeom prst="line">
              <a:avLst/>
            </a:prstGeom>
            <a:ln w="28575" cap="flat" cmpd="sng">
              <a:solidFill>
                <a:schemeClr val="tx1"/>
              </a:solidFill>
              <a:prstDash val="solid"/>
              <a:headEnd type="none" w="med" len="med"/>
              <a:tailEnd type="none" w="med" len="med"/>
            </a:ln>
          </p:spPr>
        </p:sp>
        <p:sp>
          <p:nvSpPr>
            <p:cNvPr id="187419" name="Line 559"/>
            <p:cNvSpPr/>
            <p:nvPr/>
          </p:nvSpPr>
          <p:spPr>
            <a:xfrm flipV="1">
              <a:off x="4175" y="4050"/>
              <a:ext cx="0" cy="296"/>
            </a:xfrm>
            <a:prstGeom prst="line">
              <a:avLst/>
            </a:prstGeom>
            <a:ln w="28575" cap="flat" cmpd="sng">
              <a:solidFill>
                <a:schemeClr val="tx1"/>
              </a:solidFill>
              <a:prstDash val="solid"/>
              <a:headEnd type="none" w="med" len="med"/>
              <a:tailEnd type="none" w="med" len="med"/>
            </a:ln>
          </p:spPr>
        </p:sp>
        <p:sp>
          <p:nvSpPr>
            <p:cNvPr id="187420" name="Line 560"/>
            <p:cNvSpPr/>
            <p:nvPr/>
          </p:nvSpPr>
          <p:spPr>
            <a:xfrm flipV="1">
              <a:off x="4612" y="4050"/>
              <a:ext cx="0" cy="296"/>
            </a:xfrm>
            <a:prstGeom prst="line">
              <a:avLst/>
            </a:prstGeom>
            <a:ln w="28575" cap="flat" cmpd="sng">
              <a:solidFill>
                <a:schemeClr val="tx1"/>
              </a:solidFill>
              <a:prstDash val="solid"/>
              <a:headEnd type="none" w="med" len="med"/>
              <a:tailEnd type="none" w="med" len="med"/>
            </a:ln>
          </p:spPr>
        </p:sp>
        <p:sp>
          <p:nvSpPr>
            <p:cNvPr id="187421" name="Line 561"/>
            <p:cNvSpPr/>
            <p:nvPr/>
          </p:nvSpPr>
          <p:spPr>
            <a:xfrm>
              <a:off x="4175" y="4050"/>
              <a:ext cx="437" cy="0"/>
            </a:xfrm>
            <a:prstGeom prst="line">
              <a:avLst/>
            </a:prstGeom>
            <a:ln w="28575" cap="flat" cmpd="sng">
              <a:solidFill>
                <a:schemeClr val="tx1"/>
              </a:solidFill>
              <a:prstDash val="solid"/>
              <a:headEnd type="none" w="med" len="med"/>
              <a:tailEnd type="none" w="med" len="med"/>
            </a:ln>
          </p:spPr>
        </p:sp>
        <p:sp>
          <p:nvSpPr>
            <p:cNvPr id="187422" name="Line 562"/>
            <p:cNvSpPr/>
            <p:nvPr/>
          </p:nvSpPr>
          <p:spPr>
            <a:xfrm flipV="1">
              <a:off x="7630" y="4050"/>
              <a:ext cx="0" cy="296"/>
            </a:xfrm>
            <a:prstGeom prst="line">
              <a:avLst/>
            </a:prstGeom>
            <a:ln w="28575" cap="flat" cmpd="sng">
              <a:solidFill>
                <a:schemeClr val="tx1"/>
              </a:solidFill>
              <a:prstDash val="solid"/>
              <a:headEnd type="none" w="med" len="med"/>
              <a:tailEnd type="none" w="med" len="med"/>
            </a:ln>
          </p:spPr>
        </p:sp>
        <p:sp>
          <p:nvSpPr>
            <p:cNvPr id="187423" name="Line 563"/>
            <p:cNvSpPr/>
            <p:nvPr/>
          </p:nvSpPr>
          <p:spPr>
            <a:xfrm flipV="1">
              <a:off x="8062" y="4050"/>
              <a:ext cx="0" cy="296"/>
            </a:xfrm>
            <a:prstGeom prst="line">
              <a:avLst/>
            </a:prstGeom>
            <a:ln w="28575" cap="flat" cmpd="sng">
              <a:solidFill>
                <a:schemeClr val="tx1"/>
              </a:solidFill>
              <a:prstDash val="solid"/>
              <a:headEnd type="none" w="med" len="med"/>
              <a:tailEnd type="none" w="med" len="med"/>
            </a:ln>
          </p:spPr>
        </p:sp>
        <p:sp>
          <p:nvSpPr>
            <p:cNvPr id="187424" name="Line 564"/>
            <p:cNvSpPr/>
            <p:nvPr/>
          </p:nvSpPr>
          <p:spPr>
            <a:xfrm>
              <a:off x="7630" y="4050"/>
              <a:ext cx="437" cy="0"/>
            </a:xfrm>
            <a:prstGeom prst="line">
              <a:avLst/>
            </a:prstGeom>
            <a:ln w="28575" cap="flat" cmpd="sng">
              <a:solidFill>
                <a:schemeClr val="tx1"/>
              </a:solidFill>
              <a:prstDash val="solid"/>
              <a:headEnd type="none" w="med" len="med"/>
              <a:tailEnd type="none" w="med" len="med"/>
            </a:ln>
          </p:spPr>
        </p:sp>
        <p:sp>
          <p:nvSpPr>
            <p:cNvPr id="187425" name="Line 565"/>
            <p:cNvSpPr/>
            <p:nvPr/>
          </p:nvSpPr>
          <p:spPr>
            <a:xfrm flipV="1">
              <a:off x="8057" y="4335"/>
              <a:ext cx="823" cy="0"/>
            </a:xfrm>
            <a:prstGeom prst="line">
              <a:avLst/>
            </a:prstGeom>
            <a:ln w="28575" cap="flat" cmpd="sng">
              <a:solidFill>
                <a:schemeClr val="tx1"/>
              </a:solidFill>
              <a:prstDash val="solid"/>
              <a:headEnd type="none" w="med" len="med"/>
              <a:tailEnd type="none" w="med" len="med"/>
            </a:ln>
          </p:spPr>
        </p:sp>
        <p:sp>
          <p:nvSpPr>
            <p:cNvPr id="187426" name="Text Box 261"/>
            <p:cNvSpPr txBox="1"/>
            <p:nvPr/>
          </p:nvSpPr>
          <p:spPr>
            <a:xfrm>
              <a:off x="480" y="3855"/>
              <a:ext cx="114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Y</a:t>
              </a:r>
              <a:r>
                <a:rPr lang="en-US" altLang="zh-CN" b="1" baseline="-25000">
                  <a:solidFill>
                    <a:schemeClr val="tx1"/>
                  </a:solidFill>
                  <a:latin typeface="黑体" panose="02010609060101010101" pitchFamily="2" charset="-122"/>
                  <a:ea typeface="黑体" panose="02010609060101010101" pitchFamily="2" charset="-122"/>
                </a:rPr>
                <a:t>2</a:t>
              </a:r>
            </a:p>
          </p:txBody>
        </p:sp>
        <p:sp>
          <p:nvSpPr>
            <p:cNvPr id="187427" name="Line 568"/>
            <p:cNvSpPr/>
            <p:nvPr/>
          </p:nvSpPr>
          <p:spPr>
            <a:xfrm flipV="1">
              <a:off x="1320" y="5020"/>
              <a:ext cx="3700" cy="19"/>
            </a:xfrm>
            <a:prstGeom prst="line">
              <a:avLst/>
            </a:prstGeom>
            <a:ln w="28575" cap="flat" cmpd="sng">
              <a:solidFill>
                <a:schemeClr val="tx1"/>
              </a:solidFill>
              <a:prstDash val="solid"/>
              <a:headEnd type="none" w="med" len="med"/>
              <a:tailEnd type="none" w="med" len="med"/>
            </a:ln>
          </p:spPr>
        </p:sp>
        <p:sp>
          <p:nvSpPr>
            <p:cNvPr id="187428" name="Line 569"/>
            <p:cNvSpPr/>
            <p:nvPr/>
          </p:nvSpPr>
          <p:spPr>
            <a:xfrm flipV="1">
              <a:off x="5467" y="5025"/>
              <a:ext cx="3005" cy="0"/>
            </a:xfrm>
            <a:prstGeom prst="line">
              <a:avLst/>
            </a:prstGeom>
            <a:ln w="28575" cap="flat" cmpd="sng">
              <a:solidFill>
                <a:schemeClr val="tx1"/>
              </a:solidFill>
              <a:prstDash val="solid"/>
              <a:headEnd type="none" w="med" len="med"/>
              <a:tailEnd type="none" w="med" len="med"/>
            </a:ln>
          </p:spPr>
        </p:sp>
        <p:sp>
          <p:nvSpPr>
            <p:cNvPr id="187429" name="Line 570"/>
            <p:cNvSpPr/>
            <p:nvPr/>
          </p:nvSpPr>
          <p:spPr>
            <a:xfrm flipV="1">
              <a:off x="5042" y="4729"/>
              <a:ext cx="0" cy="296"/>
            </a:xfrm>
            <a:prstGeom prst="line">
              <a:avLst/>
            </a:prstGeom>
            <a:ln w="28575" cap="flat" cmpd="sng">
              <a:solidFill>
                <a:schemeClr val="tx1"/>
              </a:solidFill>
              <a:prstDash val="solid"/>
              <a:headEnd type="none" w="med" len="med"/>
              <a:tailEnd type="none" w="med" len="med"/>
            </a:ln>
          </p:spPr>
        </p:sp>
        <p:sp>
          <p:nvSpPr>
            <p:cNvPr id="187430" name="Line 571"/>
            <p:cNvSpPr/>
            <p:nvPr/>
          </p:nvSpPr>
          <p:spPr>
            <a:xfrm flipV="1">
              <a:off x="5480" y="4729"/>
              <a:ext cx="0" cy="296"/>
            </a:xfrm>
            <a:prstGeom prst="line">
              <a:avLst/>
            </a:prstGeom>
            <a:ln w="28575" cap="flat" cmpd="sng">
              <a:solidFill>
                <a:schemeClr val="tx1"/>
              </a:solidFill>
              <a:prstDash val="solid"/>
              <a:headEnd type="none" w="med" len="med"/>
              <a:tailEnd type="none" w="med" len="med"/>
            </a:ln>
          </p:spPr>
        </p:sp>
        <p:sp>
          <p:nvSpPr>
            <p:cNvPr id="187431" name="Line 572"/>
            <p:cNvSpPr/>
            <p:nvPr/>
          </p:nvSpPr>
          <p:spPr>
            <a:xfrm>
              <a:off x="5042" y="4729"/>
              <a:ext cx="438" cy="0"/>
            </a:xfrm>
            <a:prstGeom prst="line">
              <a:avLst/>
            </a:prstGeom>
            <a:ln w="28575" cap="flat" cmpd="sng">
              <a:solidFill>
                <a:schemeClr val="tx1"/>
              </a:solidFill>
              <a:prstDash val="solid"/>
              <a:headEnd type="none" w="med" len="med"/>
              <a:tailEnd type="none" w="med" len="med"/>
            </a:ln>
          </p:spPr>
        </p:sp>
        <p:sp>
          <p:nvSpPr>
            <p:cNvPr id="187432" name="Line 573"/>
            <p:cNvSpPr/>
            <p:nvPr/>
          </p:nvSpPr>
          <p:spPr>
            <a:xfrm flipV="1">
              <a:off x="8472" y="4729"/>
              <a:ext cx="0" cy="296"/>
            </a:xfrm>
            <a:prstGeom prst="line">
              <a:avLst/>
            </a:prstGeom>
            <a:ln w="28575" cap="flat" cmpd="sng">
              <a:solidFill>
                <a:schemeClr val="tx1"/>
              </a:solidFill>
              <a:prstDash val="solid"/>
              <a:headEnd type="none" w="med" len="med"/>
              <a:tailEnd type="none" w="med" len="med"/>
            </a:ln>
          </p:spPr>
        </p:sp>
        <p:sp>
          <p:nvSpPr>
            <p:cNvPr id="187433" name="Line 574"/>
            <p:cNvSpPr/>
            <p:nvPr/>
          </p:nvSpPr>
          <p:spPr>
            <a:xfrm flipV="1">
              <a:off x="8935" y="4729"/>
              <a:ext cx="0" cy="296"/>
            </a:xfrm>
            <a:prstGeom prst="line">
              <a:avLst/>
            </a:prstGeom>
            <a:ln w="28575" cap="flat" cmpd="sng">
              <a:solidFill>
                <a:schemeClr val="tx1"/>
              </a:solidFill>
              <a:prstDash val="solid"/>
              <a:headEnd type="none" w="med" len="med"/>
              <a:tailEnd type="none" w="med" len="med"/>
            </a:ln>
          </p:spPr>
        </p:sp>
        <p:sp>
          <p:nvSpPr>
            <p:cNvPr id="187434" name="Line 575"/>
            <p:cNvSpPr/>
            <p:nvPr/>
          </p:nvSpPr>
          <p:spPr>
            <a:xfrm>
              <a:off x="8472" y="4729"/>
              <a:ext cx="438" cy="0"/>
            </a:xfrm>
            <a:prstGeom prst="line">
              <a:avLst/>
            </a:prstGeom>
            <a:ln w="28575" cap="flat" cmpd="sng">
              <a:solidFill>
                <a:schemeClr val="tx1"/>
              </a:solidFill>
              <a:prstDash val="solid"/>
              <a:headEnd type="none" w="med" len="med"/>
              <a:tailEnd type="none" w="med" len="med"/>
            </a:ln>
          </p:spPr>
        </p:sp>
        <p:sp>
          <p:nvSpPr>
            <p:cNvPr id="187435" name="Line 592"/>
            <p:cNvSpPr/>
            <p:nvPr/>
          </p:nvSpPr>
          <p:spPr>
            <a:xfrm flipV="1">
              <a:off x="1320" y="3007"/>
              <a:ext cx="1132" cy="0"/>
            </a:xfrm>
            <a:prstGeom prst="line">
              <a:avLst/>
            </a:prstGeom>
            <a:ln w="28575" cap="flat" cmpd="sng">
              <a:solidFill>
                <a:schemeClr val="tx1"/>
              </a:solidFill>
              <a:prstDash val="solid"/>
              <a:headEnd type="none" w="med" len="med"/>
              <a:tailEnd type="none" w="med" len="med"/>
            </a:ln>
          </p:spPr>
        </p:sp>
        <p:sp>
          <p:nvSpPr>
            <p:cNvPr id="187436" name="Line 593"/>
            <p:cNvSpPr/>
            <p:nvPr/>
          </p:nvSpPr>
          <p:spPr>
            <a:xfrm flipV="1">
              <a:off x="2897" y="3011"/>
              <a:ext cx="3005" cy="0"/>
            </a:xfrm>
            <a:prstGeom prst="line">
              <a:avLst/>
            </a:prstGeom>
            <a:ln w="28575" cap="flat" cmpd="sng">
              <a:solidFill>
                <a:schemeClr val="tx1"/>
              </a:solidFill>
              <a:prstDash val="solid"/>
              <a:headEnd type="none" w="med" len="med"/>
              <a:tailEnd type="none" w="med" len="med"/>
            </a:ln>
          </p:spPr>
        </p:sp>
        <p:sp>
          <p:nvSpPr>
            <p:cNvPr id="187437" name="Line 594"/>
            <p:cNvSpPr/>
            <p:nvPr/>
          </p:nvSpPr>
          <p:spPr>
            <a:xfrm flipV="1">
              <a:off x="2472" y="2715"/>
              <a:ext cx="0" cy="296"/>
            </a:xfrm>
            <a:prstGeom prst="line">
              <a:avLst/>
            </a:prstGeom>
            <a:ln w="28575" cap="flat" cmpd="sng">
              <a:solidFill>
                <a:schemeClr val="tx1"/>
              </a:solidFill>
              <a:prstDash val="solid"/>
              <a:headEnd type="none" w="med" len="med"/>
              <a:tailEnd type="none" w="med" len="med"/>
            </a:ln>
          </p:spPr>
        </p:sp>
        <p:sp>
          <p:nvSpPr>
            <p:cNvPr id="187438" name="Line 595"/>
            <p:cNvSpPr/>
            <p:nvPr/>
          </p:nvSpPr>
          <p:spPr>
            <a:xfrm flipV="1">
              <a:off x="2865" y="2715"/>
              <a:ext cx="0" cy="296"/>
            </a:xfrm>
            <a:prstGeom prst="line">
              <a:avLst/>
            </a:prstGeom>
            <a:ln w="28575" cap="flat" cmpd="sng">
              <a:solidFill>
                <a:schemeClr val="tx1"/>
              </a:solidFill>
              <a:prstDash val="solid"/>
              <a:headEnd type="none" w="med" len="med"/>
              <a:tailEnd type="none" w="med" len="med"/>
            </a:ln>
          </p:spPr>
        </p:sp>
        <p:sp>
          <p:nvSpPr>
            <p:cNvPr id="187439" name="Line 596"/>
            <p:cNvSpPr/>
            <p:nvPr/>
          </p:nvSpPr>
          <p:spPr>
            <a:xfrm>
              <a:off x="2452" y="2715"/>
              <a:ext cx="438" cy="0"/>
            </a:xfrm>
            <a:prstGeom prst="line">
              <a:avLst/>
            </a:prstGeom>
            <a:ln w="28575" cap="flat" cmpd="sng">
              <a:solidFill>
                <a:schemeClr val="tx1"/>
              </a:solidFill>
              <a:prstDash val="solid"/>
              <a:headEnd type="none" w="med" len="med"/>
              <a:tailEnd type="none" w="med" len="med"/>
            </a:ln>
          </p:spPr>
        </p:sp>
        <p:sp>
          <p:nvSpPr>
            <p:cNvPr id="187440" name="Line 597"/>
            <p:cNvSpPr/>
            <p:nvPr/>
          </p:nvSpPr>
          <p:spPr>
            <a:xfrm flipV="1">
              <a:off x="5882" y="2715"/>
              <a:ext cx="0" cy="296"/>
            </a:xfrm>
            <a:prstGeom prst="line">
              <a:avLst/>
            </a:prstGeom>
            <a:ln w="28575" cap="flat" cmpd="sng">
              <a:solidFill>
                <a:schemeClr val="tx1"/>
              </a:solidFill>
              <a:prstDash val="solid"/>
              <a:headEnd type="none" w="med" len="med"/>
              <a:tailEnd type="none" w="med" len="med"/>
            </a:ln>
          </p:spPr>
        </p:sp>
        <p:sp>
          <p:nvSpPr>
            <p:cNvPr id="187441" name="Line 598"/>
            <p:cNvSpPr/>
            <p:nvPr/>
          </p:nvSpPr>
          <p:spPr>
            <a:xfrm flipV="1">
              <a:off x="6340" y="2715"/>
              <a:ext cx="0" cy="296"/>
            </a:xfrm>
            <a:prstGeom prst="line">
              <a:avLst/>
            </a:prstGeom>
            <a:ln w="28575" cap="flat" cmpd="sng">
              <a:solidFill>
                <a:schemeClr val="tx1"/>
              </a:solidFill>
              <a:prstDash val="solid"/>
              <a:headEnd type="none" w="med" len="med"/>
              <a:tailEnd type="none" w="med" len="med"/>
            </a:ln>
          </p:spPr>
        </p:sp>
        <p:sp>
          <p:nvSpPr>
            <p:cNvPr id="187442" name="Line 599"/>
            <p:cNvSpPr/>
            <p:nvPr/>
          </p:nvSpPr>
          <p:spPr>
            <a:xfrm>
              <a:off x="5902" y="2715"/>
              <a:ext cx="438" cy="0"/>
            </a:xfrm>
            <a:prstGeom prst="line">
              <a:avLst/>
            </a:prstGeom>
            <a:ln w="28575" cap="flat" cmpd="sng">
              <a:solidFill>
                <a:schemeClr val="tx1"/>
              </a:solidFill>
              <a:prstDash val="solid"/>
              <a:headEnd type="none" w="med" len="med"/>
              <a:tailEnd type="none" w="med" len="med"/>
            </a:ln>
          </p:spPr>
        </p:sp>
        <p:sp>
          <p:nvSpPr>
            <p:cNvPr id="187443" name="Line 600"/>
            <p:cNvSpPr/>
            <p:nvPr/>
          </p:nvSpPr>
          <p:spPr>
            <a:xfrm flipV="1">
              <a:off x="6355" y="3030"/>
              <a:ext cx="2525" cy="0"/>
            </a:xfrm>
            <a:prstGeom prst="line">
              <a:avLst/>
            </a:prstGeom>
            <a:ln w="28575" cap="flat" cmpd="sng">
              <a:solidFill>
                <a:schemeClr val="tx1"/>
              </a:solidFill>
              <a:prstDash val="solid"/>
              <a:headEnd type="none" w="med" len="med"/>
              <a:tailEnd type="none" w="med" len="med"/>
            </a:ln>
          </p:spPr>
        </p:sp>
      </p:grpSp>
      <p:sp>
        <p:nvSpPr>
          <p:cNvPr id="185702" name="直接连接符 185701"/>
          <p:cNvSpPr/>
          <p:nvPr/>
        </p:nvSpPr>
        <p:spPr>
          <a:xfrm>
            <a:off x="2419350" y="1036955"/>
            <a:ext cx="0" cy="3240088"/>
          </a:xfrm>
          <a:prstGeom prst="line">
            <a:avLst/>
          </a:prstGeom>
          <a:ln w="9525" cap="flat" cmpd="sng">
            <a:solidFill>
              <a:srgbClr val="FF0000"/>
            </a:solidFill>
            <a:prstDash val="solid"/>
            <a:headEnd type="none" w="med" len="med"/>
            <a:tailEnd type="none" w="med" len="med"/>
          </a:ln>
        </p:spPr>
      </p:sp>
      <p:sp>
        <p:nvSpPr>
          <p:cNvPr id="2" name="直接连接符 1"/>
          <p:cNvSpPr/>
          <p:nvPr/>
        </p:nvSpPr>
        <p:spPr>
          <a:xfrm>
            <a:off x="2820670" y="1072515"/>
            <a:ext cx="0" cy="3240088"/>
          </a:xfrm>
          <a:prstGeom prst="line">
            <a:avLst/>
          </a:prstGeom>
          <a:ln w="9525" cap="flat" cmpd="sng">
            <a:solidFill>
              <a:srgbClr val="FF0000"/>
            </a:solidFill>
            <a:prstDash val="solid"/>
            <a:headEnd type="none" w="med" len="med"/>
            <a:tailEnd type="none" w="med" len="med"/>
          </a:ln>
        </p:spPr>
      </p:sp>
      <p:sp>
        <p:nvSpPr>
          <p:cNvPr id="3" name="直接连接符 2"/>
          <p:cNvSpPr/>
          <p:nvPr/>
        </p:nvSpPr>
        <p:spPr>
          <a:xfrm>
            <a:off x="3091180" y="105600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4" name="直接连接符 3"/>
          <p:cNvSpPr/>
          <p:nvPr/>
        </p:nvSpPr>
        <p:spPr>
          <a:xfrm>
            <a:off x="3369310" y="1106805"/>
            <a:ext cx="0" cy="3240088"/>
          </a:xfrm>
          <a:prstGeom prst="line">
            <a:avLst/>
          </a:prstGeom>
          <a:ln>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5" name="直接连接符 4"/>
          <p:cNvSpPr/>
          <p:nvPr/>
        </p:nvSpPr>
        <p:spPr>
          <a:xfrm>
            <a:off x="3648710" y="1114425"/>
            <a:ext cx="0" cy="3240088"/>
          </a:xfrm>
          <a:prstGeom prst="line">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sp>
      <p:sp>
        <p:nvSpPr>
          <p:cNvPr id="6" name="圆角矩形标注 5"/>
          <p:cNvSpPr/>
          <p:nvPr/>
        </p:nvSpPr>
        <p:spPr>
          <a:xfrm>
            <a:off x="7084060" y="2207260"/>
            <a:ext cx="638810" cy="292100"/>
          </a:xfrm>
          <a:prstGeom prst="wedgeRoundRectCallout">
            <a:avLst>
              <a:gd name="adj1" fmla="val -257554"/>
              <a:gd name="adj2" fmla="val 222826"/>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脉冲</a:t>
            </a:r>
          </a:p>
        </p:txBody>
      </p:sp>
      <p:sp>
        <p:nvSpPr>
          <p:cNvPr id="509" name="文本框 508">
            <a:extLst>
              <a:ext uri="{FF2B5EF4-FFF2-40B4-BE49-F238E27FC236}">
                <a16:creationId xmlns:a16="http://schemas.microsoft.com/office/drawing/2014/main" id="{C869ED52-1204-4F6C-8377-29D0FA8C2DD3}"/>
              </a:ext>
            </a:extLst>
          </p:cNvPr>
          <p:cNvSpPr txBox="1"/>
          <p:nvPr/>
        </p:nvSpPr>
        <p:spPr>
          <a:xfrm>
            <a:off x="7081837" y="772720"/>
            <a:ext cx="2297175" cy="1076325"/>
          </a:xfrm>
          <a:prstGeom prst="rect">
            <a:avLst/>
          </a:prstGeom>
          <a:noFill/>
        </p:spPr>
        <p:txBody>
          <a:bodyPr wrap="square" rtlCol="0">
            <a:spAutoFit/>
          </a:bodyPr>
          <a:lstStyle/>
          <a:p>
            <a:r>
              <a:rPr lang="en-US" altLang="zh-CN" sz="1600" dirty="0">
                <a:solidFill>
                  <a:schemeClr val="tx1"/>
                </a:solidFill>
                <a:latin typeface="华文新魏" panose="02010800040101010101" pitchFamily="2" charset="-122"/>
                <a:ea typeface="华文新魏" panose="02010800040101010101" pitchFamily="2" charset="-122"/>
              </a:rPr>
              <a:t>Y</a:t>
            </a:r>
            <a:r>
              <a:rPr lang="en-US" altLang="zh-CN" sz="1600" baseline="-25000" dirty="0">
                <a:solidFill>
                  <a:schemeClr val="tx1"/>
                </a:solidFill>
                <a:latin typeface="华文新魏" panose="02010800040101010101" pitchFamily="2" charset="-122"/>
                <a:ea typeface="华文新魏" panose="02010800040101010101" pitchFamily="2" charset="-122"/>
              </a:rPr>
              <a:t>0</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1</a:t>
            </a:r>
            <a:r>
              <a:rPr lang="en-US" altLang="zh-CN" sz="1600" dirty="0">
                <a:solidFill>
                  <a:schemeClr val="tx1"/>
                </a:solidFill>
                <a:latin typeface="华文新魏" panose="02010800040101010101" pitchFamily="2" charset="-122"/>
                <a:ea typeface="华文新魏" panose="02010800040101010101" pitchFamily="2" charset="-122"/>
              </a:rPr>
              <a:t>·/Q</a:t>
            </a:r>
            <a:r>
              <a:rPr lang="en-US" altLang="zh-CN" sz="1600" baseline="-25000" dirty="0">
                <a:solidFill>
                  <a:schemeClr val="tx1"/>
                </a:solidFill>
                <a:latin typeface="华文新魏" panose="02010800040101010101" pitchFamily="2" charset="-122"/>
                <a:ea typeface="华文新魏" panose="02010800040101010101" pitchFamily="2" charset="-122"/>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 </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sym typeface="+mn-ea"/>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2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a:p>
            <a:r>
              <a:rPr lang="en-US" altLang="zh-CN" sz="1600" dirty="0">
                <a:solidFill>
                  <a:schemeClr val="tx1"/>
                </a:solidFill>
                <a:latin typeface="华文新魏" panose="02010800040101010101" pitchFamily="2" charset="-122"/>
                <a:ea typeface="华文新魏" panose="02010800040101010101" pitchFamily="2" charset="-122"/>
                <a:sym typeface="+mn-ea"/>
              </a:rPr>
              <a:t>Y</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3 </a:t>
            </a:r>
            <a:r>
              <a:rPr lang="en-US" altLang="zh-CN" sz="1600" dirty="0">
                <a:solidFill>
                  <a:schemeClr val="tx1"/>
                </a:solidFill>
                <a:latin typeface="华文新魏" panose="02010800040101010101" pitchFamily="2" charset="-122"/>
                <a:ea typeface="华文新魏" panose="02010800040101010101" pitchFamily="2" charset="-122"/>
                <a:sym typeface="+mn-ea"/>
              </a:rPr>
              <a:t>= 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600" dirty="0">
                <a:solidFill>
                  <a:schemeClr val="tx1"/>
                </a:solidFill>
                <a:latin typeface="华文新魏" panose="02010800040101010101" pitchFamily="2" charset="-122"/>
                <a:ea typeface="华文新魏" panose="02010800040101010101" pitchFamily="2" charset="-122"/>
                <a:sym typeface="+mn-ea"/>
              </a:rPr>
              <a:t>·Q</a:t>
            </a:r>
            <a:r>
              <a:rPr lang="en-US" altLang="zh-CN" sz="16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600" dirty="0">
                <a:solidFill>
                  <a:schemeClr val="tx1"/>
                </a:solidFill>
                <a:latin typeface="华文新魏" panose="02010800040101010101" pitchFamily="2" charset="-122"/>
                <a:ea typeface="华文新魏" panose="02010800040101010101" pitchFamily="2" charset="-122"/>
              </a:rPr>
              <a:t> ·CLK</a:t>
            </a:r>
            <a:endParaRPr lang="en-US" altLang="zh-CN" sz="1600" baseline="-25000" dirty="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5702"/>
                                        </p:tgtEl>
                                        <p:attrNameLst>
                                          <p:attrName>style.visibility</p:attrName>
                                        </p:attrNameLst>
                                      </p:cBhvr>
                                      <p:to>
                                        <p:strVal val="visible"/>
                                      </p:to>
                                    </p:set>
                                    <p:anim calcmode="lin" valueType="num">
                                      <p:cBhvr additive="base">
                                        <p:cTn id="7" dur="500" fill="hold"/>
                                        <p:tgtEl>
                                          <p:spTgt spid="185702"/>
                                        </p:tgtEl>
                                        <p:attrNameLst>
                                          <p:attrName>ppt_x</p:attrName>
                                        </p:attrNameLst>
                                      </p:cBhvr>
                                      <p:tavLst>
                                        <p:tav tm="0">
                                          <p:val>
                                            <p:strVal val="#ppt_x"/>
                                          </p:val>
                                        </p:tav>
                                        <p:tav tm="100000">
                                          <p:val>
                                            <p:strVal val="#ppt_x"/>
                                          </p:val>
                                        </p:tav>
                                      </p:tavLst>
                                    </p:anim>
                                    <p:anim calcmode="lin" valueType="num">
                                      <p:cBhvr additive="base">
                                        <p:cTn id="8" dur="500" fill="hold"/>
                                        <p:tgtEl>
                                          <p:spTgt spid="1857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509"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p:cNvSpPr>
          <p:nvPr>
            <p:ph type="title"/>
          </p:nvPr>
        </p:nvSpPr>
        <p:spPr>
          <a:xfrm>
            <a:off x="260350" y="501650"/>
            <a:ext cx="5334000" cy="457200"/>
          </a:xfrm>
          <a:prstGeom prst="rect">
            <a:avLst/>
          </a:prstGeom>
          <a:noFill/>
          <a:ln w="2857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⑥ MSI</a:t>
            </a:r>
            <a:r>
              <a:rPr lang="zh-CN" altLang="en-US" sz="2000" b="1" dirty="0">
                <a:solidFill>
                  <a:srgbClr val="FF0000"/>
                </a:solidFill>
                <a:latin typeface="华文新魏" panose="02010800040101010101" pitchFamily="2" charset="-122"/>
                <a:ea typeface="华文新魏" panose="02010800040101010101" pitchFamily="2" charset="-122"/>
              </a:rPr>
              <a:t>节拍分配器举例</a:t>
            </a:r>
          </a:p>
        </p:txBody>
      </p:sp>
      <p:sp>
        <p:nvSpPr>
          <p:cNvPr id="188419" name="Rectangle 4"/>
          <p:cNvSpPr/>
          <p:nvPr/>
        </p:nvSpPr>
        <p:spPr>
          <a:xfrm>
            <a:off x="72390" y="916305"/>
            <a:ext cx="8699500" cy="533400"/>
          </a:xfrm>
          <a:prstGeom prst="rect">
            <a:avLst/>
          </a:prstGeom>
          <a:noFill/>
          <a:ln w="28575">
            <a:noFill/>
          </a:ln>
        </p:spPr>
        <p:txBody>
          <a:bodyPr/>
          <a:lstStyle/>
          <a:p>
            <a:pPr marL="342900" indent="-342900" eaLnBrk="1" fontAlgn="t" hangingPunct="1">
              <a:lnSpc>
                <a:spcPct val="120000"/>
              </a:lnSpc>
              <a:spcBef>
                <a:spcPct val="20000"/>
              </a:spcBef>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通常节拍分配器是由两片或多片 </a:t>
            </a:r>
            <a:r>
              <a:rPr lang="en-US" altLang="zh-CN" b="1">
                <a:solidFill>
                  <a:srgbClr val="FF0000"/>
                </a:solidFill>
                <a:latin typeface="华文新魏" panose="02010800040101010101" pitchFamily="2" charset="-122"/>
                <a:ea typeface="华文新魏" panose="02010800040101010101" pitchFamily="2" charset="-122"/>
              </a:rPr>
              <a:t>MSI</a:t>
            </a:r>
            <a:r>
              <a:rPr lang="zh-CN" altLang="en-US" b="1" dirty="0">
                <a:solidFill>
                  <a:srgbClr val="FF0000"/>
                </a:solidFill>
                <a:latin typeface="华文新魏" panose="02010800040101010101" pitchFamily="2" charset="-122"/>
                <a:ea typeface="华文新魏" panose="02010800040101010101" pitchFamily="2" charset="-122"/>
              </a:rPr>
              <a:t>计数器、</a:t>
            </a:r>
            <a:r>
              <a:rPr lang="zh-CN" altLang="en-US" b="1" dirty="0">
                <a:solidFill>
                  <a:srgbClr val="FF0000"/>
                </a:solidFill>
                <a:latin typeface="华文新魏" panose="02010800040101010101" pitchFamily="2" charset="-122"/>
                <a:ea typeface="华文新魏" panose="02010800040101010101" pitchFamily="2" charset="-122"/>
                <a:sym typeface="+mn-ea"/>
              </a:rPr>
              <a:t>译码器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sym typeface="+mn-ea"/>
              </a:rPr>
              <a:t>寄存器</a:t>
            </a:r>
            <a:r>
              <a:rPr lang="zh-CN" altLang="en-US" b="1" dirty="0">
                <a:solidFill>
                  <a:schemeClr val="tx1"/>
                </a:solidFill>
                <a:latin typeface="华文新魏" panose="02010800040101010101" pitchFamily="2" charset="-122"/>
                <a:ea typeface="华文新魏" panose="02010800040101010101" pitchFamily="2" charset="-122"/>
              </a:rPr>
              <a:t>所构成</a:t>
            </a:r>
            <a:r>
              <a:rPr lang="zh-CN" altLang="en-US" dirty="0">
                <a:solidFill>
                  <a:schemeClr val="tx1"/>
                </a:solidFill>
                <a:latin typeface="华文新魏" panose="02010800040101010101" pitchFamily="2" charset="-122"/>
                <a:ea typeface="华文新魏" panose="02010800040101010101" pitchFamily="2" charset="-122"/>
              </a:rPr>
              <a:t>。</a:t>
            </a:r>
          </a:p>
        </p:txBody>
      </p:sp>
      <p:sp>
        <p:nvSpPr>
          <p:cNvPr id="188420" name="Rectangle 8"/>
          <p:cNvSpPr/>
          <p:nvPr/>
        </p:nvSpPr>
        <p:spPr>
          <a:xfrm>
            <a:off x="1417638" y="2708275"/>
            <a:ext cx="1112837" cy="205105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21" name="Text Box 9"/>
          <p:cNvSpPr txBox="1"/>
          <p:nvPr/>
        </p:nvSpPr>
        <p:spPr>
          <a:xfrm>
            <a:off x="1319213" y="2708275"/>
            <a:ext cx="903287"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p>
        </p:txBody>
      </p:sp>
      <p:sp>
        <p:nvSpPr>
          <p:cNvPr id="188422" name="Text Box 10"/>
          <p:cNvSpPr txBox="1"/>
          <p:nvPr/>
        </p:nvSpPr>
        <p:spPr>
          <a:xfrm>
            <a:off x="1377950" y="2925763"/>
            <a:ext cx="59690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88423" name="Text Box 11"/>
          <p:cNvSpPr txBox="1"/>
          <p:nvPr/>
        </p:nvSpPr>
        <p:spPr>
          <a:xfrm>
            <a:off x="1377950" y="3094038"/>
            <a:ext cx="59690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LD</a:t>
            </a:r>
          </a:p>
        </p:txBody>
      </p:sp>
      <p:sp>
        <p:nvSpPr>
          <p:cNvPr id="188424" name="Text Box 12"/>
          <p:cNvSpPr txBox="1"/>
          <p:nvPr/>
        </p:nvSpPr>
        <p:spPr>
          <a:xfrm>
            <a:off x="1377950" y="328612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ENP</a:t>
            </a:r>
          </a:p>
        </p:txBody>
      </p:sp>
      <p:sp>
        <p:nvSpPr>
          <p:cNvPr id="188425" name="Text Box 13"/>
          <p:cNvSpPr txBox="1"/>
          <p:nvPr/>
        </p:nvSpPr>
        <p:spPr>
          <a:xfrm>
            <a:off x="1377950" y="3455988"/>
            <a:ext cx="59690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ENT</a:t>
            </a:r>
          </a:p>
        </p:txBody>
      </p:sp>
      <p:sp>
        <p:nvSpPr>
          <p:cNvPr id="188426" name="Text Box 14"/>
          <p:cNvSpPr txBox="1"/>
          <p:nvPr/>
        </p:nvSpPr>
        <p:spPr>
          <a:xfrm>
            <a:off x="1392238" y="367347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188427" name="Text Box 15"/>
          <p:cNvSpPr txBox="1"/>
          <p:nvPr/>
        </p:nvSpPr>
        <p:spPr>
          <a:xfrm>
            <a:off x="1392238" y="388937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188428" name="Text Box 16"/>
          <p:cNvSpPr txBox="1"/>
          <p:nvPr/>
        </p:nvSpPr>
        <p:spPr>
          <a:xfrm>
            <a:off x="1389063" y="4083050"/>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188429" name="Text Box 17"/>
          <p:cNvSpPr txBox="1"/>
          <p:nvPr/>
        </p:nvSpPr>
        <p:spPr>
          <a:xfrm>
            <a:off x="1389063" y="428942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88430" name="Text Box 18"/>
          <p:cNvSpPr txBox="1"/>
          <p:nvPr/>
        </p:nvSpPr>
        <p:spPr>
          <a:xfrm>
            <a:off x="2197100" y="357187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1" name="Text Box 19"/>
          <p:cNvSpPr txBox="1"/>
          <p:nvPr/>
        </p:nvSpPr>
        <p:spPr>
          <a:xfrm>
            <a:off x="2197100" y="3833813"/>
            <a:ext cx="59690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2" name="Text Box 20"/>
          <p:cNvSpPr txBox="1"/>
          <p:nvPr/>
        </p:nvSpPr>
        <p:spPr>
          <a:xfrm>
            <a:off x="2197100" y="4083050"/>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3" name="Text Box 21"/>
          <p:cNvSpPr txBox="1"/>
          <p:nvPr/>
        </p:nvSpPr>
        <p:spPr>
          <a:xfrm>
            <a:off x="2197100" y="4289425"/>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34" name="Text Box 22"/>
          <p:cNvSpPr txBox="1"/>
          <p:nvPr/>
        </p:nvSpPr>
        <p:spPr>
          <a:xfrm>
            <a:off x="2046288" y="4521200"/>
            <a:ext cx="59690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RCO</a:t>
            </a:r>
          </a:p>
        </p:txBody>
      </p:sp>
      <p:sp>
        <p:nvSpPr>
          <p:cNvPr id="188435" name="Line 23"/>
          <p:cNvSpPr/>
          <p:nvPr/>
        </p:nvSpPr>
        <p:spPr>
          <a:xfrm>
            <a:off x="2530475" y="3743325"/>
            <a:ext cx="1314450" cy="0"/>
          </a:xfrm>
          <a:prstGeom prst="line">
            <a:avLst/>
          </a:prstGeom>
          <a:ln w="28575" cap="flat" cmpd="sng">
            <a:solidFill>
              <a:schemeClr val="tx1"/>
            </a:solidFill>
            <a:prstDash val="solid"/>
            <a:headEnd type="none" w="med" len="med"/>
            <a:tailEnd type="none" w="med" len="med"/>
          </a:ln>
        </p:spPr>
      </p:sp>
      <p:sp>
        <p:nvSpPr>
          <p:cNvPr id="188436" name="Line 24"/>
          <p:cNvSpPr/>
          <p:nvPr/>
        </p:nvSpPr>
        <p:spPr>
          <a:xfrm>
            <a:off x="1138238" y="3816350"/>
            <a:ext cx="282575" cy="0"/>
          </a:xfrm>
          <a:prstGeom prst="line">
            <a:avLst/>
          </a:prstGeom>
          <a:ln w="28575" cap="flat" cmpd="sng">
            <a:solidFill>
              <a:schemeClr val="tx1"/>
            </a:solidFill>
            <a:prstDash val="solid"/>
            <a:headEnd type="none" w="med" len="med"/>
            <a:tailEnd type="none" w="med" len="med"/>
          </a:ln>
        </p:spPr>
      </p:sp>
      <p:sp>
        <p:nvSpPr>
          <p:cNvPr id="188437" name="Line 25"/>
          <p:cNvSpPr/>
          <p:nvPr/>
        </p:nvSpPr>
        <p:spPr>
          <a:xfrm>
            <a:off x="1139825" y="3998913"/>
            <a:ext cx="282575" cy="0"/>
          </a:xfrm>
          <a:prstGeom prst="line">
            <a:avLst/>
          </a:prstGeom>
          <a:ln w="28575" cap="flat" cmpd="sng">
            <a:solidFill>
              <a:schemeClr val="tx1"/>
            </a:solidFill>
            <a:prstDash val="solid"/>
            <a:headEnd type="none" w="med" len="med"/>
            <a:tailEnd type="none" w="med" len="med"/>
          </a:ln>
        </p:spPr>
      </p:sp>
      <p:sp>
        <p:nvSpPr>
          <p:cNvPr id="188438" name="Line 26"/>
          <p:cNvSpPr/>
          <p:nvPr/>
        </p:nvSpPr>
        <p:spPr>
          <a:xfrm>
            <a:off x="1139825" y="4216400"/>
            <a:ext cx="282575" cy="0"/>
          </a:xfrm>
          <a:prstGeom prst="line">
            <a:avLst/>
          </a:prstGeom>
          <a:ln w="28575" cap="flat" cmpd="sng">
            <a:solidFill>
              <a:schemeClr val="tx1"/>
            </a:solidFill>
            <a:prstDash val="solid"/>
            <a:headEnd type="none" w="med" len="med"/>
            <a:tailEnd type="none" w="med" len="med"/>
          </a:ln>
        </p:spPr>
      </p:sp>
      <p:sp>
        <p:nvSpPr>
          <p:cNvPr id="188439" name="Line 27"/>
          <p:cNvSpPr/>
          <p:nvPr/>
        </p:nvSpPr>
        <p:spPr>
          <a:xfrm>
            <a:off x="1139825" y="4410075"/>
            <a:ext cx="282575" cy="0"/>
          </a:xfrm>
          <a:prstGeom prst="line">
            <a:avLst/>
          </a:prstGeom>
          <a:ln w="28575" cap="flat" cmpd="sng">
            <a:solidFill>
              <a:schemeClr val="tx1"/>
            </a:solidFill>
            <a:prstDash val="solid"/>
            <a:headEnd type="none" w="med" len="med"/>
            <a:tailEnd type="none" w="med" len="med"/>
          </a:ln>
        </p:spPr>
      </p:sp>
      <p:sp>
        <p:nvSpPr>
          <p:cNvPr id="188440" name="Line 28"/>
          <p:cNvSpPr/>
          <p:nvPr/>
        </p:nvSpPr>
        <p:spPr>
          <a:xfrm>
            <a:off x="2530475" y="4564063"/>
            <a:ext cx="282575" cy="0"/>
          </a:xfrm>
          <a:prstGeom prst="line">
            <a:avLst/>
          </a:prstGeom>
          <a:ln w="28575">
            <a:noFill/>
          </a:ln>
        </p:spPr>
      </p:sp>
      <p:sp>
        <p:nvSpPr>
          <p:cNvPr id="188441" name="Line 29"/>
          <p:cNvSpPr/>
          <p:nvPr/>
        </p:nvSpPr>
        <p:spPr>
          <a:xfrm>
            <a:off x="2530475" y="3971925"/>
            <a:ext cx="1314450" cy="0"/>
          </a:xfrm>
          <a:prstGeom prst="line">
            <a:avLst/>
          </a:prstGeom>
          <a:ln w="28575" cap="flat" cmpd="sng">
            <a:solidFill>
              <a:schemeClr val="tx1"/>
            </a:solidFill>
            <a:prstDash val="solid"/>
            <a:headEnd type="none" w="med" len="med"/>
            <a:tailEnd type="none" w="med" len="med"/>
          </a:ln>
        </p:spPr>
      </p:sp>
      <p:sp>
        <p:nvSpPr>
          <p:cNvPr id="188442" name="Line 30"/>
          <p:cNvSpPr/>
          <p:nvPr/>
        </p:nvSpPr>
        <p:spPr>
          <a:xfrm>
            <a:off x="2516188" y="4224338"/>
            <a:ext cx="1312862" cy="0"/>
          </a:xfrm>
          <a:prstGeom prst="line">
            <a:avLst/>
          </a:prstGeom>
          <a:ln w="28575" cap="flat" cmpd="sng">
            <a:solidFill>
              <a:schemeClr val="tx1"/>
            </a:solidFill>
            <a:prstDash val="solid"/>
            <a:headEnd type="none" w="med" len="med"/>
            <a:tailEnd type="none" w="med" len="med"/>
          </a:ln>
        </p:spPr>
      </p:sp>
      <p:sp>
        <p:nvSpPr>
          <p:cNvPr id="188443" name="Line 31"/>
          <p:cNvSpPr/>
          <p:nvPr/>
        </p:nvSpPr>
        <p:spPr>
          <a:xfrm>
            <a:off x="2530475" y="4341813"/>
            <a:ext cx="347663" cy="0"/>
          </a:xfrm>
          <a:prstGeom prst="line">
            <a:avLst/>
          </a:prstGeom>
          <a:ln w="28575">
            <a:noFill/>
          </a:ln>
        </p:spPr>
      </p:sp>
      <p:sp>
        <p:nvSpPr>
          <p:cNvPr id="188444" name="Line 32"/>
          <p:cNvSpPr/>
          <p:nvPr/>
        </p:nvSpPr>
        <p:spPr>
          <a:xfrm>
            <a:off x="1062038" y="3044825"/>
            <a:ext cx="284162" cy="0"/>
          </a:xfrm>
          <a:prstGeom prst="line">
            <a:avLst/>
          </a:prstGeom>
          <a:ln w="28575" cap="flat" cmpd="sng">
            <a:solidFill>
              <a:schemeClr val="tx1"/>
            </a:solidFill>
            <a:prstDash val="solid"/>
            <a:headEnd type="none" w="med" len="med"/>
            <a:tailEnd type="none" w="med" len="med"/>
          </a:ln>
        </p:spPr>
      </p:sp>
      <p:sp>
        <p:nvSpPr>
          <p:cNvPr id="188445" name="Line 33"/>
          <p:cNvSpPr/>
          <p:nvPr/>
        </p:nvSpPr>
        <p:spPr>
          <a:xfrm>
            <a:off x="1062038" y="3238500"/>
            <a:ext cx="284162" cy="0"/>
          </a:xfrm>
          <a:prstGeom prst="line">
            <a:avLst/>
          </a:prstGeom>
          <a:ln w="28575" cap="flat" cmpd="sng">
            <a:solidFill>
              <a:schemeClr val="tx1"/>
            </a:solidFill>
            <a:prstDash val="solid"/>
            <a:headEnd type="none" w="med" len="med"/>
            <a:tailEnd type="none" w="med" len="med"/>
          </a:ln>
        </p:spPr>
      </p:sp>
      <p:sp>
        <p:nvSpPr>
          <p:cNvPr id="188446" name="Line 34"/>
          <p:cNvSpPr/>
          <p:nvPr/>
        </p:nvSpPr>
        <p:spPr>
          <a:xfrm>
            <a:off x="1212850" y="2854325"/>
            <a:ext cx="196850" cy="0"/>
          </a:xfrm>
          <a:prstGeom prst="line">
            <a:avLst/>
          </a:prstGeom>
          <a:ln w="28575" cap="flat" cmpd="sng">
            <a:solidFill>
              <a:schemeClr val="tx1"/>
            </a:solidFill>
            <a:prstDash val="solid"/>
            <a:headEnd type="none" w="med" len="med"/>
            <a:tailEnd type="none" w="med" len="med"/>
          </a:ln>
        </p:spPr>
      </p:sp>
      <p:sp>
        <p:nvSpPr>
          <p:cNvPr id="188447" name="Line 35"/>
          <p:cNvSpPr/>
          <p:nvPr/>
        </p:nvSpPr>
        <p:spPr>
          <a:xfrm>
            <a:off x="1069975" y="3406775"/>
            <a:ext cx="347663" cy="0"/>
          </a:xfrm>
          <a:prstGeom prst="line">
            <a:avLst/>
          </a:prstGeom>
          <a:ln w="28575" cap="flat" cmpd="sng">
            <a:solidFill>
              <a:schemeClr val="tx1"/>
            </a:solidFill>
            <a:prstDash val="solid"/>
            <a:headEnd type="none" w="med" len="med"/>
            <a:tailEnd type="none" w="med" len="med"/>
          </a:ln>
        </p:spPr>
      </p:sp>
      <p:sp>
        <p:nvSpPr>
          <p:cNvPr id="188448" name="Line 36"/>
          <p:cNvSpPr/>
          <p:nvPr/>
        </p:nvSpPr>
        <p:spPr>
          <a:xfrm>
            <a:off x="1069975" y="3578225"/>
            <a:ext cx="347663" cy="0"/>
          </a:xfrm>
          <a:prstGeom prst="line">
            <a:avLst/>
          </a:prstGeom>
          <a:ln w="28575" cap="flat" cmpd="sng">
            <a:solidFill>
              <a:schemeClr val="tx1"/>
            </a:solidFill>
            <a:prstDash val="solid"/>
            <a:headEnd type="none" w="med" len="med"/>
            <a:tailEnd type="none" w="med" len="med"/>
          </a:ln>
        </p:spPr>
      </p:sp>
      <p:sp>
        <p:nvSpPr>
          <p:cNvPr id="188449" name="Text Box 37"/>
          <p:cNvSpPr txBox="1"/>
          <p:nvPr/>
        </p:nvSpPr>
        <p:spPr>
          <a:xfrm>
            <a:off x="1417638" y="2346325"/>
            <a:ext cx="1182687"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74LS163</a:t>
            </a:r>
          </a:p>
        </p:txBody>
      </p:sp>
      <p:sp>
        <p:nvSpPr>
          <p:cNvPr id="188450" name="Rectangle 38"/>
          <p:cNvSpPr/>
          <p:nvPr/>
        </p:nvSpPr>
        <p:spPr>
          <a:xfrm>
            <a:off x="3635375" y="2657475"/>
            <a:ext cx="904875" cy="182880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1" name="Line 40"/>
          <p:cNvSpPr/>
          <p:nvPr/>
        </p:nvSpPr>
        <p:spPr>
          <a:xfrm>
            <a:off x="3232150" y="3068638"/>
            <a:ext cx="349250" cy="0"/>
          </a:xfrm>
          <a:prstGeom prst="line">
            <a:avLst/>
          </a:prstGeom>
          <a:ln w="28575" cap="flat" cmpd="sng">
            <a:solidFill>
              <a:schemeClr val="tx1"/>
            </a:solidFill>
            <a:prstDash val="solid"/>
            <a:headEnd type="none" w="med" len="med"/>
            <a:tailEnd type="none" w="med" len="med"/>
          </a:ln>
        </p:spPr>
      </p:sp>
      <p:sp>
        <p:nvSpPr>
          <p:cNvPr id="188452" name="Line 41"/>
          <p:cNvSpPr/>
          <p:nvPr/>
        </p:nvSpPr>
        <p:spPr>
          <a:xfrm>
            <a:off x="3219450" y="2820988"/>
            <a:ext cx="406400" cy="0"/>
          </a:xfrm>
          <a:prstGeom prst="line">
            <a:avLst/>
          </a:prstGeom>
          <a:ln w="28575" cap="flat" cmpd="sng">
            <a:solidFill>
              <a:schemeClr val="tx1"/>
            </a:solidFill>
            <a:prstDash val="solid"/>
            <a:headEnd type="none" w="med" len="med"/>
            <a:tailEnd type="none" w="med" len="med"/>
          </a:ln>
        </p:spPr>
      </p:sp>
      <p:sp>
        <p:nvSpPr>
          <p:cNvPr id="188453" name="Text Box 42"/>
          <p:cNvSpPr txBox="1"/>
          <p:nvPr/>
        </p:nvSpPr>
        <p:spPr>
          <a:xfrm>
            <a:off x="3609975" y="2303463"/>
            <a:ext cx="1042988"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74LS138</a:t>
            </a:r>
          </a:p>
        </p:txBody>
      </p:sp>
      <p:sp>
        <p:nvSpPr>
          <p:cNvPr id="188454" name="Text Box 43"/>
          <p:cNvSpPr txBox="1"/>
          <p:nvPr/>
        </p:nvSpPr>
        <p:spPr>
          <a:xfrm>
            <a:off x="3624263" y="2690813"/>
            <a:ext cx="417512"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55" name="Text Box 44"/>
          <p:cNvSpPr txBox="1"/>
          <p:nvPr/>
        </p:nvSpPr>
        <p:spPr>
          <a:xfrm>
            <a:off x="3621088" y="3605213"/>
            <a:ext cx="417512"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188456" name="Oval 45"/>
          <p:cNvSpPr/>
          <p:nvPr/>
        </p:nvSpPr>
        <p:spPr>
          <a:xfrm>
            <a:off x="4540250" y="2846388"/>
            <a:ext cx="69850" cy="698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7" name="Line 46"/>
          <p:cNvSpPr/>
          <p:nvPr/>
        </p:nvSpPr>
        <p:spPr>
          <a:xfrm>
            <a:off x="4610100" y="2873375"/>
            <a:ext cx="1019175" cy="0"/>
          </a:xfrm>
          <a:prstGeom prst="line">
            <a:avLst/>
          </a:prstGeom>
          <a:ln w="28575" cap="flat" cmpd="sng">
            <a:solidFill>
              <a:schemeClr val="tx1"/>
            </a:solidFill>
            <a:prstDash val="solid"/>
            <a:headEnd type="none" w="med" len="med"/>
            <a:tailEnd type="none" w="med" len="med"/>
          </a:ln>
        </p:spPr>
      </p:sp>
      <p:sp>
        <p:nvSpPr>
          <p:cNvPr id="188458" name="Oval 47"/>
          <p:cNvSpPr/>
          <p:nvPr/>
        </p:nvSpPr>
        <p:spPr>
          <a:xfrm>
            <a:off x="4540250" y="3054350"/>
            <a:ext cx="69850" cy="698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59" name="Line 48"/>
          <p:cNvSpPr/>
          <p:nvPr/>
        </p:nvSpPr>
        <p:spPr>
          <a:xfrm>
            <a:off x="4610100" y="3079750"/>
            <a:ext cx="1019175" cy="0"/>
          </a:xfrm>
          <a:prstGeom prst="line">
            <a:avLst/>
          </a:prstGeom>
          <a:ln w="28575" cap="flat" cmpd="sng">
            <a:solidFill>
              <a:schemeClr val="tx1"/>
            </a:solidFill>
            <a:prstDash val="solid"/>
            <a:headEnd type="none" w="med" len="med"/>
            <a:tailEnd type="none" w="med" len="med"/>
          </a:ln>
        </p:spPr>
      </p:sp>
      <p:sp>
        <p:nvSpPr>
          <p:cNvPr id="188460" name="Oval 49"/>
          <p:cNvSpPr/>
          <p:nvPr/>
        </p:nvSpPr>
        <p:spPr>
          <a:xfrm>
            <a:off x="4540250" y="3262313"/>
            <a:ext cx="69850" cy="698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1" name="Line 50"/>
          <p:cNvSpPr/>
          <p:nvPr/>
        </p:nvSpPr>
        <p:spPr>
          <a:xfrm>
            <a:off x="4610100" y="3287713"/>
            <a:ext cx="1019175" cy="0"/>
          </a:xfrm>
          <a:prstGeom prst="line">
            <a:avLst/>
          </a:prstGeom>
          <a:ln w="28575" cap="flat" cmpd="sng">
            <a:solidFill>
              <a:schemeClr val="tx1"/>
            </a:solidFill>
            <a:prstDash val="solid"/>
            <a:headEnd type="none" w="med" len="med"/>
            <a:tailEnd type="none" w="med" len="med"/>
          </a:ln>
        </p:spPr>
      </p:sp>
      <p:sp>
        <p:nvSpPr>
          <p:cNvPr id="188462" name="Oval 51"/>
          <p:cNvSpPr/>
          <p:nvPr/>
        </p:nvSpPr>
        <p:spPr>
          <a:xfrm>
            <a:off x="4540250" y="3470275"/>
            <a:ext cx="69850" cy="682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3" name="Line 52"/>
          <p:cNvSpPr/>
          <p:nvPr/>
        </p:nvSpPr>
        <p:spPr>
          <a:xfrm>
            <a:off x="4610100" y="3495675"/>
            <a:ext cx="1019175" cy="0"/>
          </a:xfrm>
          <a:prstGeom prst="line">
            <a:avLst/>
          </a:prstGeom>
          <a:ln w="28575" cap="flat" cmpd="sng">
            <a:solidFill>
              <a:schemeClr val="tx1"/>
            </a:solidFill>
            <a:prstDash val="solid"/>
            <a:headEnd type="none" w="med" len="med"/>
            <a:tailEnd type="none" w="med" len="med"/>
          </a:ln>
        </p:spPr>
      </p:sp>
      <p:sp>
        <p:nvSpPr>
          <p:cNvPr id="188464" name="Text Box 53"/>
          <p:cNvSpPr txBox="1"/>
          <p:nvPr/>
        </p:nvSpPr>
        <p:spPr>
          <a:xfrm>
            <a:off x="4192588" y="3079750"/>
            <a:ext cx="55562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2</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5" name="Text Box 54"/>
          <p:cNvSpPr txBox="1"/>
          <p:nvPr/>
        </p:nvSpPr>
        <p:spPr>
          <a:xfrm>
            <a:off x="4192588" y="2665413"/>
            <a:ext cx="5556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0</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6" name="Text Box 55"/>
          <p:cNvSpPr txBox="1"/>
          <p:nvPr/>
        </p:nvSpPr>
        <p:spPr>
          <a:xfrm>
            <a:off x="4192588" y="2857500"/>
            <a:ext cx="55562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1</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7" name="Text Box 56"/>
          <p:cNvSpPr txBox="1"/>
          <p:nvPr/>
        </p:nvSpPr>
        <p:spPr>
          <a:xfrm>
            <a:off x="4192588" y="3303588"/>
            <a:ext cx="5556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3</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68" name="Oval 57"/>
          <p:cNvSpPr/>
          <p:nvPr/>
        </p:nvSpPr>
        <p:spPr>
          <a:xfrm>
            <a:off x="4540250" y="3675063"/>
            <a:ext cx="69850" cy="6826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69" name="Line 58"/>
          <p:cNvSpPr/>
          <p:nvPr/>
        </p:nvSpPr>
        <p:spPr>
          <a:xfrm>
            <a:off x="4610100" y="3700463"/>
            <a:ext cx="1019175" cy="0"/>
          </a:xfrm>
          <a:prstGeom prst="line">
            <a:avLst/>
          </a:prstGeom>
          <a:ln w="28575" cap="flat" cmpd="sng">
            <a:solidFill>
              <a:schemeClr val="tx1"/>
            </a:solidFill>
            <a:prstDash val="solid"/>
            <a:headEnd type="none" w="med" len="med"/>
            <a:tailEnd type="none" w="med" len="med"/>
          </a:ln>
        </p:spPr>
      </p:sp>
      <p:sp>
        <p:nvSpPr>
          <p:cNvPr id="188470" name="Oval 59"/>
          <p:cNvSpPr/>
          <p:nvPr/>
        </p:nvSpPr>
        <p:spPr>
          <a:xfrm>
            <a:off x="4540250" y="3857625"/>
            <a:ext cx="69850" cy="698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1" name="Line 60"/>
          <p:cNvSpPr/>
          <p:nvPr/>
        </p:nvSpPr>
        <p:spPr>
          <a:xfrm>
            <a:off x="4610100" y="3884613"/>
            <a:ext cx="1019175" cy="0"/>
          </a:xfrm>
          <a:prstGeom prst="line">
            <a:avLst/>
          </a:prstGeom>
          <a:ln w="28575" cap="flat" cmpd="sng">
            <a:solidFill>
              <a:schemeClr val="tx1"/>
            </a:solidFill>
            <a:prstDash val="solid"/>
            <a:headEnd type="none" w="med" len="med"/>
            <a:tailEnd type="none" w="med" len="med"/>
          </a:ln>
        </p:spPr>
      </p:sp>
      <p:sp>
        <p:nvSpPr>
          <p:cNvPr id="188472" name="Oval 61"/>
          <p:cNvSpPr/>
          <p:nvPr/>
        </p:nvSpPr>
        <p:spPr>
          <a:xfrm>
            <a:off x="4540250" y="4065588"/>
            <a:ext cx="69850" cy="6985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3" name="Line 62"/>
          <p:cNvSpPr/>
          <p:nvPr/>
        </p:nvSpPr>
        <p:spPr>
          <a:xfrm>
            <a:off x="4610100" y="4092575"/>
            <a:ext cx="1019175" cy="0"/>
          </a:xfrm>
          <a:prstGeom prst="line">
            <a:avLst/>
          </a:prstGeom>
          <a:ln w="28575" cap="flat" cmpd="sng">
            <a:solidFill>
              <a:schemeClr val="tx1"/>
            </a:solidFill>
            <a:prstDash val="solid"/>
            <a:headEnd type="none" w="med" len="med"/>
            <a:tailEnd type="none" w="med" len="med"/>
          </a:ln>
        </p:spPr>
      </p:sp>
      <p:sp>
        <p:nvSpPr>
          <p:cNvPr id="188474" name="Oval 63"/>
          <p:cNvSpPr/>
          <p:nvPr/>
        </p:nvSpPr>
        <p:spPr>
          <a:xfrm>
            <a:off x="4540250" y="4273550"/>
            <a:ext cx="69850" cy="682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75" name="Line 64"/>
          <p:cNvSpPr/>
          <p:nvPr/>
        </p:nvSpPr>
        <p:spPr>
          <a:xfrm>
            <a:off x="4610100" y="4298950"/>
            <a:ext cx="1019175" cy="0"/>
          </a:xfrm>
          <a:prstGeom prst="line">
            <a:avLst/>
          </a:prstGeom>
          <a:ln w="28575" cap="flat" cmpd="sng">
            <a:solidFill>
              <a:schemeClr val="tx1"/>
            </a:solidFill>
            <a:prstDash val="solid"/>
            <a:headEnd type="none" w="med" len="med"/>
            <a:tailEnd type="none" w="med" len="med"/>
          </a:ln>
        </p:spPr>
      </p:sp>
      <p:sp>
        <p:nvSpPr>
          <p:cNvPr id="188476" name="Text Box 65"/>
          <p:cNvSpPr txBox="1"/>
          <p:nvPr/>
        </p:nvSpPr>
        <p:spPr>
          <a:xfrm>
            <a:off x="4192588" y="3513138"/>
            <a:ext cx="5556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4</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7" name="Text Box 66"/>
          <p:cNvSpPr txBox="1"/>
          <p:nvPr/>
        </p:nvSpPr>
        <p:spPr>
          <a:xfrm>
            <a:off x="4192588" y="3719513"/>
            <a:ext cx="5556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5</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8" name="Text Box 67"/>
          <p:cNvSpPr txBox="1"/>
          <p:nvPr/>
        </p:nvSpPr>
        <p:spPr>
          <a:xfrm>
            <a:off x="4192588" y="3925888"/>
            <a:ext cx="55562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6</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79" name="Text Box 68"/>
          <p:cNvSpPr txBox="1"/>
          <p:nvPr/>
        </p:nvSpPr>
        <p:spPr>
          <a:xfrm>
            <a:off x="4192588" y="4149725"/>
            <a:ext cx="55562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Y</a:t>
            </a:r>
            <a:r>
              <a:rPr lang="en-US" altLang="zh-CN" sz="1600" baseline="-25000">
                <a:solidFill>
                  <a:schemeClr val="tx1"/>
                </a:solidFill>
                <a:latin typeface="黑体" panose="02010609060101010101" pitchFamily="2" charset="-122"/>
                <a:ea typeface="黑体" panose="02010609060101010101" pitchFamily="2" charset="-122"/>
              </a:rPr>
              <a:t>7</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0" name="Text Box 69"/>
          <p:cNvSpPr txBox="1"/>
          <p:nvPr/>
        </p:nvSpPr>
        <p:spPr>
          <a:xfrm>
            <a:off x="3635375" y="3857625"/>
            <a:ext cx="417513"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188481" name="Text Box 70"/>
          <p:cNvSpPr txBox="1"/>
          <p:nvPr/>
        </p:nvSpPr>
        <p:spPr>
          <a:xfrm>
            <a:off x="3635375" y="4119563"/>
            <a:ext cx="417513"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188482" name="Line 72"/>
          <p:cNvSpPr/>
          <p:nvPr/>
        </p:nvSpPr>
        <p:spPr>
          <a:xfrm>
            <a:off x="3219450" y="3278188"/>
            <a:ext cx="346075" cy="0"/>
          </a:xfrm>
          <a:prstGeom prst="line">
            <a:avLst/>
          </a:prstGeom>
          <a:ln w="28575" cap="flat" cmpd="sng">
            <a:solidFill>
              <a:schemeClr val="tx1"/>
            </a:solidFill>
            <a:prstDash val="solid"/>
            <a:headEnd type="none" w="med" len="med"/>
            <a:tailEnd type="none" w="med" len="med"/>
          </a:ln>
        </p:spPr>
      </p:sp>
      <p:sp>
        <p:nvSpPr>
          <p:cNvPr id="188483" name="Text Box 73"/>
          <p:cNvSpPr txBox="1"/>
          <p:nvPr/>
        </p:nvSpPr>
        <p:spPr>
          <a:xfrm>
            <a:off x="3635375" y="2943225"/>
            <a:ext cx="487363"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2A</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4" name="Text Box 74"/>
          <p:cNvSpPr txBox="1"/>
          <p:nvPr/>
        </p:nvSpPr>
        <p:spPr>
          <a:xfrm>
            <a:off x="3635375" y="3171825"/>
            <a:ext cx="487363"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a:t>
            </a:r>
            <a:r>
              <a:rPr lang="en-US" altLang="zh-CN" sz="1600" baseline="-25000">
                <a:solidFill>
                  <a:schemeClr val="tx1"/>
                </a:solidFill>
                <a:latin typeface="黑体" panose="02010609060101010101" pitchFamily="2" charset="-122"/>
                <a:ea typeface="黑体" panose="02010609060101010101" pitchFamily="2" charset="-122"/>
              </a:rPr>
              <a:t>2B</a:t>
            </a:r>
            <a:endParaRPr lang="en-US" altLang="zh-CN" sz="1600">
              <a:solidFill>
                <a:schemeClr val="tx1"/>
              </a:solidFill>
              <a:latin typeface="黑体" panose="02010609060101010101" pitchFamily="2" charset="-122"/>
              <a:ea typeface="黑体" panose="02010609060101010101" pitchFamily="2" charset="-122"/>
            </a:endParaRPr>
          </a:p>
        </p:txBody>
      </p:sp>
      <p:sp>
        <p:nvSpPr>
          <p:cNvPr id="188485" name="Rectangle 75"/>
          <p:cNvSpPr/>
          <p:nvPr/>
        </p:nvSpPr>
        <p:spPr>
          <a:xfrm>
            <a:off x="5645468" y="2289175"/>
            <a:ext cx="1112837" cy="2109788"/>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486" name="Text Box 76"/>
          <p:cNvSpPr txBox="1"/>
          <p:nvPr/>
        </p:nvSpPr>
        <p:spPr>
          <a:xfrm>
            <a:off x="5568950" y="2276475"/>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&gt;CLK</a:t>
            </a:r>
          </a:p>
        </p:txBody>
      </p:sp>
      <p:sp>
        <p:nvSpPr>
          <p:cNvPr id="188487" name="Line 77"/>
          <p:cNvSpPr/>
          <p:nvPr/>
        </p:nvSpPr>
        <p:spPr>
          <a:xfrm flipH="1">
            <a:off x="5026025" y="2446338"/>
            <a:ext cx="611188" cy="0"/>
          </a:xfrm>
          <a:prstGeom prst="line">
            <a:avLst/>
          </a:prstGeom>
          <a:ln w="28575" cap="flat" cmpd="sng">
            <a:solidFill>
              <a:schemeClr val="tx1"/>
            </a:solidFill>
            <a:prstDash val="solid"/>
            <a:headEnd type="none" w="med" len="med"/>
            <a:tailEnd type="none" w="med" len="med"/>
          </a:ln>
        </p:spPr>
      </p:sp>
      <p:sp>
        <p:nvSpPr>
          <p:cNvPr id="188488" name="Line 78"/>
          <p:cNvSpPr/>
          <p:nvPr/>
        </p:nvSpPr>
        <p:spPr>
          <a:xfrm flipH="1">
            <a:off x="5254625" y="2589213"/>
            <a:ext cx="339725" cy="9525"/>
          </a:xfrm>
          <a:prstGeom prst="line">
            <a:avLst/>
          </a:prstGeom>
          <a:ln w="28575" cap="flat" cmpd="sng">
            <a:solidFill>
              <a:schemeClr val="tx1"/>
            </a:solidFill>
            <a:prstDash val="solid"/>
            <a:headEnd type="none" w="med" len="med"/>
            <a:tailEnd type="none" w="med" len="med"/>
          </a:ln>
        </p:spPr>
      </p:sp>
      <p:sp>
        <p:nvSpPr>
          <p:cNvPr id="188489" name="Text Box 79"/>
          <p:cNvSpPr txBox="1"/>
          <p:nvPr/>
        </p:nvSpPr>
        <p:spPr>
          <a:xfrm>
            <a:off x="5722938" y="2463800"/>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OE</a:t>
            </a:r>
          </a:p>
        </p:txBody>
      </p:sp>
      <p:sp>
        <p:nvSpPr>
          <p:cNvPr id="188490" name="Text Box 80"/>
          <p:cNvSpPr txBox="1"/>
          <p:nvPr/>
        </p:nvSpPr>
        <p:spPr>
          <a:xfrm>
            <a:off x="5653088" y="2711450"/>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p>
        </p:txBody>
      </p:sp>
      <p:sp>
        <p:nvSpPr>
          <p:cNvPr id="188491" name="Text Box 81"/>
          <p:cNvSpPr txBox="1"/>
          <p:nvPr/>
        </p:nvSpPr>
        <p:spPr>
          <a:xfrm>
            <a:off x="5653088" y="289401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p>
        </p:txBody>
      </p:sp>
      <p:sp>
        <p:nvSpPr>
          <p:cNvPr id="188492" name="Text Box 82"/>
          <p:cNvSpPr txBox="1"/>
          <p:nvPr/>
        </p:nvSpPr>
        <p:spPr>
          <a:xfrm>
            <a:off x="5653088" y="330676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p>
        </p:txBody>
      </p:sp>
      <p:sp>
        <p:nvSpPr>
          <p:cNvPr id="188493" name="Text Box 83"/>
          <p:cNvSpPr txBox="1"/>
          <p:nvPr/>
        </p:nvSpPr>
        <p:spPr>
          <a:xfrm>
            <a:off x="5653088" y="3100388"/>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p>
        </p:txBody>
      </p:sp>
      <p:sp>
        <p:nvSpPr>
          <p:cNvPr id="188494" name="Line 84"/>
          <p:cNvSpPr/>
          <p:nvPr/>
        </p:nvSpPr>
        <p:spPr>
          <a:xfrm flipH="1">
            <a:off x="6765925" y="2851150"/>
            <a:ext cx="555625" cy="0"/>
          </a:xfrm>
          <a:prstGeom prst="line">
            <a:avLst/>
          </a:prstGeom>
          <a:ln w="28575" cap="flat" cmpd="sng">
            <a:solidFill>
              <a:schemeClr val="tx1"/>
            </a:solidFill>
            <a:prstDash val="solid"/>
            <a:headEnd type="none" w="med" len="med"/>
            <a:tailEnd type="none" w="med" len="med"/>
          </a:ln>
        </p:spPr>
      </p:sp>
      <p:sp>
        <p:nvSpPr>
          <p:cNvPr id="188495" name="Line 85"/>
          <p:cNvSpPr/>
          <p:nvPr/>
        </p:nvSpPr>
        <p:spPr>
          <a:xfrm flipH="1">
            <a:off x="6765925" y="3267075"/>
            <a:ext cx="555625" cy="0"/>
          </a:xfrm>
          <a:prstGeom prst="line">
            <a:avLst/>
          </a:prstGeom>
          <a:ln w="28575" cap="flat" cmpd="sng">
            <a:solidFill>
              <a:schemeClr val="tx1"/>
            </a:solidFill>
            <a:prstDash val="solid"/>
            <a:headEnd type="none" w="med" len="med"/>
            <a:tailEnd type="none" w="med" len="med"/>
          </a:ln>
        </p:spPr>
      </p:sp>
      <p:sp>
        <p:nvSpPr>
          <p:cNvPr id="188496" name="Line 86"/>
          <p:cNvSpPr/>
          <p:nvPr/>
        </p:nvSpPr>
        <p:spPr>
          <a:xfrm flipH="1">
            <a:off x="6765925" y="3689350"/>
            <a:ext cx="555625" cy="0"/>
          </a:xfrm>
          <a:prstGeom prst="line">
            <a:avLst/>
          </a:prstGeom>
          <a:ln w="28575" cap="flat" cmpd="sng">
            <a:solidFill>
              <a:schemeClr val="tx1"/>
            </a:solidFill>
            <a:prstDash val="solid"/>
            <a:headEnd type="none" w="med" len="med"/>
            <a:tailEnd type="none" w="med" len="med"/>
          </a:ln>
        </p:spPr>
      </p:sp>
      <p:sp>
        <p:nvSpPr>
          <p:cNvPr id="188497" name="Line 87"/>
          <p:cNvSpPr/>
          <p:nvPr/>
        </p:nvSpPr>
        <p:spPr>
          <a:xfrm flipH="1">
            <a:off x="6765925" y="4087813"/>
            <a:ext cx="555625" cy="0"/>
          </a:xfrm>
          <a:prstGeom prst="line">
            <a:avLst/>
          </a:prstGeom>
          <a:ln w="28575" cap="flat" cmpd="sng">
            <a:solidFill>
              <a:schemeClr val="tx1"/>
            </a:solidFill>
            <a:prstDash val="solid"/>
            <a:headEnd type="none" w="med" len="med"/>
            <a:tailEnd type="none" w="med" len="med"/>
          </a:ln>
        </p:spPr>
      </p:sp>
      <p:sp>
        <p:nvSpPr>
          <p:cNvPr id="188498" name="Text Box 88"/>
          <p:cNvSpPr txBox="1"/>
          <p:nvPr/>
        </p:nvSpPr>
        <p:spPr>
          <a:xfrm>
            <a:off x="6418263" y="2711450"/>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p>
        </p:txBody>
      </p:sp>
      <p:sp>
        <p:nvSpPr>
          <p:cNvPr id="188499" name="Text Box 89"/>
          <p:cNvSpPr txBox="1"/>
          <p:nvPr/>
        </p:nvSpPr>
        <p:spPr>
          <a:xfrm>
            <a:off x="6418263" y="3094038"/>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p>
        </p:txBody>
      </p:sp>
      <p:sp>
        <p:nvSpPr>
          <p:cNvPr id="188500" name="Text Box 90"/>
          <p:cNvSpPr txBox="1"/>
          <p:nvPr/>
        </p:nvSpPr>
        <p:spPr>
          <a:xfrm>
            <a:off x="6418263" y="3511550"/>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5Q</a:t>
            </a:r>
          </a:p>
        </p:txBody>
      </p:sp>
      <p:sp>
        <p:nvSpPr>
          <p:cNvPr id="188501" name="Text Box 91"/>
          <p:cNvSpPr txBox="1"/>
          <p:nvPr/>
        </p:nvSpPr>
        <p:spPr>
          <a:xfrm>
            <a:off x="6418263" y="392271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7Q</a:t>
            </a:r>
          </a:p>
        </p:txBody>
      </p:sp>
      <p:sp>
        <p:nvSpPr>
          <p:cNvPr id="188502" name="Text Box 92"/>
          <p:cNvSpPr txBox="1"/>
          <p:nvPr/>
        </p:nvSpPr>
        <p:spPr>
          <a:xfrm>
            <a:off x="6418263" y="289401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p>
        </p:txBody>
      </p:sp>
      <p:sp>
        <p:nvSpPr>
          <p:cNvPr id="188503" name="Text Box 93"/>
          <p:cNvSpPr txBox="1"/>
          <p:nvPr/>
        </p:nvSpPr>
        <p:spPr>
          <a:xfrm>
            <a:off x="6418263" y="330676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p>
        </p:txBody>
      </p:sp>
      <p:sp>
        <p:nvSpPr>
          <p:cNvPr id="188504" name="Text Box 94"/>
          <p:cNvSpPr txBox="1"/>
          <p:nvPr/>
        </p:nvSpPr>
        <p:spPr>
          <a:xfrm>
            <a:off x="6418263" y="3717925"/>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6Q</a:t>
            </a:r>
          </a:p>
        </p:txBody>
      </p:sp>
      <p:sp>
        <p:nvSpPr>
          <p:cNvPr id="188505" name="Text Box 95"/>
          <p:cNvSpPr txBox="1"/>
          <p:nvPr/>
        </p:nvSpPr>
        <p:spPr>
          <a:xfrm>
            <a:off x="6418263" y="4129088"/>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8Q</a:t>
            </a:r>
          </a:p>
        </p:txBody>
      </p:sp>
      <p:sp>
        <p:nvSpPr>
          <p:cNvPr id="188506" name="Line 96"/>
          <p:cNvSpPr/>
          <p:nvPr/>
        </p:nvSpPr>
        <p:spPr>
          <a:xfrm flipH="1">
            <a:off x="6765925" y="3057525"/>
            <a:ext cx="555625" cy="0"/>
          </a:xfrm>
          <a:prstGeom prst="line">
            <a:avLst/>
          </a:prstGeom>
          <a:ln w="28575" cap="flat" cmpd="sng">
            <a:solidFill>
              <a:schemeClr val="tx1"/>
            </a:solidFill>
            <a:prstDash val="solid"/>
            <a:headEnd type="none" w="med" len="med"/>
            <a:tailEnd type="none" w="med" len="med"/>
          </a:ln>
        </p:spPr>
      </p:sp>
      <p:sp>
        <p:nvSpPr>
          <p:cNvPr id="188507" name="Line 97"/>
          <p:cNvSpPr/>
          <p:nvPr/>
        </p:nvSpPr>
        <p:spPr>
          <a:xfrm flipH="1">
            <a:off x="6765925" y="4292600"/>
            <a:ext cx="555625" cy="0"/>
          </a:xfrm>
          <a:prstGeom prst="line">
            <a:avLst/>
          </a:prstGeom>
          <a:ln w="28575" cap="flat" cmpd="sng">
            <a:solidFill>
              <a:schemeClr val="tx1"/>
            </a:solidFill>
            <a:prstDash val="solid"/>
            <a:headEnd type="none" w="med" len="med"/>
            <a:tailEnd type="none" w="med" len="med"/>
          </a:ln>
        </p:spPr>
      </p:sp>
      <p:sp>
        <p:nvSpPr>
          <p:cNvPr id="188508" name="Line 98"/>
          <p:cNvSpPr/>
          <p:nvPr/>
        </p:nvSpPr>
        <p:spPr>
          <a:xfrm flipH="1">
            <a:off x="6765925" y="3468688"/>
            <a:ext cx="555625" cy="0"/>
          </a:xfrm>
          <a:prstGeom prst="line">
            <a:avLst/>
          </a:prstGeom>
          <a:ln w="28575" cap="flat" cmpd="sng">
            <a:solidFill>
              <a:schemeClr val="tx1"/>
            </a:solidFill>
            <a:prstDash val="solid"/>
            <a:headEnd type="none" w="med" len="med"/>
            <a:tailEnd type="none" w="med" len="med"/>
          </a:ln>
        </p:spPr>
      </p:sp>
      <p:sp>
        <p:nvSpPr>
          <p:cNvPr id="188509" name="Line 99"/>
          <p:cNvSpPr/>
          <p:nvPr/>
        </p:nvSpPr>
        <p:spPr>
          <a:xfrm flipH="1">
            <a:off x="6765925" y="3879850"/>
            <a:ext cx="555625" cy="0"/>
          </a:xfrm>
          <a:prstGeom prst="line">
            <a:avLst/>
          </a:prstGeom>
          <a:ln w="28575" cap="flat" cmpd="sng">
            <a:solidFill>
              <a:schemeClr val="tx1"/>
            </a:solidFill>
            <a:prstDash val="solid"/>
            <a:headEnd type="none" w="med" len="med"/>
            <a:tailEnd type="none" w="med" len="med"/>
          </a:ln>
        </p:spPr>
      </p:sp>
      <p:sp>
        <p:nvSpPr>
          <p:cNvPr id="188510" name="Text Box 100"/>
          <p:cNvSpPr txBox="1"/>
          <p:nvPr/>
        </p:nvSpPr>
        <p:spPr>
          <a:xfrm>
            <a:off x="5653088" y="3511550"/>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5D</a:t>
            </a:r>
          </a:p>
        </p:txBody>
      </p:sp>
      <p:sp>
        <p:nvSpPr>
          <p:cNvPr id="188511" name="Text Box 101"/>
          <p:cNvSpPr txBox="1"/>
          <p:nvPr/>
        </p:nvSpPr>
        <p:spPr>
          <a:xfrm>
            <a:off x="5653088" y="3717925"/>
            <a:ext cx="625475"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6D</a:t>
            </a:r>
          </a:p>
        </p:txBody>
      </p:sp>
      <p:sp>
        <p:nvSpPr>
          <p:cNvPr id="188512" name="Text Box 102"/>
          <p:cNvSpPr txBox="1"/>
          <p:nvPr/>
        </p:nvSpPr>
        <p:spPr>
          <a:xfrm>
            <a:off x="5653088" y="3922713"/>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7D</a:t>
            </a:r>
          </a:p>
        </p:txBody>
      </p:sp>
      <p:sp>
        <p:nvSpPr>
          <p:cNvPr id="188513" name="Text Box 103"/>
          <p:cNvSpPr txBox="1"/>
          <p:nvPr/>
        </p:nvSpPr>
        <p:spPr>
          <a:xfrm>
            <a:off x="5653088" y="4129088"/>
            <a:ext cx="6254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8D</a:t>
            </a:r>
          </a:p>
        </p:txBody>
      </p:sp>
      <p:sp>
        <p:nvSpPr>
          <p:cNvPr id="188514" name="Text Box 104"/>
          <p:cNvSpPr txBox="1"/>
          <p:nvPr/>
        </p:nvSpPr>
        <p:spPr>
          <a:xfrm>
            <a:off x="5653088" y="1968500"/>
            <a:ext cx="1252537"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74LS374</a:t>
            </a:r>
          </a:p>
        </p:txBody>
      </p:sp>
      <p:sp>
        <p:nvSpPr>
          <p:cNvPr id="188515" name="Line 107"/>
          <p:cNvSpPr/>
          <p:nvPr/>
        </p:nvSpPr>
        <p:spPr>
          <a:xfrm>
            <a:off x="1062038" y="2281238"/>
            <a:ext cx="0" cy="1295400"/>
          </a:xfrm>
          <a:prstGeom prst="line">
            <a:avLst/>
          </a:prstGeom>
          <a:ln w="28575" cap="flat" cmpd="sng">
            <a:solidFill>
              <a:schemeClr val="tx1"/>
            </a:solidFill>
            <a:prstDash val="solid"/>
            <a:headEnd type="none" w="med" len="med"/>
            <a:tailEnd type="none" w="med" len="med"/>
          </a:ln>
        </p:spPr>
      </p:sp>
      <p:sp>
        <p:nvSpPr>
          <p:cNvPr id="188516" name="Line 108"/>
          <p:cNvSpPr/>
          <p:nvPr/>
        </p:nvSpPr>
        <p:spPr>
          <a:xfrm>
            <a:off x="1201738" y="1773238"/>
            <a:ext cx="0" cy="1079500"/>
          </a:xfrm>
          <a:prstGeom prst="line">
            <a:avLst/>
          </a:prstGeom>
          <a:ln w="28575" cap="flat" cmpd="sng">
            <a:solidFill>
              <a:schemeClr val="tx1"/>
            </a:solidFill>
            <a:prstDash val="solid"/>
            <a:headEnd type="none" w="med" len="med"/>
            <a:tailEnd type="none" w="med" len="med"/>
          </a:ln>
        </p:spPr>
      </p:sp>
      <p:sp>
        <p:nvSpPr>
          <p:cNvPr id="188517" name="Line 109"/>
          <p:cNvSpPr/>
          <p:nvPr/>
        </p:nvSpPr>
        <p:spPr>
          <a:xfrm>
            <a:off x="965200" y="1743075"/>
            <a:ext cx="4073525" cy="0"/>
          </a:xfrm>
          <a:prstGeom prst="line">
            <a:avLst/>
          </a:prstGeom>
          <a:ln w="28575" cap="flat" cmpd="sng">
            <a:solidFill>
              <a:schemeClr val="tx1"/>
            </a:solidFill>
            <a:prstDash val="solid"/>
            <a:headEnd type="none" w="med" len="med"/>
            <a:tailEnd type="none" w="med" len="med"/>
          </a:ln>
        </p:spPr>
      </p:sp>
      <p:sp>
        <p:nvSpPr>
          <p:cNvPr id="188518" name="Line 110"/>
          <p:cNvSpPr/>
          <p:nvPr/>
        </p:nvSpPr>
        <p:spPr>
          <a:xfrm>
            <a:off x="5026025" y="1743075"/>
            <a:ext cx="635" cy="703580"/>
          </a:xfrm>
          <a:prstGeom prst="line">
            <a:avLst/>
          </a:prstGeom>
          <a:ln w="28575" cap="flat" cmpd="sng">
            <a:solidFill>
              <a:schemeClr val="tx1"/>
            </a:solidFill>
            <a:prstDash val="solid"/>
            <a:headEnd type="none" w="med" len="med"/>
            <a:tailEnd type="none" w="med" len="med"/>
          </a:ln>
        </p:spPr>
      </p:sp>
      <p:sp>
        <p:nvSpPr>
          <p:cNvPr id="188519" name="Oval 111"/>
          <p:cNvSpPr/>
          <p:nvPr/>
        </p:nvSpPr>
        <p:spPr>
          <a:xfrm>
            <a:off x="1175068" y="171418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0" name="Text Box 112"/>
          <p:cNvSpPr txBox="1"/>
          <p:nvPr/>
        </p:nvSpPr>
        <p:spPr>
          <a:xfrm>
            <a:off x="296863" y="1560513"/>
            <a:ext cx="765175"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p>
        </p:txBody>
      </p:sp>
      <p:sp>
        <p:nvSpPr>
          <p:cNvPr id="188521" name="Rectangle 113"/>
          <p:cNvSpPr/>
          <p:nvPr/>
        </p:nvSpPr>
        <p:spPr>
          <a:xfrm>
            <a:off x="581025" y="2200275"/>
            <a:ext cx="330200" cy="114300"/>
          </a:xfrm>
          <a:prstGeom prst="rect">
            <a:avLst/>
          </a:prstGeom>
          <a:solidFill>
            <a:schemeClr val="hlink"/>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2" name="Line 114"/>
          <p:cNvSpPr/>
          <p:nvPr/>
        </p:nvSpPr>
        <p:spPr>
          <a:xfrm>
            <a:off x="431800" y="2257425"/>
            <a:ext cx="131763" cy="0"/>
          </a:xfrm>
          <a:prstGeom prst="line">
            <a:avLst/>
          </a:prstGeom>
          <a:ln w="28575" cap="flat" cmpd="sng">
            <a:solidFill>
              <a:schemeClr val="tx1"/>
            </a:solidFill>
            <a:prstDash val="solid"/>
            <a:headEnd type="none" w="med" len="med"/>
            <a:tailEnd type="none" w="med" len="med"/>
          </a:ln>
        </p:spPr>
      </p:sp>
      <p:sp>
        <p:nvSpPr>
          <p:cNvPr id="188523" name="Line 115"/>
          <p:cNvSpPr/>
          <p:nvPr/>
        </p:nvSpPr>
        <p:spPr>
          <a:xfrm>
            <a:off x="923925" y="2257425"/>
            <a:ext cx="2298700" cy="0"/>
          </a:xfrm>
          <a:prstGeom prst="line">
            <a:avLst/>
          </a:prstGeom>
          <a:ln w="28575" cap="flat" cmpd="sng">
            <a:solidFill>
              <a:schemeClr val="tx1"/>
            </a:solidFill>
            <a:prstDash val="solid"/>
            <a:headEnd type="none" w="med" len="med"/>
            <a:tailEnd type="none" w="med" len="med"/>
          </a:ln>
        </p:spPr>
      </p:sp>
      <p:sp>
        <p:nvSpPr>
          <p:cNvPr id="188524" name="Line 116"/>
          <p:cNvSpPr/>
          <p:nvPr/>
        </p:nvSpPr>
        <p:spPr>
          <a:xfrm>
            <a:off x="3219450" y="2257425"/>
            <a:ext cx="0" cy="571500"/>
          </a:xfrm>
          <a:prstGeom prst="line">
            <a:avLst/>
          </a:prstGeom>
          <a:ln w="28575" cap="flat" cmpd="sng">
            <a:solidFill>
              <a:schemeClr val="tx1"/>
            </a:solidFill>
            <a:prstDash val="solid"/>
            <a:headEnd type="none" w="med" len="med"/>
            <a:tailEnd type="none" w="med" len="med"/>
          </a:ln>
        </p:spPr>
      </p:sp>
      <p:sp>
        <p:nvSpPr>
          <p:cNvPr id="188525" name="Line 117"/>
          <p:cNvSpPr/>
          <p:nvPr/>
        </p:nvSpPr>
        <p:spPr>
          <a:xfrm>
            <a:off x="425450" y="2257425"/>
            <a:ext cx="0" cy="228600"/>
          </a:xfrm>
          <a:prstGeom prst="line">
            <a:avLst/>
          </a:prstGeom>
          <a:ln w="28575" cap="flat" cmpd="sng">
            <a:solidFill>
              <a:schemeClr val="tx1"/>
            </a:solidFill>
            <a:prstDash val="solid"/>
            <a:headEnd type="none" w="med" len="med"/>
            <a:tailEnd type="none" w="med" len="med"/>
          </a:ln>
        </p:spPr>
      </p:sp>
      <p:sp>
        <p:nvSpPr>
          <p:cNvPr id="188526" name="Line 118"/>
          <p:cNvSpPr/>
          <p:nvPr/>
        </p:nvSpPr>
        <p:spPr>
          <a:xfrm>
            <a:off x="320675" y="2474913"/>
            <a:ext cx="174625" cy="0"/>
          </a:xfrm>
          <a:prstGeom prst="line">
            <a:avLst/>
          </a:prstGeom>
          <a:ln w="28575" cap="flat" cmpd="sng">
            <a:solidFill>
              <a:schemeClr val="tx1"/>
            </a:solidFill>
            <a:prstDash val="solid"/>
            <a:headEnd type="none" w="med" len="med"/>
            <a:tailEnd type="none" w="med" len="med"/>
          </a:ln>
        </p:spPr>
      </p:sp>
      <p:sp>
        <p:nvSpPr>
          <p:cNvPr id="188527" name="Text Box 119"/>
          <p:cNvSpPr txBox="1"/>
          <p:nvPr/>
        </p:nvSpPr>
        <p:spPr>
          <a:xfrm>
            <a:off x="215900" y="2486025"/>
            <a:ext cx="487363"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5V</a:t>
            </a:r>
          </a:p>
        </p:txBody>
      </p:sp>
      <p:sp>
        <p:nvSpPr>
          <p:cNvPr id="188528" name="Oval 120"/>
          <p:cNvSpPr/>
          <p:nvPr/>
        </p:nvSpPr>
        <p:spPr>
          <a:xfrm>
            <a:off x="1033463" y="223043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29" name="Oval 121"/>
          <p:cNvSpPr/>
          <p:nvPr/>
        </p:nvSpPr>
        <p:spPr>
          <a:xfrm>
            <a:off x="1022350" y="3000375"/>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0" name="Oval 122"/>
          <p:cNvSpPr/>
          <p:nvPr/>
        </p:nvSpPr>
        <p:spPr>
          <a:xfrm>
            <a:off x="1022350" y="3205163"/>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1" name="Oval 123"/>
          <p:cNvSpPr/>
          <p:nvPr/>
        </p:nvSpPr>
        <p:spPr>
          <a:xfrm>
            <a:off x="1022350" y="3367088"/>
            <a:ext cx="69850"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2" name="Line 124"/>
          <p:cNvSpPr/>
          <p:nvPr/>
        </p:nvSpPr>
        <p:spPr>
          <a:xfrm>
            <a:off x="3219450" y="3055938"/>
            <a:ext cx="0" cy="342900"/>
          </a:xfrm>
          <a:prstGeom prst="line">
            <a:avLst/>
          </a:prstGeom>
          <a:ln w="28575" cap="flat" cmpd="sng">
            <a:solidFill>
              <a:schemeClr val="tx1"/>
            </a:solidFill>
            <a:prstDash val="solid"/>
            <a:headEnd type="none" w="med" len="med"/>
            <a:tailEnd type="none" w="med" len="med"/>
          </a:ln>
        </p:spPr>
      </p:sp>
      <p:sp>
        <p:nvSpPr>
          <p:cNvPr id="188533" name="Line 126"/>
          <p:cNvSpPr/>
          <p:nvPr/>
        </p:nvSpPr>
        <p:spPr>
          <a:xfrm>
            <a:off x="5249863" y="2578100"/>
            <a:ext cx="0" cy="107950"/>
          </a:xfrm>
          <a:prstGeom prst="line">
            <a:avLst/>
          </a:prstGeom>
          <a:ln w="28575" cap="flat" cmpd="sng">
            <a:solidFill>
              <a:schemeClr val="tx1"/>
            </a:solidFill>
            <a:prstDash val="solid"/>
            <a:headEnd type="none" w="med" len="med"/>
            <a:tailEnd type="none" w="med" len="med"/>
          </a:ln>
        </p:spPr>
      </p:sp>
      <p:sp>
        <p:nvSpPr>
          <p:cNvPr id="188534" name="AutoShape 127"/>
          <p:cNvSpPr/>
          <p:nvPr/>
        </p:nvSpPr>
        <p:spPr>
          <a:xfrm rot="10800000">
            <a:off x="3148013" y="3376613"/>
            <a:ext cx="139700" cy="84137"/>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88535" name="AutoShape 128"/>
          <p:cNvSpPr/>
          <p:nvPr/>
        </p:nvSpPr>
        <p:spPr>
          <a:xfrm rot="10800000">
            <a:off x="5183188" y="2686050"/>
            <a:ext cx="138112" cy="84138"/>
          </a:xfrm>
          <a:prstGeom prst="triangle">
            <a:avLst>
              <a:gd name="adj" fmla="val 50000"/>
            </a:avLst>
          </a:prstGeom>
          <a:solidFill>
            <a:srgbClr val="003300"/>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36" name="Text Box 129"/>
          <p:cNvSpPr txBox="1"/>
          <p:nvPr/>
        </p:nvSpPr>
        <p:spPr>
          <a:xfrm>
            <a:off x="2662238" y="3460750"/>
            <a:ext cx="557212"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1</a:t>
            </a:r>
          </a:p>
        </p:txBody>
      </p:sp>
      <p:sp>
        <p:nvSpPr>
          <p:cNvPr id="188537" name="Text Box 130"/>
          <p:cNvSpPr txBox="1"/>
          <p:nvPr/>
        </p:nvSpPr>
        <p:spPr>
          <a:xfrm>
            <a:off x="2662238" y="3675063"/>
            <a:ext cx="557212"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2</a:t>
            </a:r>
          </a:p>
        </p:txBody>
      </p:sp>
      <p:sp>
        <p:nvSpPr>
          <p:cNvPr id="188538" name="Text Box 131"/>
          <p:cNvSpPr txBox="1"/>
          <p:nvPr/>
        </p:nvSpPr>
        <p:spPr>
          <a:xfrm>
            <a:off x="2662238" y="3910330"/>
            <a:ext cx="557212"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Q</a:t>
            </a:r>
            <a:r>
              <a:rPr lang="en-US" altLang="zh-CN" sz="1600" b="1" baseline="-25000">
                <a:solidFill>
                  <a:schemeClr val="tx1"/>
                </a:solidFill>
                <a:latin typeface="黑体" panose="02010609060101010101" pitchFamily="2" charset="-122"/>
                <a:ea typeface="黑体" panose="02010609060101010101" pitchFamily="2" charset="-122"/>
              </a:rPr>
              <a:t>3</a:t>
            </a:r>
          </a:p>
        </p:txBody>
      </p:sp>
      <p:sp>
        <p:nvSpPr>
          <p:cNvPr id="188539" name="Text Box 132"/>
          <p:cNvSpPr txBox="1"/>
          <p:nvPr/>
        </p:nvSpPr>
        <p:spPr>
          <a:xfrm>
            <a:off x="4679950" y="2640013"/>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0</a:t>
            </a:r>
          </a:p>
        </p:txBody>
      </p:sp>
      <p:sp>
        <p:nvSpPr>
          <p:cNvPr id="188540" name="Text Box 133"/>
          <p:cNvSpPr txBox="1"/>
          <p:nvPr/>
        </p:nvSpPr>
        <p:spPr>
          <a:xfrm>
            <a:off x="4679950" y="2855913"/>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1</a:t>
            </a:r>
          </a:p>
        </p:txBody>
      </p:sp>
      <p:sp>
        <p:nvSpPr>
          <p:cNvPr id="188541" name="Text Box 135"/>
          <p:cNvSpPr txBox="1"/>
          <p:nvPr/>
        </p:nvSpPr>
        <p:spPr>
          <a:xfrm>
            <a:off x="4679950" y="3049588"/>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2</a:t>
            </a:r>
          </a:p>
        </p:txBody>
      </p:sp>
      <p:sp>
        <p:nvSpPr>
          <p:cNvPr id="188542" name="Text Box 136"/>
          <p:cNvSpPr txBox="1"/>
          <p:nvPr/>
        </p:nvSpPr>
        <p:spPr>
          <a:xfrm>
            <a:off x="4679950" y="3260725"/>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3</a:t>
            </a:r>
          </a:p>
        </p:txBody>
      </p:sp>
      <p:sp>
        <p:nvSpPr>
          <p:cNvPr id="188543" name="Text Box 138"/>
          <p:cNvSpPr txBox="1"/>
          <p:nvPr/>
        </p:nvSpPr>
        <p:spPr>
          <a:xfrm>
            <a:off x="4679950" y="3459163"/>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4</a:t>
            </a:r>
          </a:p>
        </p:txBody>
      </p:sp>
      <p:sp>
        <p:nvSpPr>
          <p:cNvPr id="188544" name="Text Box 139"/>
          <p:cNvSpPr txBox="1"/>
          <p:nvPr/>
        </p:nvSpPr>
        <p:spPr>
          <a:xfrm>
            <a:off x="4679950" y="3851275"/>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6</a:t>
            </a:r>
          </a:p>
        </p:txBody>
      </p:sp>
      <p:sp>
        <p:nvSpPr>
          <p:cNvPr id="188545" name="Text Box 141"/>
          <p:cNvSpPr txBox="1"/>
          <p:nvPr/>
        </p:nvSpPr>
        <p:spPr>
          <a:xfrm>
            <a:off x="4679950" y="3656013"/>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5</a:t>
            </a:r>
          </a:p>
        </p:txBody>
      </p:sp>
      <p:sp>
        <p:nvSpPr>
          <p:cNvPr id="188546" name="Text Box 142"/>
          <p:cNvSpPr txBox="1"/>
          <p:nvPr/>
        </p:nvSpPr>
        <p:spPr>
          <a:xfrm>
            <a:off x="4679950" y="4075113"/>
            <a:ext cx="555625" cy="2762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200" b="1">
                <a:solidFill>
                  <a:schemeClr val="tx1"/>
                </a:solidFill>
                <a:latin typeface="黑体" panose="02010609060101010101" pitchFamily="2" charset="-122"/>
                <a:ea typeface="黑体" panose="02010609060101010101" pitchFamily="2" charset="-122"/>
              </a:rPr>
              <a:t>/S</a:t>
            </a:r>
            <a:r>
              <a:rPr lang="en-US" altLang="zh-CN" sz="1200" b="1" baseline="-25000">
                <a:solidFill>
                  <a:schemeClr val="tx1"/>
                </a:solidFill>
                <a:latin typeface="黑体" panose="02010609060101010101" pitchFamily="2" charset="-122"/>
                <a:ea typeface="黑体" panose="02010609060101010101" pitchFamily="2" charset="-122"/>
              </a:rPr>
              <a:t>7</a:t>
            </a:r>
          </a:p>
        </p:txBody>
      </p:sp>
      <p:sp>
        <p:nvSpPr>
          <p:cNvPr id="188547" name="Text Box 143"/>
          <p:cNvSpPr txBox="1"/>
          <p:nvPr/>
        </p:nvSpPr>
        <p:spPr>
          <a:xfrm>
            <a:off x="7281863" y="2652713"/>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0</a:t>
            </a:r>
          </a:p>
        </p:txBody>
      </p:sp>
      <p:sp>
        <p:nvSpPr>
          <p:cNvPr id="188548" name="Text Box 144"/>
          <p:cNvSpPr txBox="1"/>
          <p:nvPr/>
        </p:nvSpPr>
        <p:spPr>
          <a:xfrm>
            <a:off x="7281863" y="2881313"/>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1</a:t>
            </a:r>
          </a:p>
        </p:txBody>
      </p:sp>
      <p:sp>
        <p:nvSpPr>
          <p:cNvPr id="188549" name="Text Box 146"/>
          <p:cNvSpPr txBox="1"/>
          <p:nvPr/>
        </p:nvSpPr>
        <p:spPr>
          <a:xfrm>
            <a:off x="7281863" y="3087688"/>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2</a:t>
            </a:r>
          </a:p>
        </p:txBody>
      </p:sp>
      <p:sp>
        <p:nvSpPr>
          <p:cNvPr id="188550" name="Text Box 147"/>
          <p:cNvSpPr txBox="1"/>
          <p:nvPr/>
        </p:nvSpPr>
        <p:spPr>
          <a:xfrm>
            <a:off x="7281863" y="3305175"/>
            <a:ext cx="81915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3</a:t>
            </a:r>
          </a:p>
        </p:txBody>
      </p:sp>
      <p:sp>
        <p:nvSpPr>
          <p:cNvPr id="188551" name="Text Box 149"/>
          <p:cNvSpPr txBox="1"/>
          <p:nvPr/>
        </p:nvSpPr>
        <p:spPr>
          <a:xfrm>
            <a:off x="7281863" y="3497263"/>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4</a:t>
            </a:r>
          </a:p>
        </p:txBody>
      </p:sp>
      <p:sp>
        <p:nvSpPr>
          <p:cNvPr id="188552" name="Text Box 150"/>
          <p:cNvSpPr txBox="1"/>
          <p:nvPr/>
        </p:nvSpPr>
        <p:spPr>
          <a:xfrm>
            <a:off x="7281863" y="3876675"/>
            <a:ext cx="819150" cy="33813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6</a:t>
            </a:r>
          </a:p>
        </p:txBody>
      </p:sp>
      <p:sp>
        <p:nvSpPr>
          <p:cNvPr id="188553" name="Text Box 152"/>
          <p:cNvSpPr txBox="1"/>
          <p:nvPr/>
        </p:nvSpPr>
        <p:spPr>
          <a:xfrm>
            <a:off x="7281863" y="3694113"/>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5</a:t>
            </a:r>
          </a:p>
        </p:txBody>
      </p:sp>
      <p:sp>
        <p:nvSpPr>
          <p:cNvPr id="188554" name="Text Box 153"/>
          <p:cNvSpPr txBox="1"/>
          <p:nvPr/>
        </p:nvSpPr>
        <p:spPr>
          <a:xfrm>
            <a:off x="7281863" y="4081463"/>
            <a:ext cx="819150" cy="33813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/RS</a:t>
            </a:r>
            <a:r>
              <a:rPr lang="en-US" altLang="zh-CN" sz="1600" b="1" baseline="-25000">
                <a:solidFill>
                  <a:schemeClr val="tx1"/>
                </a:solidFill>
                <a:latin typeface="黑体" panose="02010609060101010101" pitchFamily="2" charset="-122"/>
                <a:ea typeface="黑体" panose="02010609060101010101" pitchFamily="2" charset="-122"/>
              </a:rPr>
              <a:t>7</a:t>
            </a:r>
          </a:p>
        </p:txBody>
      </p:sp>
      <p:sp>
        <p:nvSpPr>
          <p:cNvPr id="188555" name="Oval 78"/>
          <p:cNvSpPr/>
          <p:nvPr/>
        </p:nvSpPr>
        <p:spPr>
          <a:xfrm>
            <a:off x="1330325" y="3009900"/>
            <a:ext cx="98425" cy="7143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6" name="Oval 78"/>
          <p:cNvSpPr/>
          <p:nvPr/>
        </p:nvSpPr>
        <p:spPr>
          <a:xfrm>
            <a:off x="1325563" y="3198813"/>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7" name="Oval 78"/>
          <p:cNvSpPr/>
          <p:nvPr/>
        </p:nvSpPr>
        <p:spPr>
          <a:xfrm>
            <a:off x="3552825" y="3043238"/>
            <a:ext cx="98425" cy="603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8" name="Oval 78"/>
          <p:cNvSpPr/>
          <p:nvPr/>
        </p:nvSpPr>
        <p:spPr>
          <a:xfrm>
            <a:off x="3549650" y="3244850"/>
            <a:ext cx="98425"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88559" name="Oval 78"/>
          <p:cNvSpPr/>
          <p:nvPr/>
        </p:nvSpPr>
        <p:spPr>
          <a:xfrm>
            <a:off x="5568950" y="2552700"/>
            <a:ext cx="98425" cy="7143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 name="Oval 111"/>
          <p:cNvSpPr/>
          <p:nvPr/>
        </p:nvSpPr>
        <p:spPr>
          <a:xfrm>
            <a:off x="3193098" y="3244533"/>
            <a:ext cx="68262" cy="5715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8419"/>
                                        </p:tgtEl>
                                        <p:attrNameLst>
                                          <p:attrName>style.visibility</p:attrName>
                                        </p:attrNameLst>
                                      </p:cBhvr>
                                      <p:to>
                                        <p:strVal val="visible"/>
                                      </p:to>
                                    </p:set>
                                    <p:anim calcmode="lin" valueType="num">
                                      <p:cBhvr additive="base">
                                        <p:cTn id="7" dur="500" fill="hold"/>
                                        <p:tgtEl>
                                          <p:spTgt spid="188419"/>
                                        </p:tgtEl>
                                        <p:attrNameLst>
                                          <p:attrName>ppt_x</p:attrName>
                                        </p:attrNameLst>
                                      </p:cBhvr>
                                      <p:tavLst>
                                        <p:tav tm="0">
                                          <p:val>
                                            <p:strVal val="#ppt_x"/>
                                          </p:val>
                                        </p:tav>
                                        <p:tav tm="100000">
                                          <p:val>
                                            <p:strVal val="#ppt_x"/>
                                          </p:val>
                                        </p:tav>
                                      </p:tavLst>
                                    </p:anim>
                                    <p:anim calcmode="lin" valueType="num">
                                      <p:cBhvr additive="base">
                                        <p:cTn id="8" dur="500" fill="hold"/>
                                        <p:tgtEl>
                                          <p:spTgt spid="1884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8420"/>
                                        </p:tgtEl>
                                        <p:attrNameLst>
                                          <p:attrName>style.visibility</p:attrName>
                                        </p:attrNameLst>
                                      </p:cBhvr>
                                      <p:to>
                                        <p:strVal val="visible"/>
                                      </p:to>
                                    </p:set>
                                    <p:anim calcmode="lin" valueType="num">
                                      <p:cBhvr additive="base">
                                        <p:cTn id="13" dur="500" fill="hold"/>
                                        <p:tgtEl>
                                          <p:spTgt spid="188420"/>
                                        </p:tgtEl>
                                        <p:attrNameLst>
                                          <p:attrName>ppt_x</p:attrName>
                                        </p:attrNameLst>
                                      </p:cBhvr>
                                      <p:tavLst>
                                        <p:tav tm="0">
                                          <p:val>
                                            <p:strVal val="#ppt_x"/>
                                          </p:val>
                                        </p:tav>
                                        <p:tav tm="100000">
                                          <p:val>
                                            <p:strVal val="#ppt_x"/>
                                          </p:val>
                                        </p:tav>
                                      </p:tavLst>
                                    </p:anim>
                                    <p:anim calcmode="lin" valueType="num">
                                      <p:cBhvr additive="base">
                                        <p:cTn id="14" dur="500" fill="hold"/>
                                        <p:tgtEl>
                                          <p:spTgt spid="188420"/>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88421"/>
                                        </p:tgtEl>
                                        <p:attrNameLst>
                                          <p:attrName>style.visibility</p:attrName>
                                        </p:attrNameLst>
                                      </p:cBhvr>
                                      <p:to>
                                        <p:strVal val="visible"/>
                                      </p:to>
                                    </p:set>
                                    <p:anim calcmode="lin" valueType="num">
                                      <p:cBhvr additive="base">
                                        <p:cTn id="17" dur="500" fill="hold"/>
                                        <p:tgtEl>
                                          <p:spTgt spid="188421"/>
                                        </p:tgtEl>
                                        <p:attrNameLst>
                                          <p:attrName>ppt_x</p:attrName>
                                        </p:attrNameLst>
                                      </p:cBhvr>
                                      <p:tavLst>
                                        <p:tav tm="0">
                                          <p:val>
                                            <p:strVal val="#ppt_x"/>
                                          </p:val>
                                        </p:tav>
                                        <p:tav tm="100000">
                                          <p:val>
                                            <p:strVal val="#ppt_x"/>
                                          </p:val>
                                        </p:tav>
                                      </p:tavLst>
                                    </p:anim>
                                    <p:anim calcmode="lin" valueType="num">
                                      <p:cBhvr additive="base">
                                        <p:cTn id="18" dur="500" fill="hold"/>
                                        <p:tgtEl>
                                          <p:spTgt spid="1884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88422"/>
                                        </p:tgtEl>
                                        <p:attrNameLst>
                                          <p:attrName>style.visibility</p:attrName>
                                        </p:attrNameLst>
                                      </p:cBhvr>
                                      <p:to>
                                        <p:strVal val="visible"/>
                                      </p:to>
                                    </p:set>
                                    <p:anim calcmode="lin" valueType="num">
                                      <p:cBhvr additive="base">
                                        <p:cTn id="21" dur="500" fill="hold"/>
                                        <p:tgtEl>
                                          <p:spTgt spid="188422"/>
                                        </p:tgtEl>
                                        <p:attrNameLst>
                                          <p:attrName>ppt_x</p:attrName>
                                        </p:attrNameLst>
                                      </p:cBhvr>
                                      <p:tavLst>
                                        <p:tav tm="0">
                                          <p:val>
                                            <p:strVal val="#ppt_x"/>
                                          </p:val>
                                        </p:tav>
                                        <p:tav tm="100000">
                                          <p:val>
                                            <p:strVal val="#ppt_x"/>
                                          </p:val>
                                        </p:tav>
                                      </p:tavLst>
                                    </p:anim>
                                    <p:anim calcmode="lin" valueType="num">
                                      <p:cBhvr additive="base">
                                        <p:cTn id="22" dur="500" fill="hold"/>
                                        <p:tgtEl>
                                          <p:spTgt spid="18842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88423"/>
                                        </p:tgtEl>
                                        <p:attrNameLst>
                                          <p:attrName>style.visibility</p:attrName>
                                        </p:attrNameLst>
                                      </p:cBhvr>
                                      <p:to>
                                        <p:strVal val="visible"/>
                                      </p:to>
                                    </p:set>
                                    <p:anim calcmode="lin" valueType="num">
                                      <p:cBhvr additive="base">
                                        <p:cTn id="25" dur="500" fill="hold"/>
                                        <p:tgtEl>
                                          <p:spTgt spid="188423"/>
                                        </p:tgtEl>
                                        <p:attrNameLst>
                                          <p:attrName>ppt_x</p:attrName>
                                        </p:attrNameLst>
                                      </p:cBhvr>
                                      <p:tavLst>
                                        <p:tav tm="0">
                                          <p:val>
                                            <p:strVal val="#ppt_x"/>
                                          </p:val>
                                        </p:tav>
                                        <p:tav tm="100000">
                                          <p:val>
                                            <p:strVal val="#ppt_x"/>
                                          </p:val>
                                        </p:tav>
                                      </p:tavLst>
                                    </p:anim>
                                    <p:anim calcmode="lin" valueType="num">
                                      <p:cBhvr additive="base">
                                        <p:cTn id="26" dur="500" fill="hold"/>
                                        <p:tgtEl>
                                          <p:spTgt spid="188423"/>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88424"/>
                                        </p:tgtEl>
                                        <p:attrNameLst>
                                          <p:attrName>style.visibility</p:attrName>
                                        </p:attrNameLst>
                                      </p:cBhvr>
                                      <p:to>
                                        <p:strVal val="visible"/>
                                      </p:to>
                                    </p:set>
                                    <p:anim calcmode="lin" valueType="num">
                                      <p:cBhvr additive="base">
                                        <p:cTn id="29" dur="500" fill="hold"/>
                                        <p:tgtEl>
                                          <p:spTgt spid="188424"/>
                                        </p:tgtEl>
                                        <p:attrNameLst>
                                          <p:attrName>ppt_x</p:attrName>
                                        </p:attrNameLst>
                                      </p:cBhvr>
                                      <p:tavLst>
                                        <p:tav tm="0">
                                          <p:val>
                                            <p:strVal val="#ppt_x"/>
                                          </p:val>
                                        </p:tav>
                                        <p:tav tm="100000">
                                          <p:val>
                                            <p:strVal val="#ppt_x"/>
                                          </p:val>
                                        </p:tav>
                                      </p:tavLst>
                                    </p:anim>
                                    <p:anim calcmode="lin" valueType="num">
                                      <p:cBhvr additive="base">
                                        <p:cTn id="30" dur="500" fill="hold"/>
                                        <p:tgtEl>
                                          <p:spTgt spid="18842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88425"/>
                                        </p:tgtEl>
                                        <p:attrNameLst>
                                          <p:attrName>style.visibility</p:attrName>
                                        </p:attrNameLst>
                                      </p:cBhvr>
                                      <p:to>
                                        <p:strVal val="visible"/>
                                      </p:to>
                                    </p:set>
                                    <p:anim calcmode="lin" valueType="num">
                                      <p:cBhvr additive="base">
                                        <p:cTn id="33" dur="500" fill="hold"/>
                                        <p:tgtEl>
                                          <p:spTgt spid="188425"/>
                                        </p:tgtEl>
                                        <p:attrNameLst>
                                          <p:attrName>ppt_x</p:attrName>
                                        </p:attrNameLst>
                                      </p:cBhvr>
                                      <p:tavLst>
                                        <p:tav tm="0">
                                          <p:val>
                                            <p:strVal val="#ppt_x"/>
                                          </p:val>
                                        </p:tav>
                                        <p:tav tm="100000">
                                          <p:val>
                                            <p:strVal val="#ppt_x"/>
                                          </p:val>
                                        </p:tav>
                                      </p:tavLst>
                                    </p:anim>
                                    <p:anim calcmode="lin" valueType="num">
                                      <p:cBhvr additive="base">
                                        <p:cTn id="34" dur="500" fill="hold"/>
                                        <p:tgtEl>
                                          <p:spTgt spid="18842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88426"/>
                                        </p:tgtEl>
                                        <p:attrNameLst>
                                          <p:attrName>style.visibility</p:attrName>
                                        </p:attrNameLst>
                                      </p:cBhvr>
                                      <p:to>
                                        <p:strVal val="visible"/>
                                      </p:to>
                                    </p:set>
                                    <p:anim calcmode="lin" valueType="num">
                                      <p:cBhvr additive="base">
                                        <p:cTn id="37" dur="500" fill="hold"/>
                                        <p:tgtEl>
                                          <p:spTgt spid="188426"/>
                                        </p:tgtEl>
                                        <p:attrNameLst>
                                          <p:attrName>ppt_x</p:attrName>
                                        </p:attrNameLst>
                                      </p:cBhvr>
                                      <p:tavLst>
                                        <p:tav tm="0">
                                          <p:val>
                                            <p:strVal val="#ppt_x"/>
                                          </p:val>
                                        </p:tav>
                                        <p:tav tm="100000">
                                          <p:val>
                                            <p:strVal val="#ppt_x"/>
                                          </p:val>
                                        </p:tav>
                                      </p:tavLst>
                                    </p:anim>
                                    <p:anim calcmode="lin" valueType="num">
                                      <p:cBhvr additive="base">
                                        <p:cTn id="38" dur="500" fill="hold"/>
                                        <p:tgtEl>
                                          <p:spTgt spid="18842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88427"/>
                                        </p:tgtEl>
                                        <p:attrNameLst>
                                          <p:attrName>style.visibility</p:attrName>
                                        </p:attrNameLst>
                                      </p:cBhvr>
                                      <p:to>
                                        <p:strVal val="visible"/>
                                      </p:to>
                                    </p:set>
                                    <p:anim calcmode="lin" valueType="num">
                                      <p:cBhvr additive="base">
                                        <p:cTn id="41" dur="500" fill="hold"/>
                                        <p:tgtEl>
                                          <p:spTgt spid="188427"/>
                                        </p:tgtEl>
                                        <p:attrNameLst>
                                          <p:attrName>ppt_x</p:attrName>
                                        </p:attrNameLst>
                                      </p:cBhvr>
                                      <p:tavLst>
                                        <p:tav tm="0">
                                          <p:val>
                                            <p:strVal val="#ppt_x"/>
                                          </p:val>
                                        </p:tav>
                                        <p:tav tm="100000">
                                          <p:val>
                                            <p:strVal val="#ppt_x"/>
                                          </p:val>
                                        </p:tav>
                                      </p:tavLst>
                                    </p:anim>
                                    <p:anim calcmode="lin" valueType="num">
                                      <p:cBhvr additive="base">
                                        <p:cTn id="42" dur="500" fill="hold"/>
                                        <p:tgtEl>
                                          <p:spTgt spid="188427"/>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88428"/>
                                        </p:tgtEl>
                                        <p:attrNameLst>
                                          <p:attrName>style.visibility</p:attrName>
                                        </p:attrNameLst>
                                      </p:cBhvr>
                                      <p:to>
                                        <p:strVal val="visible"/>
                                      </p:to>
                                    </p:set>
                                    <p:anim calcmode="lin" valueType="num">
                                      <p:cBhvr additive="base">
                                        <p:cTn id="45" dur="500" fill="hold"/>
                                        <p:tgtEl>
                                          <p:spTgt spid="188428"/>
                                        </p:tgtEl>
                                        <p:attrNameLst>
                                          <p:attrName>ppt_x</p:attrName>
                                        </p:attrNameLst>
                                      </p:cBhvr>
                                      <p:tavLst>
                                        <p:tav tm="0">
                                          <p:val>
                                            <p:strVal val="#ppt_x"/>
                                          </p:val>
                                        </p:tav>
                                        <p:tav tm="100000">
                                          <p:val>
                                            <p:strVal val="#ppt_x"/>
                                          </p:val>
                                        </p:tav>
                                      </p:tavLst>
                                    </p:anim>
                                    <p:anim calcmode="lin" valueType="num">
                                      <p:cBhvr additive="base">
                                        <p:cTn id="46" dur="500" fill="hold"/>
                                        <p:tgtEl>
                                          <p:spTgt spid="18842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88429"/>
                                        </p:tgtEl>
                                        <p:attrNameLst>
                                          <p:attrName>style.visibility</p:attrName>
                                        </p:attrNameLst>
                                      </p:cBhvr>
                                      <p:to>
                                        <p:strVal val="visible"/>
                                      </p:to>
                                    </p:set>
                                    <p:anim calcmode="lin" valueType="num">
                                      <p:cBhvr additive="base">
                                        <p:cTn id="49" dur="500" fill="hold"/>
                                        <p:tgtEl>
                                          <p:spTgt spid="188429"/>
                                        </p:tgtEl>
                                        <p:attrNameLst>
                                          <p:attrName>ppt_x</p:attrName>
                                        </p:attrNameLst>
                                      </p:cBhvr>
                                      <p:tavLst>
                                        <p:tav tm="0">
                                          <p:val>
                                            <p:strVal val="#ppt_x"/>
                                          </p:val>
                                        </p:tav>
                                        <p:tav tm="100000">
                                          <p:val>
                                            <p:strVal val="#ppt_x"/>
                                          </p:val>
                                        </p:tav>
                                      </p:tavLst>
                                    </p:anim>
                                    <p:anim calcmode="lin" valueType="num">
                                      <p:cBhvr additive="base">
                                        <p:cTn id="50" dur="500" fill="hold"/>
                                        <p:tgtEl>
                                          <p:spTgt spid="188429"/>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88430"/>
                                        </p:tgtEl>
                                        <p:attrNameLst>
                                          <p:attrName>style.visibility</p:attrName>
                                        </p:attrNameLst>
                                      </p:cBhvr>
                                      <p:to>
                                        <p:strVal val="visible"/>
                                      </p:to>
                                    </p:set>
                                    <p:anim calcmode="lin" valueType="num">
                                      <p:cBhvr additive="base">
                                        <p:cTn id="53" dur="500" fill="hold"/>
                                        <p:tgtEl>
                                          <p:spTgt spid="188430"/>
                                        </p:tgtEl>
                                        <p:attrNameLst>
                                          <p:attrName>ppt_x</p:attrName>
                                        </p:attrNameLst>
                                      </p:cBhvr>
                                      <p:tavLst>
                                        <p:tav tm="0">
                                          <p:val>
                                            <p:strVal val="#ppt_x"/>
                                          </p:val>
                                        </p:tav>
                                        <p:tav tm="100000">
                                          <p:val>
                                            <p:strVal val="#ppt_x"/>
                                          </p:val>
                                        </p:tav>
                                      </p:tavLst>
                                    </p:anim>
                                    <p:anim calcmode="lin" valueType="num">
                                      <p:cBhvr additive="base">
                                        <p:cTn id="54" dur="500" fill="hold"/>
                                        <p:tgtEl>
                                          <p:spTgt spid="18843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88431"/>
                                        </p:tgtEl>
                                        <p:attrNameLst>
                                          <p:attrName>style.visibility</p:attrName>
                                        </p:attrNameLst>
                                      </p:cBhvr>
                                      <p:to>
                                        <p:strVal val="visible"/>
                                      </p:to>
                                    </p:set>
                                    <p:anim calcmode="lin" valueType="num">
                                      <p:cBhvr additive="base">
                                        <p:cTn id="57" dur="500" fill="hold"/>
                                        <p:tgtEl>
                                          <p:spTgt spid="188431"/>
                                        </p:tgtEl>
                                        <p:attrNameLst>
                                          <p:attrName>ppt_x</p:attrName>
                                        </p:attrNameLst>
                                      </p:cBhvr>
                                      <p:tavLst>
                                        <p:tav tm="0">
                                          <p:val>
                                            <p:strVal val="#ppt_x"/>
                                          </p:val>
                                        </p:tav>
                                        <p:tav tm="100000">
                                          <p:val>
                                            <p:strVal val="#ppt_x"/>
                                          </p:val>
                                        </p:tav>
                                      </p:tavLst>
                                    </p:anim>
                                    <p:anim calcmode="lin" valueType="num">
                                      <p:cBhvr additive="base">
                                        <p:cTn id="58" dur="500" fill="hold"/>
                                        <p:tgtEl>
                                          <p:spTgt spid="188431"/>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188432"/>
                                        </p:tgtEl>
                                        <p:attrNameLst>
                                          <p:attrName>style.visibility</p:attrName>
                                        </p:attrNameLst>
                                      </p:cBhvr>
                                      <p:to>
                                        <p:strVal val="visible"/>
                                      </p:to>
                                    </p:set>
                                    <p:anim calcmode="lin" valueType="num">
                                      <p:cBhvr additive="base">
                                        <p:cTn id="61" dur="500" fill="hold"/>
                                        <p:tgtEl>
                                          <p:spTgt spid="188432"/>
                                        </p:tgtEl>
                                        <p:attrNameLst>
                                          <p:attrName>ppt_x</p:attrName>
                                        </p:attrNameLst>
                                      </p:cBhvr>
                                      <p:tavLst>
                                        <p:tav tm="0">
                                          <p:val>
                                            <p:strVal val="#ppt_x"/>
                                          </p:val>
                                        </p:tav>
                                        <p:tav tm="100000">
                                          <p:val>
                                            <p:strVal val="#ppt_x"/>
                                          </p:val>
                                        </p:tav>
                                      </p:tavLst>
                                    </p:anim>
                                    <p:anim calcmode="lin" valueType="num">
                                      <p:cBhvr additive="base">
                                        <p:cTn id="62" dur="500" fill="hold"/>
                                        <p:tgtEl>
                                          <p:spTgt spid="188432"/>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188433"/>
                                        </p:tgtEl>
                                        <p:attrNameLst>
                                          <p:attrName>style.visibility</p:attrName>
                                        </p:attrNameLst>
                                      </p:cBhvr>
                                      <p:to>
                                        <p:strVal val="visible"/>
                                      </p:to>
                                    </p:set>
                                    <p:anim calcmode="lin" valueType="num">
                                      <p:cBhvr additive="base">
                                        <p:cTn id="65" dur="500" fill="hold"/>
                                        <p:tgtEl>
                                          <p:spTgt spid="188433"/>
                                        </p:tgtEl>
                                        <p:attrNameLst>
                                          <p:attrName>ppt_x</p:attrName>
                                        </p:attrNameLst>
                                      </p:cBhvr>
                                      <p:tavLst>
                                        <p:tav tm="0">
                                          <p:val>
                                            <p:strVal val="#ppt_x"/>
                                          </p:val>
                                        </p:tav>
                                        <p:tav tm="100000">
                                          <p:val>
                                            <p:strVal val="#ppt_x"/>
                                          </p:val>
                                        </p:tav>
                                      </p:tavLst>
                                    </p:anim>
                                    <p:anim calcmode="lin" valueType="num">
                                      <p:cBhvr additive="base">
                                        <p:cTn id="66" dur="500" fill="hold"/>
                                        <p:tgtEl>
                                          <p:spTgt spid="188433"/>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188434"/>
                                        </p:tgtEl>
                                        <p:attrNameLst>
                                          <p:attrName>style.visibility</p:attrName>
                                        </p:attrNameLst>
                                      </p:cBhvr>
                                      <p:to>
                                        <p:strVal val="visible"/>
                                      </p:to>
                                    </p:set>
                                    <p:anim calcmode="lin" valueType="num">
                                      <p:cBhvr additive="base">
                                        <p:cTn id="69" dur="500" fill="hold"/>
                                        <p:tgtEl>
                                          <p:spTgt spid="188434"/>
                                        </p:tgtEl>
                                        <p:attrNameLst>
                                          <p:attrName>ppt_x</p:attrName>
                                        </p:attrNameLst>
                                      </p:cBhvr>
                                      <p:tavLst>
                                        <p:tav tm="0">
                                          <p:val>
                                            <p:strVal val="#ppt_x"/>
                                          </p:val>
                                        </p:tav>
                                        <p:tav tm="100000">
                                          <p:val>
                                            <p:strVal val="#ppt_x"/>
                                          </p:val>
                                        </p:tav>
                                      </p:tavLst>
                                    </p:anim>
                                    <p:anim calcmode="lin" valueType="num">
                                      <p:cBhvr additive="base">
                                        <p:cTn id="70" dur="500" fill="hold"/>
                                        <p:tgtEl>
                                          <p:spTgt spid="188434"/>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188435"/>
                                        </p:tgtEl>
                                        <p:attrNameLst>
                                          <p:attrName>style.visibility</p:attrName>
                                        </p:attrNameLst>
                                      </p:cBhvr>
                                      <p:to>
                                        <p:strVal val="visible"/>
                                      </p:to>
                                    </p:set>
                                    <p:anim calcmode="lin" valueType="num">
                                      <p:cBhvr additive="base">
                                        <p:cTn id="73" dur="500" fill="hold"/>
                                        <p:tgtEl>
                                          <p:spTgt spid="188435"/>
                                        </p:tgtEl>
                                        <p:attrNameLst>
                                          <p:attrName>ppt_x</p:attrName>
                                        </p:attrNameLst>
                                      </p:cBhvr>
                                      <p:tavLst>
                                        <p:tav tm="0">
                                          <p:val>
                                            <p:strVal val="#ppt_x"/>
                                          </p:val>
                                        </p:tav>
                                        <p:tav tm="100000">
                                          <p:val>
                                            <p:strVal val="#ppt_x"/>
                                          </p:val>
                                        </p:tav>
                                      </p:tavLst>
                                    </p:anim>
                                    <p:anim calcmode="lin" valueType="num">
                                      <p:cBhvr additive="base">
                                        <p:cTn id="74" dur="500" fill="hold"/>
                                        <p:tgtEl>
                                          <p:spTgt spid="188435"/>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188436"/>
                                        </p:tgtEl>
                                        <p:attrNameLst>
                                          <p:attrName>style.visibility</p:attrName>
                                        </p:attrNameLst>
                                      </p:cBhvr>
                                      <p:to>
                                        <p:strVal val="visible"/>
                                      </p:to>
                                    </p:set>
                                    <p:anim calcmode="lin" valueType="num">
                                      <p:cBhvr additive="base">
                                        <p:cTn id="77" dur="500" fill="hold"/>
                                        <p:tgtEl>
                                          <p:spTgt spid="188436"/>
                                        </p:tgtEl>
                                        <p:attrNameLst>
                                          <p:attrName>ppt_x</p:attrName>
                                        </p:attrNameLst>
                                      </p:cBhvr>
                                      <p:tavLst>
                                        <p:tav tm="0">
                                          <p:val>
                                            <p:strVal val="#ppt_x"/>
                                          </p:val>
                                        </p:tav>
                                        <p:tav tm="100000">
                                          <p:val>
                                            <p:strVal val="#ppt_x"/>
                                          </p:val>
                                        </p:tav>
                                      </p:tavLst>
                                    </p:anim>
                                    <p:anim calcmode="lin" valueType="num">
                                      <p:cBhvr additive="base">
                                        <p:cTn id="78" dur="500" fill="hold"/>
                                        <p:tgtEl>
                                          <p:spTgt spid="188436"/>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188437"/>
                                        </p:tgtEl>
                                        <p:attrNameLst>
                                          <p:attrName>style.visibility</p:attrName>
                                        </p:attrNameLst>
                                      </p:cBhvr>
                                      <p:to>
                                        <p:strVal val="visible"/>
                                      </p:to>
                                    </p:set>
                                    <p:anim calcmode="lin" valueType="num">
                                      <p:cBhvr additive="base">
                                        <p:cTn id="81" dur="500" fill="hold"/>
                                        <p:tgtEl>
                                          <p:spTgt spid="188437"/>
                                        </p:tgtEl>
                                        <p:attrNameLst>
                                          <p:attrName>ppt_x</p:attrName>
                                        </p:attrNameLst>
                                      </p:cBhvr>
                                      <p:tavLst>
                                        <p:tav tm="0">
                                          <p:val>
                                            <p:strVal val="#ppt_x"/>
                                          </p:val>
                                        </p:tav>
                                        <p:tav tm="100000">
                                          <p:val>
                                            <p:strVal val="#ppt_x"/>
                                          </p:val>
                                        </p:tav>
                                      </p:tavLst>
                                    </p:anim>
                                    <p:anim calcmode="lin" valueType="num">
                                      <p:cBhvr additive="base">
                                        <p:cTn id="82" dur="500" fill="hold"/>
                                        <p:tgtEl>
                                          <p:spTgt spid="188437"/>
                                        </p:tgtEl>
                                        <p:attrNameLst>
                                          <p:attrName>ppt_y</p:attrName>
                                        </p:attrNameLst>
                                      </p:cBhvr>
                                      <p:tavLst>
                                        <p:tav tm="0">
                                          <p:val>
                                            <p:strVal val="1+#ppt_h/2"/>
                                          </p:val>
                                        </p:tav>
                                        <p:tav tm="100000">
                                          <p:val>
                                            <p:strVal val="#ppt_y"/>
                                          </p:val>
                                        </p:tav>
                                      </p:tavLst>
                                    </p:anim>
                                  </p:childTnLst>
                                </p:cTn>
                              </p:par>
                              <p:par>
                                <p:cTn id="83" presetID="2" presetClass="entr" presetSubtype="4" fill="hold" nodeType="withEffect">
                                  <p:stCondLst>
                                    <p:cond delay="0"/>
                                  </p:stCondLst>
                                  <p:childTnLst>
                                    <p:set>
                                      <p:cBhvr>
                                        <p:cTn id="84" dur="1" fill="hold">
                                          <p:stCondLst>
                                            <p:cond delay="0"/>
                                          </p:stCondLst>
                                        </p:cTn>
                                        <p:tgtEl>
                                          <p:spTgt spid="188438"/>
                                        </p:tgtEl>
                                        <p:attrNameLst>
                                          <p:attrName>style.visibility</p:attrName>
                                        </p:attrNameLst>
                                      </p:cBhvr>
                                      <p:to>
                                        <p:strVal val="visible"/>
                                      </p:to>
                                    </p:set>
                                    <p:anim calcmode="lin" valueType="num">
                                      <p:cBhvr additive="base">
                                        <p:cTn id="85" dur="500" fill="hold"/>
                                        <p:tgtEl>
                                          <p:spTgt spid="188438"/>
                                        </p:tgtEl>
                                        <p:attrNameLst>
                                          <p:attrName>ppt_x</p:attrName>
                                        </p:attrNameLst>
                                      </p:cBhvr>
                                      <p:tavLst>
                                        <p:tav tm="0">
                                          <p:val>
                                            <p:strVal val="#ppt_x"/>
                                          </p:val>
                                        </p:tav>
                                        <p:tav tm="100000">
                                          <p:val>
                                            <p:strVal val="#ppt_x"/>
                                          </p:val>
                                        </p:tav>
                                      </p:tavLst>
                                    </p:anim>
                                    <p:anim calcmode="lin" valueType="num">
                                      <p:cBhvr additive="base">
                                        <p:cTn id="86" dur="500" fill="hold"/>
                                        <p:tgtEl>
                                          <p:spTgt spid="188438"/>
                                        </p:tgtEl>
                                        <p:attrNameLst>
                                          <p:attrName>ppt_y</p:attrName>
                                        </p:attrNameLst>
                                      </p:cBhvr>
                                      <p:tavLst>
                                        <p:tav tm="0">
                                          <p:val>
                                            <p:strVal val="1+#ppt_h/2"/>
                                          </p:val>
                                        </p:tav>
                                        <p:tav tm="100000">
                                          <p:val>
                                            <p:strVal val="#ppt_y"/>
                                          </p:val>
                                        </p:tav>
                                      </p:tavLst>
                                    </p:anim>
                                  </p:childTnLst>
                                </p:cTn>
                              </p:par>
                              <p:par>
                                <p:cTn id="87" presetID="2" presetClass="entr" presetSubtype="4" fill="hold" nodeType="withEffect">
                                  <p:stCondLst>
                                    <p:cond delay="0"/>
                                  </p:stCondLst>
                                  <p:childTnLst>
                                    <p:set>
                                      <p:cBhvr>
                                        <p:cTn id="88" dur="1" fill="hold">
                                          <p:stCondLst>
                                            <p:cond delay="0"/>
                                          </p:stCondLst>
                                        </p:cTn>
                                        <p:tgtEl>
                                          <p:spTgt spid="188439"/>
                                        </p:tgtEl>
                                        <p:attrNameLst>
                                          <p:attrName>style.visibility</p:attrName>
                                        </p:attrNameLst>
                                      </p:cBhvr>
                                      <p:to>
                                        <p:strVal val="visible"/>
                                      </p:to>
                                    </p:set>
                                    <p:anim calcmode="lin" valueType="num">
                                      <p:cBhvr additive="base">
                                        <p:cTn id="89" dur="500" fill="hold"/>
                                        <p:tgtEl>
                                          <p:spTgt spid="188439"/>
                                        </p:tgtEl>
                                        <p:attrNameLst>
                                          <p:attrName>ppt_x</p:attrName>
                                        </p:attrNameLst>
                                      </p:cBhvr>
                                      <p:tavLst>
                                        <p:tav tm="0">
                                          <p:val>
                                            <p:strVal val="#ppt_x"/>
                                          </p:val>
                                        </p:tav>
                                        <p:tav tm="100000">
                                          <p:val>
                                            <p:strVal val="#ppt_x"/>
                                          </p:val>
                                        </p:tav>
                                      </p:tavLst>
                                    </p:anim>
                                    <p:anim calcmode="lin" valueType="num">
                                      <p:cBhvr additive="base">
                                        <p:cTn id="90" dur="500" fill="hold"/>
                                        <p:tgtEl>
                                          <p:spTgt spid="188439"/>
                                        </p:tgtEl>
                                        <p:attrNameLst>
                                          <p:attrName>ppt_y</p:attrName>
                                        </p:attrNameLst>
                                      </p:cBhvr>
                                      <p:tavLst>
                                        <p:tav tm="0">
                                          <p:val>
                                            <p:strVal val="1+#ppt_h/2"/>
                                          </p:val>
                                        </p:tav>
                                        <p:tav tm="100000">
                                          <p:val>
                                            <p:strVal val="#ppt_y"/>
                                          </p:val>
                                        </p:tav>
                                      </p:tavLst>
                                    </p:anim>
                                  </p:childTnLst>
                                </p:cTn>
                              </p:par>
                              <p:par>
                                <p:cTn id="91" presetID="2" presetClass="entr" presetSubtype="4" fill="hold" nodeType="withEffect">
                                  <p:stCondLst>
                                    <p:cond delay="0"/>
                                  </p:stCondLst>
                                  <p:childTnLst>
                                    <p:set>
                                      <p:cBhvr>
                                        <p:cTn id="92" dur="1" fill="hold">
                                          <p:stCondLst>
                                            <p:cond delay="0"/>
                                          </p:stCondLst>
                                        </p:cTn>
                                        <p:tgtEl>
                                          <p:spTgt spid="188440"/>
                                        </p:tgtEl>
                                        <p:attrNameLst>
                                          <p:attrName>style.visibility</p:attrName>
                                        </p:attrNameLst>
                                      </p:cBhvr>
                                      <p:to>
                                        <p:strVal val="visible"/>
                                      </p:to>
                                    </p:set>
                                    <p:anim calcmode="lin" valueType="num">
                                      <p:cBhvr additive="base">
                                        <p:cTn id="93" dur="500" fill="hold"/>
                                        <p:tgtEl>
                                          <p:spTgt spid="188440"/>
                                        </p:tgtEl>
                                        <p:attrNameLst>
                                          <p:attrName>ppt_x</p:attrName>
                                        </p:attrNameLst>
                                      </p:cBhvr>
                                      <p:tavLst>
                                        <p:tav tm="0">
                                          <p:val>
                                            <p:strVal val="#ppt_x"/>
                                          </p:val>
                                        </p:tav>
                                        <p:tav tm="100000">
                                          <p:val>
                                            <p:strVal val="#ppt_x"/>
                                          </p:val>
                                        </p:tav>
                                      </p:tavLst>
                                    </p:anim>
                                    <p:anim calcmode="lin" valueType="num">
                                      <p:cBhvr additive="base">
                                        <p:cTn id="94" dur="500" fill="hold"/>
                                        <p:tgtEl>
                                          <p:spTgt spid="188440"/>
                                        </p:tgtEl>
                                        <p:attrNameLst>
                                          <p:attrName>ppt_y</p:attrName>
                                        </p:attrNameLst>
                                      </p:cBhvr>
                                      <p:tavLst>
                                        <p:tav tm="0">
                                          <p:val>
                                            <p:strVal val="1+#ppt_h/2"/>
                                          </p:val>
                                        </p:tav>
                                        <p:tav tm="100000">
                                          <p:val>
                                            <p:strVal val="#ppt_y"/>
                                          </p:val>
                                        </p:tav>
                                      </p:tavLst>
                                    </p:anim>
                                  </p:childTnLst>
                                </p:cTn>
                              </p:par>
                              <p:par>
                                <p:cTn id="95" presetID="2" presetClass="entr" presetSubtype="4" fill="hold" nodeType="withEffect">
                                  <p:stCondLst>
                                    <p:cond delay="0"/>
                                  </p:stCondLst>
                                  <p:childTnLst>
                                    <p:set>
                                      <p:cBhvr>
                                        <p:cTn id="96" dur="1" fill="hold">
                                          <p:stCondLst>
                                            <p:cond delay="0"/>
                                          </p:stCondLst>
                                        </p:cTn>
                                        <p:tgtEl>
                                          <p:spTgt spid="188441"/>
                                        </p:tgtEl>
                                        <p:attrNameLst>
                                          <p:attrName>style.visibility</p:attrName>
                                        </p:attrNameLst>
                                      </p:cBhvr>
                                      <p:to>
                                        <p:strVal val="visible"/>
                                      </p:to>
                                    </p:set>
                                    <p:anim calcmode="lin" valueType="num">
                                      <p:cBhvr additive="base">
                                        <p:cTn id="97" dur="500" fill="hold"/>
                                        <p:tgtEl>
                                          <p:spTgt spid="188441"/>
                                        </p:tgtEl>
                                        <p:attrNameLst>
                                          <p:attrName>ppt_x</p:attrName>
                                        </p:attrNameLst>
                                      </p:cBhvr>
                                      <p:tavLst>
                                        <p:tav tm="0">
                                          <p:val>
                                            <p:strVal val="#ppt_x"/>
                                          </p:val>
                                        </p:tav>
                                        <p:tav tm="100000">
                                          <p:val>
                                            <p:strVal val="#ppt_x"/>
                                          </p:val>
                                        </p:tav>
                                      </p:tavLst>
                                    </p:anim>
                                    <p:anim calcmode="lin" valueType="num">
                                      <p:cBhvr additive="base">
                                        <p:cTn id="98" dur="500" fill="hold"/>
                                        <p:tgtEl>
                                          <p:spTgt spid="188441"/>
                                        </p:tgtEl>
                                        <p:attrNameLst>
                                          <p:attrName>ppt_y</p:attrName>
                                        </p:attrNameLst>
                                      </p:cBhvr>
                                      <p:tavLst>
                                        <p:tav tm="0">
                                          <p:val>
                                            <p:strVal val="1+#ppt_h/2"/>
                                          </p:val>
                                        </p:tav>
                                        <p:tav tm="100000">
                                          <p:val>
                                            <p:strVal val="#ppt_y"/>
                                          </p:val>
                                        </p:tav>
                                      </p:tavLst>
                                    </p:anim>
                                  </p:childTnLst>
                                </p:cTn>
                              </p:par>
                              <p:par>
                                <p:cTn id="99" presetID="2" presetClass="entr" presetSubtype="4" fill="hold" nodeType="withEffect">
                                  <p:stCondLst>
                                    <p:cond delay="0"/>
                                  </p:stCondLst>
                                  <p:childTnLst>
                                    <p:set>
                                      <p:cBhvr>
                                        <p:cTn id="100" dur="1" fill="hold">
                                          <p:stCondLst>
                                            <p:cond delay="0"/>
                                          </p:stCondLst>
                                        </p:cTn>
                                        <p:tgtEl>
                                          <p:spTgt spid="188442"/>
                                        </p:tgtEl>
                                        <p:attrNameLst>
                                          <p:attrName>style.visibility</p:attrName>
                                        </p:attrNameLst>
                                      </p:cBhvr>
                                      <p:to>
                                        <p:strVal val="visible"/>
                                      </p:to>
                                    </p:set>
                                    <p:anim calcmode="lin" valueType="num">
                                      <p:cBhvr additive="base">
                                        <p:cTn id="101" dur="500" fill="hold"/>
                                        <p:tgtEl>
                                          <p:spTgt spid="188442"/>
                                        </p:tgtEl>
                                        <p:attrNameLst>
                                          <p:attrName>ppt_x</p:attrName>
                                        </p:attrNameLst>
                                      </p:cBhvr>
                                      <p:tavLst>
                                        <p:tav tm="0">
                                          <p:val>
                                            <p:strVal val="#ppt_x"/>
                                          </p:val>
                                        </p:tav>
                                        <p:tav tm="100000">
                                          <p:val>
                                            <p:strVal val="#ppt_x"/>
                                          </p:val>
                                        </p:tav>
                                      </p:tavLst>
                                    </p:anim>
                                    <p:anim calcmode="lin" valueType="num">
                                      <p:cBhvr additive="base">
                                        <p:cTn id="102" dur="500" fill="hold"/>
                                        <p:tgtEl>
                                          <p:spTgt spid="188442"/>
                                        </p:tgtEl>
                                        <p:attrNameLst>
                                          <p:attrName>ppt_y</p:attrName>
                                        </p:attrNameLst>
                                      </p:cBhvr>
                                      <p:tavLst>
                                        <p:tav tm="0">
                                          <p:val>
                                            <p:strVal val="1+#ppt_h/2"/>
                                          </p:val>
                                        </p:tav>
                                        <p:tav tm="100000">
                                          <p:val>
                                            <p:strVal val="#ppt_y"/>
                                          </p:val>
                                        </p:tav>
                                      </p:tavLst>
                                    </p:anim>
                                  </p:childTnLst>
                                </p:cTn>
                              </p:par>
                              <p:par>
                                <p:cTn id="103" presetID="2" presetClass="entr" presetSubtype="4" fill="hold" nodeType="withEffect">
                                  <p:stCondLst>
                                    <p:cond delay="0"/>
                                  </p:stCondLst>
                                  <p:childTnLst>
                                    <p:set>
                                      <p:cBhvr>
                                        <p:cTn id="104" dur="1" fill="hold">
                                          <p:stCondLst>
                                            <p:cond delay="0"/>
                                          </p:stCondLst>
                                        </p:cTn>
                                        <p:tgtEl>
                                          <p:spTgt spid="188443"/>
                                        </p:tgtEl>
                                        <p:attrNameLst>
                                          <p:attrName>style.visibility</p:attrName>
                                        </p:attrNameLst>
                                      </p:cBhvr>
                                      <p:to>
                                        <p:strVal val="visible"/>
                                      </p:to>
                                    </p:set>
                                    <p:anim calcmode="lin" valueType="num">
                                      <p:cBhvr additive="base">
                                        <p:cTn id="105" dur="500" fill="hold"/>
                                        <p:tgtEl>
                                          <p:spTgt spid="188443"/>
                                        </p:tgtEl>
                                        <p:attrNameLst>
                                          <p:attrName>ppt_x</p:attrName>
                                        </p:attrNameLst>
                                      </p:cBhvr>
                                      <p:tavLst>
                                        <p:tav tm="0">
                                          <p:val>
                                            <p:strVal val="#ppt_x"/>
                                          </p:val>
                                        </p:tav>
                                        <p:tav tm="100000">
                                          <p:val>
                                            <p:strVal val="#ppt_x"/>
                                          </p:val>
                                        </p:tav>
                                      </p:tavLst>
                                    </p:anim>
                                    <p:anim calcmode="lin" valueType="num">
                                      <p:cBhvr additive="base">
                                        <p:cTn id="106" dur="500" fill="hold"/>
                                        <p:tgtEl>
                                          <p:spTgt spid="188443"/>
                                        </p:tgtEl>
                                        <p:attrNameLst>
                                          <p:attrName>ppt_y</p:attrName>
                                        </p:attrNameLst>
                                      </p:cBhvr>
                                      <p:tavLst>
                                        <p:tav tm="0">
                                          <p:val>
                                            <p:strVal val="1+#ppt_h/2"/>
                                          </p:val>
                                        </p:tav>
                                        <p:tav tm="100000">
                                          <p:val>
                                            <p:strVal val="#ppt_y"/>
                                          </p:val>
                                        </p:tav>
                                      </p:tavLst>
                                    </p:anim>
                                  </p:childTnLst>
                                </p:cTn>
                              </p:par>
                              <p:par>
                                <p:cTn id="107" presetID="2" presetClass="entr" presetSubtype="4" fill="hold" nodeType="withEffect">
                                  <p:stCondLst>
                                    <p:cond delay="0"/>
                                  </p:stCondLst>
                                  <p:childTnLst>
                                    <p:set>
                                      <p:cBhvr>
                                        <p:cTn id="108" dur="1" fill="hold">
                                          <p:stCondLst>
                                            <p:cond delay="0"/>
                                          </p:stCondLst>
                                        </p:cTn>
                                        <p:tgtEl>
                                          <p:spTgt spid="188444"/>
                                        </p:tgtEl>
                                        <p:attrNameLst>
                                          <p:attrName>style.visibility</p:attrName>
                                        </p:attrNameLst>
                                      </p:cBhvr>
                                      <p:to>
                                        <p:strVal val="visible"/>
                                      </p:to>
                                    </p:set>
                                    <p:anim calcmode="lin" valueType="num">
                                      <p:cBhvr additive="base">
                                        <p:cTn id="109" dur="500" fill="hold"/>
                                        <p:tgtEl>
                                          <p:spTgt spid="188444"/>
                                        </p:tgtEl>
                                        <p:attrNameLst>
                                          <p:attrName>ppt_x</p:attrName>
                                        </p:attrNameLst>
                                      </p:cBhvr>
                                      <p:tavLst>
                                        <p:tav tm="0">
                                          <p:val>
                                            <p:strVal val="#ppt_x"/>
                                          </p:val>
                                        </p:tav>
                                        <p:tav tm="100000">
                                          <p:val>
                                            <p:strVal val="#ppt_x"/>
                                          </p:val>
                                        </p:tav>
                                      </p:tavLst>
                                    </p:anim>
                                    <p:anim calcmode="lin" valueType="num">
                                      <p:cBhvr additive="base">
                                        <p:cTn id="110" dur="500" fill="hold"/>
                                        <p:tgtEl>
                                          <p:spTgt spid="188444"/>
                                        </p:tgtEl>
                                        <p:attrNameLst>
                                          <p:attrName>ppt_y</p:attrName>
                                        </p:attrNameLst>
                                      </p:cBhvr>
                                      <p:tavLst>
                                        <p:tav tm="0">
                                          <p:val>
                                            <p:strVal val="1+#ppt_h/2"/>
                                          </p:val>
                                        </p:tav>
                                        <p:tav tm="100000">
                                          <p:val>
                                            <p:strVal val="#ppt_y"/>
                                          </p:val>
                                        </p:tav>
                                      </p:tavLst>
                                    </p:anim>
                                  </p:childTnLst>
                                </p:cTn>
                              </p:par>
                              <p:par>
                                <p:cTn id="111" presetID="2" presetClass="entr" presetSubtype="4" fill="hold" nodeType="withEffect">
                                  <p:stCondLst>
                                    <p:cond delay="0"/>
                                  </p:stCondLst>
                                  <p:childTnLst>
                                    <p:set>
                                      <p:cBhvr>
                                        <p:cTn id="112" dur="1" fill="hold">
                                          <p:stCondLst>
                                            <p:cond delay="0"/>
                                          </p:stCondLst>
                                        </p:cTn>
                                        <p:tgtEl>
                                          <p:spTgt spid="188445"/>
                                        </p:tgtEl>
                                        <p:attrNameLst>
                                          <p:attrName>style.visibility</p:attrName>
                                        </p:attrNameLst>
                                      </p:cBhvr>
                                      <p:to>
                                        <p:strVal val="visible"/>
                                      </p:to>
                                    </p:set>
                                    <p:anim calcmode="lin" valueType="num">
                                      <p:cBhvr additive="base">
                                        <p:cTn id="113" dur="500" fill="hold"/>
                                        <p:tgtEl>
                                          <p:spTgt spid="188445"/>
                                        </p:tgtEl>
                                        <p:attrNameLst>
                                          <p:attrName>ppt_x</p:attrName>
                                        </p:attrNameLst>
                                      </p:cBhvr>
                                      <p:tavLst>
                                        <p:tav tm="0">
                                          <p:val>
                                            <p:strVal val="#ppt_x"/>
                                          </p:val>
                                        </p:tav>
                                        <p:tav tm="100000">
                                          <p:val>
                                            <p:strVal val="#ppt_x"/>
                                          </p:val>
                                        </p:tav>
                                      </p:tavLst>
                                    </p:anim>
                                    <p:anim calcmode="lin" valueType="num">
                                      <p:cBhvr additive="base">
                                        <p:cTn id="114" dur="500" fill="hold"/>
                                        <p:tgtEl>
                                          <p:spTgt spid="188445"/>
                                        </p:tgtEl>
                                        <p:attrNameLst>
                                          <p:attrName>ppt_y</p:attrName>
                                        </p:attrNameLst>
                                      </p:cBhvr>
                                      <p:tavLst>
                                        <p:tav tm="0">
                                          <p:val>
                                            <p:strVal val="1+#ppt_h/2"/>
                                          </p:val>
                                        </p:tav>
                                        <p:tav tm="100000">
                                          <p:val>
                                            <p:strVal val="#ppt_y"/>
                                          </p:val>
                                        </p:tav>
                                      </p:tavLst>
                                    </p:anim>
                                  </p:childTnLst>
                                </p:cTn>
                              </p:par>
                              <p:par>
                                <p:cTn id="115" presetID="2" presetClass="entr" presetSubtype="4" fill="hold" nodeType="withEffect">
                                  <p:stCondLst>
                                    <p:cond delay="0"/>
                                  </p:stCondLst>
                                  <p:childTnLst>
                                    <p:set>
                                      <p:cBhvr>
                                        <p:cTn id="116" dur="1" fill="hold">
                                          <p:stCondLst>
                                            <p:cond delay="0"/>
                                          </p:stCondLst>
                                        </p:cTn>
                                        <p:tgtEl>
                                          <p:spTgt spid="188446"/>
                                        </p:tgtEl>
                                        <p:attrNameLst>
                                          <p:attrName>style.visibility</p:attrName>
                                        </p:attrNameLst>
                                      </p:cBhvr>
                                      <p:to>
                                        <p:strVal val="visible"/>
                                      </p:to>
                                    </p:set>
                                    <p:anim calcmode="lin" valueType="num">
                                      <p:cBhvr additive="base">
                                        <p:cTn id="117" dur="500" fill="hold"/>
                                        <p:tgtEl>
                                          <p:spTgt spid="188446"/>
                                        </p:tgtEl>
                                        <p:attrNameLst>
                                          <p:attrName>ppt_x</p:attrName>
                                        </p:attrNameLst>
                                      </p:cBhvr>
                                      <p:tavLst>
                                        <p:tav tm="0">
                                          <p:val>
                                            <p:strVal val="#ppt_x"/>
                                          </p:val>
                                        </p:tav>
                                        <p:tav tm="100000">
                                          <p:val>
                                            <p:strVal val="#ppt_x"/>
                                          </p:val>
                                        </p:tav>
                                      </p:tavLst>
                                    </p:anim>
                                    <p:anim calcmode="lin" valueType="num">
                                      <p:cBhvr additive="base">
                                        <p:cTn id="118" dur="500" fill="hold"/>
                                        <p:tgtEl>
                                          <p:spTgt spid="188446"/>
                                        </p:tgtEl>
                                        <p:attrNameLst>
                                          <p:attrName>ppt_y</p:attrName>
                                        </p:attrNameLst>
                                      </p:cBhvr>
                                      <p:tavLst>
                                        <p:tav tm="0">
                                          <p:val>
                                            <p:strVal val="1+#ppt_h/2"/>
                                          </p:val>
                                        </p:tav>
                                        <p:tav tm="100000">
                                          <p:val>
                                            <p:strVal val="#ppt_y"/>
                                          </p:val>
                                        </p:tav>
                                      </p:tavLst>
                                    </p:anim>
                                  </p:childTnLst>
                                </p:cTn>
                              </p:par>
                              <p:par>
                                <p:cTn id="119" presetID="2" presetClass="entr" presetSubtype="4" fill="hold" nodeType="withEffect">
                                  <p:stCondLst>
                                    <p:cond delay="0"/>
                                  </p:stCondLst>
                                  <p:childTnLst>
                                    <p:set>
                                      <p:cBhvr>
                                        <p:cTn id="120" dur="1" fill="hold">
                                          <p:stCondLst>
                                            <p:cond delay="0"/>
                                          </p:stCondLst>
                                        </p:cTn>
                                        <p:tgtEl>
                                          <p:spTgt spid="188447"/>
                                        </p:tgtEl>
                                        <p:attrNameLst>
                                          <p:attrName>style.visibility</p:attrName>
                                        </p:attrNameLst>
                                      </p:cBhvr>
                                      <p:to>
                                        <p:strVal val="visible"/>
                                      </p:to>
                                    </p:set>
                                    <p:anim calcmode="lin" valueType="num">
                                      <p:cBhvr additive="base">
                                        <p:cTn id="121" dur="500" fill="hold"/>
                                        <p:tgtEl>
                                          <p:spTgt spid="188447"/>
                                        </p:tgtEl>
                                        <p:attrNameLst>
                                          <p:attrName>ppt_x</p:attrName>
                                        </p:attrNameLst>
                                      </p:cBhvr>
                                      <p:tavLst>
                                        <p:tav tm="0">
                                          <p:val>
                                            <p:strVal val="#ppt_x"/>
                                          </p:val>
                                        </p:tav>
                                        <p:tav tm="100000">
                                          <p:val>
                                            <p:strVal val="#ppt_x"/>
                                          </p:val>
                                        </p:tav>
                                      </p:tavLst>
                                    </p:anim>
                                    <p:anim calcmode="lin" valueType="num">
                                      <p:cBhvr additive="base">
                                        <p:cTn id="122" dur="500" fill="hold"/>
                                        <p:tgtEl>
                                          <p:spTgt spid="188447"/>
                                        </p:tgtEl>
                                        <p:attrNameLst>
                                          <p:attrName>ppt_y</p:attrName>
                                        </p:attrNameLst>
                                      </p:cBhvr>
                                      <p:tavLst>
                                        <p:tav tm="0">
                                          <p:val>
                                            <p:strVal val="1+#ppt_h/2"/>
                                          </p:val>
                                        </p:tav>
                                        <p:tav tm="100000">
                                          <p:val>
                                            <p:strVal val="#ppt_y"/>
                                          </p:val>
                                        </p:tav>
                                      </p:tavLst>
                                    </p:anim>
                                  </p:childTnLst>
                                </p:cTn>
                              </p:par>
                              <p:par>
                                <p:cTn id="123" presetID="2" presetClass="entr" presetSubtype="4" fill="hold" nodeType="withEffect">
                                  <p:stCondLst>
                                    <p:cond delay="0"/>
                                  </p:stCondLst>
                                  <p:childTnLst>
                                    <p:set>
                                      <p:cBhvr>
                                        <p:cTn id="124" dur="1" fill="hold">
                                          <p:stCondLst>
                                            <p:cond delay="0"/>
                                          </p:stCondLst>
                                        </p:cTn>
                                        <p:tgtEl>
                                          <p:spTgt spid="188448"/>
                                        </p:tgtEl>
                                        <p:attrNameLst>
                                          <p:attrName>style.visibility</p:attrName>
                                        </p:attrNameLst>
                                      </p:cBhvr>
                                      <p:to>
                                        <p:strVal val="visible"/>
                                      </p:to>
                                    </p:set>
                                    <p:anim calcmode="lin" valueType="num">
                                      <p:cBhvr additive="base">
                                        <p:cTn id="125" dur="500" fill="hold"/>
                                        <p:tgtEl>
                                          <p:spTgt spid="188448"/>
                                        </p:tgtEl>
                                        <p:attrNameLst>
                                          <p:attrName>ppt_x</p:attrName>
                                        </p:attrNameLst>
                                      </p:cBhvr>
                                      <p:tavLst>
                                        <p:tav tm="0">
                                          <p:val>
                                            <p:strVal val="#ppt_x"/>
                                          </p:val>
                                        </p:tav>
                                        <p:tav tm="100000">
                                          <p:val>
                                            <p:strVal val="#ppt_x"/>
                                          </p:val>
                                        </p:tav>
                                      </p:tavLst>
                                    </p:anim>
                                    <p:anim calcmode="lin" valueType="num">
                                      <p:cBhvr additive="base">
                                        <p:cTn id="126" dur="500" fill="hold"/>
                                        <p:tgtEl>
                                          <p:spTgt spid="188448"/>
                                        </p:tgtEl>
                                        <p:attrNameLst>
                                          <p:attrName>ppt_y</p:attrName>
                                        </p:attrNameLst>
                                      </p:cBhvr>
                                      <p:tavLst>
                                        <p:tav tm="0">
                                          <p:val>
                                            <p:strVal val="1+#ppt_h/2"/>
                                          </p:val>
                                        </p:tav>
                                        <p:tav tm="100000">
                                          <p:val>
                                            <p:strVal val="#ppt_y"/>
                                          </p:val>
                                        </p:tav>
                                      </p:tavLst>
                                    </p:anim>
                                  </p:childTnLst>
                                </p:cTn>
                              </p:par>
                              <p:par>
                                <p:cTn id="127" presetID="2" presetClass="entr" presetSubtype="4" fill="hold" grpId="0" nodeType="withEffect">
                                  <p:stCondLst>
                                    <p:cond delay="0"/>
                                  </p:stCondLst>
                                  <p:childTnLst>
                                    <p:set>
                                      <p:cBhvr>
                                        <p:cTn id="128" dur="1" fill="hold">
                                          <p:stCondLst>
                                            <p:cond delay="0"/>
                                          </p:stCondLst>
                                        </p:cTn>
                                        <p:tgtEl>
                                          <p:spTgt spid="188449"/>
                                        </p:tgtEl>
                                        <p:attrNameLst>
                                          <p:attrName>style.visibility</p:attrName>
                                        </p:attrNameLst>
                                      </p:cBhvr>
                                      <p:to>
                                        <p:strVal val="visible"/>
                                      </p:to>
                                    </p:set>
                                    <p:anim calcmode="lin" valueType="num">
                                      <p:cBhvr additive="base">
                                        <p:cTn id="129" dur="500" fill="hold"/>
                                        <p:tgtEl>
                                          <p:spTgt spid="188449"/>
                                        </p:tgtEl>
                                        <p:attrNameLst>
                                          <p:attrName>ppt_x</p:attrName>
                                        </p:attrNameLst>
                                      </p:cBhvr>
                                      <p:tavLst>
                                        <p:tav tm="0">
                                          <p:val>
                                            <p:strVal val="#ppt_x"/>
                                          </p:val>
                                        </p:tav>
                                        <p:tav tm="100000">
                                          <p:val>
                                            <p:strVal val="#ppt_x"/>
                                          </p:val>
                                        </p:tav>
                                      </p:tavLst>
                                    </p:anim>
                                    <p:anim calcmode="lin" valueType="num">
                                      <p:cBhvr additive="base">
                                        <p:cTn id="130" dur="500" fill="hold"/>
                                        <p:tgtEl>
                                          <p:spTgt spid="188449"/>
                                        </p:tgtEl>
                                        <p:attrNameLst>
                                          <p:attrName>ppt_y</p:attrName>
                                        </p:attrNameLst>
                                      </p:cBhvr>
                                      <p:tavLst>
                                        <p:tav tm="0">
                                          <p:val>
                                            <p:strVal val="1+#ppt_h/2"/>
                                          </p:val>
                                        </p:tav>
                                        <p:tav tm="100000">
                                          <p:val>
                                            <p:strVal val="#ppt_y"/>
                                          </p:val>
                                        </p:tav>
                                      </p:tavLst>
                                    </p:anim>
                                  </p:childTnLst>
                                </p:cTn>
                              </p:par>
                              <p:par>
                                <p:cTn id="131" presetID="2" presetClass="entr" presetSubtype="4" fill="hold" grpId="0" nodeType="withEffect">
                                  <p:stCondLst>
                                    <p:cond delay="0"/>
                                  </p:stCondLst>
                                  <p:childTnLst>
                                    <p:set>
                                      <p:cBhvr>
                                        <p:cTn id="132" dur="1" fill="hold">
                                          <p:stCondLst>
                                            <p:cond delay="0"/>
                                          </p:stCondLst>
                                        </p:cTn>
                                        <p:tgtEl>
                                          <p:spTgt spid="188450"/>
                                        </p:tgtEl>
                                        <p:attrNameLst>
                                          <p:attrName>style.visibility</p:attrName>
                                        </p:attrNameLst>
                                      </p:cBhvr>
                                      <p:to>
                                        <p:strVal val="visible"/>
                                      </p:to>
                                    </p:set>
                                    <p:anim calcmode="lin" valueType="num">
                                      <p:cBhvr additive="base">
                                        <p:cTn id="133" dur="500" fill="hold"/>
                                        <p:tgtEl>
                                          <p:spTgt spid="188450"/>
                                        </p:tgtEl>
                                        <p:attrNameLst>
                                          <p:attrName>ppt_x</p:attrName>
                                        </p:attrNameLst>
                                      </p:cBhvr>
                                      <p:tavLst>
                                        <p:tav tm="0">
                                          <p:val>
                                            <p:strVal val="#ppt_x"/>
                                          </p:val>
                                        </p:tav>
                                        <p:tav tm="100000">
                                          <p:val>
                                            <p:strVal val="#ppt_x"/>
                                          </p:val>
                                        </p:tav>
                                      </p:tavLst>
                                    </p:anim>
                                    <p:anim calcmode="lin" valueType="num">
                                      <p:cBhvr additive="base">
                                        <p:cTn id="134" dur="500" fill="hold"/>
                                        <p:tgtEl>
                                          <p:spTgt spid="188450"/>
                                        </p:tgtEl>
                                        <p:attrNameLst>
                                          <p:attrName>ppt_y</p:attrName>
                                        </p:attrNameLst>
                                      </p:cBhvr>
                                      <p:tavLst>
                                        <p:tav tm="0">
                                          <p:val>
                                            <p:strVal val="1+#ppt_h/2"/>
                                          </p:val>
                                        </p:tav>
                                        <p:tav tm="100000">
                                          <p:val>
                                            <p:strVal val="#ppt_y"/>
                                          </p:val>
                                        </p:tav>
                                      </p:tavLst>
                                    </p:anim>
                                  </p:childTnLst>
                                </p:cTn>
                              </p:par>
                              <p:par>
                                <p:cTn id="135" presetID="2" presetClass="entr" presetSubtype="4" fill="hold" nodeType="withEffect">
                                  <p:stCondLst>
                                    <p:cond delay="0"/>
                                  </p:stCondLst>
                                  <p:childTnLst>
                                    <p:set>
                                      <p:cBhvr>
                                        <p:cTn id="136" dur="1" fill="hold">
                                          <p:stCondLst>
                                            <p:cond delay="0"/>
                                          </p:stCondLst>
                                        </p:cTn>
                                        <p:tgtEl>
                                          <p:spTgt spid="188451"/>
                                        </p:tgtEl>
                                        <p:attrNameLst>
                                          <p:attrName>style.visibility</p:attrName>
                                        </p:attrNameLst>
                                      </p:cBhvr>
                                      <p:to>
                                        <p:strVal val="visible"/>
                                      </p:to>
                                    </p:set>
                                    <p:anim calcmode="lin" valueType="num">
                                      <p:cBhvr additive="base">
                                        <p:cTn id="137" dur="500" fill="hold"/>
                                        <p:tgtEl>
                                          <p:spTgt spid="188451"/>
                                        </p:tgtEl>
                                        <p:attrNameLst>
                                          <p:attrName>ppt_x</p:attrName>
                                        </p:attrNameLst>
                                      </p:cBhvr>
                                      <p:tavLst>
                                        <p:tav tm="0">
                                          <p:val>
                                            <p:strVal val="#ppt_x"/>
                                          </p:val>
                                        </p:tav>
                                        <p:tav tm="100000">
                                          <p:val>
                                            <p:strVal val="#ppt_x"/>
                                          </p:val>
                                        </p:tav>
                                      </p:tavLst>
                                    </p:anim>
                                    <p:anim calcmode="lin" valueType="num">
                                      <p:cBhvr additive="base">
                                        <p:cTn id="138" dur="500" fill="hold"/>
                                        <p:tgtEl>
                                          <p:spTgt spid="188451"/>
                                        </p:tgtEl>
                                        <p:attrNameLst>
                                          <p:attrName>ppt_y</p:attrName>
                                        </p:attrNameLst>
                                      </p:cBhvr>
                                      <p:tavLst>
                                        <p:tav tm="0">
                                          <p:val>
                                            <p:strVal val="1+#ppt_h/2"/>
                                          </p:val>
                                        </p:tav>
                                        <p:tav tm="100000">
                                          <p:val>
                                            <p:strVal val="#ppt_y"/>
                                          </p:val>
                                        </p:tav>
                                      </p:tavLst>
                                    </p:anim>
                                  </p:childTnLst>
                                </p:cTn>
                              </p:par>
                              <p:par>
                                <p:cTn id="139" presetID="2" presetClass="entr" presetSubtype="4" fill="hold" nodeType="withEffect">
                                  <p:stCondLst>
                                    <p:cond delay="0"/>
                                  </p:stCondLst>
                                  <p:childTnLst>
                                    <p:set>
                                      <p:cBhvr>
                                        <p:cTn id="140" dur="1" fill="hold">
                                          <p:stCondLst>
                                            <p:cond delay="0"/>
                                          </p:stCondLst>
                                        </p:cTn>
                                        <p:tgtEl>
                                          <p:spTgt spid="188452"/>
                                        </p:tgtEl>
                                        <p:attrNameLst>
                                          <p:attrName>style.visibility</p:attrName>
                                        </p:attrNameLst>
                                      </p:cBhvr>
                                      <p:to>
                                        <p:strVal val="visible"/>
                                      </p:to>
                                    </p:set>
                                    <p:anim calcmode="lin" valueType="num">
                                      <p:cBhvr additive="base">
                                        <p:cTn id="141" dur="500" fill="hold"/>
                                        <p:tgtEl>
                                          <p:spTgt spid="188452"/>
                                        </p:tgtEl>
                                        <p:attrNameLst>
                                          <p:attrName>ppt_x</p:attrName>
                                        </p:attrNameLst>
                                      </p:cBhvr>
                                      <p:tavLst>
                                        <p:tav tm="0">
                                          <p:val>
                                            <p:strVal val="#ppt_x"/>
                                          </p:val>
                                        </p:tav>
                                        <p:tav tm="100000">
                                          <p:val>
                                            <p:strVal val="#ppt_x"/>
                                          </p:val>
                                        </p:tav>
                                      </p:tavLst>
                                    </p:anim>
                                    <p:anim calcmode="lin" valueType="num">
                                      <p:cBhvr additive="base">
                                        <p:cTn id="142" dur="500" fill="hold"/>
                                        <p:tgtEl>
                                          <p:spTgt spid="188452"/>
                                        </p:tgtEl>
                                        <p:attrNameLst>
                                          <p:attrName>ppt_y</p:attrName>
                                        </p:attrNameLst>
                                      </p:cBhvr>
                                      <p:tavLst>
                                        <p:tav tm="0">
                                          <p:val>
                                            <p:strVal val="1+#ppt_h/2"/>
                                          </p:val>
                                        </p:tav>
                                        <p:tav tm="100000">
                                          <p:val>
                                            <p:strVal val="#ppt_y"/>
                                          </p:val>
                                        </p:tav>
                                      </p:tavLst>
                                    </p:anim>
                                  </p:childTnLst>
                                </p:cTn>
                              </p:par>
                              <p:par>
                                <p:cTn id="143" presetID="2" presetClass="entr" presetSubtype="4" fill="hold" grpId="0" nodeType="withEffect">
                                  <p:stCondLst>
                                    <p:cond delay="0"/>
                                  </p:stCondLst>
                                  <p:childTnLst>
                                    <p:set>
                                      <p:cBhvr>
                                        <p:cTn id="144" dur="1" fill="hold">
                                          <p:stCondLst>
                                            <p:cond delay="0"/>
                                          </p:stCondLst>
                                        </p:cTn>
                                        <p:tgtEl>
                                          <p:spTgt spid="188453"/>
                                        </p:tgtEl>
                                        <p:attrNameLst>
                                          <p:attrName>style.visibility</p:attrName>
                                        </p:attrNameLst>
                                      </p:cBhvr>
                                      <p:to>
                                        <p:strVal val="visible"/>
                                      </p:to>
                                    </p:set>
                                    <p:anim calcmode="lin" valueType="num">
                                      <p:cBhvr additive="base">
                                        <p:cTn id="145" dur="500" fill="hold"/>
                                        <p:tgtEl>
                                          <p:spTgt spid="188453"/>
                                        </p:tgtEl>
                                        <p:attrNameLst>
                                          <p:attrName>ppt_x</p:attrName>
                                        </p:attrNameLst>
                                      </p:cBhvr>
                                      <p:tavLst>
                                        <p:tav tm="0">
                                          <p:val>
                                            <p:strVal val="#ppt_x"/>
                                          </p:val>
                                        </p:tav>
                                        <p:tav tm="100000">
                                          <p:val>
                                            <p:strVal val="#ppt_x"/>
                                          </p:val>
                                        </p:tav>
                                      </p:tavLst>
                                    </p:anim>
                                    <p:anim calcmode="lin" valueType="num">
                                      <p:cBhvr additive="base">
                                        <p:cTn id="146" dur="500" fill="hold"/>
                                        <p:tgtEl>
                                          <p:spTgt spid="188453"/>
                                        </p:tgtEl>
                                        <p:attrNameLst>
                                          <p:attrName>ppt_y</p:attrName>
                                        </p:attrNameLst>
                                      </p:cBhvr>
                                      <p:tavLst>
                                        <p:tav tm="0">
                                          <p:val>
                                            <p:strVal val="1+#ppt_h/2"/>
                                          </p:val>
                                        </p:tav>
                                        <p:tav tm="100000">
                                          <p:val>
                                            <p:strVal val="#ppt_y"/>
                                          </p:val>
                                        </p:tav>
                                      </p:tavLst>
                                    </p:anim>
                                  </p:childTnLst>
                                </p:cTn>
                              </p:par>
                              <p:par>
                                <p:cTn id="147" presetID="2" presetClass="entr" presetSubtype="4" fill="hold" grpId="0" nodeType="withEffect">
                                  <p:stCondLst>
                                    <p:cond delay="0"/>
                                  </p:stCondLst>
                                  <p:childTnLst>
                                    <p:set>
                                      <p:cBhvr>
                                        <p:cTn id="148" dur="1" fill="hold">
                                          <p:stCondLst>
                                            <p:cond delay="0"/>
                                          </p:stCondLst>
                                        </p:cTn>
                                        <p:tgtEl>
                                          <p:spTgt spid="188454"/>
                                        </p:tgtEl>
                                        <p:attrNameLst>
                                          <p:attrName>style.visibility</p:attrName>
                                        </p:attrNameLst>
                                      </p:cBhvr>
                                      <p:to>
                                        <p:strVal val="visible"/>
                                      </p:to>
                                    </p:set>
                                    <p:anim calcmode="lin" valueType="num">
                                      <p:cBhvr additive="base">
                                        <p:cTn id="149" dur="500" fill="hold"/>
                                        <p:tgtEl>
                                          <p:spTgt spid="188454"/>
                                        </p:tgtEl>
                                        <p:attrNameLst>
                                          <p:attrName>ppt_x</p:attrName>
                                        </p:attrNameLst>
                                      </p:cBhvr>
                                      <p:tavLst>
                                        <p:tav tm="0">
                                          <p:val>
                                            <p:strVal val="#ppt_x"/>
                                          </p:val>
                                        </p:tav>
                                        <p:tav tm="100000">
                                          <p:val>
                                            <p:strVal val="#ppt_x"/>
                                          </p:val>
                                        </p:tav>
                                      </p:tavLst>
                                    </p:anim>
                                    <p:anim calcmode="lin" valueType="num">
                                      <p:cBhvr additive="base">
                                        <p:cTn id="150" dur="500" fill="hold"/>
                                        <p:tgtEl>
                                          <p:spTgt spid="188454"/>
                                        </p:tgtEl>
                                        <p:attrNameLst>
                                          <p:attrName>ppt_y</p:attrName>
                                        </p:attrNameLst>
                                      </p:cBhvr>
                                      <p:tavLst>
                                        <p:tav tm="0">
                                          <p:val>
                                            <p:strVal val="1+#ppt_h/2"/>
                                          </p:val>
                                        </p:tav>
                                        <p:tav tm="100000">
                                          <p:val>
                                            <p:strVal val="#ppt_y"/>
                                          </p:val>
                                        </p:tav>
                                      </p:tavLst>
                                    </p:anim>
                                  </p:childTnLst>
                                </p:cTn>
                              </p:par>
                              <p:par>
                                <p:cTn id="151" presetID="2" presetClass="entr" presetSubtype="4" fill="hold" grpId="0" nodeType="withEffect">
                                  <p:stCondLst>
                                    <p:cond delay="0"/>
                                  </p:stCondLst>
                                  <p:childTnLst>
                                    <p:set>
                                      <p:cBhvr>
                                        <p:cTn id="152" dur="1" fill="hold">
                                          <p:stCondLst>
                                            <p:cond delay="0"/>
                                          </p:stCondLst>
                                        </p:cTn>
                                        <p:tgtEl>
                                          <p:spTgt spid="188455"/>
                                        </p:tgtEl>
                                        <p:attrNameLst>
                                          <p:attrName>style.visibility</p:attrName>
                                        </p:attrNameLst>
                                      </p:cBhvr>
                                      <p:to>
                                        <p:strVal val="visible"/>
                                      </p:to>
                                    </p:set>
                                    <p:anim calcmode="lin" valueType="num">
                                      <p:cBhvr additive="base">
                                        <p:cTn id="153" dur="500" fill="hold"/>
                                        <p:tgtEl>
                                          <p:spTgt spid="188455"/>
                                        </p:tgtEl>
                                        <p:attrNameLst>
                                          <p:attrName>ppt_x</p:attrName>
                                        </p:attrNameLst>
                                      </p:cBhvr>
                                      <p:tavLst>
                                        <p:tav tm="0">
                                          <p:val>
                                            <p:strVal val="#ppt_x"/>
                                          </p:val>
                                        </p:tav>
                                        <p:tav tm="100000">
                                          <p:val>
                                            <p:strVal val="#ppt_x"/>
                                          </p:val>
                                        </p:tav>
                                      </p:tavLst>
                                    </p:anim>
                                    <p:anim calcmode="lin" valueType="num">
                                      <p:cBhvr additive="base">
                                        <p:cTn id="154" dur="500" fill="hold"/>
                                        <p:tgtEl>
                                          <p:spTgt spid="188455"/>
                                        </p:tgtEl>
                                        <p:attrNameLst>
                                          <p:attrName>ppt_y</p:attrName>
                                        </p:attrNameLst>
                                      </p:cBhvr>
                                      <p:tavLst>
                                        <p:tav tm="0">
                                          <p:val>
                                            <p:strVal val="1+#ppt_h/2"/>
                                          </p:val>
                                        </p:tav>
                                        <p:tav tm="100000">
                                          <p:val>
                                            <p:strVal val="#ppt_y"/>
                                          </p:val>
                                        </p:tav>
                                      </p:tavLst>
                                    </p:anim>
                                  </p:childTnLst>
                                </p:cTn>
                              </p:par>
                              <p:par>
                                <p:cTn id="155" presetID="2" presetClass="entr" presetSubtype="4" fill="hold" grpId="0" nodeType="withEffect">
                                  <p:stCondLst>
                                    <p:cond delay="0"/>
                                  </p:stCondLst>
                                  <p:childTnLst>
                                    <p:set>
                                      <p:cBhvr>
                                        <p:cTn id="156" dur="1" fill="hold">
                                          <p:stCondLst>
                                            <p:cond delay="0"/>
                                          </p:stCondLst>
                                        </p:cTn>
                                        <p:tgtEl>
                                          <p:spTgt spid="188456"/>
                                        </p:tgtEl>
                                        <p:attrNameLst>
                                          <p:attrName>style.visibility</p:attrName>
                                        </p:attrNameLst>
                                      </p:cBhvr>
                                      <p:to>
                                        <p:strVal val="visible"/>
                                      </p:to>
                                    </p:set>
                                    <p:anim calcmode="lin" valueType="num">
                                      <p:cBhvr additive="base">
                                        <p:cTn id="157" dur="500" fill="hold"/>
                                        <p:tgtEl>
                                          <p:spTgt spid="188456"/>
                                        </p:tgtEl>
                                        <p:attrNameLst>
                                          <p:attrName>ppt_x</p:attrName>
                                        </p:attrNameLst>
                                      </p:cBhvr>
                                      <p:tavLst>
                                        <p:tav tm="0">
                                          <p:val>
                                            <p:strVal val="#ppt_x"/>
                                          </p:val>
                                        </p:tav>
                                        <p:tav tm="100000">
                                          <p:val>
                                            <p:strVal val="#ppt_x"/>
                                          </p:val>
                                        </p:tav>
                                      </p:tavLst>
                                    </p:anim>
                                    <p:anim calcmode="lin" valueType="num">
                                      <p:cBhvr additive="base">
                                        <p:cTn id="158" dur="500" fill="hold"/>
                                        <p:tgtEl>
                                          <p:spTgt spid="188456"/>
                                        </p:tgtEl>
                                        <p:attrNameLst>
                                          <p:attrName>ppt_y</p:attrName>
                                        </p:attrNameLst>
                                      </p:cBhvr>
                                      <p:tavLst>
                                        <p:tav tm="0">
                                          <p:val>
                                            <p:strVal val="1+#ppt_h/2"/>
                                          </p:val>
                                        </p:tav>
                                        <p:tav tm="100000">
                                          <p:val>
                                            <p:strVal val="#ppt_y"/>
                                          </p:val>
                                        </p:tav>
                                      </p:tavLst>
                                    </p:anim>
                                  </p:childTnLst>
                                </p:cTn>
                              </p:par>
                              <p:par>
                                <p:cTn id="159" presetID="2" presetClass="entr" presetSubtype="4" fill="hold" nodeType="withEffect">
                                  <p:stCondLst>
                                    <p:cond delay="0"/>
                                  </p:stCondLst>
                                  <p:childTnLst>
                                    <p:set>
                                      <p:cBhvr>
                                        <p:cTn id="160" dur="1" fill="hold">
                                          <p:stCondLst>
                                            <p:cond delay="0"/>
                                          </p:stCondLst>
                                        </p:cTn>
                                        <p:tgtEl>
                                          <p:spTgt spid="188457"/>
                                        </p:tgtEl>
                                        <p:attrNameLst>
                                          <p:attrName>style.visibility</p:attrName>
                                        </p:attrNameLst>
                                      </p:cBhvr>
                                      <p:to>
                                        <p:strVal val="visible"/>
                                      </p:to>
                                    </p:set>
                                    <p:anim calcmode="lin" valueType="num">
                                      <p:cBhvr additive="base">
                                        <p:cTn id="161" dur="500" fill="hold"/>
                                        <p:tgtEl>
                                          <p:spTgt spid="188457"/>
                                        </p:tgtEl>
                                        <p:attrNameLst>
                                          <p:attrName>ppt_x</p:attrName>
                                        </p:attrNameLst>
                                      </p:cBhvr>
                                      <p:tavLst>
                                        <p:tav tm="0">
                                          <p:val>
                                            <p:strVal val="#ppt_x"/>
                                          </p:val>
                                        </p:tav>
                                        <p:tav tm="100000">
                                          <p:val>
                                            <p:strVal val="#ppt_x"/>
                                          </p:val>
                                        </p:tav>
                                      </p:tavLst>
                                    </p:anim>
                                    <p:anim calcmode="lin" valueType="num">
                                      <p:cBhvr additive="base">
                                        <p:cTn id="162" dur="500" fill="hold"/>
                                        <p:tgtEl>
                                          <p:spTgt spid="188457"/>
                                        </p:tgtEl>
                                        <p:attrNameLst>
                                          <p:attrName>ppt_y</p:attrName>
                                        </p:attrNameLst>
                                      </p:cBhvr>
                                      <p:tavLst>
                                        <p:tav tm="0">
                                          <p:val>
                                            <p:strVal val="1+#ppt_h/2"/>
                                          </p:val>
                                        </p:tav>
                                        <p:tav tm="100000">
                                          <p:val>
                                            <p:strVal val="#ppt_y"/>
                                          </p:val>
                                        </p:tav>
                                      </p:tavLst>
                                    </p:anim>
                                  </p:childTnLst>
                                </p:cTn>
                              </p:par>
                              <p:par>
                                <p:cTn id="163" presetID="2" presetClass="entr" presetSubtype="4" fill="hold" grpId="0" nodeType="withEffect">
                                  <p:stCondLst>
                                    <p:cond delay="0"/>
                                  </p:stCondLst>
                                  <p:childTnLst>
                                    <p:set>
                                      <p:cBhvr>
                                        <p:cTn id="164" dur="1" fill="hold">
                                          <p:stCondLst>
                                            <p:cond delay="0"/>
                                          </p:stCondLst>
                                        </p:cTn>
                                        <p:tgtEl>
                                          <p:spTgt spid="188458"/>
                                        </p:tgtEl>
                                        <p:attrNameLst>
                                          <p:attrName>style.visibility</p:attrName>
                                        </p:attrNameLst>
                                      </p:cBhvr>
                                      <p:to>
                                        <p:strVal val="visible"/>
                                      </p:to>
                                    </p:set>
                                    <p:anim calcmode="lin" valueType="num">
                                      <p:cBhvr additive="base">
                                        <p:cTn id="165" dur="500" fill="hold"/>
                                        <p:tgtEl>
                                          <p:spTgt spid="188458"/>
                                        </p:tgtEl>
                                        <p:attrNameLst>
                                          <p:attrName>ppt_x</p:attrName>
                                        </p:attrNameLst>
                                      </p:cBhvr>
                                      <p:tavLst>
                                        <p:tav tm="0">
                                          <p:val>
                                            <p:strVal val="#ppt_x"/>
                                          </p:val>
                                        </p:tav>
                                        <p:tav tm="100000">
                                          <p:val>
                                            <p:strVal val="#ppt_x"/>
                                          </p:val>
                                        </p:tav>
                                      </p:tavLst>
                                    </p:anim>
                                    <p:anim calcmode="lin" valueType="num">
                                      <p:cBhvr additive="base">
                                        <p:cTn id="166" dur="500" fill="hold"/>
                                        <p:tgtEl>
                                          <p:spTgt spid="188458"/>
                                        </p:tgtEl>
                                        <p:attrNameLst>
                                          <p:attrName>ppt_y</p:attrName>
                                        </p:attrNameLst>
                                      </p:cBhvr>
                                      <p:tavLst>
                                        <p:tav tm="0">
                                          <p:val>
                                            <p:strVal val="1+#ppt_h/2"/>
                                          </p:val>
                                        </p:tav>
                                        <p:tav tm="100000">
                                          <p:val>
                                            <p:strVal val="#ppt_y"/>
                                          </p:val>
                                        </p:tav>
                                      </p:tavLst>
                                    </p:anim>
                                  </p:childTnLst>
                                </p:cTn>
                              </p:par>
                              <p:par>
                                <p:cTn id="167" presetID="2" presetClass="entr" presetSubtype="4" fill="hold" nodeType="withEffect">
                                  <p:stCondLst>
                                    <p:cond delay="0"/>
                                  </p:stCondLst>
                                  <p:childTnLst>
                                    <p:set>
                                      <p:cBhvr>
                                        <p:cTn id="168" dur="1" fill="hold">
                                          <p:stCondLst>
                                            <p:cond delay="0"/>
                                          </p:stCondLst>
                                        </p:cTn>
                                        <p:tgtEl>
                                          <p:spTgt spid="188459"/>
                                        </p:tgtEl>
                                        <p:attrNameLst>
                                          <p:attrName>style.visibility</p:attrName>
                                        </p:attrNameLst>
                                      </p:cBhvr>
                                      <p:to>
                                        <p:strVal val="visible"/>
                                      </p:to>
                                    </p:set>
                                    <p:anim calcmode="lin" valueType="num">
                                      <p:cBhvr additive="base">
                                        <p:cTn id="169" dur="500" fill="hold"/>
                                        <p:tgtEl>
                                          <p:spTgt spid="188459"/>
                                        </p:tgtEl>
                                        <p:attrNameLst>
                                          <p:attrName>ppt_x</p:attrName>
                                        </p:attrNameLst>
                                      </p:cBhvr>
                                      <p:tavLst>
                                        <p:tav tm="0">
                                          <p:val>
                                            <p:strVal val="#ppt_x"/>
                                          </p:val>
                                        </p:tav>
                                        <p:tav tm="100000">
                                          <p:val>
                                            <p:strVal val="#ppt_x"/>
                                          </p:val>
                                        </p:tav>
                                      </p:tavLst>
                                    </p:anim>
                                    <p:anim calcmode="lin" valueType="num">
                                      <p:cBhvr additive="base">
                                        <p:cTn id="170" dur="500" fill="hold"/>
                                        <p:tgtEl>
                                          <p:spTgt spid="188459"/>
                                        </p:tgtEl>
                                        <p:attrNameLst>
                                          <p:attrName>ppt_y</p:attrName>
                                        </p:attrNameLst>
                                      </p:cBhvr>
                                      <p:tavLst>
                                        <p:tav tm="0">
                                          <p:val>
                                            <p:strVal val="1+#ppt_h/2"/>
                                          </p:val>
                                        </p:tav>
                                        <p:tav tm="100000">
                                          <p:val>
                                            <p:strVal val="#ppt_y"/>
                                          </p:val>
                                        </p:tav>
                                      </p:tavLst>
                                    </p:anim>
                                  </p:childTnLst>
                                </p:cTn>
                              </p:par>
                              <p:par>
                                <p:cTn id="171" presetID="2" presetClass="entr" presetSubtype="4" fill="hold" grpId="0" nodeType="withEffect">
                                  <p:stCondLst>
                                    <p:cond delay="0"/>
                                  </p:stCondLst>
                                  <p:childTnLst>
                                    <p:set>
                                      <p:cBhvr>
                                        <p:cTn id="172" dur="1" fill="hold">
                                          <p:stCondLst>
                                            <p:cond delay="0"/>
                                          </p:stCondLst>
                                        </p:cTn>
                                        <p:tgtEl>
                                          <p:spTgt spid="188460"/>
                                        </p:tgtEl>
                                        <p:attrNameLst>
                                          <p:attrName>style.visibility</p:attrName>
                                        </p:attrNameLst>
                                      </p:cBhvr>
                                      <p:to>
                                        <p:strVal val="visible"/>
                                      </p:to>
                                    </p:set>
                                    <p:anim calcmode="lin" valueType="num">
                                      <p:cBhvr additive="base">
                                        <p:cTn id="173" dur="500" fill="hold"/>
                                        <p:tgtEl>
                                          <p:spTgt spid="188460"/>
                                        </p:tgtEl>
                                        <p:attrNameLst>
                                          <p:attrName>ppt_x</p:attrName>
                                        </p:attrNameLst>
                                      </p:cBhvr>
                                      <p:tavLst>
                                        <p:tav tm="0">
                                          <p:val>
                                            <p:strVal val="#ppt_x"/>
                                          </p:val>
                                        </p:tav>
                                        <p:tav tm="100000">
                                          <p:val>
                                            <p:strVal val="#ppt_x"/>
                                          </p:val>
                                        </p:tav>
                                      </p:tavLst>
                                    </p:anim>
                                    <p:anim calcmode="lin" valueType="num">
                                      <p:cBhvr additive="base">
                                        <p:cTn id="174" dur="500" fill="hold"/>
                                        <p:tgtEl>
                                          <p:spTgt spid="188460"/>
                                        </p:tgtEl>
                                        <p:attrNameLst>
                                          <p:attrName>ppt_y</p:attrName>
                                        </p:attrNameLst>
                                      </p:cBhvr>
                                      <p:tavLst>
                                        <p:tav tm="0">
                                          <p:val>
                                            <p:strVal val="1+#ppt_h/2"/>
                                          </p:val>
                                        </p:tav>
                                        <p:tav tm="100000">
                                          <p:val>
                                            <p:strVal val="#ppt_y"/>
                                          </p:val>
                                        </p:tav>
                                      </p:tavLst>
                                    </p:anim>
                                  </p:childTnLst>
                                </p:cTn>
                              </p:par>
                              <p:par>
                                <p:cTn id="175" presetID="2" presetClass="entr" presetSubtype="4" fill="hold" nodeType="withEffect">
                                  <p:stCondLst>
                                    <p:cond delay="0"/>
                                  </p:stCondLst>
                                  <p:childTnLst>
                                    <p:set>
                                      <p:cBhvr>
                                        <p:cTn id="176" dur="1" fill="hold">
                                          <p:stCondLst>
                                            <p:cond delay="0"/>
                                          </p:stCondLst>
                                        </p:cTn>
                                        <p:tgtEl>
                                          <p:spTgt spid="188461"/>
                                        </p:tgtEl>
                                        <p:attrNameLst>
                                          <p:attrName>style.visibility</p:attrName>
                                        </p:attrNameLst>
                                      </p:cBhvr>
                                      <p:to>
                                        <p:strVal val="visible"/>
                                      </p:to>
                                    </p:set>
                                    <p:anim calcmode="lin" valueType="num">
                                      <p:cBhvr additive="base">
                                        <p:cTn id="177" dur="500" fill="hold"/>
                                        <p:tgtEl>
                                          <p:spTgt spid="188461"/>
                                        </p:tgtEl>
                                        <p:attrNameLst>
                                          <p:attrName>ppt_x</p:attrName>
                                        </p:attrNameLst>
                                      </p:cBhvr>
                                      <p:tavLst>
                                        <p:tav tm="0">
                                          <p:val>
                                            <p:strVal val="#ppt_x"/>
                                          </p:val>
                                        </p:tav>
                                        <p:tav tm="100000">
                                          <p:val>
                                            <p:strVal val="#ppt_x"/>
                                          </p:val>
                                        </p:tav>
                                      </p:tavLst>
                                    </p:anim>
                                    <p:anim calcmode="lin" valueType="num">
                                      <p:cBhvr additive="base">
                                        <p:cTn id="178" dur="500" fill="hold"/>
                                        <p:tgtEl>
                                          <p:spTgt spid="188461"/>
                                        </p:tgtEl>
                                        <p:attrNameLst>
                                          <p:attrName>ppt_y</p:attrName>
                                        </p:attrNameLst>
                                      </p:cBhvr>
                                      <p:tavLst>
                                        <p:tav tm="0">
                                          <p:val>
                                            <p:strVal val="1+#ppt_h/2"/>
                                          </p:val>
                                        </p:tav>
                                        <p:tav tm="100000">
                                          <p:val>
                                            <p:strVal val="#ppt_y"/>
                                          </p:val>
                                        </p:tav>
                                      </p:tavLst>
                                    </p:anim>
                                  </p:childTnLst>
                                </p:cTn>
                              </p:par>
                              <p:par>
                                <p:cTn id="179" presetID="2" presetClass="entr" presetSubtype="4" fill="hold" grpId="0" nodeType="withEffect">
                                  <p:stCondLst>
                                    <p:cond delay="0"/>
                                  </p:stCondLst>
                                  <p:childTnLst>
                                    <p:set>
                                      <p:cBhvr>
                                        <p:cTn id="180" dur="1" fill="hold">
                                          <p:stCondLst>
                                            <p:cond delay="0"/>
                                          </p:stCondLst>
                                        </p:cTn>
                                        <p:tgtEl>
                                          <p:spTgt spid="188462"/>
                                        </p:tgtEl>
                                        <p:attrNameLst>
                                          <p:attrName>style.visibility</p:attrName>
                                        </p:attrNameLst>
                                      </p:cBhvr>
                                      <p:to>
                                        <p:strVal val="visible"/>
                                      </p:to>
                                    </p:set>
                                    <p:anim calcmode="lin" valueType="num">
                                      <p:cBhvr additive="base">
                                        <p:cTn id="181" dur="500" fill="hold"/>
                                        <p:tgtEl>
                                          <p:spTgt spid="188462"/>
                                        </p:tgtEl>
                                        <p:attrNameLst>
                                          <p:attrName>ppt_x</p:attrName>
                                        </p:attrNameLst>
                                      </p:cBhvr>
                                      <p:tavLst>
                                        <p:tav tm="0">
                                          <p:val>
                                            <p:strVal val="#ppt_x"/>
                                          </p:val>
                                        </p:tav>
                                        <p:tav tm="100000">
                                          <p:val>
                                            <p:strVal val="#ppt_x"/>
                                          </p:val>
                                        </p:tav>
                                      </p:tavLst>
                                    </p:anim>
                                    <p:anim calcmode="lin" valueType="num">
                                      <p:cBhvr additive="base">
                                        <p:cTn id="182" dur="500" fill="hold"/>
                                        <p:tgtEl>
                                          <p:spTgt spid="188462"/>
                                        </p:tgtEl>
                                        <p:attrNameLst>
                                          <p:attrName>ppt_y</p:attrName>
                                        </p:attrNameLst>
                                      </p:cBhvr>
                                      <p:tavLst>
                                        <p:tav tm="0">
                                          <p:val>
                                            <p:strVal val="1+#ppt_h/2"/>
                                          </p:val>
                                        </p:tav>
                                        <p:tav tm="100000">
                                          <p:val>
                                            <p:strVal val="#ppt_y"/>
                                          </p:val>
                                        </p:tav>
                                      </p:tavLst>
                                    </p:anim>
                                  </p:childTnLst>
                                </p:cTn>
                              </p:par>
                              <p:par>
                                <p:cTn id="183" presetID="2" presetClass="entr" presetSubtype="4" fill="hold" nodeType="withEffect">
                                  <p:stCondLst>
                                    <p:cond delay="0"/>
                                  </p:stCondLst>
                                  <p:childTnLst>
                                    <p:set>
                                      <p:cBhvr>
                                        <p:cTn id="184" dur="1" fill="hold">
                                          <p:stCondLst>
                                            <p:cond delay="0"/>
                                          </p:stCondLst>
                                        </p:cTn>
                                        <p:tgtEl>
                                          <p:spTgt spid="188463"/>
                                        </p:tgtEl>
                                        <p:attrNameLst>
                                          <p:attrName>style.visibility</p:attrName>
                                        </p:attrNameLst>
                                      </p:cBhvr>
                                      <p:to>
                                        <p:strVal val="visible"/>
                                      </p:to>
                                    </p:set>
                                    <p:anim calcmode="lin" valueType="num">
                                      <p:cBhvr additive="base">
                                        <p:cTn id="185" dur="500" fill="hold"/>
                                        <p:tgtEl>
                                          <p:spTgt spid="188463"/>
                                        </p:tgtEl>
                                        <p:attrNameLst>
                                          <p:attrName>ppt_x</p:attrName>
                                        </p:attrNameLst>
                                      </p:cBhvr>
                                      <p:tavLst>
                                        <p:tav tm="0">
                                          <p:val>
                                            <p:strVal val="#ppt_x"/>
                                          </p:val>
                                        </p:tav>
                                        <p:tav tm="100000">
                                          <p:val>
                                            <p:strVal val="#ppt_x"/>
                                          </p:val>
                                        </p:tav>
                                      </p:tavLst>
                                    </p:anim>
                                    <p:anim calcmode="lin" valueType="num">
                                      <p:cBhvr additive="base">
                                        <p:cTn id="186" dur="500" fill="hold"/>
                                        <p:tgtEl>
                                          <p:spTgt spid="188463"/>
                                        </p:tgtEl>
                                        <p:attrNameLst>
                                          <p:attrName>ppt_y</p:attrName>
                                        </p:attrNameLst>
                                      </p:cBhvr>
                                      <p:tavLst>
                                        <p:tav tm="0">
                                          <p:val>
                                            <p:strVal val="1+#ppt_h/2"/>
                                          </p:val>
                                        </p:tav>
                                        <p:tav tm="100000">
                                          <p:val>
                                            <p:strVal val="#ppt_y"/>
                                          </p:val>
                                        </p:tav>
                                      </p:tavLst>
                                    </p:anim>
                                  </p:childTnLst>
                                </p:cTn>
                              </p:par>
                              <p:par>
                                <p:cTn id="187" presetID="2" presetClass="entr" presetSubtype="4" fill="hold" grpId="0" nodeType="withEffect">
                                  <p:stCondLst>
                                    <p:cond delay="0"/>
                                  </p:stCondLst>
                                  <p:childTnLst>
                                    <p:set>
                                      <p:cBhvr>
                                        <p:cTn id="188" dur="1" fill="hold">
                                          <p:stCondLst>
                                            <p:cond delay="0"/>
                                          </p:stCondLst>
                                        </p:cTn>
                                        <p:tgtEl>
                                          <p:spTgt spid="188464"/>
                                        </p:tgtEl>
                                        <p:attrNameLst>
                                          <p:attrName>style.visibility</p:attrName>
                                        </p:attrNameLst>
                                      </p:cBhvr>
                                      <p:to>
                                        <p:strVal val="visible"/>
                                      </p:to>
                                    </p:set>
                                    <p:anim calcmode="lin" valueType="num">
                                      <p:cBhvr additive="base">
                                        <p:cTn id="189" dur="500" fill="hold"/>
                                        <p:tgtEl>
                                          <p:spTgt spid="188464"/>
                                        </p:tgtEl>
                                        <p:attrNameLst>
                                          <p:attrName>ppt_x</p:attrName>
                                        </p:attrNameLst>
                                      </p:cBhvr>
                                      <p:tavLst>
                                        <p:tav tm="0">
                                          <p:val>
                                            <p:strVal val="#ppt_x"/>
                                          </p:val>
                                        </p:tav>
                                        <p:tav tm="100000">
                                          <p:val>
                                            <p:strVal val="#ppt_x"/>
                                          </p:val>
                                        </p:tav>
                                      </p:tavLst>
                                    </p:anim>
                                    <p:anim calcmode="lin" valueType="num">
                                      <p:cBhvr additive="base">
                                        <p:cTn id="190" dur="500" fill="hold"/>
                                        <p:tgtEl>
                                          <p:spTgt spid="188464"/>
                                        </p:tgtEl>
                                        <p:attrNameLst>
                                          <p:attrName>ppt_y</p:attrName>
                                        </p:attrNameLst>
                                      </p:cBhvr>
                                      <p:tavLst>
                                        <p:tav tm="0">
                                          <p:val>
                                            <p:strVal val="1+#ppt_h/2"/>
                                          </p:val>
                                        </p:tav>
                                        <p:tav tm="100000">
                                          <p:val>
                                            <p:strVal val="#ppt_y"/>
                                          </p:val>
                                        </p:tav>
                                      </p:tavLst>
                                    </p:anim>
                                  </p:childTnLst>
                                </p:cTn>
                              </p:par>
                              <p:par>
                                <p:cTn id="191" presetID="2" presetClass="entr" presetSubtype="4" fill="hold" grpId="0" nodeType="withEffect">
                                  <p:stCondLst>
                                    <p:cond delay="0"/>
                                  </p:stCondLst>
                                  <p:childTnLst>
                                    <p:set>
                                      <p:cBhvr>
                                        <p:cTn id="192" dur="1" fill="hold">
                                          <p:stCondLst>
                                            <p:cond delay="0"/>
                                          </p:stCondLst>
                                        </p:cTn>
                                        <p:tgtEl>
                                          <p:spTgt spid="188465"/>
                                        </p:tgtEl>
                                        <p:attrNameLst>
                                          <p:attrName>style.visibility</p:attrName>
                                        </p:attrNameLst>
                                      </p:cBhvr>
                                      <p:to>
                                        <p:strVal val="visible"/>
                                      </p:to>
                                    </p:set>
                                    <p:anim calcmode="lin" valueType="num">
                                      <p:cBhvr additive="base">
                                        <p:cTn id="193" dur="500" fill="hold"/>
                                        <p:tgtEl>
                                          <p:spTgt spid="188465"/>
                                        </p:tgtEl>
                                        <p:attrNameLst>
                                          <p:attrName>ppt_x</p:attrName>
                                        </p:attrNameLst>
                                      </p:cBhvr>
                                      <p:tavLst>
                                        <p:tav tm="0">
                                          <p:val>
                                            <p:strVal val="#ppt_x"/>
                                          </p:val>
                                        </p:tav>
                                        <p:tav tm="100000">
                                          <p:val>
                                            <p:strVal val="#ppt_x"/>
                                          </p:val>
                                        </p:tav>
                                      </p:tavLst>
                                    </p:anim>
                                    <p:anim calcmode="lin" valueType="num">
                                      <p:cBhvr additive="base">
                                        <p:cTn id="194" dur="500" fill="hold"/>
                                        <p:tgtEl>
                                          <p:spTgt spid="188465"/>
                                        </p:tgtEl>
                                        <p:attrNameLst>
                                          <p:attrName>ppt_y</p:attrName>
                                        </p:attrNameLst>
                                      </p:cBhvr>
                                      <p:tavLst>
                                        <p:tav tm="0">
                                          <p:val>
                                            <p:strVal val="1+#ppt_h/2"/>
                                          </p:val>
                                        </p:tav>
                                        <p:tav tm="100000">
                                          <p:val>
                                            <p:strVal val="#ppt_y"/>
                                          </p:val>
                                        </p:tav>
                                      </p:tavLst>
                                    </p:anim>
                                  </p:childTnLst>
                                </p:cTn>
                              </p:par>
                              <p:par>
                                <p:cTn id="195" presetID="2" presetClass="entr" presetSubtype="4" fill="hold" grpId="0" nodeType="withEffect">
                                  <p:stCondLst>
                                    <p:cond delay="0"/>
                                  </p:stCondLst>
                                  <p:childTnLst>
                                    <p:set>
                                      <p:cBhvr>
                                        <p:cTn id="196" dur="1" fill="hold">
                                          <p:stCondLst>
                                            <p:cond delay="0"/>
                                          </p:stCondLst>
                                        </p:cTn>
                                        <p:tgtEl>
                                          <p:spTgt spid="188466"/>
                                        </p:tgtEl>
                                        <p:attrNameLst>
                                          <p:attrName>style.visibility</p:attrName>
                                        </p:attrNameLst>
                                      </p:cBhvr>
                                      <p:to>
                                        <p:strVal val="visible"/>
                                      </p:to>
                                    </p:set>
                                    <p:anim calcmode="lin" valueType="num">
                                      <p:cBhvr additive="base">
                                        <p:cTn id="197" dur="500" fill="hold"/>
                                        <p:tgtEl>
                                          <p:spTgt spid="188466"/>
                                        </p:tgtEl>
                                        <p:attrNameLst>
                                          <p:attrName>ppt_x</p:attrName>
                                        </p:attrNameLst>
                                      </p:cBhvr>
                                      <p:tavLst>
                                        <p:tav tm="0">
                                          <p:val>
                                            <p:strVal val="#ppt_x"/>
                                          </p:val>
                                        </p:tav>
                                        <p:tav tm="100000">
                                          <p:val>
                                            <p:strVal val="#ppt_x"/>
                                          </p:val>
                                        </p:tav>
                                      </p:tavLst>
                                    </p:anim>
                                    <p:anim calcmode="lin" valueType="num">
                                      <p:cBhvr additive="base">
                                        <p:cTn id="198" dur="500" fill="hold"/>
                                        <p:tgtEl>
                                          <p:spTgt spid="188466"/>
                                        </p:tgtEl>
                                        <p:attrNameLst>
                                          <p:attrName>ppt_y</p:attrName>
                                        </p:attrNameLst>
                                      </p:cBhvr>
                                      <p:tavLst>
                                        <p:tav tm="0">
                                          <p:val>
                                            <p:strVal val="1+#ppt_h/2"/>
                                          </p:val>
                                        </p:tav>
                                        <p:tav tm="100000">
                                          <p:val>
                                            <p:strVal val="#ppt_y"/>
                                          </p:val>
                                        </p:tav>
                                      </p:tavLst>
                                    </p:anim>
                                  </p:childTnLst>
                                </p:cTn>
                              </p:par>
                              <p:par>
                                <p:cTn id="199" presetID="2" presetClass="entr" presetSubtype="4" fill="hold" grpId="0" nodeType="withEffect">
                                  <p:stCondLst>
                                    <p:cond delay="0"/>
                                  </p:stCondLst>
                                  <p:childTnLst>
                                    <p:set>
                                      <p:cBhvr>
                                        <p:cTn id="200" dur="1" fill="hold">
                                          <p:stCondLst>
                                            <p:cond delay="0"/>
                                          </p:stCondLst>
                                        </p:cTn>
                                        <p:tgtEl>
                                          <p:spTgt spid="188467"/>
                                        </p:tgtEl>
                                        <p:attrNameLst>
                                          <p:attrName>style.visibility</p:attrName>
                                        </p:attrNameLst>
                                      </p:cBhvr>
                                      <p:to>
                                        <p:strVal val="visible"/>
                                      </p:to>
                                    </p:set>
                                    <p:anim calcmode="lin" valueType="num">
                                      <p:cBhvr additive="base">
                                        <p:cTn id="201" dur="500" fill="hold"/>
                                        <p:tgtEl>
                                          <p:spTgt spid="188467"/>
                                        </p:tgtEl>
                                        <p:attrNameLst>
                                          <p:attrName>ppt_x</p:attrName>
                                        </p:attrNameLst>
                                      </p:cBhvr>
                                      <p:tavLst>
                                        <p:tav tm="0">
                                          <p:val>
                                            <p:strVal val="#ppt_x"/>
                                          </p:val>
                                        </p:tav>
                                        <p:tav tm="100000">
                                          <p:val>
                                            <p:strVal val="#ppt_x"/>
                                          </p:val>
                                        </p:tav>
                                      </p:tavLst>
                                    </p:anim>
                                    <p:anim calcmode="lin" valueType="num">
                                      <p:cBhvr additive="base">
                                        <p:cTn id="202" dur="500" fill="hold"/>
                                        <p:tgtEl>
                                          <p:spTgt spid="188467"/>
                                        </p:tgtEl>
                                        <p:attrNameLst>
                                          <p:attrName>ppt_y</p:attrName>
                                        </p:attrNameLst>
                                      </p:cBhvr>
                                      <p:tavLst>
                                        <p:tav tm="0">
                                          <p:val>
                                            <p:strVal val="1+#ppt_h/2"/>
                                          </p:val>
                                        </p:tav>
                                        <p:tav tm="100000">
                                          <p:val>
                                            <p:strVal val="#ppt_y"/>
                                          </p:val>
                                        </p:tav>
                                      </p:tavLst>
                                    </p:anim>
                                  </p:childTnLst>
                                </p:cTn>
                              </p:par>
                              <p:par>
                                <p:cTn id="203" presetID="2" presetClass="entr" presetSubtype="4" fill="hold" grpId="0" nodeType="withEffect">
                                  <p:stCondLst>
                                    <p:cond delay="0"/>
                                  </p:stCondLst>
                                  <p:childTnLst>
                                    <p:set>
                                      <p:cBhvr>
                                        <p:cTn id="204" dur="1" fill="hold">
                                          <p:stCondLst>
                                            <p:cond delay="0"/>
                                          </p:stCondLst>
                                        </p:cTn>
                                        <p:tgtEl>
                                          <p:spTgt spid="188468"/>
                                        </p:tgtEl>
                                        <p:attrNameLst>
                                          <p:attrName>style.visibility</p:attrName>
                                        </p:attrNameLst>
                                      </p:cBhvr>
                                      <p:to>
                                        <p:strVal val="visible"/>
                                      </p:to>
                                    </p:set>
                                    <p:anim calcmode="lin" valueType="num">
                                      <p:cBhvr additive="base">
                                        <p:cTn id="205" dur="500" fill="hold"/>
                                        <p:tgtEl>
                                          <p:spTgt spid="188468"/>
                                        </p:tgtEl>
                                        <p:attrNameLst>
                                          <p:attrName>ppt_x</p:attrName>
                                        </p:attrNameLst>
                                      </p:cBhvr>
                                      <p:tavLst>
                                        <p:tav tm="0">
                                          <p:val>
                                            <p:strVal val="#ppt_x"/>
                                          </p:val>
                                        </p:tav>
                                        <p:tav tm="100000">
                                          <p:val>
                                            <p:strVal val="#ppt_x"/>
                                          </p:val>
                                        </p:tav>
                                      </p:tavLst>
                                    </p:anim>
                                    <p:anim calcmode="lin" valueType="num">
                                      <p:cBhvr additive="base">
                                        <p:cTn id="206" dur="500" fill="hold"/>
                                        <p:tgtEl>
                                          <p:spTgt spid="188468"/>
                                        </p:tgtEl>
                                        <p:attrNameLst>
                                          <p:attrName>ppt_y</p:attrName>
                                        </p:attrNameLst>
                                      </p:cBhvr>
                                      <p:tavLst>
                                        <p:tav tm="0">
                                          <p:val>
                                            <p:strVal val="1+#ppt_h/2"/>
                                          </p:val>
                                        </p:tav>
                                        <p:tav tm="100000">
                                          <p:val>
                                            <p:strVal val="#ppt_y"/>
                                          </p:val>
                                        </p:tav>
                                      </p:tavLst>
                                    </p:anim>
                                  </p:childTnLst>
                                </p:cTn>
                              </p:par>
                              <p:par>
                                <p:cTn id="207" presetID="2" presetClass="entr" presetSubtype="4" fill="hold" nodeType="withEffect">
                                  <p:stCondLst>
                                    <p:cond delay="0"/>
                                  </p:stCondLst>
                                  <p:childTnLst>
                                    <p:set>
                                      <p:cBhvr>
                                        <p:cTn id="208" dur="1" fill="hold">
                                          <p:stCondLst>
                                            <p:cond delay="0"/>
                                          </p:stCondLst>
                                        </p:cTn>
                                        <p:tgtEl>
                                          <p:spTgt spid="188469"/>
                                        </p:tgtEl>
                                        <p:attrNameLst>
                                          <p:attrName>style.visibility</p:attrName>
                                        </p:attrNameLst>
                                      </p:cBhvr>
                                      <p:to>
                                        <p:strVal val="visible"/>
                                      </p:to>
                                    </p:set>
                                    <p:anim calcmode="lin" valueType="num">
                                      <p:cBhvr additive="base">
                                        <p:cTn id="209" dur="500" fill="hold"/>
                                        <p:tgtEl>
                                          <p:spTgt spid="188469"/>
                                        </p:tgtEl>
                                        <p:attrNameLst>
                                          <p:attrName>ppt_x</p:attrName>
                                        </p:attrNameLst>
                                      </p:cBhvr>
                                      <p:tavLst>
                                        <p:tav tm="0">
                                          <p:val>
                                            <p:strVal val="#ppt_x"/>
                                          </p:val>
                                        </p:tav>
                                        <p:tav tm="100000">
                                          <p:val>
                                            <p:strVal val="#ppt_x"/>
                                          </p:val>
                                        </p:tav>
                                      </p:tavLst>
                                    </p:anim>
                                    <p:anim calcmode="lin" valueType="num">
                                      <p:cBhvr additive="base">
                                        <p:cTn id="210" dur="500" fill="hold"/>
                                        <p:tgtEl>
                                          <p:spTgt spid="188469"/>
                                        </p:tgtEl>
                                        <p:attrNameLst>
                                          <p:attrName>ppt_y</p:attrName>
                                        </p:attrNameLst>
                                      </p:cBhvr>
                                      <p:tavLst>
                                        <p:tav tm="0">
                                          <p:val>
                                            <p:strVal val="1+#ppt_h/2"/>
                                          </p:val>
                                        </p:tav>
                                        <p:tav tm="100000">
                                          <p:val>
                                            <p:strVal val="#ppt_y"/>
                                          </p:val>
                                        </p:tav>
                                      </p:tavLst>
                                    </p:anim>
                                  </p:childTnLst>
                                </p:cTn>
                              </p:par>
                              <p:par>
                                <p:cTn id="211" presetID="2" presetClass="entr" presetSubtype="4" fill="hold" grpId="0" nodeType="withEffect">
                                  <p:stCondLst>
                                    <p:cond delay="0"/>
                                  </p:stCondLst>
                                  <p:childTnLst>
                                    <p:set>
                                      <p:cBhvr>
                                        <p:cTn id="212" dur="1" fill="hold">
                                          <p:stCondLst>
                                            <p:cond delay="0"/>
                                          </p:stCondLst>
                                        </p:cTn>
                                        <p:tgtEl>
                                          <p:spTgt spid="188470"/>
                                        </p:tgtEl>
                                        <p:attrNameLst>
                                          <p:attrName>style.visibility</p:attrName>
                                        </p:attrNameLst>
                                      </p:cBhvr>
                                      <p:to>
                                        <p:strVal val="visible"/>
                                      </p:to>
                                    </p:set>
                                    <p:anim calcmode="lin" valueType="num">
                                      <p:cBhvr additive="base">
                                        <p:cTn id="213" dur="500" fill="hold"/>
                                        <p:tgtEl>
                                          <p:spTgt spid="188470"/>
                                        </p:tgtEl>
                                        <p:attrNameLst>
                                          <p:attrName>ppt_x</p:attrName>
                                        </p:attrNameLst>
                                      </p:cBhvr>
                                      <p:tavLst>
                                        <p:tav tm="0">
                                          <p:val>
                                            <p:strVal val="#ppt_x"/>
                                          </p:val>
                                        </p:tav>
                                        <p:tav tm="100000">
                                          <p:val>
                                            <p:strVal val="#ppt_x"/>
                                          </p:val>
                                        </p:tav>
                                      </p:tavLst>
                                    </p:anim>
                                    <p:anim calcmode="lin" valueType="num">
                                      <p:cBhvr additive="base">
                                        <p:cTn id="214" dur="500" fill="hold"/>
                                        <p:tgtEl>
                                          <p:spTgt spid="188470"/>
                                        </p:tgtEl>
                                        <p:attrNameLst>
                                          <p:attrName>ppt_y</p:attrName>
                                        </p:attrNameLst>
                                      </p:cBhvr>
                                      <p:tavLst>
                                        <p:tav tm="0">
                                          <p:val>
                                            <p:strVal val="1+#ppt_h/2"/>
                                          </p:val>
                                        </p:tav>
                                        <p:tav tm="100000">
                                          <p:val>
                                            <p:strVal val="#ppt_y"/>
                                          </p:val>
                                        </p:tav>
                                      </p:tavLst>
                                    </p:anim>
                                  </p:childTnLst>
                                </p:cTn>
                              </p:par>
                              <p:par>
                                <p:cTn id="215" presetID="2" presetClass="entr" presetSubtype="4" fill="hold" nodeType="withEffect">
                                  <p:stCondLst>
                                    <p:cond delay="0"/>
                                  </p:stCondLst>
                                  <p:childTnLst>
                                    <p:set>
                                      <p:cBhvr>
                                        <p:cTn id="216" dur="1" fill="hold">
                                          <p:stCondLst>
                                            <p:cond delay="0"/>
                                          </p:stCondLst>
                                        </p:cTn>
                                        <p:tgtEl>
                                          <p:spTgt spid="188471"/>
                                        </p:tgtEl>
                                        <p:attrNameLst>
                                          <p:attrName>style.visibility</p:attrName>
                                        </p:attrNameLst>
                                      </p:cBhvr>
                                      <p:to>
                                        <p:strVal val="visible"/>
                                      </p:to>
                                    </p:set>
                                    <p:anim calcmode="lin" valueType="num">
                                      <p:cBhvr additive="base">
                                        <p:cTn id="217" dur="500" fill="hold"/>
                                        <p:tgtEl>
                                          <p:spTgt spid="188471"/>
                                        </p:tgtEl>
                                        <p:attrNameLst>
                                          <p:attrName>ppt_x</p:attrName>
                                        </p:attrNameLst>
                                      </p:cBhvr>
                                      <p:tavLst>
                                        <p:tav tm="0">
                                          <p:val>
                                            <p:strVal val="#ppt_x"/>
                                          </p:val>
                                        </p:tav>
                                        <p:tav tm="100000">
                                          <p:val>
                                            <p:strVal val="#ppt_x"/>
                                          </p:val>
                                        </p:tav>
                                      </p:tavLst>
                                    </p:anim>
                                    <p:anim calcmode="lin" valueType="num">
                                      <p:cBhvr additive="base">
                                        <p:cTn id="218" dur="500" fill="hold"/>
                                        <p:tgtEl>
                                          <p:spTgt spid="188471"/>
                                        </p:tgtEl>
                                        <p:attrNameLst>
                                          <p:attrName>ppt_y</p:attrName>
                                        </p:attrNameLst>
                                      </p:cBhvr>
                                      <p:tavLst>
                                        <p:tav tm="0">
                                          <p:val>
                                            <p:strVal val="1+#ppt_h/2"/>
                                          </p:val>
                                        </p:tav>
                                        <p:tav tm="100000">
                                          <p:val>
                                            <p:strVal val="#ppt_y"/>
                                          </p:val>
                                        </p:tav>
                                      </p:tavLst>
                                    </p:anim>
                                  </p:childTnLst>
                                </p:cTn>
                              </p:par>
                              <p:par>
                                <p:cTn id="219" presetID="2" presetClass="entr" presetSubtype="4" fill="hold" grpId="0" nodeType="withEffect">
                                  <p:stCondLst>
                                    <p:cond delay="0"/>
                                  </p:stCondLst>
                                  <p:childTnLst>
                                    <p:set>
                                      <p:cBhvr>
                                        <p:cTn id="220" dur="1" fill="hold">
                                          <p:stCondLst>
                                            <p:cond delay="0"/>
                                          </p:stCondLst>
                                        </p:cTn>
                                        <p:tgtEl>
                                          <p:spTgt spid="188472"/>
                                        </p:tgtEl>
                                        <p:attrNameLst>
                                          <p:attrName>style.visibility</p:attrName>
                                        </p:attrNameLst>
                                      </p:cBhvr>
                                      <p:to>
                                        <p:strVal val="visible"/>
                                      </p:to>
                                    </p:set>
                                    <p:anim calcmode="lin" valueType="num">
                                      <p:cBhvr additive="base">
                                        <p:cTn id="221" dur="500" fill="hold"/>
                                        <p:tgtEl>
                                          <p:spTgt spid="188472"/>
                                        </p:tgtEl>
                                        <p:attrNameLst>
                                          <p:attrName>ppt_x</p:attrName>
                                        </p:attrNameLst>
                                      </p:cBhvr>
                                      <p:tavLst>
                                        <p:tav tm="0">
                                          <p:val>
                                            <p:strVal val="#ppt_x"/>
                                          </p:val>
                                        </p:tav>
                                        <p:tav tm="100000">
                                          <p:val>
                                            <p:strVal val="#ppt_x"/>
                                          </p:val>
                                        </p:tav>
                                      </p:tavLst>
                                    </p:anim>
                                    <p:anim calcmode="lin" valueType="num">
                                      <p:cBhvr additive="base">
                                        <p:cTn id="222" dur="500" fill="hold"/>
                                        <p:tgtEl>
                                          <p:spTgt spid="188472"/>
                                        </p:tgtEl>
                                        <p:attrNameLst>
                                          <p:attrName>ppt_y</p:attrName>
                                        </p:attrNameLst>
                                      </p:cBhvr>
                                      <p:tavLst>
                                        <p:tav tm="0">
                                          <p:val>
                                            <p:strVal val="1+#ppt_h/2"/>
                                          </p:val>
                                        </p:tav>
                                        <p:tav tm="100000">
                                          <p:val>
                                            <p:strVal val="#ppt_y"/>
                                          </p:val>
                                        </p:tav>
                                      </p:tavLst>
                                    </p:anim>
                                  </p:childTnLst>
                                </p:cTn>
                              </p:par>
                              <p:par>
                                <p:cTn id="223" presetID="2" presetClass="entr" presetSubtype="4" fill="hold" nodeType="withEffect">
                                  <p:stCondLst>
                                    <p:cond delay="0"/>
                                  </p:stCondLst>
                                  <p:childTnLst>
                                    <p:set>
                                      <p:cBhvr>
                                        <p:cTn id="224" dur="1" fill="hold">
                                          <p:stCondLst>
                                            <p:cond delay="0"/>
                                          </p:stCondLst>
                                        </p:cTn>
                                        <p:tgtEl>
                                          <p:spTgt spid="188473"/>
                                        </p:tgtEl>
                                        <p:attrNameLst>
                                          <p:attrName>style.visibility</p:attrName>
                                        </p:attrNameLst>
                                      </p:cBhvr>
                                      <p:to>
                                        <p:strVal val="visible"/>
                                      </p:to>
                                    </p:set>
                                    <p:anim calcmode="lin" valueType="num">
                                      <p:cBhvr additive="base">
                                        <p:cTn id="225" dur="500" fill="hold"/>
                                        <p:tgtEl>
                                          <p:spTgt spid="188473"/>
                                        </p:tgtEl>
                                        <p:attrNameLst>
                                          <p:attrName>ppt_x</p:attrName>
                                        </p:attrNameLst>
                                      </p:cBhvr>
                                      <p:tavLst>
                                        <p:tav tm="0">
                                          <p:val>
                                            <p:strVal val="#ppt_x"/>
                                          </p:val>
                                        </p:tav>
                                        <p:tav tm="100000">
                                          <p:val>
                                            <p:strVal val="#ppt_x"/>
                                          </p:val>
                                        </p:tav>
                                      </p:tavLst>
                                    </p:anim>
                                    <p:anim calcmode="lin" valueType="num">
                                      <p:cBhvr additive="base">
                                        <p:cTn id="226" dur="500" fill="hold"/>
                                        <p:tgtEl>
                                          <p:spTgt spid="188473"/>
                                        </p:tgtEl>
                                        <p:attrNameLst>
                                          <p:attrName>ppt_y</p:attrName>
                                        </p:attrNameLst>
                                      </p:cBhvr>
                                      <p:tavLst>
                                        <p:tav tm="0">
                                          <p:val>
                                            <p:strVal val="1+#ppt_h/2"/>
                                          </p:val>
                                        </p:tav>
                                        <p:tav tm="100000">
                                          <p:val>
                                            <p:strVal val="#ppt_y"/>
                                          </p:val>
                                        </p:tav>
                                      </p:tavLst>
                                    </p:anim>
                                  </p:childTnLst>
                                </p:cTn>
                              </p:par>
                              <p:par>
                                <p:cTn id="227" presetID="2" presetClass="entr" presetSubtype="4" fill="hold" grpId="0" nodeType="withEffect">
                                  <p:stCondLst>
                                    <p:cond delay="0"/>
                                  </p:stCondLst>
                                  <p:childTnLst>
                                    <p:set>
                                      <p:cBhvr>
                                        <p:cTn id="228" dur="1" fill="hold">
                                          <p:stCondLst>
                                            <p:cond delay="0"/>
                                          </p:stCondLst>
                                        </p:cTn>
                                        <p:tgtEl>
                                          <p:spTgt spid="188474"/>
                                        </p:tgtEl>
                                        <p:attrNameLst>
                                          <p:attrName>style.visibility</p:attrName>
                                        </p:attrNameLst>
                                      </p:cBhvr>
                                      <p:to>
                                        <p:strVal val="visible"/>
                                      </p:to>
                                    </p:set>
                                    <p:anim calcmode="lin" valueType="num">
                                      <p:cBhvr additive="base">
                                        <p:cTn id="229" dur="500" fill="hold"/>
                                        <p:tgtEl>
                                          <p:spTgt spid="188474"/>
                                        </p:tgtEl>
                                        <p:attrNameLst>
                                          <p:attrName>ppt_x</p:attrName>
                                        </p:attrNameLst>
                                      </p:cBhvr>
                                      <p:tavLst>
                                        <p:tav tm="0">
                                          <p:val>
                                            <p:strVal val="#ppt_x"/>
                                          </p:val>
                                        </p:tav>
                                        <p:tav tm="100000">
                                          <p:val>
                                            <p:strVal val="#ppt_x"/>
                                          </p:val>
                                        </p:tav>
                                      </p:tavLst>
                                    </p:anim>
                                    <p:anim calcmode="lin" valueType="num">
                                      <p:cBhvr additive="base">
                                        <p:cTn id="230" dur="500" fill="hold"/>
                                        <p:tgtEl>
                                          <p:spTgt spid="188474"/>
                                        </p:tgtEl>
                                        <p:attrNameLst>
                                          <p:attrName>ppt_y</p:attrName>
                                        </p:attrNameLst>
                                      </p:cBhvr>
                                      <p:tavLst>
                                        <p:tav tm="0">
                                          <p:val>
                                            <p:strVal val="1+#ppt_h/2"/>
                                          </p:val>
                                        </p:tav>
                                        <p:tav tm="100000">
                                          <p:val>
                                            <p:strVal val="#ppt_y"/>
                                          </p:val>
                                        </p:tav>
                                      </p:tavLst>
                                    </p:anim>
                                  </p:childTnLst>
                                </p:cTn>
                              </p:par>
                              <p:par>
                                <p:cTn id="231" presetID="2" presetClass="entr" presetSubtype="4" fill="hold" nodeType="withEffect">
                                  <p:stCondLst>
                                    <p:cond delay="0"/>
                                  </p:stCondLst>
                                  <p:childTnLst>
                                    <p:set>
                                      <p:cBhvr>
                                        <p:cTn id="232" dur="1" fill="hold">
                                          <p:stCondLst>
                                            <p:cond delay="0"/>
                                          </p:stCondLst>
                                        </p:cTn>
                                        <p:tgtEl>
                                          <p:spTgt spid="188475"/>
                                        </p:tgtEl>
                                        <p:attrNameLst>
                                          <p:attrName>style.visibility</p:attrName>
                                        </p:attrNameLst>
                                      </p:cBhvr>
                                      <p:to>
                                        <p:strVal val="visible"/>
                                      </p:to>
                                    </p:set>
                                    <p:anim calcmode="lin" valueType="num">
                                      <p:cBhvr additive="base">
                                        <p:cTn id="233" dur="500" fill="hold"/>
                                        <p:tgtEl>
                                          <p:spTgt spid="188475"/>
                                        </p:tgtEl>
                                        <p:attrNameLst>
                                          <p:attrName>ppt_x</p:attrName>
                                        </p:attrNameLst>
                                      </p:cBhvr>
                                      <p:tavLst>
                                        <p:tav tm="0">
                                          <p:val>
                                            <p:strVal val="#ppt_x"/>
                                          </p:val>
                                        </p:tav>
                                        <p:tav tm="100000">
                                          <p:val>
                                            <p:strVal val="#ppt_x"/>
                                          </p:val>
                                        </p:tav>
                                      </p:tavLst>
                                    </p:anim>
                                    <p:anim calcmode="lin" valueType="num">
                                      <p:cBhvr additive="base">
                                        <p:cTn id="234" dur="500" fill="hold"/>
                                        <p:tgtEl>
                                          <p:spTgt spid="188475"/>
                                        </p:tgtEl>
                                        <p:attrNameLst>
                                          <p:attrName>ppt_y</p:attrName>
                                        </p:attrNameLst>
                                      </p:cBhvr>
                                      <p:tavLst>
                                        <p:tav tm="0">
                                          <p:val>
                                            <p:strVal val="1+#ppt_h/2"/>
                                          </p:val>
                                        </p:tav>
                                        <p:tav tm="100000">
                                          <p:val>
                                            <p:strVal val="#ppt_y"/>
                                          </p:val>
                                        </p:tav>
                                      </p:tavLst>
                                    </p:anim>
                                  </p:childTnLst>
                                </p:cTn>
                              </p:par>
                              <p:par>
                                <p:cTn id="235" presetID="2" presetClass="entr" presetSubtype="4" fill="hold" grpId="0" nodeType="withEffect">
                                  <p:stCondLst>
                                    <p:cond delay="0"/>
                                  </p:stCondLst>
                                  <p:childTnLst>
                                    <p:set>
                                      <p:cBhvr>
                                        <p:cTn id="236" dur="1" fill="hold">
                                          <p:stCondLst>
                                            <p:cond delay="0"/>
                                          </p:stCondLst>
                                        </p:cTn>
                                        <p:tgtEl>
                                          <p:spTgt spid="188476"/>
                                        </p:tgtEl>
                                        <p:attrNameLst>
                                          <p:attrName>style.visibility</p:attrName>
                                        </p:attrNameLst>
                                      </p:cBhvr>
                                      <p:to>
                                        <p:strVal val="visible"/>
                                      </p:to>
                                    </p:set>
                                    <p:anim calcmode="lin" valueType="num">
                                      <p:cBhvr additive="base">
                                        <p:cTn id="237" dur="500" fill="hold"/>
                                        <p:tgtEl>
                                          <p:spTgt spid="188476"/>
                                        </p:tgtEl>
                                        <p:attrNameLst>
                                          <p:attrName>ppt_x</p:attrName>
                                        </p:attrNameLst>
                                      </p:cBhvr>
                                      <p:tavLst>
                                        <p:tav tm="0">
                                          <p:val>
                                            <p:strVal val="#ppt_x"/>
                                          </p:val>
                                        </p:tav>
                                        <p:tav tm="100000">
                                          <p:val>
                                            <p:strVal val="#ppt_x"/>
                                          </p:val>
                                        </p:tav>
                                      </p:tavLst>
                                    </p:anim>
                                    <p:anim calcmode="lin" valueType="num">
                                      <p:cBhvr additive="base">
                                        <p:cTn id="238" dur="500" fill="hold"/>
                                        <p:tgtEl>
                                          <p:spTgt spid="188476"/>
                                        </p:tgtEl>
                                        <p:attrNameLst>
                                          <p:attrName>ppt_y</p:attrName>
                                        </p:attrNameLst>
                                      </p:cBhvr>
                                      <p:tavLst>
                                        <p:tav tm="0">
                                          <p:val>
                                            <p:strVal val="1+#ppt_h/2"/>
                                          </p:val>
                                        </p:tav>
                                        <p:tav tm="100000">
                                          <p:val>
                                            <p:strVal val="#ppt_y"/>
                                          </p:val>
                                        </p:tav>
                                      </p:tavLst>
                                    </p:anim>
                                  </p:childTnLst>
                                </p:cTn>
                              </p:par>
                              <p:par>
                                <p:cTn id="239" presetID="2" presetClass="entr" presetSubtype="4" fill="hold" grpId="0" nodeType="withEffect">
                                  <p:stCondLst>
                                    <p:cond delay="0"/>
                                  </p:stCondLst>
                                  <p:childTnLst>
                                    <p:set>
                                      <p:cBhvr>
                                        <p:cTn id="240" dur="1" fill="hold">
                                          <p:stCondLst>
                                            <p:cond delay="0"/>
                                          </p:stCondLst>
                                        </p:cTn>
                                        <p:tgtEl>
                                          <p:spTgt spid="188477"/>
                                        </p:tgtEl>
                                        <p:attrNameLst>
                                          <p:attrName>style.visibility</p:attrName>
                                        </p:attrNameLst>
                                      </p:cBhvr>
                                      <p:to>
                                        <p:strVal val="visible"/>
                                      </p:to>
                                    </p:set>
                                    <p:anim calcmode="lin" valueType="num">
                                      <p:cBhvr additive="base">
                                        <p:cTn id="241" dur="500" fill="hold"/>
                                        <p:tgtEl>
                                          <p:spTgt spid="188477"/>
                                        </p:tgtEl>
                                        <p:attrNameLst>
                                          <p:attrName>ppt_x</p:attrName>
                                        </p:attrNameLst>
                                      </p:cBhvr>
                                      <p:tavLst>
                                        <p:tav tm="0">
                                          <p:val>
                                            <p:strVal val="#ppt_x"/>
                                          </p:val>
                                        </p:tav>
                                        <p:tav tm="100000">
                                          <p:val>
                                            <p:strVal val="#ppt_x"/>
                                          </p:val>
                                        </p:tav>
                                      </p:tavLst>
                                    </p:anim>
                                    <p:anim calcmode="lin" valueType="num">
                                      <p:cBhvr additive="base">
                                        <p:cTn id="242" dur="500" fill="hold"/>
                                        <p:tgtEl>
                                          <p:spTgt spid="188477"/>
                                        </p:tgtEl>
                                        <p:attrNameLst>
                                          <p:attrName>ppt_y</p:attrName>
                                        </p:attrNameLst>
                                      </p:cBhvr>
                                      <p:tavLst>
                                        <p:tav tm="0">
                                          <p:val>
                                            <p:strVal val="1+#ppt_h/2"/>
                                          </p:val>
                                        </p:tav>
                                        <p:tav tm="100000">
                                          <p:val>
                                            <p:strVal val="#ppt_y"/>
                                          </p:val>
                                        </p:tav>
                                      </p:tavLst>
                                    </p:anim>
                                  </p:childTnLst>
                                </p:cTn>
                              </p:par>
                              <p:par>
                                <p:cTn id="243" presetID="2" presetClass="entr" presetSubtype="4" fill="hold" grpId="0" nodeType="withEffect">
                                  <p:stCondLst>
                                    <p:cond delay="0"/>
                                  </p:stCondLst>
                                  <p:childTnLst>
                                    <p:set>
                                      <p:cBhvr>
                                        <p:cTn id="244" dur="1" fill="hold">
                                          <p:stCondLst>
                                            <p:cond delay="0"/>
                                          </p:stCondLst>
                                        </p:cTn>
                                        <p:tgtEl>
                                          <p:spTgt spid="188478"/>
                                        </p:tgtEl>
                                        <p:attrNameLst>
                                          <p:attrName>style.visibility</p:attrName>
                                        </p:attrNameLst>
                                      </p:cBhvr>
                                      <p:to>
                                        <p:strVal val="visible"/>
                                      </p:to>
                                    </p:set>
                                    <p:anim calcmode="lin" valueType="num">
                                      <p:cBhvr additive="base">
                                        <p:cTn id="245" dur="500" fill="hold"/>
                                        <p:tgtEl>
                                          <p:spTgt spid="188478"/>
                                        </p:tgtEl>
                                        <p:attrNameLst>
                                          <p:attrName>ppt_x</p:attrName>
                                        </p:attrNameLst>
                                      </p:cBhvr>
                                      <p:tavLst>
                                        <p:tav tm="0">
                                          <p:val>
                                            <p:strVal val="#ppt_x"/>
                                          </p:val>
                                        </p:tav>
                                        <p:tav tm="100000">
                                          <p:val>
                                            <p:strVal val="#ppt_x"/>
                                          </p:val>
                                        </p:tav>
                                      </p:tavLst>
                                    </p:anim>
                                    <p:anim calcmode="lin" valueType="num">
                                      <p:cBhvr additive="base">
                                        <p:cTn id="246" dur="500" fill="hold"/>
                                        <p:tgtEl>
                                          <p:spTgt spid="188478"/>
                                        </p:tgtEl>
                                        <p:attrNameLst>
                                          <p:attrName>ppt_y</p:attrName>
                                        </p:attrNameLst>
                                      </p:cBhvr>
                                      <p:tavLst>
                                        <p:tav tm="0">
                                          <p:val>
                                            <p:strVal val="1+#ppt_h/2"/>
                                          </p:val>
                                        </p:tav>
                                        <p:tav tm="100000">
                                          <p:val>
                                            <p:strVal val="#ppt_y"/>
                                          </p:val>
                                        </p:tav>
                                      </p:tavLst>
                                    </p:anim>
                                  </p:childTnLst>
                                </p:cTn>
                              </p:par>
                              <p:par>
                                <p:cTn id="247" presetID="2" presetClass="entr" presetSubtype="4" fill="hold" grpId="0" nodeType="withEffect">
                                  <p:stCondLst>
                                    <p:cond delay="0"/>
                                  </p:stCondLst>
                                  <p:childTnLst>
                                    <p:set>
                                      <p:cBhvr>
                                        <p:cTn id="248" dur="1" fill="hold">
                                          <p:stCondLst>
                                            <p:cond delay="0"/>
                                          </p:stCondLst>
                                        </p:cTn>
                                        <p:tgtEl>
                                          <p:spTgt spid="188479"/>
                                        </p:tgtEl>
                                        <p:attrNameLst>
                                          <p:attrName>style.visibility</p:attrName>
                                        </p:attrNameLst>
                                      </p:cBhvr>
                                      <p:to>
                                        <p:strVal val="visible"/>
                                      </p:to>
                                    </p:set>
                                    <p:anim calcmode="lin" valueType="num">
                                      <p:cBhvr additive="base">
                                        <p:cTn id="249" dur="500" fill="hold"/>
                                        <p:tgtEl>
                                          <p:spTgt spid="188479"/>
                                        </p:tgtEl>
                                        <p:attrNameLst>
                                          <p:attrName>ppt_x</p:attrName>
                                        </p:attrNameLst>
                                      </p:cBhvr>
                                      <p:tavLst>
                                        <p:tav tm="0">
                                          <p:val>
                                            <p:strVal val="#ppt_x"/>
                                          </p:val>
                                        </p:tav>
                                        <p:tav tm="100000">
                                          <p:val>
                                            <p:strVal val="#ppt_x"/>
                                          </p:val>
                                        </p:tav>
                                      </p:tavLst>
                                    </p:anim>
                                    <p:anim calcmode="lin" valueType="num">
                                      <p:cBhvr additive="base">
                                        <p:cTn id="250" dur="500" fill="hold"/>
                                        <p:tgtEl>
                                          <p:spTgt spid="188479"/>
                                        </p:tgtEl>
                                        <p:attrNameLst>
                                          <p:attrName>ppt_y</p:attrName>
                                        </p:attrNameLst>
                                      </p:cBhvr>
                                      <p:tavLst>
                                        <p:tav tm="0">
                                          <p:val>
                                            <p:strVal val="1+#ppt_h/2"/>
                                          </p:val>
                                        </p:tav>
                                        <p:tav tm="100000">
                                          <p:val>
                                            <p:strVal val="#ppt_y"/>
                                          </p:val>
                                        </p:tav>
                                      </p:tavLst>
                                    </p:anim>
                                  </p:childTnLst>
                                </p:cTn>
                              </p:par>
                              <p:par>
                                <p:cTn id="251" presetID="2" presetClass="entr" presetSubtype="4" fill="hold" grpId="0" nodeType="withEffect">
                                  <p:stCondLst>
                                    <p:cond delay="0"/>
                                  </p:stCondLst>
                                  <p:childTnLst>
                                    <p:set>
                                      <p:cBhvr>
                                        <p:cTn id="252" dur="1" fill="hold">
                                          <p:stCondLst>
                                            <p:cond delay="0"/>
                                          </p:stCondLst>
                                        </p:cTn>
                                        <p:tgtEl>
                                          <p:spTgt spid="188480"/>
                                        </p:tgtEl>
                                        <p:attrNameLst>
                                          <p:attrName>style.visibility</p:attrName>
                                        </p:attrNameLst>
                                      </p:cBhvr>
                                      <p:to>
                                        <p:strVal val="visible"/>
                                      </p:to>
                                    </p:set>
                                    <p:anim calcmode="lin" valueType="num">
                                      <p:cBhvr additive="base">
                                        <p:cTn id="253" dur="500" fill="hold"/>
                                        <p:tgtEl>
                                          <p:spTgt spid="188480"/>
                                        </p:tgtEl>
                                        <p:attrNameLst>
                                          <p:attrName>ppt_x</p:attrName>
                                        </p:attrNameLst>
                                      </p:cBhvr>
                                      <p:tavLst>
                                        <p:tav tm="0">
                                          <p:val>
                                            <p:strVal val="#ppt_x"/>
                                          </p:val>
                                        </p:tav>
                                        <p:tav tm="100000">
                                          <p:val>
                                            <p:strVal val="#ppt_x"/>
                                          </p:val>
                                        </p:tav>
                                      </p:tavLst>
                                    </p:anim>
                                    <p:anim calcmode="lin" valueType="num">
                                      <p:cBhvr additive="base">
                                        <p:cTn id="254" dur="500" fill="hold"/>
                                        <p:tgtEl>
                                          <p:spTgt spid="188480"/>
                                        </p:tgtEl>
                                        <p:attrNameLst>
                                          <p:attrName>ppt_y</p:attrName>
                                        </p:attrNameLst>
                                      </p:cBhvr>
                                      <p:tavLst>
                                        <p:tav tm="0">
                                          <p:val>
                                            <p:strVal val="1+#ppt_h/2"/>
                                          </p:val>
                                        </p:tav>
                                        <p:tav tm="100000">
                                          <p:val>
                                            <p:strVal val="#ppt_y"/>
                                          </p:val>
                                        </p:tav>
                                      </p:tavLst>
                                    </p:anim>
                                  </p:childTnLst>
                                </p:cTn>
                              </p:par>
                              <p:par>
                                <p:cTn id="255" presetID="2" presetClass="entr" presetSubtype="4" fill="hold" grpId="0" nodeType="withEffect">
                                  <p:stCondLst>
                                    <p:cond delay="0"/>
                                  </p:stCondLst>
                                  <p:childTnLst>
                                    <p:set>
                                      <p:cBhvr>
                                        <p:cTn id="256" dur="1" fill="hold">
                                          <p:stCondLst>
                                            <p:cond delay="0"/>
                                          </p:stCondLst>
                                        </p:cTn>
                                        <p:tgtEl>
                                          <p:spTgt spid="188481"/>
                                        </p:tgtEl>
                                        <p:attrNameLst>
                                          <p:attrName>style.visibility</p:attrName>
                                        </p:attrNameLst>
                                      </p:cBhvr>
                                      <p:to>
                                        <p:strVal val="visible"/>
                                      </p:to>
                                    </p:set>
                                    <p:anim calcmode="lin" valueType="num">
                                      <p:cBhvr additive="base">
                                        <p:cTn id="257" dur="500" fill="hold"/>
                                        <p:tgtEl>
                                          <p:spTgt spid="188481"/>
                                        </p:tgtEl>
                                        <p:attrNameLst>
                                          <p:attrName>ppt_x</p:attrName>
                                        </p:attrNameLst>
                                      </p:cBhvr>
                                      <p:tavLst>
                                        <p:tav tm="0">
                                          <p:val>
                                            <p:strVal val="#ppt_x"/>
                                          </p:val>
                                        </p:tav>
                                        <p:tav tm="100000">
                                          <p:val>
                                            <p:strVal val="#ppt_x"/>
                                          </p:val>
                                        </p:tav>
                                      </p:tavLst>
                                    </p:anim>
                                    <p:anim calcmode="lin" valueType="num">
                                      <p:cBhvr additive="base">
                                        <p:cTn id="258" dur="500" fill="hold"/>
                                        <p:tgtEl>
                                          <p:spTgt spid="188481"/>
                                        </p:tgtEl>
                                        <p:attrNameLst>
                                          <p:attrName>ppt_y</p:attrName>
                                        </p:attrNameLst>
                                      </p:cBhvr>
                                      <p:tavLst>
                                        <p:tav tm="0">
                                          <p:val>
                                            <p:strVal val="1+#ppt_h/2"/>
                                          </p:val>
                                        </p:tav>
                                        <p:tav tm="100000">
                                          <p:val>
                                            <p:strVal val="#ppt_y"/>
                                          </p:val>
                                        </p:tav>
                                      </p:tavLst>
                                    </p:anim>
                                  </p:childTnLst>
                                </p:cTn>
                              </p:par>
                              <p:par>
                                <p:cTn id="259" presetID="2" presetClass="entr" presetSubtype="4" fill="hold" nodeType="withEffect">
                                  <p:stCondLst>
                                    <p:cond delay="0"/>
                                  </p:stCondLst>
                                  <p:childTnLst>
                                    <p:set>
                                      <p:cBhvr>
                                        <p:cTn id="260" dur="1" fill="hold">
                                          <p:stCondLst>
                                            <p:cond delay="0"/>
                                          </p:stCondLst>
                                        </p:cTn>
                                        <p:tgtEl>
                                          <p:spTgt spid="188482"/>
                                        </p:tgtEl>
                                        <p:attrNameLst>
                                          <p:attrName>style.visibility</p:attrName>
                                        </p:attrNameLst>
                                      </p:cBhvr>
                                      <p:to>
                                        <p:strVal val="visible"/>
                                      </p:to>
                                    </p:set>
                                    <p:anim calcmode="lin" valueType="num">
                                      <p:cBhvr additive="base">
                                        <p:cTn id="261" dur="500" fill="hold"/>
                                        <p:tgtEl>
                                          <p:spTgt spid="188482"/>
                                        </p:tgtEl>
                                        <p:attrNameLst>
                                          <p:attrName>ppt_x</p:attrName>
                                        </p:attrNameLst>
                                      </p:cBhvr>
                                      <p:tavLst>
                                        <p:tav tm="0">
                                          <p:val>
                                            <p:strVal val="#ppt_x"/>
                                          </p:val>
                                        </p:tav>
                                        <p:tav tm="100000">
                                          <p:val>
                                            <p:strVal val="#ppt_x"/>
                                          </p:val>
                                        </p:tav>
                                      </p:tavLst>
                                    </p:anim>
                                    <p:anim calcmode="lin" valueType="num">
                                      <p:cBhvr additive="base">
                                        <p:cTn id="262" dur="500" fill="hold"/>
                                        <p:tgtEl>
                                          <p:spTgt spid="188482"/>
                                        </p:tgtEl>
                                        <p:attrNameLst>
                                          <p:attrName>ppt_y</p:attrName>
                                        </p:attrNameLst>
                                      </p:cBhvr>
                                      <p:tavLst>
                                        <p:tav tm="0">
                                          <p:val>
                                            <p:strVal val="1+#ppt_h/2"/>
                                          </p:val>
                                        </p:tav>
                                        <p:tav tm="100000">
                                          <p:val>
                                            <p:strVal val="#ppt_y"/>
                                          </p:val>
                                        </p:tav>
                                      </p:tavLst>
                                    </p:anim>
                                  </p:childTnLst>
                                </p:cTn>
                              </p:par>
                              <p:par>
                                <p:cTn id="263" presetID="2" presetClass="entr" presetSubtype="4" fill="hold" grpId="0" nodeType="withEffect">
                                  <p:stCondLst>
                                    <p:cond delay="0"/>
                                  </p:stCondLst>
                                  <p:childTnLst>
                                    <p:set>
                                      <p:cBhvr>
                                        <p:cTn id="264" dur="1" fill="hold">
                                          <p:stCondLst>
                                            <p:cond delay="0"/>
                                          </p:stCondLst>
                                        </p:cTn>
                                        <p:tgtEl>
                                          <p:spTgt spid="188483"/>
                                        </p:tgtEl>
                                        <p:attrNameLst>
                                          <p:attrName>style.visibility</p:attrName>
                                        </p:attrNameLst>
                                      </p:cBhvr>
                                      <p:to>
                                        <p:strVal val="visible"/>
                                      </p:to>
                                    </p:set>
                                    <p:anim calcmode="lin" valueType="num">
                                      <p:cBhvr additive="base">
                                        <p:cTn id="265" dur="500" fill="hold"/>
                                        <p:tgtEl>
                                          <p:spTgt spid="188483"/>
                                        </p:tgtEl>
                                        <p:attrNameLst>
                                          <p:attrName>ppt_x</p:attrName>
                                        </p:attrNameLst>
                                      </p:cBhvr>
                                      <p:tavLst>
                                        <p:tav tm="0">
                                          <p:val>
                                            <p:strVal val="#ppt_x"/>
                                          </p:val>
                                        </p:tav>
                                        <p:tav tm="100000">
                                          <p:val>
                                            <p:strVal val="#ppt_x"/>
                                          </p:val>
                                        </p:tav>
                                      </p:tavLst>
                                    </p:anim>
                                    <p:anim calcmode="lin" valueType="num">
                                      <p:cBhvr additive="base">
                                        <p:cTn id="266" dur="500" fill="hold"/>
                                        <p:tgtEl>
                                          <p:spTgt spid="188483"/>
                                        </p:tgtEl>
                                        <p:attrNameLst>
                                          <p:attrName>ppt_y</p:attrName>
                                        </p:attrNameLst>
                                      </p:cBhvr>
                                      <p:tavLst>
                                        <p:tav tm="0">
                                          <p:val>
                                            <p:strVal val="1+#ppt_h/2"/>
                                          </p:val>
                                        </p:tav>
                                        <p:tav tm="100000">
                                          <p:val>
                                            <p:strVal val="#ppt_y"/>
                                          </p:val>
                                        </p:tav>
                                      </p:tavLst>
                                    </p:anim>
                                  </p:childTnLst>
                                </p:cTn>
                              </p:par>
                              <p:par>
                                <p:cTn id="267" presetID="2" presetClass="entr" presetSubtype="4" fill="hold" grpId="0" nodeType="withEffect">
                                  <p:stCondLst>
                                    <p:cond delay="0"/>
                                  </p:stCondLst>
                                  <p:childTnLst>
                                    <p:set>
                                      <p:cBhvr>
                                        <p:cTn id="268" dur="1" fill="hold">
                                          <p:stCondLst>
                                            <p:cond delay="0"/>
                                          </p:stCondLst>
                                        </p:cTn>
                                        <p:tgtEl>
                                          <p:spTgt spid="188484"/>
                                        </p:tgtEl>
                                        <p:attrNameLst>
                                          <p:attrName>style.visibility</p:attrName>
                                        </p:attrNameLst>
                                      </p:cBhvr>
                                      <p:to>
                                        <p:strVal val="visible"/>
                                      </p:to>
                                    </p:set>
                                    <p:anim calcmode="lin" valueType="num">
                                      <p:cBhvr additive="base">
                                        <p:cTn id="269" dur="500" fill="hold"/>
                                        <p:tgtEl>
                                          <p:spTgt spid="188484"/>
                                        </p:tgtEl>
                                        <p:attrNameLst>
                                          <p:attrName>ppt_x</p:attrName>
                                        </p:attrNameLst>
                                      </p:cBhvr>
                                      <p:tavLst>
                                        <p:tav tm="0">
                                          <p:val>
                                            <p:strVal val="#ppt_x"/>
                                          </p:val>
                                        </p:tav>
                                        <p:tav tm="100000">
                                          <p:val>
                                            <p:strVal val="#ppt_x"/>
                                          </p:val>
                                        </p:tav>
                                      </p:tavLst>
                                    </p:anim>
                                    <p:anim calcmode="lin" valueType="num">
                                      <p:cBhvr additive="base">
                                        <p:cTn id="270" dur="500" fill="hold"/>
                                        <p:tgtEl>
                                          <p:spTgt spid="188484"/>
                                        </p:tgtEl>
                                        <p:attrNameLst>
                                          <p:attrName>ppt_y</p:attrName>
                                        </p:attrNameLst>
                                      </p:cBhvr>
                                      <p:tavLst>
                                        <p:tav tm="0">
                                          <p:val>
                                            <p:strVal val="1+#ppt_h/2"/>
                                          </p:val>
                                        </p:tav>
                                        <p:tav tm="100000">
                                          <p:val>
                                            <p:strVal val="#ppt_y"/>
                                          </p:val>
                                        </p:tav>
                                      </p:tavLst>
                                    </p:anim>
                                  </p:childTnLst>
                                </p:cTn>
                              </p:par>
                              <p:par>
                                <p:cTn id="271" presetID="2" presetClass="entr" presetSubtype="4" fill="hold" grpId="0" nodeType="withEffect">
                                  <p:stCondLst>
                                    <p:cond delay="0"/>
                                  </p:stCondLst>
                                  <p:childTnLst>
                                    <p:set>
                                      <p:cBhvr>
                                        <p:cTn id="272" dur="1" fill="hold">
                                          <p:stCondLst>
                                            <p:cond delay="0"/>
                                          </p:stCondLst>
                                        </p:cTn>
                                        <p:tgtEl>
                                          <p:spTgt spid="188485"/>
                                        </p:tgtEl>
                                        <p:attrNameLst>
                                          <p:attrName>style.visibility</p:attrName>
                                        </p:attrNameLst>
                                      </p:cBhvr>
                                      <p:to>
                                        <p:strVal val="visible"/>
                                      </p:to>
                                    </p:set>
                                    <p:anim calcmode="lin" valueType="num">
                                      <p:cBhvr additive="base">
                                        <p:cTn id="273" dur="500" fill="hold"/>
                                        <p:tgtEl>
                                          <p:spTgt spid="188485"/>
                                        </p:tgtEl>
                                        <p:attrNameLst>
                                          <p:attrName>ppt_x</p:attrName>
                                        </p:attrNameLst>
                                      </p:cBhvr>
                                      <p:tavLst>
                                        <p:tav tm="0">
                                          <p:val>
                                            <p:strVal val="#ppt_x"/>
                                          </p:val>
                                        </p:tav>
                                        <p:tav tm="100000">
                                          <p:val>
                                            <p:strVal val="#ppt_x"/>
                                          </p:val>
                                        </p:tav>
                                      </p:tavLst>
                                    </p:anim>
                                    <p:anim calcmode="lin" valueType="num">
                                      <p:cBhvr additive="base">
                                        <p:cTn id="274" dur="500" fill="hold"/>
                                        <p:tgtEl>
                                          <p:spTgt spid="188485"/>
                                        </p:tgtEl>
                                        <p:attrNameLst>
                                          <p:attrName>ppt_y</p:attrName>
                                        </p:attrNameLst>
                                      </p:cBhvr>
                                      <p:tavLst>
                                        <p:tav tm="0">
                                          <p:val>
                                            <p:strVal val="1+#ppt_h/2"/>
                                          </p:val>
                                        </p:tav>
                                        <p:tav tm="100000">
                                          <p:val>
                                            <p:strVal val="#ppt_y"/>
                                          </p:val>
                                        </p:tav>
                                      </p:tavLst>
                                    </p:anim>
                                  </p:childTnLst>
                                </p:cTn>
                              </p:par>
                              <p:par>
                                <p:cTn id="275" presetID="2" presetClass="entr" presetSubtype="4" fill="hold" grpId="0" nodeType="withEffect">
                                  <p:stCondLst>
                                    <p:cond delay="0"/>
                                  </p:stCondLst>
                                  <p:childTnLst>
                                    <p:set>
                                      <p:cBhvr>
                                        <p:cTn id="276" dur="1" fill="hold">
                                          <p:stCondLst>
                                            <p:cond delay="0"/>
                                          </p:stCondLst>
                                        </p:cTn>
                                        <p:tgtEl>
                                          <p:spTgt spid="188486"/>
                                        </p:tgtEl>
                                        <p:attrNameLst>
                                          <p:attrName>style.visibility</p:attrName>
                                        </p:attrNameLst>
                                      </p:cBhvr>
                                      <p:to>
                                        <p:strVal val="visible"/>
                                      </p:to>
                                    </p:set>
                                    <p:anim calcmode="lin" valueType="num">
                                      <p:cBhvr additive="base">
                                        <p:cTn id="277" dur="500" fill="hold"/>
                                        <p:tgtEl>
                                          <p:spTgt spid="188486"/>
                                        </p:tgtEl>
                                        <p:attrNameLst>
                                          <p:attrName>ppt_x</p:attrName>
                                        </p:attrNameLst>
                                      </p:cBhvr>
                                      <p:tavLst>
                                        <p:tav tm="0">
                                          <p:val>
                                            <p:strVal val="#ppt_x"/>
                                          </p:val>
                                        </p:tav>
                                        <p:tav tm="100000">
                                          <p:val>
                                            <p:strVal val="#ppt_x"/>
                                          </p:val>
                                        </p:tav>
                                      </p:tavLst>
                                    </p:anim>
                                    <p:anim calcmode="lin" valueType="num">
                                      <p:cBhvr additive="base">
                                        <p:cTn id="278" dur="500" fill="hold"/>
                                        <p:tgtEl>
                                          <p:spTgt spid="188486"/>
                                        </p:tgtEl>
                                        <p:attrNameLst>
                                          <p:attrName>ppt_y</p:attrName>
                                        </p:attrNameLst>
                                      </p:cBhvr>
                                      <p:tavLst>
                                        <p:tav tm="0">
                                          <p:val>
                                            <p:strVal val="1+#ppt_h/2"/>
                                          </p:val>
                                        </p:tav>
                                        <p:tav tm="100000">
                                          <p:val>
                                            <p:strVal val="#ppt_y"/>
                                          </p:val>
                                        </p:tav>
                                      </p:tavLst>
                                    </p:anim>
                                  </p:childTnLst>
                                </p:cTn>
                              </p:par>
                              <p:par>
                                <p:cTn id="279" presetID="2" presetClass="entr" presetSubtype="4" fill="hold" nodeType="withEffect">
                                  <p:stCondLst>
                                    <p:cond delay="0"/>
                                  </p:stCondLst>
                                  <p:childTnLst>
                                    <p:set>
                                      <p:cBhvr>
                                        <p:cTn id="280" dur="1" fill="hold">
                                          <p:stCondLst>
                                            <p:cond delay="0"/>
                                          </p:stCondLst>
                                        </p:cTn>
                                        <p:tgtEl>
                                          <p:spTgt spid="188487"/>
                                        </p:tgtEl>
                                        <p:attrNameLst>
                                          <p:attrName>style.visibility</p:attrName>
                                        </p:attrNameLst>
                                      </p:cBhvr>
                                      <p:to>
                                        <p:strVal val="visible"/>
                                      </p:to>
                                    </p:set>
                                    <p:anim calcmode="lin" valueType="num">
                                      <p:cBhvr additive="base">
                                        <p:cTn id="281" dur="500" fill="hold"/>
                                        <p:tgtEl>
                                          <p:spTgt spid="188487"/>
                                        </p:tgtEl>
                                        <p:attrNameLst>
                                          <p:attrName>ppt_x</p:attrName>
                                        </p:attrNameLst>
                                      </p:cBhvr>
                                      <p:tavLst>
                                        <p:tav tm="0">
                                          <p:val>
                                            <p:strVal val="#ppt_x"/>
                                          </p:val>
                                        </p:tav>
                                        <p:tav tm="100000">
                                          <p:val>
                                            <p:strVal val="#ppt_x"/>
                                          </p:val>
                                        </p:tav>
                                      </p:tavLst>
                                    </p:anim>
                                    <p:anim calcmode="lin" valueType="num">
                                      <p:cBhvr additive="base">
                                        <p:cTn id="282" dur="500" fill="hold"/>
                                        <p:tgtEl>
                                          <p:spTgt spid="188487"/>
                                        </p:tgtEl>
                                        <p:attrNameLst>
                                          <p:attrName>ppt_y</p:attrName>
                                        </p:attrNameLst>
                                      </p:cBhvr>
                                      <p:tavLst>
                                        <p:tav tm="0">
                                          <p:val>
                                            <p:strVal val="1+#ppt_h/2"/>
                                          </p:val>
                                        </p:tav>
                                        <p:tav tm="100000">
                                          <p:val>
                                            <p:strVal val="#ppt_y"/>
                                          </p:val>
                                        </p:tav>
                                      </p:tavLst>
                                    </p:anim>
                                  </p:childTnLst>
                                </p:cTn>
                              </p:par>
                              <p:par>
                                <p:cTn id="283" presetID="2" presetClass="entr" presetSubtype="4" fill="hold" nodeType="withEffect">
                                  <p:stCondLst>
                                    <p:cond delay="0"/>
                                  </p:stCondLst>
                                  <p:childTnLst>
                                    <p:set>
                                      <p:cBhvr>
                                        <p:cTn id="284" dur="1" fill="hold">
                                          <p:stCondLst>
                                            <p:cond delay="0"/>
                                          </p:stCondLst>
                                        </p:cTn>
                                        <p:tgtEl>
                                          <p:spTgt spid="188488"/>
                                        </p:tgtEl>
                                        <p:attrNameLst>
                                          <p:attrName>style.visibility</p:attrName>
                                        </p:attrNameLst>
                                      </p:cBhvr>
                                      <p:to>
                                        <p:strVal val="visible"/>
                                      </p:to>
                                    </p:set>
                                    <p:anim calcmode="lin" valueType="num">
                                      <p:cBhvr additive="base">
                                        <p:cTn id="285" dur="500" fill="hold"/>
                                        <p:tgtEl>
                                          <p:spTgt spid="188488"/>
                                        </p:tgtEl>
                                        <p:attrNameLst>
                                          <p:attrName>ppt_x</p:attrName>
                                        </p:attrNameLst>
                                      </p:cBhvr>
                                      <p:tavLst>
                                        <p:tav tm="0">
                                          <p:val>
                                            <p:strVal val="#ppt_x"/>
                                          </p:val>
                                        </p:tav>
                                        <p:tav tm="100000">
                                          <p:val>
                                            <p:strVal val="#ppt_x"/>
                                          </p:val>
                                        </p:tav>
                                      </p:tavLst>
                                    </p:anim>
                                    <p:anim calcmode="lin" valueType="num">
                                      <p:cBhvr additive="base">
                                        <p:cTn id="286" dur="500" fill="hold"/>
                                        <p:tgtEl>
                                          <p:spTgt spid="188488"/>
                                        </p:tgtEl>
                                        <p:attrNameLst>
                                          <p:attrName>ppt_y</p:attrName>
                                        </p:attrNameLst>
                                      </p:cBhvr>
                                      <p:tavLst>
                                        <p:tav tm="0">
                                          <p:val>
                                            <p:strVal val="1+#ppt_h/2"/>
                                          </p:val>
                                        </p:tav>
                                        <p:tav tm="100000">
                                          <p:val>
                                            <p:strVal val="#ppt_y"/>
                                          </p:val>
                                        </p:tav>
                                      </p:tavLst>
                                    </p:anim>
                                  </p:childTnLst>
                                </p:cTn>
                              </p:par>
                              <p:par>
                                <p:cTn id="287" presetID="2" presetClass="entr" presetSubtype="4" fill="hold" grpId="0" nodeType="withEffect">
                                  <p:stCondLst>
                                    <p:cond delay="0"/>
                                  </p:stCondLst>
                                  <p:childTnLst>
                                    <p:set>
                                      <p:cBhvr>
                                        <p:cTn id="288" dur="1" fill="hold">
                                          <p:stCondLst>
                                            <p:cond delay="0"/>
                                          </p:stCondLst>
                                        </p:cTn>
                                        <p:tgtEl>
                                          <p:spTgt spid="188489"/>
                                        </p:tgtEl>
                                        <p:attrNameLst>
                                          <p:attrName>style.visibility</p:attrName>
                                        </p:attrNameLst>
                                      </p:cBhvr>
                                      <p:to>
                                        <p:strVal val="visible"/>
                                      </p:to>
                                    </p:set>
                                    <p:anim calcmode="lin" valueType="num">
                                      <p:cBhvr additive="base">
                                        <p:cTn id="289" dur="500" fill="hold"/>
                                        <p:tgtEl>
                                          <p:spTgt spid="188489"/>
                                        </p:tgtEl>
                                        <p:attrNameLst>
                                          <p:attrName>ppt_x</p:attrName>
                                        </p:attrNameLst>
                                      </p:cBhvr>
                                      <p:tavLst>
                                        <p:tav tm="0">
                                          <p:val>
                                            <p:strVal val="#ppt_x"/>
                                          </p:val>
                                        </p:tav>
                                        <p:tav tm="100000">
                                          <p:val>
                                            <p:strVal val="#ppt_x"/>
                                          </p:val>
                                        </p:tav>
                                      </p:tavLst>
                                    </p:anim>
                                    <p:anim calcmode="lin" valueType="num">
                                      <p:cBhvr additive="base">
                                        <p:cTn id="290" dur="500" fill="hold"/>
                                        <p:tgtEl>
                                          <p:spTgt spid="188489"/>
                                        </p:tgtEl>
                                        <p:attrNameLst>
                                          <p:attrName>ppt_y</p:attrName>
                                        </p:attrNameLst>
                                      </p:cBhvr>
                                      <p:tavLst>
                                        <p:tav tm="0">
                                          <p:val>
                                            <p:strVal val="1+#ppt_h/2"/>
                                          </p:val>
                                        </p:tav>
                                        <p:tav tm="100000">
                                          <p:val>
                                            <p:strVal val="#ppt_y"/>
                                          </p:val>
                                        </p:tav>
                                      </p:tavLst>
                                    </p:anim>
                                  </p:childTnLst>
                                </p:cTn>
                              </p:par>
                              <p:par>
                                <p:cTn id="291" presetID="2" presetClass="entr" presetSubtype="4" fill="hold" grpId="0" nodeType="withEffect">
                                  <p:stCondLst>
                                    <p:cond delay="0"/>
                                  </p:stCondLst>
                                  <p:childTnLst>
                                    <p:set>
                                      <p:cBhvr>
                                        <p:cTn id="292" dur="1" fill="hold">
                                          <p:stCondLst>
                                            <p:cond delay="0"/>
                                          </p:stCondLst>
                                        </p:cTn>
                                        <p:tgtEl>
                                          <p:spTgt spid="188490"/>
                                        </p:tgtEl>
                                        <p:attrNameLst>
                                          <p:attrName>style.visibility</p:attrName>
                                        </p:attrNameLst>
                                      </p:cBhvr>
                                      <p:to>
                                        <p:strVal val="visible"/>
                                      </p:to>
                                    </p:set>
                                    <p:anim calcmode="lin" valueType="num">
                                      <p:cBhvr additive="base">
                                        <p:cTn id="293" dur="500" fill="hold"/>
                                        <p:tgtEl>
                                          <p:spTgt spid="188490"/>
                                        </p:tgtEl>
                                        <p:attrNameLst>
                                          <p:attrName>ppt_x</p:attrName>
                                        </p:attrNameLst>
                                      </p:cBhvr>
                                      <p:tavLst>
                                        <p:tav tm="0">
                                          <p:val>
                                            <p:strVal val="#ppt_x"/>
                                          </p:val>
                                        </p:tav>
                                        <p:tav tm="100000">
                                          <p:val>
                                            <p:strVal val="#ppt_x"/>
                                          </p:val>
                                        </p:tav>
                                      </p:tavLst>
                                    </p:anim>
                                    <p:anim calcmode="lin" valueType="num">
                                      <p:cBhvr additive="base">
                                        <p:cTn id="294" dur="500" fill="hold"/>
                                        <p:tgtEl>
                                          <p:spTgt spid="188490"/>
                                        </p:tgtEl>
                                        <p:attrNameLst>
                                          <p:attrName>ppt_y</p:attrName>
                                        </p:attrNameLst>
                                      </p:cBhvr>
                                      <p:tavLst>
                                        <p:tav tm="0">
                                          <p:val>
                                            <p:strVal val="1+#ppt_h/2"/>
                                          </p:val>
                                        </p:tav>
                                        <p:tav tm="100000">
                                          <p:val>
                                            <p:strVal val="#ppt_y"/>
                                          </p:val>
                                        </p:tav>
                                      </p:tavLst>
                                    </p:anim>
                                  </p:childTnLst>
                                </p:cTn>
                              </p:par>
                              <p:par>
                                <p:cTn id="295" presetID="2" presetClass="entr" presetSubtype="4" fill="hold" grpId="0" nodeType="withEffect">
                                  <p:stCondLst>
                                    <p:cond delay="0"/>
                                  </p:stCondLst>
                                  <p:childTnLst>
                                    <p:set>
                                      <p:cBhvr>
                                        <p:cTn id="296" dur="1" fill="hold">
                                          <p:stCondLst>
                                            <p:cond delay="0"/>
                                          </p:stCondLst>
                                        </p:cTn>
                                        <p:tgtEl>
                                          <p:spTgt spid="188491"/>
                                        </p:tgtEl>
                                        <p:attrNameLst>
                                          <p:attrName>style.visibility</p:attrName>
                                        </p:attrNameLst>
                                      </p:cBhvr>
                                      <p:to>
                                        <p:strVal val="visible"/>
                                      </p:to>
                                    </p:set>
                                    <p:anim calcmode="lin" valueType="num">
                                      <p:cBhvr additive="base">
                                        <p:cTn id="297" dur="500" fill="hold"/>
                                        <p:tgtEl>
                                          <p:spTgt spid="188491"/>
                                        </p:tgtEl>
                                        <p:attrNameLst>
                                          <p:attrName>ppt_x</p:attrName>
                                        </p:attrNameLst>
                                      </p:cBhvr>
                                      <p:tavLst>
                                        <p:tav tm="0">
                                          <p:val>
                                            <p:strVal val="#ppt_x"/>
                                          </p:val>
                                        </p:tav>
                                        <p:tav tm="100000">
                                          <p:val>
                                            <p:strVal val="#ppt_x"/>
                                          </p:val>
                                        </p:tav>
                                      </p:tavLst>
                                    </p:anim>
                                    <p:anim calcmode="lin" valueType="num">
                                      <p:cBhvr additive="base">
                                        <p:cTn id="298" dur="500" fill="hold"/>
                                        <p:tgtEl>
                                          <p:spTgt spid="188491"/>
                                        </p:tgtEl>
                                        <p:attrNameLst>
                                          <p:attrName>ppt_y</p:attrName>
                                        </p:attrNameLst>
                                      </p:cBhvr>
                                      <p:tavLst>
                                        <p:tav tm="0">
                                          <p:val>
                                            <p:strVal val="1+#ppt_h/2"/>
                                          </p:val>
                                        </p:tav>
                                        <p:tav tm="100000">
                                          <p:val>
                                            <p:strVal val="#ppt_y"/>
                                          </p:val>
                                        </p:tav>
                                      </p:tavLst>
                                    </p:anim>
                                  </p:childTnLst>
                                </p:cTn>
                              </p:par>
                              <p:par>
                                <p:cTn id="299" presetID="2" presetClass="entr" presetSubtype="4" fill="hold" grpId="0" nodeType="withEffect">
                                  <p:stCondLst>
                                    <p:cond delay="0"/>
                                  </p:stCondLst>
                                  <p:childTnLst>
                                    <p:set>
                                      <p:cBhvr>
                                        <p:cTn id="300" dur="1" fill="hold">
                                          <p:stCondLst>
                                            <p:cond delay="0"/>
                                          </p:stCondLst>
                                        </p:cTn>
                                        <p:tgtEl>
                                          <p:spTgt spid="188492"/>
                                        </p:tgtEl>
                                        <p:attrNameLst>
                                          <p:attrName>style.visibility</p:attrName>
                                        </p:attrNameLst>
                                      </p:cBhvr>
                                      <p:to>
                                        <p:strVal val="visible"/>
                                      </p:to>
                                    </p:set>
                                    <p:anim calcmode="lin" valueType="num">
                                      <p:cBhvr additive="base">
                                        <p:cTn id="301" dur="500" fill="hold"/>
                                        <p:tgtEl>
                                          <p:spTgt spid="188492"/>
                                        </p:tgtEl>
                                        <p:attrNameLst>
                                          <p:attrName>ppt_x</p:attrName>
                                        </p:attrNameLst>
                                      </p:cBhvr>
                                      <p:tavLst>
                                        <p:tav tm="0">
                                          <p:val>
                                            <p:strVal val="#ppt_x"/>
                                          </p:val>
                                        </p:tav>
                                        <p:tav tm="100000">
                                          <p:val>
                                            <p:strVal val="#ppt_x"/>
                                          </p:val>
                                        </p:tav>
                                      </p:tavLst>
                                    </p:anim>
                                    <p:anim calcmode="lin" valueType="num">
                                      <p:cBhvr additive="base">
                                        <p:cTn id="302" dur="500" fill="hold"/>
                                        <p:tgtEl>
                                          <p:spTgt spid="188492"/>
                                        </p:tgtEl>
                                        <p:attrNameLst>
                                          <p:attrName>ppt_y</p:attrName>
                                        </p:attrNameLst>
                                      </p:cBhvr>
                                      <p:tavLst>
                                        <p:tav tm="0">
                                          <p:val>
                                            <p:strVal val="1+#ppt_h/2"/>
                                          </p:val>
                                        </p:tav>
                                        <p:tav tm="100000">
                                          <p:val>
                                            <p:strVal val="#ppt_y"/>
                                          </p:val>
                                        </p:tav>
                                      </p:tavLst>
                                    </p:anim>
                                  </p:childTnLst>
                                </p:cTn>
                              </p:par>
                              <p:par>
                                <p:cTn id="303" presetID="2" presetClass="entr" presetSubtype="4" fill="hold" grpId="0" nodeType="withEffect">
                                  <p:stCondLst>
                                    <p:cond delay="0"/>
                                  </p:stCondLst>
                                  <p:childTnLst>
                                    <p:set>
                                      <p:cBhvr>
                                        <p:cTn id="304" dur="1" fill="hold">
                                          <p:stCondLst>
                                            <p:cond delay="0"/>
                                          </p:stCondLst>
                                        </p:cTn>
                                        <p:tgtEl>
                                          <p:spTgt spid="188493"/>
                                        </p:tgtEl>
                                        <p:attrNameLst>
                                          <p:attrName>style.visibility</p:attrName>
                                        </p:attrNameLst>
                                      </p:cBhvr>
                                      <p:to>
                                        <p:strVal val="visible"/>
                                      </p:to>
                                    </p:set>
                                    <p:anim calcmode="lin" valueType="num">
                                      <p:cBhvr additive="base">
                                        <p:cTn id="305" dur="500" fill="hold"/>
                                        <p:tgtEl>
                                          <p:spTgt spid="188493"/>
                                        </p:tgtEl>
                                        <p:attrNameLst>
                                          <p:attrName>ppt_x</p:attrName>
                                        </p:attrNameLst>
                                      </p:cBhvr>
                                      <p:tavLst>
                                        <p:tav tm="0">
                                          <p:val>
                                            <p:strVal val="#ppt_x"/>
                                          </p:val>
                                        </p:tav>
                                        <p:tav tm="100000">
                                          <p:val>
                                            <p:strVal val="#ppt_x"/>
                                          </p:val>
                                        </p:tav>
                                      </p:tavLst>
                                    </p:anim>
                                    <p:anim calcmode="lin" valueType="num">
                                      <p:cBhvr additive="base">
                                        <p:cTn id="306" dur="500" fill="hold"/>
                                        <p:tgtEl>
                                          <p:spTgt spid="188493"/>
                                        </p:tgtEl>
                                        <p:attrNameLst>
                                          <p:attrName>ppt_y</p:attrName>
                                        </p:attrNameLst>
                                      </p:cBhvr>
                                      <p:tavLst>
                                        <p:tav tm="0">
                                          <p:val>
                                            <p:strVal val="1+#ppt_h/2"/>
                                          </p:val>
                                        </p:tav>
                                        <p:tav tm="100000">
                                          <p:val>
                                            <p:strVal val="#ppt_y"/>
                                          </p:val>
                                        </p:tav>
                                      </p:tavLst>
                                    </p:anim>
                                  </p:childTnLst>
                                </p:cTn>
                              </p:par>
                              <p:par>
                                <p:cTn id="307" presetID="2" presetClass="entr" presetSubtype="4" fill="hold" nodeType="withEffect">
                                  <p:stCondLst>
                                    <p:cond delay="0"/>
                                  </p:stCondLst>
                                  <p:childTnLst>
                                    <p:set>
                                      <p:cBhvr>
                                        <p:cTn id="308" dur="1" fill="hold">
                                          <p:stCondLst>
                                            <p:cond delay="0"/>
                                          </p:stCondLst>
                                        </p:cTn>
                                        <p:tgtEl>
                                          <p:spTgt spid="188494"/>
                                        </p:tgtEl>
                                        <p:attrNameLst>
                                          <p:attrName>style.visibility</p:attrName>
                                        </p:attrNameLst>
                                      </p:cBhvr>
                                      <p:to>
                                        <p:strVal val="visible"/>
                                      </p:to>
                                    </p:set>
                                    <p:anim calcmode="lin" valueType="num">
                                      <p:cBhvr additive="base">
                                        <p:cTn id="309" dur="500" fill="hold"/>
                                        <p:tgtEl>
                                          <p:spTgt spid="188494"/>
                                        </p:tgtEl>
                                        <p:attrNameLst>
                                          <p:attrName>ppt_x</p:attrName>
                                        </p:attrNameLst>
                                      </p:cBhvr>
                                      <p:tavLst>
                                        <p:tav tm="0">
                                          <p:val>
                                            <p:strVal val="#ppt_x"/>
                                          </p:val>
                                        </p:tav>
                                        <p:tav tm="100000">
                                          <p:val>
                                            <p:strVal val="#ppt_x"/>
                                          </p:val>
                                        </p:tav>
                                      </p:tavLst>
                                    </p:anim>
                                    <p:anim calcmode="lin" valueType="num">
                                      <p:cBhvr additive="base">
                                        <p:cTn id="310" dur="500" fill="hold"/>
                                        <p:tgtEl>
                                          <p:spTgt spid="188494"/>
                                        </p:tgtEl>
                                        <p:attrNameLst>
                                          <p:attrName>ppt_y</p:attrName>
                                        </p:attrNameLst>
                                      </p:cBhvr>
                                      <p:tavLst>
                                        <p:tav tm="0">
                                          <p:val>
                                            <p:strVal val="1+#ppt_h/2"/>
                                          </p:val>
                                        </p:tav>
                                        <p:tav tm="100000">
                                          <p:val>
                                            <p:strVal val="#ppt_y"/>
                                          </p:val>
                                        </p:tav>
                                      </p:tavLst>
                                    </p:anim>
                                  </p:childTnLst>
                                </p:cTn>
                              </p:par>
                              <p:par>
                                <p:cTn id="311" presetID="2" presetClass="entr" presetSubtype="4" fill="hold" nodeType="withEffect">
                                  <p:stCondLst>
                                    <p:cond delay="0"/>
                                  </p:stCondLst>
                                  <p:childTnLst>
                                    <p:set>
                                      <p:cBhvr>
                                        <p:cTn id="312" dur="1" fill="hold">
                                          <p:stCondLst>
                                            <p:cond delay="0"/>
                                          </p:stCondLst>
                                        </p:cTn>
                                        <p:tgtEl>
                                          <p:spTgt spid="188495"/>
                                        </p:tgtEl>
                                        <p:attrNameLst>
                                          <p:attrName>style.visibility</p:attrName>
                                        </p:attrNameLst>
                                      </p:cBhvr>
                                      <p:to>
                                        <p:strVal val="visible"/>
                                      </p:to>
                                    </p:set>
                                    <p:anim calcmode="lin" valueType="num">
                                      <p:cBhvr additive="base">
                                        <p:cTn id="313" dur="500" fill="hold"/>
                                        <p:tgtEl>
                                          <p:spTgt spid="188495"/>
                                        </p:tgtEl>
                                        <p:attrNameLst>
                                          <p:attrName>ppt_x</p:attrName>
                                        </p:attrNameLst>
                                      </p:cBhvr>
                                      <p:tavLst>
                                        <p:tav tm="0">
                                          <p:val>
                                            <p:strVal val="#ppt_x"/>
                                          </p:val>
                                        </p:tav>
                                        <p:tav tm="100000">
                                          <p:val>
                                            <p:strVal val="#ppt_x"/>
                                          </p:val>
                                        </p:tav>
                                      </p:tavLst>
                                    </p:anim>
                                    <p:anim calcmode="lin" valueType="num">
                                      <p:cBhvr additive="base">
                                        <p:cTn id="314" dur="500" fill="hold"/>
                                        <p:tgtEl>
                                          <p:spTgt spid="188495"/>
                                        </p:tgtEl>
                                        <p:attrNameLst>
                                          <p:attrName>ppt_y</p:attrName>
                                        </p:attrNameLst>
                                      </p:cBhvr>
                                      <p:tavLst>
                                        <p:tav tm="0">
                                          <p:val>
                                            <p:strVal val="1+#ppt_h/2"/>
                                          </p:val>
                                        </p:tav>
                                        <p:tav tm="100000">
                                          <p:val>
                                            <p:strVal val="#ppt_y"/>
                                          </p:val>
                                        </p:tav>
                                      </p:tavLst>
                                    </p:anim>
                                  </p:childTnLst>
                                </p:cTn>
                              </p:par>
                              <p:par>
                                <p:cTn id="315" presetID="2" presetClass="entr" presetSubtype="4" fill="hold" nodeType="withEffect">
                                  <p:stCondLst>
                                    <p:cond delay="0"/>
                                  </p:stCondLst>
                                  <p:childTnLst>
                                    <p:set>
                                      <p:cBhvr>
                                        <p:cTn id="316" dur="1" fill="hold">
                                          <p:stCondLst>
                                            <p:cond delay="0"/>
                                          </p:stCondLst>
                                        </p:cTn>
                                        <p:tgtEl>
                                          <p:spTgt spid="188496"/>
                                        </p:tgtEl>
                                        <p:attrNameLst>
                                          <p:attrName>style.visibility</p:attrName>
                                        </p:attrNameLst>
                                      </p:cBhvr>
                                      <p:to>
                                        <p:strVal val="visible"/>
                                      </p:to>
                                    </p:set>
                                    <p:anim calcmode="lin" valueType="num">
                                      <p:cBhvr additive="base">
                                        <p:cTn id="317" dur="500" fill="hold"/>
                                        <p:tgtEl>
                                          <p:spTgt spid="188496"/>
                                        </p:tgtEl>
                                        <p:attrNameLst>
                                          <p:attrName>ppt_x</p:attrName>
                                        </p:attrNameLst>
                                      </p:cBhvr>
                                      <p:tavLst>
                                        <p:tav tm="0">
                                          <p:val>
                                            <p:strVal val="#ppt_x"/>
                                          </p:val>
                                        </p:tav>
                                        <p:tav tm="100000">
                                          <p:val>
                                            <p:strVal val="#ppt_x"/>
                                          </p:val>
                                        </p:tav>
                                      </p:tavLst>
                                    </p:anim>
                                    <p:anim calcmode="lin" valueType="num">
                                      <p:cBhvr additive="base">
                                        <p:cTn id="318" dur="500" fill="hold"/>
                                        <p:tgtEl>
                                          <p:spTgt spid="188496"/>
                                        </p:tgtEl>
                                        <p:attrNameLst>
                                          <p:attrName>ppt_y</p:attrName>
                                        </p:attrNameLst>
                                      </p:cBhvr>
                                      <p:tavLst>
                                        <p:tav tm="0">
                                          <p:val>
                                            <p:strVal val="1+#ppt_h/2"/>
                                          </p:val>
                                        </p:tav>
                                        <p:tav tm="100000">
                                          <p:val>
                                            <p:strVal val="#ppt_y"/>
                                          </p:val>
                                        </p:tav>
                                      </p:tavLst>
                                    </p:anim>
                                  </p:childTnLst>
                                </p:cTn>
                              </p:par>
                              <p:par>
                                <p:cTn id="319" presetID="2" presetClass="entr" presetSubtype="4" fill="hold" nodeType="withEffect">
                                  <p:stCondLst>
                                    <p:cond delay="0"/>
                                  </p:stCondLst>
                                  <p:childTnLst>
                                    <p:set>
                                      <p:cBhvr>
                                        <p:cTn id="320" dur="1" fill="hold">
                                          <p:stCondLst>
                                            <p:cond delay="0"/>
                                          </p:stCondLst>
                                        </p:cTn>
                                        <p:tgtEl>
                                          <p:spTgt spid="188497"/>
                                        </p:tgtEl>
                                        <p:attrNameLst>
                                          <p:attrName>style.visibility</p:attrName>
                                        </p:attrNameLst>
                                      </p:cBhvr>
                                      <p:to>
                                        <p:strVal val="visible"/>
                                      </p:to>
                                    </p:set>
                                    <p:anim calcmode="lin" valueType="num">
                                      <p:cBhvr additive="base">
                                        <p:cTn id="321" dur="500" fill="hold"/>
                                        <p:tgtEl>
                                          <p:spTgt spid="188497"/>
                                        </p:tgtEl>
                                        <p:attrNameLst>
                                          <p:attrName>ppt_x</p:attrName>
                                        </p:attrNameLst>
                                      </p:cBhvr>
                                      <p:tavLst>
                                        <p:tav tm="0">
                                          <p:val>
                                            <p:strVal val="#ppt_x"/>
                                          </p:val>
                                        </p:tav>
                                        <p:tav tm="100000">
                                          <p:val>
                                            <p:strVal val="#ppt_x"/>
                                          </p:val>
                                        </p:tav>
                                      </p:tavLst>
                                    </p:anim>
                                    <p:anim calcmode="lin" valueType="num">
                                      <p:cBhvr additive="base">
                                        <p:cTn id="322" dur="500" fill="hold"/>
                                        <p:tgtEl>
                                          <p:spTgt spid="188497"/>
                                        </p:tgtEl>
                                        <p:attrNameLst>
                                          <p:attrName>ppt_y</p:attrName>
                                        </p:attrNameLst>
                                      </p:cBhvr>
                                      <p:tavLst>
                                        <p:tav tm="0">
                                          <p:val>
                                            <p:strVal val="1+#ppt_h/2"/>
                                          </p:val>
                                        </p:tav>
                                        <p:tav tm="100000">
                                          <p:val>
                                            <p:strVal val="#ppt_y"/>
                                          </p:val>
                                        </p:tav>
                                      </p:tavLst>
                                    </p:anim>
                                  </p:childTnLst>
                                </p:cTn>
                              </p:par>
                              <p:par>
                                <p:cTn id="323" presetID="2" presetClass="entr" presetSubtype="4" fill="hold" grpId="0" nodeType="withEffect">
                                  <p:stCondLst>
                                    <p:cond delay="0"/>
                                  </p:stCondLst>
                                  <p:childTnLst>
                                    <p:set>
                                      <p:cBhvr>
                                        <p:cTn id="324" dur="1" fill="hold">
                                          <p:stCondLst>
                                            <p:cond delay="0"/>
                                          </p:stCondLst>
                                        </p:cTn>
                                        <p:tgtEl>
                                          <p:spTgt spid="188498"/>
                                        </p:tgtEl>
                                        <p:attrNameLst>
                                          <p:attrName>style.visibility</p:attrName>
                                        </p:attrNameLst>
                                      </p:cBhvr>
                                      <p:to>
                                        <p:strVal val="visible"/>
                                      </p:to>
                                    </p:set>
                                    <p:anim calcmode="lin" valueType="num">
                                      <p:cBhvr additive="base">
                                        <p:cTn id="325" dur="500" fill="hold"/>
                                        <p:tgtEl>
                                          <p:spTgt spid="188498"/>
                                        </p:tgtEl>
                                        <p:attrNameLst>
                                          <p:attrName>ppt_x</p:attrName>
                                        </p:attrNameLst>
                                      </p:cBhvr>
                                      <p:tavLst>
                                        <p:tav tm="0">
                                          <p:val>
                                            <p:strVal val="#ppt_x"/>
                                          </p:val>
                                        </p:tav>
                                        <p:tav tm="100000">
                                          <p:val>
                                            <p:strVal val="#ppt_x"/>
                                          </p:val>
                                        </p:tav>
                                      </p:tavLst>
                                    </p:anim>
                                    <p:anim calcmode="lin" valueType="num">
                                      <p:cBhvr additive="base">
                                        <p:cTn id="326" dur="500" fill="hold"/>
                                        <p:tgtEl>
                                          <p:spTgt spid="188498"/>
                                        </p:tgtEl>
                                        <p:attrNameLst>
                                          <p:attrName>ppt_y</p:attrName>
                                        </p:attrNameLst>
                                      </p:cBhvr>
                                      <p:tavLst>
                                        <p:tav tm="0">
                                          <p:val>
                                            <p:strVal val="1+#ppt_h/2"/>
                                          </p:val>
                                        </p:tav>
                                        <p:tav tm="100000">
                                          <p:val>
                                            <p:strVal val="#ppt_y"/>
                                          </p:val>
                                        </p:tav>
                                      </p:tavLst>
                                    </p:anim>
                                  </p:childTnLst>
                                </p:cTn>
                              </p:par>
                              <p:par>
                                <p:cTn id="327" presetID="2" presetClass="entr" presetSubtype="4" fill="hold" grpId="0" nodeType="withEffect">
                                  <p:stCondLst>
                                    <p:cond delay="0"/>
                                  </p:stCondLst>
                                  <p:childTnLst>
                                    <p:set>
                                      <p:cBhvr>
                                        <p:cTn id="328" dur="1" fill="hold">
                                          <p:stCondLst>
                                            <p:cond delay="0"/>
                                          </p:stCondLst>
                                        </p:cTn>
                                        <p:tgtEl>
                                          <p:spTgt spid="188499"/>
                                        </p:tgtEl>
                                        <p:attrNameLst>
                                          <p:attrName>style.visibility</p:attrName>
                                        </p:attrNameLst>
                                      </p:cBhvr>
                                      <p:to>
                                        <p:strVal val="visible"/>
                                      </p:to>
                                    </p:set>
                                    <p:anim calcmode="lin" valueType="num">
                                      <p:cBhvr additive="base">
                                        <p:cTn id="329" dur="500" fill="hold"/>
                                        <p:tgtEl>
                                          <p:spTgt spid="188499"/>
                                        </p:tgtEl>
                                        <p:attrNameLst>
                                          <p:attrName>ppt_x</p:attrName>
                                        </p:attrNameLst>
                                      </p:cBhvr>
                                      <p:tavLst>
                                        <p:tav tm="0">
                                          <p:val>
                                            <p:strVal val="#ppt_x"/>
                                          </p:val>
                                        </p:tav>
                                        <p:tav tm="100000">
                                          <p:val>
                                            <p:strVal val="#ppt_x"/>
                                          </p:val>
                                        </p:tav>
                                      </p:tavLst>
                                    </p:anim>
                                    <p:anim calcmode="lin" valueType="num">
                                      <p:cBhvr additive="base">
                                        <p:cTn id="330" dur="500" fill="hold"/>
                                        <p:tgtEl>
                                          <p:spTgt spid="188499"/>
                                        </p:tgtEl>
                                        <p:attrNameLst>
                                          <p:attrName>ppt_y</p:attrName>
                                        </p:attrNameLst>
                                      </p:cBhvr>
                                      <p:tavLst>
                                        <p:tav tm="0">
                                          <p:val>
                                            <p:strVal val="1+#ppt_h/2"/>
                                          </p:val>
                                        </p:tav>
                                        <p:tav tm="100000">
                                          <p:val>
                                            <p:strVal val="#ppt_y"/>
                                          </p:val>
                                        </p:tav>
                                      </p:tavLst>
                                    </p:anim>
                                  </p:childTnLst>
                                </p:cTn>
                              </p:par>
                              <p:par>
                                <p:cTn id="331" presetID="2" presetClass="entr" presetSubtype="4" fill="hold" grpId="0" nodeType="withEffect">
                                  <p:stCondLst>
                                    <p:cond delay="0"/>
                                  </p:stCondLst>
                                  <p:childTnLst>
                                    <p:set>
                                      <p:cBhvr>
                                        <p:cTn id="332" dur="1" fill="hold">
                                          <p:stCondLst>
                                            <p:cond delay="0"/>
                                          </p:stCondLst>
                                        </p:cTn>
                                        <p:tgtEl>
                                          <p:spTgt spid="188500"/>
                                        </p:tgtEl>
                                        <p:attrNameLst>
                                          <p:attrName>style.visibility</p:attrName>
                                        </p:attrNameLst>
                                      </p:cBhvr>
                                      <p:to>
                                        <p:strVal val="visible"/>
                                      </p:to>
                                    </p:set>
                                    <p:anim calcmode="lin" valueType="num">
                                      <p:cBhvr additive="base">
                                        <p:cTn id="333" dur="500" fill="hold"/>
                                        <p:tgtEl>
                                          <p:spTgt spid="188500"/>
                                        </p:tgtEl>
                                        <p:attrNameLst>
                                          <p:attrName>ppt_x</p:attrName>
                                        </p:attrNameLst>
                                      </p:cBhvr>
                                      <p:tavLst>
                                        <p:tav tm="0">
                                          <p:val>
                                            <p:strVal val="#ppt_x"/>
                                          </p:val>
                                        </p:tav>
                                        <p:tav tm="100000">
                                          <p:val>
                                            <p:strVal val="#ppt_x"/>
                                          </p:val>
                                        </p:tav>
                                      </p:tavLst>
                                    </p:anim>
                                    <p:anim calcmode="lin" valueType="num">
                                      <p:cBhvr additive="base">
                                        <p:cTn id="334" dur="500" fill="hold"/>
                                        <p:tgtEl>
                                          <p:spTgt spid="188500"/>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188501"/>
                                        </p:tgtEl>
                                        <p:attrNameLst>
                                          <p:attrName>style.visibility</p:attrName>
                                        </p:attrNameLst>
                                      </p:cBhvr>
                                      <p:to>
                                        <p:strVal val="visible"/>
                                      </p:to>
                                    </p:set>
                                    <p:anim calcmode="lin" valueType="num">
                                      <p:cBhvr additive="base">
                                        <p:cTn id="337" dur="500" fill="hold"/>
                                        <p:tgtEl>
                                          <p:spTgt spid="188501"/>
                                        </p:tgtEl>
                                        <p:attrNameLst>
                                          <p:attrName>ppt_x</p:attrName>
                                        </p:attrNameLst>
                                      </p:cBhvr>
                                      <p:tavLst>
                                        <p:tav tm="0">
                                          <p:val>
                                            <p:strVal val="#ppt_x"/>
                                          </p:val>
                                        </p:tav>
                                        <p:tav tm="100000">
                                          <p:val>
                                            <p:strVal val="#ppt_x"/>
                                          </p:val>
                                        </p:tav>
                                      </p:tavLst>
                                    </p:anim>
                                    <p:anim calcmode="lin" valueType="num">
                                      <p:cBhvr additive="base">
                                        <p:cTn id="338" dur="500" fill="hold"/>
                                        <p:tgtEl>
                                          <p:spTgt spid="188501"/>
                                        </p:tgtEl>
                                        <p:attrNameLst>
                                          <p:attrName>ppt_y</p:attrName>
                                        </p:attrNameLst>
                                      </p:cBhvr>
                                      <p:tavLst>
                                        <p:tav tm="0">
                                          <p:val>
                                            <p:strVal val="1+#ppt_h/2"/>
                                          </p:val>
                                        </p:tav>
                                        <p:tav tm="100000">
                                          <p:val>
                                            <p:strVal val="#ppt_y"/>
                                          </p:val>
                                        </p:tav>
                                      </p:tavLst>
                                    </p:anim>
                                  </p:childTnLst>
                                </p:cTn>
                              </p:par>
                              <p:par>
                                <p:cTn id="339" presetID="2" presetClass="entr" presetSubtype="4" fill="hold" grpId="0" nodeType="withEffect">
                                  <p:stCondLst>
                                    <p:cond delay="0"/>
                                  </p:stCondLst>
                                  <p:childTnLst>
                                    <p:set>
                                      <p:cBhvr>
                                        <p:cTn id="340" dur="1" fill="hold">
                                          <p:stCondLst>
                                            <p:cond delay="0"/>
                                          </p:stCondLst>
                                        </p:cTn>
                                        <p:tgtEl>
                                          <p:spTgt spid="188502"/>
                                        </p:tgtEl>
                                        <p:attrNameLst>
                                          <p:attrName>style.visibility</p:attrName>
                                        </p:attrNameLst>
                                      </p:cBhvr>
                                      <p:to>
                                        <p:strVal val="visible"/>
                                      </p:to>
                                    </p:set>
                                    <p:anim calcmode="lin" valueType="num">
                                      <p:cBhvr additive="base">
                                        <p:cTn id="341" dur="500" fill="hold"/>
                                        <p:tgtEl>
                                          <p:spTgt spid="188502"/>
                                        </p:tgtEl>
                                        <p:attrNameLst>
                                          <p:attrName>ppt_x</p:attrName>
                                        </p:attrNameLst>
                                      </p:cBhvr>
                                      <p:tavLst>
                                        <p:tav tm="0">
                                          <p:val>
                                            <p:strVal val="#ppt_x"/>
                                          </p:val>
                                        </p:tav>
                                        <p:tav tm="100000">
                                          <p:val>
                                            <p:strVal val="#ppt_x"/>
                                          </p:val>
                                        </p:tav>
                                      </p:tavLst>
                                    </p:anim>
                                    <p:anim calcmode="lin" valueType="num">
                                      <p:cBhvr additive="base">
                                        <p:cTn id="342" dur="500" fill="hold"/>
                                        <p:tgtEl>
                                          <p:spTgt spid="188502"/>
                                        </p:tgtEl>
                                        <p:attrNameLst>
                                          <p:attrName>ppt_y</p:attrName>
                                        </p:attrNameLst>
                                      </p:cBhvr>
                                      <p:tavLst>
                                        <p:tav tm="0">
                                          <p:val>
                                            <p:strVal val="1+#ppt_h/2"/>
                                          </p:val>
                                        </p:tav>
                                        <p:tav tm="100000">
                                          <p:val>
                                            <p:strVal val="#ppt_y"/>
                                          </p:val>
                                        </p:tav>
                                      </p:tavLst>
                                    </p:anim>
                                  </p:childTnLst>
                                </p:cTn>
                              </p:par>
                              <p:par>
                                <p:cTn id="343" presetID="2" presetClass="entr" presetSubtype="4" fill="hold" grpId="0" nodeType="withEffect">
                                  <p:stCondLst>
                                    <p:cond delay="0"/>
                                  </p:stCondLst>
                                  <p:childTnLst>
                                    <p:set>
                                      <p:cBhvr>
                                        <p:cTn id="344" dur="1" fill="hold">
                                          <p:stCondLst>
                                            <p:cond delay="0"/>
                                          </p:stCondLst>
                                        </p:cTn>
                                        <p:tgtEl>
                                          <p:spTgt spid="188503"/>
                                        </p:tgtEl>
                                        <p:attrNameLst>
                                          <p:attrName>style.visibility</p:attrName>
                                        </p:attrNameLst>
                                      </p:cBhvr>
                                      <p:to>
                                        <p:strVal val="visible"/>
                                      </p:to>
                                    </p:set>
                                    <p:anim calcmode="lin" valueType="num">
                                      <p:cBhvr additive="base">
                                        <p:cTn id="345" dur="500" fill="hold"/>
                                        <p:tgtEl>
                                          <p:spTgt spid="188503"/>
                                        </p:tgtEl>
                                        <p:attrNameLst>
                                          <p:attrName>ppt_x</p:attrName>
                                        </p:attrNameLst>
                                      </p:cBhvr>
                                      <p:tavLst>
                                        <p:tav tm="0">
                                          <p:val>
                                            <p:strVal val="#ppt_x"/>
                                          </p:val>
                                        </p:tav>
                                        <p:tav tm="100000">
                                          <p:val>
                                            <p:strVal val="#ppt_x"/>
                                          </p:val>
                                        </p:tav>
                                      </p:tavLst>
                                    </p:anim>
                                    <p:anim calcmode="lin" valueType="num">
                                      <p:cBhvr additive="base">
                                        <p:cTn id="346" dur="500" fill="hold"/>
                                        <p:tgtEl>
                                          <p:spTgt spid="188503"/>
                                        </p:tgtEl>
                                        <p:attrNameLst>
                                          <p:attrName>ppt_y</p:attrName>
                                        </p:attrNameLst>
                                      </p:cBhvr>
                                      <p:tavLst>
                                        <p:tav tm="0">
                                          <p:val>
                                            <p:strVal val="1+#ppt_h/2"/>
                                          </p:val>
                                        </p:tav>
                                        <p:tav tm="100000">
                                          <p:val>
                                            <p:strVal val="#ppt_y"/>
                                          </p:val>
                                        </p:tav>
                                      </p:tavLst>
                                    </p:anim>
                                  </p:childTnLst>
                                </p:cTn>
                              </p:par>
                              <p:par>
                                <p:cTn id="347" presetID="2" presetClass="entr" presetSubtype="4" fill="hold" grpId="0" nodeType="withEffect">
                                  <p:stCondLst>
                                    <p:cond delay="0"/>
                                  </p:stCondLst>
                                  <p:childTnLst>
                                    <p:set>
                                      <p:cBhvr>
                                        <p:cTn id="348" dur="1" fill="hold">
                                          <p:stCondLst>
                                            <p:cond delay="0"/>
                                          </p:stCondLst>
                                        </p:cTn>
                                        <p:tgtEl>
                                          <p:spTgt spid="188504"/>
                                        </p:tgtEl>
                                        <p:attrNameLst>
                                          <p:attrName>style.visibility</p:attrName>
                                        </p:attrNameLst>
                                      </p:cBhvr>
                                      <p:to>
                                        <p:strVal val="visible"/>
                                      </p:to>
                                    </p:set>
                                    <p:anim calcmode="lin" valueType="num">
                                      <p:cBhvr additive="base">
                                        <p:cTn id="349" dur="500" fill="hold"/>
                                        <p:tgtEl>
                                          <p:spTgt spid="188504"/>
                                        </p:tgtEl>
                                        <p:attrNameLst>
                                          <p:attrName>ppt_x</p:attrName>
                                        </p:attrNameLst>
                                      </p:cBhvr>
                                      <p:tavLst>
                                        <p:tav tm="0">
                                          <p:val>
                                            <p:strVal val="#ppt_x"/>
                                          </p:val>
                                        </p:tav>
                                        <p:tav tm="100000">
                                          <p:val>
                                            <p:strVal val="#ppt_x"/>
                                          </p:val>
                                        </p:tav>
                                      </p:tavLst>
                                    </p:anim>
                                    <p:anim calcmode="lin" valueType="num">
                                      <p:cBhvr additive="base">
                                        <p:cTn id="350" dur="500" fill="hold"/>
                                        <p:tgtEl>
                                          <p:spTgt spid="188504"/>
                                        </p:tgtEl>
                                        <p:attrNameLst>
                                          <p:attrName>ppt_y</p:attrName>
                                        </p:attrNameLst>
                                      </p:cBhvr>
                                      <p:tavLst>
                                        <p:tav tm="0">
                                          <p:val>
                                            <p:strVal val="1+#ppt_h/2"/>
                                          </p:val>
                                        </p:tav>
                                        <p:tav tm="100000">
                                          <p:val>
                                            <p:strVal val="#ppt_y"/>
                                          </p:val>
                                        </p:tav>
                                      </p:tavLst>
                                    </p:anim>
                                  </p:childTnLst>
                                </p:cTn>
                              </p:par>
                              <p:par>
                                <p:cTn id="351" presetID="2" presetClass="entr" presetSubtype="4" fill="hold" grpId="0" nodeType="withEffect">
                                  <p:stCondLst>
                                    <p:cond delay="0"/>
                                  </p:stCondLst>
                                  <p:childTnLst>
                                    <p:set>
                                      <p:cBhvr>
                                        <p:cTn id="352" dur="1" fill="hold">
                                          <p:stCondLst>
                                            <p:cond delay="0"/>
                                          </p:stCondLst>
                                        </p:cTn>
                                        <p:tgtEl>
                                          <p:spTgt spid="188505"/>
                                        </p:tgtEl>
                                        <p:attrNameLst>
                                          <p:attrName>style.visibility</p:attrName>
                                        </p:attrNameLst>
                                      </p:cBhvr>
                                      <p:to>
                                        <p:strVal val="visible"/>
                                      </p:to>
                                    </p:set>
                                    <p:anim calcmode="lin" valueType="num">
                                      <p:cBhvr additive="base">
                                        <p:cTn id="353" dur="500" fill="hold"/>
                                        <p:tgtEl>
                                          <p:spTgt spid="188505"/>
                                        </p:tgtEl>
                                        <p:attrNameLst>
                                          <p:attrName>ppt_x</p:attrName>
                                        </p:attrNameLst>
                                      </p:cBhvr>
                                      <p:tavLst>
                                        <p:tav tm="0">
                                          <p:val>
                                            <p:strVal val="#ppt_x"/>
                                          </p:val>
                                        </p:tav>
                                        <p:tav tm="100000">
                                          <p:val>
                                            <p:strVal val="#ppt_x"/>
                                          </p:val>
                                        </p:tav>
                                      </p:tavLst>
                                    </p:anim>
                                    <p:anim calcmode="lin" valueType="num">
                                      <p:cBhvr additive="base">
                                        <p:cTn id="354" dur="500" fill="hold"/>
                                        <p:tgtEl>
                                          <p:spTgt spid="188505"/>
                                        </p:tgtEl>
                                        <p:attrNameLst>
                                          <p:attrName>ppt_y</p:attrName>
                                        </p:attrNameLst>
                                      </p:cBhvr>
                                      <p:tavLst>
                                        <p:tav tm="0">
                                          <p:val>
                                            <p:strVal val="1+#ppt_h/2"/>
                                          </p:val>
                                        </p:tav>
                                        <p:tav tm="100000">
                                          <p:val>
                                            <p:strVal val="#ppt_y"/>
                                          </p:val>
                                        </p:tav>
                                      </p:tavLst>
                                    </p:anim>
                                  </p:childTnLst>
                                </p:cTn>
                              </p:par>
                              <p:par>
                                <p:cTn id="355" presetID="2" presetClass="entr" presetSubtype="4" fill="hold" nodeType="withEffect">
                                  <p:stCondLst>
                                    <p:cond delay="0"/>
                                  </p:stCondLst>
                                  <p:childTnLst>
                                    <p:set>
                                      <p:cBhvr>
                                        <p:cTn id="356" dur="1" fill="hold">
                                          <p:stCondLst>
                                            <p:cond delay="0"/>
                                          </p:stCondLst>
                                        </p:cTn>
                                        <p:tgtEl>
                                          <p:spTgt spid="188506"/>
                                        </p:tgtEl>
                                        <p:attrNameLst>
                                          <p:attrName>style.visibility</p:attrName>
                                        </p:attrNameLst>
                                      </p:cBhvr>
                                      <p:to>
                                        <p:strVal val="visible"/>
                                      </p:to>
                                    </p:set>
                                    <p:anim calcmode="lin" valueType="num">
                                      <p:cBhvr additive="base">
                                        <p:cTn id="357" dur="500" fill="hold"/>
                                        <p:tgtEl>
                                          <p:spTgt spid="188506"/>
                                        </p:tgtEl>
                                        <p:attrNameLst>
                                          <p:attrName>ppt_x</p:attrName>
                                        </p:attrNameLst>
                                      </p:cBhvr>
                                      <p:tavLst>
                                        <p:tav tm="0">
                                          <p:val>
                                            <p:strVal val="#ppt_x"/>
                                          </p:val>
                                        </p:tav>
                                        <p:tav tm="100000">
                                          <p:val>
                                            <p:strVal val="#ppt_x"/>
                                          </p:val>
                                        </p:tav>
                                      </p:tavLst>
                                    </p:anim>
                                    <p:anim calcmode="lin" valueType="num">
                                      <p:cBhvr additive="base">
                                        <p:cTn id="358" dur="500" fill="hold"/>
                                        <p:tgtEl>
                                          <p:spTgt spid="188506"/>
                                        </p:tgtEl>
                                        <p:attrNameLst>
                                          <p:attrName>ppt_y</p:attrName>
                                        </p:attrNameLst>
                                      </p:cBhvr>
                                      <p:tavLst>
                                        <p:tav tm="0">
                                          <p:val>
                                            <p:strVal val="1+#ppt_h/2"/>
                                          </p:val>
                                        </p:tav>
                                        <p:tav tm="100000">
                                          <p:val>
                                            <p:strVal val="#ppt_y"/>
                                          </p:val>
                                        </p:tav>
                                      </p:tavLst>
                                    </p:anim>
                                  </p:childTnLst>
                                </p:cTn>
                              </p:par>
                              <p:par>
                                <p:cTn id="359" presetID="2" presetClass="entr" presetSubtype="4" fill="hold" nodeType="withEffect">
                                  <p:stCondLst>
                                    <p:cond delay="0"/>
                                  </p:stCondLst>
                                  <p:childTnLst>
                                    <p:set>
                                      <p:cBhvr>
                                        <p:cTn id="360" dur="1" fill="hold">
                                          <p:stCondLst>
                                            <p:cond delay="0"/>
                                          </p:stCondLst>
                                        </p:cTn>
                                        <p:tgtEl>
                                          <p:spTgt spid="188507"/>
                                        </p:tgtEl>
                                        <p:attrNameLst>
                                          <p:attrName>style.visibility</p:attrName>
                                        </p:attrNameLst>
                                      </p:cBhvr>
                                      <p:to>
                                        <p:strVal val="visible"/>
                                      </p:to>
                                    </p:set>
                                    <p:anim calcmode="lin" valueType="num">
                                      <p:cBhvr additive="base">
                                        <p:cTn id="361" dur="500" fill="hold"/>
                                        <p:tgtEl>
                                          <p:spTgt spid="188507"/>
                                        </p:tgtEl>
                                        <p:attrNameLst>
                                          <p:attrName>ppt_x</p:attrName>
                                        </p:attrNameLst>
                                      </p:cBhvr>
                                      <p:tavLst>
                                        <p:tav tm="0">
                                          <p:val>
                                            <p:strVal val="#ppt_x"/>
                                          </p:val>
                                        </p:tav>
                                        <p:tav tm="100000">
                                          <p:val>
                                            <p:strVal val="#ppt_x"/>
                                          </p:val>
                                        </p:tav>
                                      </p:tavLst>
                                    </p:anim>
                                    <p:anim calcmode="lin" valueType="num">
                                      <p:cBhvr additive="base">
                                        <p:cTn id="362" dur="500" fill="hold"/>
                                        <p:tgtEl>
                                          <p:spTgt spid="188507"/>
                                        </p:tgtEl>
                                        <p:attrNameLst>
                                          <p:attrName>ppt_y</p:attrName>
                                        </p:attrNameLst>
                                      </p:cBhvr>
                                      <p:tavLst>
                                        <p:tav tm="0">
                                          <p:val>
                                            <p:strVal val="1+#ppt_h/2"/>
                                          </p:val>
                                        </p:tav>
                                        <p:tav tm="100000">
                                          <p:val>
                                            <p:strVal val="#ppt_y"/>
                                          </p:val>
                                        </p:tav>
                                      </p:tavLst>
                                    </p:anim>
                                  </p:childTnLst>
                                </p:cTn>
                              </p:par>
                              <p:par>
                                <p:cTn id="363" presetID="2" presetClass="entr" presetSubtype="4" fill="hold" nodeType="withEffect">
                                  <p:stCondLst>
                                    <p:cond delay="0"/>
                                  </p:stCondLst>
                                  <p:childTnLst>
                                    <p:set>
                                      <p:cBhvr>
                                        <p:cTn id="364" dur="1" fill="hold">
                                          <p:stCondLst>
                                            <p:cond delay="0"/>
                                          </p:stCondLst>
                                        </p:cTn>
                                        <p:tgtEl>
                                          <p:spTgt spid="188508"/>
                                        </p:tgtEl>
                                        <p:attrNameLst>
                                          <p:attrName>style.visibility</p:attrName>
                                        </p:attrNameLst>
                                      </p:cBhvr>
                                      <p:to>
                                        <p:strVal val="visible"/>
                                      </p:to>
                                    </p:set>
                                    <p:anim calcmode="lin" valueType="num">
                                      <p:cBhvr additive="base">
                                        <p:cTn id="365" dur="500" fill="hold"/>
                                        <p:tgtEl>
                                          <p:spTgt spid="188508"/>
                                        </p:tgtEl>
                                        <p:attrNameLst>
                                          <p:attrName>ppt_x</p:attrName>
                                        </p:attrNameLst>
                                      </p:cBhvr>
                                      <p:tavLst>
                                        <p:tav tm="0">
                                          <p:val>
                                            <p:strVal val="#ppt_x"/>
                                          </p:val>
                                        </p:tav>
                                        <p:tav tm="100000">
                                          <p:val>
                                            <p:strVal val="#ppt_x"/>
                                          </p:val>
                                        </p:tav>
                                      </p:tavLst>
                                    </p:anim>
                                    <p:anim calcmode="lin" valueType="num">
                                      <p:cBhvr additive="base">
                                        <p:cTn id="366" dur="500" fill="hold"/>
                                        <p:tgtEl>
                                          <p:spTgt spid="188508"/>
                                        </p:tgtEl>
                                        <p:attrNameLst>
                                          <p:attrName>ppt_y</p:attrName>
                                        </p:attrNameLst>
                                      </p:cBhvr>
                                      <p:tavLst>
                                        <p:tav tm="0">
                                          <p:val>
                                            <p:strVal val="1+#ppt_h/2"/>
                                          </p:val>
                                        </p:tav>
                                        <p:tav tm="100000">
                                          <p:val>
                                            <p:strVal val="#ppt_y"/>
                                          </p:val>
                                        </p:tav>
                                      </p:tavLst>
                                    </p:anim>
                                  </p:childTnLst>
                                </p:cTn>
                              </p:par>
                              <p:par>
                                <p:cTn id="367" presetID="2" presetClass="entr" presetSubtype="4" fill="hold" nodeType="withEffect">
                                  <p:stCondLst>
                                    <p:cond delay="0"/>
                                  </p:stCondLst>
                                  <p:childTnLst>
                                    <p:set>
                                      <p:cBhvr>
                                        <p:cTn id="368" dur="1" fill="hold">
                                          <p:stCondLst>
                                            <p:cond delay="0"/>
                                          </p:stCondLst>
                                        </p:cTn>
                                        <p:tgtEl>
                                          <p:spTgt spid="188509"/>
                                        </p:tgtEl>
                                        <p:attrNameLst>
                                          <p:attrName>style.visibility</p:attrName>
                                        </p:attrNameLst>
                                      </p:cBhvr>
                                      <p:to>
                                        <p:strVal val="visible"/>
                                      </p:to>
                                    </p:set>
                                    <p:anim calcmode="lin" valueType="num">
                                      <p:cBhvr additive="base">
                                        <p:cTn id="369" dur="500" fill="hold"/>
                                        <p:tgtEl>
                                          <p:spTgt spid="188509"/>
                                        </p:tgtEl>
                                        <p:attrNameLst>
                                          <p:attrName>ppt_x</p:attrName>
                                        </p:attrNameLst>
                                      </p:cBhvr>
                                      <p:tavLst>
                                        <p:tav tm="0">
                                          <p:val>
                                            <p:strVal val="#ppt_x"/>
                                          </p:val>
                                        </p:tav>
                                        <p:tav tm="100000">
                                          <p:val>
                                            <p:strVal val="#ppt_x"/>
                                          </p:val>
                                        </p:tav>
                                      </p:tavLst>
                                    </p:anim>
                                    <p:anim calcmode="lin" valueType="num">
                                      <p:cBhvr additive="base">
                                        <p:cTn id="370" dur="500" fill="hold"/>
                                        <p:tgtEl>
                                          <p:spTgt spid="188509"/>
                                        </p:tgtEl>
                                        <p:attrNameLst>
                                          <p:attrName>ppt_y</p:attrName>
                                        </p:attrNameLst>
                                      </p:cBhvr>
                                      <p:tavLst>
                                        <p:tav tm="0">
                                          <p:val>
                                            <p:strVal val="1+#ppt_h/2"/>
                                          </p:val>
                                        </p:tav>
                                        <p:tav tm="100000">
                                          <p:val>
                                            <p:strVal val="#ppt_y"/>
                                          </p:val>
                                        </p:tav>
                                      </p:tavLst>
                                    </p:anim>
                                  </p:childTnLst>
                                </p:cTn>
                              </p:par>
                              <p:par>
                                <p:cTn id="371" presetID="2" presetClass="entr" presetSubtype="4" fill="hold" grpId="0" nodeType="withEffect">
                                  <p:stCondLst>
                                    <p:cond delay="0"/>
                                  </p:stCondLst>
                                  <p:childTnLst>
                                    <p:set>
                                      <p:cBhvr>
                                        <p:cTn id="372" dur="1" fill="hold">
                                          <p:stCondLst>
                                            <p:cond delay="0"/>
                                          </p:stCondLst>
                                        </p:cTn>
                                        <p:tgtEl>
                                          <p:spTgt spid="188510"/>
                                        </p:tgtEl>
                                        <p:attrNameLst>
                                          <p:attrName>style.visibility</p:attrName>
                                        </p:attrNameLst>
                                      </p:cBhvr>
                                      <p:to>
                                        <p:strVal val="visible"/>
                                      </p:to>
                                    </p:set>
                                    <p:anim calcmode="lin" valueType="num">
                                      <p:cBhvr additive="base">
                                        <p:cTn id="373" dur="500" fill="hold"/>
                                        <p:tgtEl>
                                          <p:spTgt spid="188510"/>
                                        </p:tgtEl>
                                        <p:attrNameLst>
                                          <p:attrName>ppt_x</p:attrName>
                                        </p:attrNameLst>
                                      </p:cBhvr>
                                      <p:tavLst>
                                        <p:tav tm="0">
                                          <p:val>
                                            <p:strVal val="#ppt_x"/>
                                          </p:val>
                                        </p:tav>
                                        <p:tav tm="100000">
                                          <p:val>
                                            <p:strVal val="#ppt_x"/>
                                          </p:val>
                                        </p:tav>
                                      </p:tavLst>
                                    </p:anim>
                                    <p:anim calcmode="lin" valueType="num">
                                      <p:cBhvr additive="base">
                                        <p:cTn id="374" dur="500" fill="hold"/>
                                        <p:tgtEl>
                                          <p:spTgt spid="188510"/>
                                        </p:tgtEl>
                                        <p:attrNameLst>
                                          <p:attrName>ppt_y</p:attrName>
                                        </p:attrNameLst>
                                      </p:cBhvr>
                                      <p:tavLst>
                                        <p:tav tm="0">
                                          <p:val>
                                            <p:strVal val="1+#ppt_h/2"/>
                                          </p:val>
                                        </p:tav>
                                        <p:tav tm="100000">
                                          <p:val>
                                            <p:strVal val="#ppt_y"/>
                                          </p:val>
                                        </p:tav>
                                      </p:tavLst>
                                    </p:anim>
                                  </p:childTnLst>
                                </p:cTn>
                              </p:par>
                              <p:par>
                                <p:cTn id="375" presetID="2" presetClass="entr" presetSubtype="4" fill="hold" grpId="0" nodeType="withEffect">
                                  <p:stCondLst>
                                    <p:cond delay="0"/>
                                  </p:stCondLst>
                                  <p:childTnLst>
                                    <p:set>
                                      <p:cBhvr>
                                        <p:cTn id="376" dur="1" fill="hold">
                                          <p:stCondLst>
                                            <p:cond delay="0"/>
                                          </p:stCondLst>
                                        </p:cTn>
                                        <p:tgtEl>
                                          <p:spTgt spid="188511"/>
                                        </p:tgtEl>
                                        <p:attrNameLst>
                                          <p:attrName>style.visibility</p:attrName>
                                        </p:attrNameLst>
                                      </p:cBhvr>
                                      <p:to>
                                        <p:strVal val="visible"/>
                                      </p:to>
                                    </p:set>
                                    <p:anim calcmode="lin" valueType="num">
                                      <p:cBhvr additive="base">
                                        <p:cTn id="377" dur="500" fill="hold"/>
                                        <p:tgtEl>
                                          <p:spTgt spid="188511"/>
                                        </p:tgtEl>
                                        <p:attrNameLst>
                                          <p:attrName>ppt_x</p:attrName>
                                        </p:attrNameLst>
                                      </p:cBhvr>
                                      <p:tavLst>
                                        <p:tav tm="0">
                                          <p:val>
                                            <p:strVal val="#ppt_x"/>
                                          </p:val>
                                        </p:tav>
                                        <p:tav tm="100000">
                                          <p:val>
                                            <p:strVal val="#ppt_x"/>
                                          </p:val>
                                        </p:tav>
                                      </p:tavLst>
                                    </p:anim>
                                    <p:anim calcmode="lin" valueType="num">
                                      <p:cBhvr additive="base">
                                        <p:cTn id="378" dur="500" fill="hold"/>
                                        <p:tgtEl>
                                          <p:spTgt spid="188511"/>
                                        </p:tgtEl>
                                        <p:attrNameLst>
                                          <p:attrName>ppt_y</p:attrName>
                                        </p:attrNameLst>
                                      </p:cBhvr>
                                      <p:tavLst>
                                        <p:tav tm="0">
                                          <p:val>
                                            <p:strVal val="1+#ppt_h/2"/>
                                          </p:val>
                                        </p:tav>
                                        <p:tav tm="100000">
                                          <p:val>
                                            <p:strVal val="#ppt_y"/>
                                          </p:val>
                                        </p:tav>
                                      </p:tavLst>
                                    </p:anim>
                                  </p:childTnLst>
                                </p:cTn>
                              </p:par>
                              <p:par>
                                <p:cTn id="379" presetID="2" presetClass="entr" presetSubtype="4" fill="hold" grpId="0" nodeType="withEffect">
                                  <p:stCondLst>
                                    <p:cond delay="0"/>
                                  </p:stCondLst>
                                  <p:childTnLst>
                                    <p:set>
                                      <p:cBhvr>
                                        <p:cTn id="380" dur="1" fill="hold">
                                          <p:stCondLst>
                                            <p:cond delay="0"/>
                                          </p:stCondLst>
                                        </p:cTn>
                                        <p:tgtEl>
                                          <p:spTgt spid="188512"/>
                                        </p:tgtEl>
                                        <p:attrNameLst>
                                          <p:attrName>style.visibility</p:attrName>
                                        </p:attrNameLst>
                                      </p:cBhvr>
                                      <p:to>
                                        <p:strVal val="visible"/>
                                      </p:to>
                                    </p:set>
                                    <p:anim calcmode="lin" valueType="num">
                                      <p:cBhvr additive="base">
                                        <p:cTn id="381" dur="500" fill="hold"/>
                                        <p:tgtEl>
                                          <p:spTgt spid="188512"/>
                                        </p:tgtEl>
                                        <p:attrNameLst>
                                          <p:attrName>ppt_x</p:attrName>
                                        </p:attrNameLst>
                                      </p:cBhvr>
                                      <p:tavLst>
                                        <p:tav tm="0">
                                          <p:val>
                                            <p:strVal val="#ppt_x"/>
                                          </p:val>
                                        </p:tav>
                                        <p:tav tm="100000">
                                          <p:val>
                                            <p:strVal val="#ppt_x"/>
                                          </p:val>
                                        </p:tav>
                                      </p:tavLst>
                                    </p:anim>
                                    <p:anim calcmode="lin" valueType="num">
                                      <p:cBhvr additive="base">
                                        <p:cTn id="382" dur="500" fill="hold"/>
                                        <p:tgtEl>
                                          <p:spTgt spid="188512"/>
                                        </p:tgtEl>
                                        <p:attrNameLst>
                                          <p:attrName>ppt_y</p:attrName>
                                        </p:attrNameLst>
                                      </p:cBhvr>
                                      <p:tavLst>
                                        <p:tav tm="0">
                                          <p:val>
                                            <p:strVal val="1+#ppt_h/2"/>
                                          </p:val>
                                        </p:tav>
                                        <p:tav tm="100000">
                                          <p:val>
                                            <p:strVal val="#ppt_y"/>
                                          </p:val>
                                        </p:tav>
                                      </p:tavLst>
                                    </p:anim>
                                  </p:childTnLst>
                                </p:cTn>
                              </p:par>
                              <p:par>
                                <p:cTn id="383" presetID="2" presetClass="entr" presetSubtype="4" fill="hold" grpId="0" nodeType="withEffect">
                                  <p:stCondLst>
                                    <p:cond delay="0"/>
                                  </p:stCondLst>
                                  <p:childTnLst>
                                    <p:set>
                                      <p:cBhvr>
                                        <p:cTn id="384" dur="1" fill="hold">
                                          <p:stCondLst>
                                            <p:cond delay="0"/>
                                          </p:stCondLst>
                                        </p:cTn>
                                        <p:tgtEl>
                                          <p:spTgt spid="188513"/>
                                        </p:tgtEl>
                                        <p:attrNameLst>
                                          <p:attrName>style.visibility</p:attrName>
                                        </p:attrNameLst>
                                      </p:cBhvr>
                                      <p:to>
                                        <p:strVal val="visible"/>
                                      </p:to>
                                    </p:set>
                                    <p:anim calcmode="lin" valueType="num">
                                      <p:cBhvr additive="base">
                                        <p:cTn id="385" dur="500" fill="hold"/>
                                        <p:tgtEl>
                                          <p:spTgt spid="188513"/>
                                        </p:tgtEl>
                                        <p:attrNameLst>
                                          <p:attrName>ppt_x</p:attrName>
                                        </p:attrNameLst>
                                      </p:cBhvr>
                                      <p:tavLst>
                                        <p:tav tm="0">
                                          <p:val>
                                            <p:strVal val="#ppt_x"/>
                                          </p:val>
                                        </p:tav>
                                        <p:tav tm="100000">
                                          <p:val>
                                            <p:strVal val="#ppt_x"/>
                                          </p:val>
                                        </p:tav>
                                      </p:tavLst>
                                    </p:anim>
                                    <p:anim calcmode="lin" valueType="num">
                                      <p:cBhvr additive="base">
                                        <p:cTn id="386" dur="500" fill="hold"/>
                                        <p:tgtEl>
                                          <p:spTgt spid="188513"/>
                                        </p:tgtEl>
                                        <p:attrNameLst>
                                          <p:attrName>ppt_y</p:attrName>
                                        </p:attrNameLst>
                                      </p:cBhvr>
                                      <p:tavLst>
                                        <p:tav tm="0">
                                          <p:val>
                                            <p:strVal val="1+#ppt_h/2"/>
                                          </p:val>
                                        </p:tav>
                                        <p:tav tm="100000">
                                          <p:val>
                                            <p:strVal val="#ppt_y"/>
                                          </p:val>
                                        </p:tav>
                                      </p:tavLst>
                                    </p:anim>
                                  </p:childTnLst>
                                </p:cTn>
                              </p:par>
                              <p:par>
                                <p:cTn id="387" presetID="2" presetClass="entr" presetSubtype="4" fill="hold" grpId="0" nodeType="withEffect">
                                  <p:stCondLst>
                                    <p:cond delay="0"/>
                                  </p:stCondLst>
                                  <p:childTnLst>
                                    <p:set>
                                      <p:cBhvr>
                                        <p:cTn id="388" dur="1" fill="hold">
                                          <p:stCondLst>
                                            <p:cond delay="0"/>
                                          </p:stCondLst>
                                        </p:cTn>
                                        <p:tgtEl>
                                          <p:spTgt spid="188514"/>
                                        </p:tgtEl>
                                        <p:attrNameLst>
                                          <p:attrName>style.visibility</p:attrName>
                                        </p:attrNameLst>
                                      </p:cBhvr>
                                      <p:to>
                                        <p:strVal val="visible"/>
                                      </p:to>
                                    </p:set>
                                    <p:anim calcmode="lin" valueType="num">
                                      <p:cBhvr additive="base">
                                        <p:cTn id="389" dur="500" fill="hold"/>
                                        <p:tgtEl>
                                          <p:spTgt spid="188514"/>
                                        </p:tgtEl>
                                        <p:attrNameLst>
                                          <p:attrName>ppt_x</p:attrName>
                                        </p:attrNameLst>
                                      </p:cBhvr>
                                      <p:tavLst>
                                        <p:tav tm="0">
                                          <p:val>
                                            <p:strVal val="#ppt_x"/>
                                          </p:val>
                                        </p:tav>
                                        <p:tav tm="100000">
                                          <p:val>
                                            <p:strVal val="#ppt_x"/>
                                          </p:val>
                                        </p:tav>
                                      </p:tavLst>
                                    </p:anim>
                                    <p:anim calcmode="lin" valueType="num">
                                      <p:cBhvr additive="base">
                                        <p:cTn id="390" dur="500" fill="hold"/>
                                        <p:tgtEl>
                                          <p:spTgt spid="188514"/>
                                        </p:tgtEl>
                                        <p:attrNameLst>
                                          <p:attrName>ppt_y</p:attrName>
                                        </p:attrNameLst>
                                      </p:cBhvr>
                                      <p:tavLst>
                                        <p:tav tm="0">
                                          <p:val>
                                            <p:strVal val="1+#ppt_h/2"/>
                                          </p:val>
                                        </p:tav>
                                        <p:tav tm="100000">
                                          <p:val>
                                            <p:strVal val="#ppt_y"/>
                                          </p:val>
                                        </p:tav>
                                      </p:tavLst>
                                    </p:anim>
                                  </p:childTnLst>
                                </p:cTn>
                              </p:par>
                              <p:par>
                                <p:cTn id="391" presetID="2" presetClass="entr" presetSubtype="4" fill="hold" nodeType="withEffect">
                                  <p:stCondLst>
                                    <p:cond delay="0"/>
                                  </p:stCondLst>
                                  <p:childTnLst>
                                    <p:set>
                                      <p:cBhvr>
                                        <p:cTn id="392" dur="1" fill="hold">
                                          <p:stCondLst>
                                            <p:cond delay="0"/>
                                          </p:stCondLst>
                                        </p:cTn>
                                        <p:tgtEl>
                                          <p:spTgt spid="188515"/>
                                        </p:tgtEl>
                                        <p:attrNameLst>
                                          <p:attrName>style.visibility</p:attrName>
                                        </p:attrNameLst>
                                      </p:cBhvr>
                                      <p:to>
                                        <p:strVal val="visible"/>
                                      </p:to>
                                    </p:set>
                                    <p:anim calcmode="lin" valueType="num">
                                      <p:cBhvr additive="base">
                                        <p:cTn id="393" dur="500" fill="hold"/>
                                        <p:tgtEl>
                                          <p:spTgt spid="188515"/>
                                        </p:tgtEl>
                                        <p:attrNameLst>
                                          <p:attrName>ppt_x</p:attrName>
                                        </p:attrNameLst>
                                      </p:cBhvr>
                                      <p:tavLst>
                                        <p:tav tm="0">
                                          <p:val>
                                            <p:strVal val="#ppt_x"/>
                                          </p:val>
                                        </p:tav>
                                        <p:tav tm="100000">
                                          <p:val>
                                            <p:strVal val="#ppt_x"/>
                                          </p:val>
                                        </p:tav>
                                      </p:tavLst>
                                    </p:anim>
                                    <p:anim calcmode="lin" valueType="num">
                                      <p:cBhvr additive="base">
                                        <p:cTn id="394" dur="500" fill="hold"/>
                                        <p:tgtEl>
                                          <p:spTgt spid="188515"/>
                                        </p:tgtEl>
                                        <p:attrNameLst>
                                          <p:attrName>ppt_y</p:attrName>
                                        </p:attrNameLst>
                                      </p:cBhvr>
                                      <p:tavLst>
                                        <p:tav tm="0">
                                          <p:val>
                                            <p:strVal val="1+#ppt_h/2"/>
                                          </p:val>
                                        </p:tav>
                                        <p:tav tm="100000">
                                          <p:val>
                                            <p:strVal val="#ppt_y"/>
                                          </p:val>
                                        </p:tav>
                                      </p:tavLst>
                                    </p:anim>
                                  </p:childTnLst>
                                </p:cTn>
                              </p:par>
                              <p:par>
                                <p:cTn id="395" presetID="2" presetClass="entr" presetSubtype="4" fill="hold" nodeType="withEffect">
                                  <p:stCondLst>
                                    <p:cond delay="0"/>
                                  </p:stCondLst>
                                  <p:childTnLst>
                                    <p:set>
                                      <p:cBhvr>
                                        <p:cTn id="396" dur="1" fill="hold">
                                          <p:stCondLst>
                                            <p:cond delay="0"/>
                                          </p:stCondLst>
                                        </p:cTn>
                                        <p:tgtEl>
                                          <p:spTgt spid="188516"/>
                                        </p:tgtEl>
                                        <p:attrNameLst>
                                          <p:attrName>style.visibility</p:attrName>
                                        </p:attrNameLst>
                                      </p:cBhvr>
                                      <p:to>
                                        <p:strVal val="visible"/>
                                      </p:to>
                                    </p:set>
                                    <p:anim calcmode="lin" valueType="num">
                                      <p:cBhvr additive="base">
                                        <p:cTn id="397" dur="500" fill="hold"/>
                                        <p:tgtEl>
                                          <p:spTgt spid="188516"/>
                                        </p:tgtEl>
                                        <p:attrNameLst>
                                          <p:attrName>ppt_x</p:attrName>
                                        </p:attrNameLst>
                                      </p:cBhvr>
                                      <p:tavLst>
                                        <p:tav tm="0">
                                          <p:val>
                                            <p:strVal val="#ppt_x"/>
                                          </p:val>
                                        </p:tav>
                                        <p:tav tm="100000">
                                          <p:val>
                                            <p:strVal val="#ppt_x"/>
                                          </p:val>
                                        </p:tav>
                                      </p:tavLst>
                                    </p:anim>
                                    <p:anim calcmode="lin" valueType="num">
                                      <p:cBhvr additive="base">
                                        <p:cTn id="398" dur="500" fill="hold"/>
                                        <p:tgtEl>
                                          <p:spTgt spid="188516"/>
                                        </p:tgtEl>
                                        <p:attrNameLst>
                                          <p:attrName>ppt_y</p:attrName>
                                        </p:attrNameLst>
                                      </p:cBhvr>
                                      <p:tavLst>
                                        <p:tav tm="0">
                                          <p:val>
                                            <p:strVal val="1+#ppt_h/2"/>
                                          </p:val>
                                        </p:tav>
                                        <p:tav tm="100000">
                                          <p:val>
                                            <p:strVal val="#ppt_y"/>
                                          </p:val>
                                        </p:tav>
                                      </p:tavLst>
                                    </p:anim>
                                  </p:childTnLst>
                                </p:cTn>
                              </p:par>
                              <p:par>
                                <p:cTn id="399" presetID="2" presetClass="entr" presetSubtype="4" fill="hold" nodeType="withEffect">
                                  <p:stCondLst>
                                    <p:cond delay="0"/>
                                  </p:stCondLst>
                                  <p:childTnLst>
                                    <p:set>
                                      <p:cBhvr>
                                        <p:cTn id="400" dur="1" fill="hold">
                                          <p:stCondLst>
                                            <p:cond delay="0"/>
                                          </p:stCondLst>
                                        </p:cTn>
                                        <p:tgtEl>
                                          <p:spTgt spid="188517"/>
                                        </p:tgtEl>
                                        <p:attrNameLst>
                                          <p:attrName>style.visibility</p:attrName>
                                        </p:attrNameLst>
                                      </p:cBhvr>
                                      <p:to>
                                        <p:strVal val="visible"/>
                                      </p:to>
                                    </p:set>
                                    <p:anim calcmode="lin" valueType="num">
                                      <p:cBhvr additive="base">
                                        <p:cTn id="401" dur="500" fill="hold"/>
                                        <p:tgtEl>
                                          <p:spTgt spid="188517"/>
                                        </p:tgtEl>
                                        <p:attrNameLst>
                                          <p:attrName>ppt_x</p:attrName>
                                        </p:attrNameLst>
                                      </p:cBhvr>
                                      <p:tavLst>
                                        <p:tav tm="0">
                                          <p:val>
                                            <p:strVal val="#ppt_x"/>
                                          </p:val>
                                        </p:tav>
                                        <p:tav tm="100000">
                                          <p:val>
                                            <p:strVal val="#ppt_x"/>
                                          </p:val>
                                        </p:tav>
                                      </p:tavLst>
                                    </p:anim>
                                    <p:anim calcmode="lin" valueType="num">
                                      <p:cBhvr additive="base">
                                        <p:cTn id="402" dur="500" fill="hold"/>
                                        <p:tgtEl>
                                          <p:spTgt spid="188517"/>
                                        </p:tgtEl>
                                        <p:attrNameLst>
                                          <p:attrName>ppt_y</p:attrName>
                                        </p:attrNameLst>
                                      </p:cBhvr>
                                      <p:tavLst>
                                        <p:tav tm="0">
                                          <p:val>
                                            <p:strVal val="1+#ppt_h/2"/>
                                          </p:val>
                                        </p:tav>
                                        <p:tav tm="100000">
                                          <p:val>
                                            <p:strVal val="#ppt_y"/>
                                          </p:val>
                                        </p:tav>
                                      </p:tavLst>
                                    </p:anim>
                                  </p:childTnLst>
                                </p:cTn>
                              </p:par>
                              <p:par>
                                <p:cTn id="403" presetID="2" presetClass="entr" presetSubtype="4" fill="hold" nodeType="withEffect">
                                  <p:stCondLst>
                                    <p:cond delay="0"/>
                                  </p:stCondLst>
                                  <p:childTnLst>
                                    <p:set>
                                      <p:cBhvr>
                                        <p:cTn id="404" dur="1" fill="hold">
                                          <p:stCondLst>
                                            <p:cond delay="0"/>
                                          </p:stCondLst>
                                        </p:cTn>
                                        <p:tgtEl>
                                          <p:spTgt spid="188518"/>
                                        </p:tgtEl>
                                        <p:attrNameLst>
                                          <p:attrName>style.visibility</p:attrName>
                                        </p:attrNameLst>
                                      </p:cBhvr>
                                      <p:to>
                                        <p:strVal val="visible"/>
                                      </p:to>
                                    </p:set>
                                    <p:anim calcmode="lin" valueType="num">
                                      <p:cBhvr additive="base">
                                        <p:cTn id="405" dur="500" fill="hold"/>
                                        <p:tgtEl>
                                          <p:spTgt spid="188518"/>
                                        </p:tgtEl>
                                        <p:attrNameLst>
                                          <p:attrName>ppt_x</p:attrName>
                                        </p:attrNameLst>
                                      </p:cBhvr>
                                      <p:tavLst>
                                        <p:tav tm="0">
                                          <p:val>
                                            <p:strVal val="#ppt_x"/>
                                          </p:val>
                                        </p:tav>
                                        <p:tav tm="100000">
                                          <p:val>
                                            <p:strVal val="#ppt_x"/>
                                          </p:val>
                                        </p:tav>
                                      </p:tavLst>
                                    </p:anim>
                                    <p:anim calcmode="lin" valueType="num">
                                      <p:cBhvr additive="base">
                                        <p:cTn id="406" dur="500" fill="hold"/>
                                        <p:tgtEl>
                                          <p:spTgt spid="188518"/>
                                        </p:tgtEl>
                                        <p:attrNameLst>
                                          <p:attrName>ppt_y</p:attrName>
                                        </p:attrNameLst>
                                      </p:cBhvr>
                                      <p:tavLst>
                                        <p:tav tm="0">
                                          <p:val>
                                            <p:strVal val="1+#ppt_h/2"/>
                                          </p:val>
                                        </p:tav>
                                        <p:tav tm="100000">
                                          <p:val>
                                            <p:strVal val="#ppt_y"/>
                                          </p:val>
                                        </p:tav>
                                      </p:tavLst>
                                    </p:anim>
                                  </p:childTnLst>
                                </p:cTn>
                              </p:par>
                              <p:par>
                                <p:cTn id="407" presetID="2" presetClass="entr" presetSubtype="4" fill="hold" grpId="0" nodeType="withEffect">
                                  <p:stCondLst>
                                    <p:cond delay="0"/>
                                  </p:stCondLst>
                                  <p:childTnLst>
                                    <p:set>
                                      <p:cBhvr>
                                        <p:cTn id="408" dur="1" fill="hold">
                                          <p:stCondLst>
                                            <p:cond delay="0"/>
                                          </p:stCondLst>
                                        </p:cTn>
                                        <p:tgtEl>
                                          <p:spTgt spid="188519"/>
                                        </p:tgtEl>
                                        <p:attrNameLst>
                                          <p:attrName>style.visibility</p:attrName>
                                        </p:attrNameLst>
                                      </p:cBhvr>
                                      <p:to>
                                        <p:strVal val="visible"/>
                                      </p:to>
                                    </p:set>
                                    <p:anim calcmode="lin" valueType="num">
                                      <p:cBhvr additive="base">
                                        <p:cTn id="409" dur="500" fill="hold"/>
                                        <p:tgtEl>
                                          <p:spTgt spid="188519"/>
                                        </p:tgtEl>
                                        <p:attrNameLst>
                                          <p:attrName>ppt_x</p:attrName>
                                        </p:attrNameLst>
                                      </p:cBhvr>
                                      <p:tavLst>
                                        <p:tav tm="0">
                                          <p:val>
                                            <p:strVal val="#ppt_x"/>
                                          </p:val>
                                        </p:tav>
                                        <p:tav tm="100000">
                                          <p:val>
                                            <p:strVal val="#ppt_x"/>
                                          </p:val>
                                        </p:tav>
                                      </p:tavLst>
                                    </p:anim>
                                    <p:anim calcmode="lin" valueType="num">
                                      <p:cBhvr additive="base">
                                        <p:cTn id="410" dur="500" fill="hold"/>
                                        <p:tgtEl>
                                          <p:spTgt spid="188519"/>
                                        </p:tgtEl>
                                        <p:attrNameLst>
                                          <p:attrName>ppt_y</p:attrName>
                                        </p:attrNameLst>
                                      </p:cBhvr>
                                      <p:tavLst>
                                        <p:tav tm="0">
                                          <p:val>
                                            <p:strVal val="1+#ppt_h/2"/>
                                          </p:val>
                                        </p:tav>
                                        <p:tav tm="100000">
                                          <p:val>
                                            <p:strVal val="#ppt_y"/>
                                          </p:val>
                                        </p:tav>
                                      </p:tavLst>
                                    </p:anim>
                                  </p:childTnLst>
                                </p:cTn>
                              </p:par>
                              <p:par>
                                <p:cTn id="411" presetID="2" presetClass="entr" presetSubtype="4" fill="hold" grpId="0" nodeType="withEffect">
                                  <p:stCondLst>
                                    <p:cond delay="0"/>
                                  </p:stCondLst>
                                  <p:childTnLst>
                                    <p:set>
                                      <p:cBhvr>
                                        <p:cTn id="412" dur="1" fill="hold">
                                          <p:stCondLst>
                                            <p:cond delay="0"/>
                                          </p:stCondLst>
                                        </p:cTn>
                                        <p:tgtEl>
                                          <p:spTgt spid="188520"/>
                                        </p:tgtEl>
                                        <p:attrNameLst>
                                          <p:attrName>style.visibility</p:attrName>
                                        </p:attrNameLst>
                                      </p:cBhvr>
                                      <p:to>
                                        <p:strVal val="visible"/>
                                      </p:to>
                                    </p:set>
                                    <p:anim calcmode="lin" valueType="num">
                                      <p:cBhvr additive="base">
                                        <p:cTn id="413" dur="500" fill="hold"/>
                                        <p:tgtEl>
                                          <p:spTgt spid="188520"/>
                                        </p:tgtEl>
                                        <p:attrNameLst>
                                          <p:attrName>ppt_x</p:attrName>
                                        </p:attrNameLst>
                                      </p:cBhvr>
                                      <p:tavLst>
                                        <p:tav tm="0">
                                          <p:val>
                                            <p:strVal val="#ppt_x"/>
                                          </p:val>
                                        </p:tav>
                                        <p:tav tm="100000">
                                          <p:val>
                                            <p:strVal val="#ppt_x"/>
                                          </p:val>
                                        </p:tav>
                                      </p:tavLst>
                                    </p:anim>
                                    <p:anim calcmode="lin" valueType="num">
                                      <p:cBhvr additive="base">
                                        <p:cTn id="414" dur="500" fill="hold"/>
                                        <p:tgtEl>
                                          <p:spTgt spid="188520"/>
                                        </p:tgtEl>
                                        <p:attrNameLst>
                                          <p:attrName>ppt_y</p:attrName>
                                        </p:attrNameLst>
                                      </p:cBhvr>
                                      <p:tavLst>
                                        <p:tav tm="0">
                                          <p:val>
                                            <p:strVal val="1+#ppt_h/2"/>
                                          </p:val>
                                        </p:tav>
                                        <p:tav tm="100000">
                                          <p:val>
                                            <p:strVal val="#ppt_y"/>
                                          </p:val>
                                        </p:tav>
                                      </p:tavLst>
                                    </p:anim>
                                  </p:childTnLst>
                                </p:cTn>
                              </p:par>
                              <p:par>
                                <p:cTn id="415" presetID="2" presetClass="entr" presetSubtype="4" fill="hold" grpId="0" nodeType="withEffect">
                                  <p:stCondLst>
                                    <p:cond delay="0"/>
                                  </p:stCondLst>
                                  <p:childTnLst>
                                    <p:set>
                                      <p:cBhvr>
                                        <p:cTn id="416" dur="1" fill="hold">
                                          <p:stCondLst>
                                            <p:cond delay="0"/>
                                          </p:stCondLst>
                                        </p:cTn>
                                        <p:tgtEl>
                                          <p:spTgt spid="188521"/>
                                        </p:tgtEl>
                                        <p:attrNameLst>
                                          <p:attrName>style.visibility</p:attrName>
                                        </p:attrNameLst>
                                      </p:cBhvr>
                                      <p:to>
                                        <p:strVal val="visible"/>
                                      </p:to>
                                    </p:set>
                                    <p:anim calcmode="lin" valueType="num">
                                      <p:cBhvr additive="base">
                                        <p:cTn id="417" dur="500" fill="hold"/>
                                        <p:tgtEl>
                                          <p:spTgt spid="188521"/>
                                        </p:tgtEl>
                                        <p:attrNameLst>
                                          <p:attrName>ppt_x</p:attrName>
                                        </p:attrNameLst>
                                      </p:cBhvr>
                                      <p:tavLst>
                                        <p:tav tm="0">
                                          <p:val>
                                            <p:strVal val="#ppt_x"/>
                                          </p:val>
                                        </p:tav>
                                        <p:tav tm="100000">
                                          <p:val>
                                            <p:strVal val="#ppt_x"/>
                                          </p:val>
                                        </p:tav>
                                      </p:tavLst>
                                    </p:anim>
                                    <p:anim calcmode="lin" valueType="num">
                                      <p:cBhvr additive="base">
                                        <p:cTn id="418" dur="500" fill="hold"/>
                                        <p:tgtEl>
                                          <p:spTgt spid="188521"/>
                                        </p:tgtEl>
                                        <p:attrNameLst>
                                          <p:attrName>ppt_y</p:attrName>
                                        </p:attrNameLst>
                                      </p:cBhvr>
                                      <p:tavLst>
                                        <p:tav tm="0">
                                          <p:val>
                                            <p:strVal val="1+#ppt_h/2"/>
                                          </p:val>
                                        </p:tav>
                                        <p:tav tm="100000">
                                          <p:val>
                                            <p:strVal val="#ppt_y"/>
                                          </p:val>
                                        </p:tav>
                                      </p:tavLst>
                                    </p:anim>
                                  </p:childTnLst>
                                </p:cTn>
                              </p:par>
                              <p:par>
                                <p:cTn id="419" presetID="2" presetClass="entr" presetSubtype="4" fill="hold" nodeType="withEffect">
                                  <p:stCondLst>
                                    <p:cond delay="0"/>
                                  </p:stCondLst>
                                  <p:childTnLst>
                                    <p:set>
                                      <p:cBhvr>
                                        <p:cTn id="420" dur="1" fill="hold">
                                          <p:stCondLst>
                                            <p:cond delay="0"/>
                                          </p:stCondLst>
                                        </p:cTn>
                                        <p:tgtEl>
                                          <p:spTgt spid="188522"/>
                                        </p:tgtEl>
                                        <p:attrNameLst>
                                          <p:attrName>style.visibility</p:attrName>
                                        </p:attrNameLst>
                                      </p:cBhvr>
                                      <p:to>
                                        <p:strVal val="visible"/>
                                      </p:to>
                                    </p:set>
                                    <p:anim calcmode="lin" valueType="num">
                                      <p:cBhvr additive="base">
                                        <p:cTn id="421" dur="500" fill="hold"/>
                                        <p:tgtEl>
                                          <p:spTgt spid="188522"/>
                                        </p:tgtEl>
                                        <p:attrNameLst>
                                          <p:attrName>ppt_x</p:attrName>
                                        </p:attrNameLst>
                                      </p:cBhvr>
                                      <p:tavLst>
                                        <p:tav tm="0">
                                          <p:val>
                                            <p:strVal val="#ppt_x"/>
                                          </p:val>
                                        </p:tav>
                                        <p:tav tm="100000">
                                          <p:val>
                                            <p:strVal val="#ppt_x"/>
                                          </p:val>
                                        </p:tav>
                                      </p:tavLst>
                                    </p:anim>
                                    <p:anim calcmode="lin" valueType="num">
                                      <p:cBhvr additive="base">
                                        <p:cTn id="422" dur="500" fill="hold"/>
                                        <p:tgtEl>
                                          <p:spTgt spid="188522"/>
                                        </p:tgtEl>
                                        <p:attrNameLst>
                                          <p:attrName>ppt_y</p:attrName>
                                        </p:attrNameLst>
                                      </p:cBhvr>
                                      <p:tavLst>
                                        <p:tav tm="0">
                                          <p:val>
                                            <p:strVal val="1+#ppt_h/2"/>
                                          </p:val>
                                        </p:tav>
                                        <p:tav tm="100000">
                                          <p:val>
                                            <p:strVal val="#ppt_y"/>
                                          </p:val>
                                        </p:tav>
                                      </p:tavLst>
                                    </p:anim>
                                  </p:childTnLst>
                                </p:cTn>
                              </p:par>
                              <p:par>
                                <p:cTn id="423" presetID="2" presetClass="entr" presetSubtype="4" fill="hold" nodeType="withEffect">
                                  <p:stCondLst>
                                    <p:cond delay="0"/>
                                  </p:stCondLst>
                                  <p:childTnLst>
                                    <p:set>
                                      <p:cBhvr>
                                        <p:cTn id="424" dur="1" fill="hold">
                                          <p:stCondLst>
                                            <p:cond delay="0"/>
                                          </p:stCondLst>
                                        </p:cTn>
                                        <p:tgtEl>
                                          <p:spTgt spid="188523"/>
                                        </p:tgtEl>
                                        <p:attrNameLst>
                                          <p:attrName>style.visibility</p:attrName>
                                        </p:attrNameLst>
                                      </p:cBhvr>
                                      <p:to>
                                        <p:strVal val="visible"/>
                                      </p:to>
                                    </p:set>
                                    <p:anim calcmode="lin" valueType="num">
                                      <p:cBhvr additive="base">
                                        <p:cTn id="425" dur="500" fill="hold"/>
                                        <p:tgtEl>
                                          <p:spTgt spid="188523"/>
                                        </p:tgtEl>
                                        <p:attrNameLst>
                                          <p:attrName>ppt_x</p:attrName>
                                        </p:attrNameLst>
                                      </p:cBhvr>
                                      <p:tavLst>
                                        <p:tav tm="0">
                                          <p:val>
                                            <p:strVal val="#ppt_x"/>
                                          </p:val>
                                        </p:tav>
                                        <p:tav tm="100000">
                                          <p:val>
                                            <p:strVal val="#ppt_x"/>
                                          </p:val>
                                        </p:tav>
                                      </p:tavLst>
                                    </p:anim>
                                    <p:anim calcmode="lin" valueType="num">
                                      <p:cBhvr additive="base">
                                        <p:cTn id="426" dur="500" fill="hold"/>
                                        <p:tgtEl>
                                          <p:spTgt spid="188523"/>
                                        </p:tgtEl>
                                        <p:attrNameLst>
                                          <p:attrName>ppt_y</p:attrName>
                                        </p:attrNameLst>
                                      </p:cBhvr>
                                      <p:tavLst>
                                        <p:tav tm="0">
                                          <p:val>
                                            <p:strVal val="1+#ppt_h/2"/>
                                          </p:val>
                                        </p:tav>
                                        <p:tav tm="100000">
                                          <p:val>
                                            <p:strVal val="#ppt_y"/>
                                          </p:val>
                                        </p:tav>
                                      </p:tavLst>
                                    </p:anim>
                                  </p:childTnLst>
                                </p:cTn>
                              </p:par>
                              <p:par>
                                <p:cTn id="427" presetID="2" presetClass="entr" presetSubtype="4" fill="hold" nodeType="withEffect">
                                  <p:stCondLst>
                                    <p:cond delay="0"/>
                                  </p:stCondLst>
                                  <p:childTnLst>
                                    <p:set>
                                      <p:cBhvr>
                                        <p:cTn id="428" dur="1" fill="hold">
                                          <p:stCondLst>
                                            <p:cond delay="0"/>
                                          </p:stCondLst>
                                        </p:cTn>
                                        <p:tgtEl>
                                          <p:spTgt spid="188524"/>
                                        </p:tgtEl>
                                        <p:attrNameLst>
                                          <p:attrName>style.visibility</p:attrName>
                                        </p:attrNameLst>
                                      </p:cBhvr>
                                      <p:to>
                                        <p:strVal val="visible"/>
                                      </p:to>
                                    </p:set>
                                    <p:anim calcmode="lin" valueType="num">
                                      <p:cBhvr additive="base">
                                        <p:cTn id="429" dur="500" fill="hold"/>
                                        <p:tgtEl>
                                          <p:spTgt spid="188524"/>
                                        </p:tgtEl>
                                        <p:attrNameLst>
                                          <p:attrName>ppt_x</p:attrName>
                                        </p:attrNameLst>
                                      </p:cBhvr>
                                      <p:tavLst>
                                        <p:tav tm="0">
                                          <p:val>
                                            <p:strVal val="#ppt_x"/>
                                          </p:val>
                                        </p:tav>
                                        <p:tav tm="100000">
                                          <p:val>
                                            <p:strVal val="#ppt_x"/>
                                          </p:val>
                                        </p:tav>
                                      </p:tavLst>
                                    </p:anim>
                                    <p:anim calcmode="lin" valueType="num">
                                      <p:cBhvr additive="base">
                                        <p:cTn id="430" dur="500" fill="hold"/>
                                        <p:tgtEl>
                                          <p:spTgt spid="188524"/>
                                        </p:tgtEl>
                                        <p:attrNameLst>
                                          <p:attrName>ppt_y</p:attrName>
                                        </p:attrNameLst>
                                      </p:cBhvr>
                                      <p:tavLst>
                                        <p:tav tm="0">
                                          <p:val>
                                            <p:strVal val="1+#ppt_h/2"/>
                                          </p:val>
                                        </p:tav>
                                        <p:tav tm="100000">
                                          <p:val>
                                            <p:strVal val="#ppt_y"/>
                                          </p:val>
                                        </p:tav>
                                      </p:tavLst>
                                    </p:anim>
                                  </p:childTnLst>
                                </p:cTn>
                              </p:par>
                              <p:par>
                                <p:cTn id="431" presetID="2" presetClass="entr" presetSubtype="4" fill="hold" nodeType="withEffect">
                                  <p:stCondLst>
                                    <p:cond delay="0"/>
                                  </p:stCondLst>
                                  <p:childTnLst>
                                    <p:set>
                                      <p:cBhvr>
                                        <p:cTn id="432" dur="1" fill="hold">
                                          <p:stCondLst>
                                            <p:cond delay="0"/>
                                          </p:stCondLst>
                                        </p:cTn>
                                        <p:tgtEl>
                                          <p:spTgt spid="188525"/>
                                        </p:tgtEl>
                                        <p:attrNameLst>
                                          <p:attrName>style.visibility</p:attrName>
                                        </p:attrNameLst>
                                      </p:cBhvr>
                                      <p:to>
                                        <p:strVal val="visible"/>
                                      </p:to>
                                    </p:set>
                                    <p:anim calcmode="lin" valueType="num">
                                      <p:cBhvr additive="base">
                                        <p:cTn id="433" dur="500" fill="hold"/>
                                        <p:tgtEl>
                                          <p:spTgt spid="188525"/>
                                        </p:tgtEl>
                                        <p:attrNameLst>
                                          <p:attrName>ppt_x</p:attrName>
                                        </p:attrNameLst>
                                      </p:cBhvr>
                                      <p:tavLst>
                                        <p:tav tm="0">
                                          <p:val>
                                            <p:strVal val="#ppt_x"/>
                                          </p:val>
                                        </p:tav>
                                        <p:tav tm="100000">
                                          <p:val>
                                            <p:strVal val="#ppt_x"/>
                                          </p:val>
                                        </p:tav>
                                      </p:tavLst>
                                    </p:anim>
                                    <p:anim calcmode="lin" valueType="num">
                                      <p:cBhvr additive="base">
                                        <p:cTn id="434" dur="500" fill="hold"/>
                                        <p:tgtEl>
                                          <p:spTgt spid="188525"/>
                                        </p:tgtEl>
                                        <p:attrNameLst>
                                          <p:attrName>ppt_y</p:attrName>
                                        </p:attrNameLst>
                                      </p:cBhvr>
                                      <p:tavLst>
                                        <p:tav tm="0">
                                          <p:val>
                                            <p:strVal val="1+#ppt_h/2"/>
                                          </p:val>
                                        </p:tav>
                                        <p:tav tm="100000">
                                          <p:val>
                                            <p:strVal val="#ppt_y"/>
                                          </p:val>
                                        </p:tav>
                                      </p:tavLst>
                                    </p:anim>
                                  </p:childTnLst>
                                </p:cTn>
                              </p:par>
                              <p:par>
                                <p:cTn id="435" presetID="2" presetClass="entr" presetSubtype="4" fill="hold" nodeType="withEffect">
                                  <p:stCondLst>
                                    <p:cond delay="0"/>
                                  </p:stCondLst>
                                  <p:childTnLst>
                                    <p:set>
                                      <p:cBhvr>
                                        <p:cTn id="436" dur="1" fill="hold">
                                          <p:stCondLst>
                                            <p:cond delay="0"/>
                                          </p:stCondLst>
                                        </p:cTn>
                                        <p:tgtEl>
                                          <p:spTgt spid="188526"/>
                                        </p:tgtEl>
                                        <p:attrNameLst>
                                          <p:attrName>style.visibility</p:attrName>
                                        </p:attrNameLst>
                                      </p:cBhvr>
                                      <p:to>
                                        <p:strVal val="visible"/>
                                      </p:to>
                                    </p:set>
                                    <p:anim calcmode="lin" valueType="num">
                                      <p:cBhvr additive="base">
                                        <p:cTn id="437" dur="500" fill="hold"/>
                                        <p:tgtEl>
                                          <p:spTgt spid="188526"/>
                                        </p:tgtEl>
                                        <p:attrNameLst>
                                          <p:attrName>ppt_x</p:attrName>
                                        </p:attrNameLst>
                                      </p:cBhvr>
                                      <p:tavLst>
                                        <p:tav tm="0">
                                          <p:val>
                                            <p:strVal val="#ppt_x"/>
                                          </p:val>
                                        </p:tav>
                                        <p:tav tm="100000">
                                          <p:val>
                                            <p:strVal val="#ppt_x"/>
                                          </p:val>
                                        </p:tav>
                                      </p:tavLst>
                                    </p:anim>
                                    <p:anim calcmode="lin" valueType="num">
                                      <p:cBhvr additive="base">
                                        <p:cTn id="438" dur="500" fill="hold"/>
                                        <p:tgtEl>
                                          <p:spTgt spid="188526"/>
                                        </p:tgtEl>
                                        <p:attrNameLst>
                                          <p:attrName>ppt_y</p:attrName>
                                        </p:attrNameLst>
                                      </p:cBhvr>
                                      <p:tavLst>
                                        <p:tav tm="0">
                                          <p:val>
                                            <p:strVal val="1+#ppt_h/2"/>
                                          </p:val>
                                        </p:tav>
                                        <p:tav tm="100000">
                                          <p:val>
                                            <p:strVal val="#ppt_y"/>
                                          </p:val>
                                        </p:tav>
                                      </p:tavLst>
                                    </p:anim>
                                  </p:childTnLst>
                                </p:cTn>
                              </p:par>
                              <p:par>
                                <p:cTn id="439" presetID="2" presetClass="entr" presetSubtype="4" fill="hold" grpId="0" nodeType="withEffect">
                                  <p:stCondLst>
                                    <p:cond delay="0"/>
                                  </p:stCondLst>
                                  <p:childTnLst>
                                    <p:set>
                                      <p:cBhvr>
                                        <p:cTn id="440" dur="1" fill="hold">
                                          <p:stCondLst>
                                            <p:cond delay="0"/>
                                          </p:stCondLst>
                                        </p:cTn>
                                        <p:tgtEl>
                                          <p:spTgt spid="188527"/>
                                        </p:tgtEl>
                                        <p:attrNameLst>
                                          <p:attrName>style.visibility</p:attrName>
                                        </p:attrNameLst>
                                      </p:cBhvr>
                                      <p:to>
                                        <p:strVal val="visible"/>
                                      </p:to>
                                    </p:set>
                                    <p:anim calcmode="lin" valueType="num">
                                      <p:cBhvr additive="base">
                                        <p:cTn id="441" dur="500" fill="hold"/>
                                        <p:tgtEl>
                                          <p:spTgt spid="188527"/>
                                        </p:tgtEl>
                                        <p:attrNameLst>
                                          <p:attrName>ppt_x</p:attrName>
                                        </p:attrNameLst>
                                      </p:cBhvr>
                                      <p:tavLst>
                                        <p:tav tm="0">
                                          <p:val>
                                            <p:strVal val="#ppt_x"/>
                                          </p:val>
                                        </p:tav>
                                        <p:tav tm="100000">
                                          <p:val>
                                            <p:strVal val="#ppt_x"/>
                                          </p:val>
                                        </p:tav>
                                      </p:tavLst>
                                    </p:anim>
                                    <p:anim calcmode="lin" valueType="num">
                                      <p:cBhvr additive="base">
                                        <p:cTn id="442" dur="500" fill="hold"/>
                                        <p:tgtEl>
                                          <p:spTgt spid="188527"/>
                                        </p:tgtEl>
                                        <p:attrNameLst>
                                          <p:attrName>ppt_y</p:attrName>
                                        </p:attrNameLst>
                                      </p:cBhvr>
                                      <p:tavLst>
                                        <p:tav tm="0">
                                          <p:val>
                                            <p:strVal val="1+#ppt_h/2"/>
                                          </p:val>
                                        </p:tav>
                                        <p:tav tm="100000">
                                          <p:val>
                                            <p:strVal val="#ppt_y"/>
                                          </p:val>
                                        </p:tav>
                                      </p:tavLst>
                                    </p:anim>
                                  </p:childTnLst>
                                </p:cTn>
                              </p:par>
                              <p:par>
                                <p:cTn id="443" presetID="2" presetClass="entr" presetSubtype="4" fill="hold" grpId="0" nodeType="withEffect">
                                  <p:stCondLst>
                                    <p:cond delay="0"/>
                                  </p:stCondLst>
                                  <p:childTnLst>
                                    <p:set>
                                      <p:cBhvr>
                                        <p:cTn id="444" dur="1" fill="hold">
                                          <p:stCondLst>
                                            <p:cond delay="0"/>
                                          </p:stCondLst>
                                        </p:cTn>
                                        <p:tgtEl>
                                          <p:spTgt spid="188528"/>
                                        </p:tgtEl>
                                        <p:attrNameLst>
                                          <p:attrName>style.visibility</p:attrName>
                                        </p:attrNameLst>
                                      </p:cBhvr>
                                      <p:to>
                                        <p:strVal val="visible"/>
                                      </p:to>
                                    </p:set>
                                    <p:anim calcmode="lin" valueType="num">
                                      <p:cBhvr additive="base">
                                        <p:cTn id="445" dur="500" fill="hold"/>
                                        <p:tgtEl>
                                          <p:spTgt spid="188528"/>
                                        </p:tgtEl>
                                        <p:attrNameLst>
                                          <p:attrName>ppt_x</p:attrName>
                                        </p:attrNameLst>
                                      </p:cBhvr>
                                      <p:tavLst>
                                        <p:tav tm="0">
                                          <p:val>
                                            <p:strVal val="#ppt_x"/>
                                          </p:val>
                                        </p:tav>
                                        <p:tav tm="100000">
                                          <p:val>
                                            <p:strVal val="#ppt_x"/>
                                          </p:val>
                                        </p:tav>
                                      </p:tavLst>
                                    </p:anim>
                                    <p:anim calcmode="lin" valueType="num">
                                      <p:cBhvr additive="base">
                                        <p:cTn id="446" dur="500" fill="hold"/>
                                        <p:tgtEl>
                                          <p:spTgt spid="188528"/>
                                        </p:tgtEl>
                                        <p:attrNameLst>
                                          <p:attrName>ppt_y</p:attrName>
                                        </p:attrNameLst>
                                      </p:cBhvr>
                                      <p:tavLst>
                                        <p:tav tm="0">
                                          <p:val>
                                            <p:strVal val="1+#ppt_h/2"/>
                                          </p:val>
                                        </p:tav>
                                        <p:tav tm="100000">
                                          <p:val>
                                            <p:strVal val="#ppt_y"/>
                                          </p:val>
                                        </p:tav>
                                      </p:tavLst>
                                    </p:anim>
                                  </p:childTnLst>
                                </p:cTn>
                              </p:par>
                              <p:par>
                                <p:cTn id="447" presetID="2" presetClass="entr" presetSubtype="4" fill="hold" grpId="0" nodeType="withEffect">
                                  <p:stCondLst>
                                    <p:cond delay="0"/>
                                  </p:stCondLst>
                                  <p:childTnLst>
                                    <p:set>
                                      <p:cBhvr>
                                        <p:cTn id="448" dur="1" fill="hold">
                                          <p:stCondLst>
                                            <p:cond delay="0"/>
                                          </p:stCondLst>
                                        </p:cTn>
                                        <p:tgtEl>
                                          <p:spTgt spid="188529"/>
                                        </p:tgtEl>
                                        <p:attrNameLst>
                                          <p:attrName>style.visibility</p:attrName>
                                        </p:attrNameLst>
                                      </p:cBhvr>
                                      <p:to>
                                        <p:strVal val="visible"/>
                                      </p:to>
                                    </p:set>
                                    <p:anim calcmode="lin" valueType="num">
                                      <p:cBhvr additive="base">
                                        <p:cTn id="449" dur="500" fill="hold"/>
                                        <p:tgtEl>
                                          <p:spTgt spid="188529"/>
                                        </p:tgtEl>
                                        <p:attrNameLst>
                                          <p:attrName>ppt_x</p:attrName>
                                        </p:attrNameLst>
                                      </p:cBhvr>
                                      <p:tavLst>
                                        <p:tav tm="0">
                                          <p:val>
                                            <p:strVal val="#ppt_x"/>
                                          </p:val>
                                        </p:tav>
                                        <p:tav tm="100000">
                                          <p:val>
                                            <p:strVal val="#ppt_x"/>
                                          </p:val>
                                        </p:tav>
                                      </p:tavLst>
                                    </p:anim>
                                    <p:anim calcmode="lin" valueType="num">
                                      <p:cBhvr additive="base">
                                        <p:cTn id="450" dur="500" fill="hold"/>
                                        <p:tgtEl>
                                          <p:spTgt spid="188529"/>
                                        </p:tgtEl>
                                        <p:attrNameLst>
                                          <p:attrName>ppt_y</p:attrName>
                                        </p:attrNameLst>
                                      </p:cBhvr>
                                      <p:tavLst>
                                        <p:tav tm="0">
                                          <p:val>
                                            <p:strVal val="1+#ppt_h/2"/>
                                          </p:val>
                                        </p:tav>
                                        <p:tav tm="100000">
                                          <p:val>
                                            <p:strVal val="#ppt_y"/>
                                          </p:val>
                                        </p:tav>
                                      </p:tavLst>
                                    </p:anim>
                                  </p:childTnLst>
                                </p:cTn>
                              </p:par>
                              <p:par>
                                <p:cTn id="451" presetID="2" presetClass="entr" presetSubtype="4" fill="hold" grpId="0" nodeType="withEffect">
                                  <p:stCondLst>
                                    <p:cond delay="0"/>
                                  </p:stCondLst>
                                  <p:childTnLst>
                                    <p:set>
                                      <p:cBhvr>
                                        <p:cTn id="452" dur="1" fill="hold">
                                          <p:stCondLst>
                                            <p:cond delay="0"/>
                                          </p:stCondLst>
                                        </p:cTn>
                                        <p:tgtEl>
                                          <p:spTgt spid="188530"/>
                                        </p:tgtEl>
                                        <p:attrNameLst>
                                          <p:attrName>style.visibility</p:attrName>
                                        </p:attrNameLst>
                                      </p:cBhvr>
                                      <p:to>
                                        <p:strVal val="visible"/>
                                      </p:to>
                                    </p:set>
                                    <p:anim calcmode="lin" valueType="num">
                                      <p:cBhvr additive="base">
                                        <p:cTn id="453" dur="500" fill="hold"/>
                                        <p:tgtEl>
                                          <p:spTgt spid="188530"/>
                                        </p:tgtEl>
                                        <p:attrNameLst>
                                          <p:attrName>ppt_x</p:attrName>
                                        </p:attrNameLst>
                                      </p:cBhvr>
                                      <p:tavLst>
                                        <p:tav tm="0">
                                          <p:val>
                                            <p:strVal val="#ppt_x"/>
                                          </p:val>
                                        </p:tav>
                                        <p:tav tm="100000">
                                          <p:val>
                                            <p:strVal val="#ppt_x"/>
                                          </p:val>
                                        </p:tav>
                                      </p:tavLst>
                                    </p:anim>
                                    <p:anim calcmode="lin" valueType="num">
                                      <p:cBhvr additive="base">
                                        <p:cTn id="454" dur="500" fill="hold"/>
                                        <p:tgtEl>
                                          <p:spTgt spid="188530"/>
                                        </p:tgtEl>
                                        <p:attrNameLst>
                                          <p:attrName>ppt_y</p:attrName>
                                        </p:attrNameLst>
                                      </p:cBhvr>
                                      <p:tavLst>
                                        <p:tav tm="0">
                                          <p:val>
                                            <p:strVal val="1+#ppt_h/2"/>
                                          </p:val>
                                        </p:tav>
                                        <p:tav tm="100000">
                                          <p:val>
                                            <p:strVal val="#ppt_y"/>
                                          </p:val>
                                        </p:tav>
                                      </p:tavLst>
                                    </p:anim>
                                  </p:childTnLst>
                                </p:cTn>
                              </p:par>
                              <p:par>
                                <p:cTn id="455" presetID="2" presetClass="entr" presetSubtype="4" fill="hold" grpId="0" nodeType="withEffect">
                                  <p:stCondLst>
                                    <p:cond delay="0"/>
                                  </p:stCondLst>
                                  <p:childTnLst>
                                    <p:set>
                                      <p:cBhvr>
                                        <p:cTn id="456" dur="1" fill="hold">
                                          <p:stCondLst>
                                            <p:cond delay="0"/>
                                          </p:stCondLst>
                                        </p:cTn>
                                        <p:tgtEl>
                                          <p:spTgt spid="188531"/>
                                        </p:tgtEl>
                                        <p:attrNameLst>
                                          <p:attrName>style.visibility</p:attrName>
                                        </p:attrNameLst>
                                      </p:cBhvr>
                                      <p:to>
                                        <p:strVal val="visible"/>
                                      </p:to>
                                    </p:set>
                                    <p:anim calcmode="lin" valueType="num">
                                      <p:cBhvr additive="base">
                                        <p:cTn id="457" dur="500" fill="hold"/>
                                        <p:tgtEl>
                                          <p:spTgt spid="188531"/>
                                        </p:tgtEl>
                                        <p:attrNameLst>
                                          <p:attrName>ppt_x</p:attrName>
                                        </p:attrNameLst>
                                      </p:cBhvr>
                                      <p:tavLst>
                                        <p:tav tm="0">
                                          <p:val>
                                            <p:strVal val="#ppt_x"/>
                                          </p:val>
                                        </p:tav>
                                        <p:tav tm="100000">
                                          <p:val>
                                            <p:strVal val="#ppt_x"/>
                                          </p:val>
                                        </p:tav>
                                      </p:tavLst>
                                    </p:anim>
                                    <p:anim calcmode="lin" valueType="num">
                                      <p:cBhvr additive="base">
                                        <p:cTn id="458" dur="500" fill="hold"/>
                                        <p:tgtEl>
                                          <p:spTgt spid="188531"/>
                                        </p:tgtEl>
                                        <p:attrNameLst>
                                          <p:attrName>ppt_y</p:attrName>
                                        </p:attrNameLst>
                                      </p:cBhvr>
                                      <p:tavLst>
                                        <p:tav tm="0">
                                          <p:val>
                                            <p:strVal val="1+#ppt_h/2"/>
                                          </p:val>
                                        </p:tav>
                                        <p:tav tm="100000">
                                          <p:val>
                                            <p:strVal val="#ppt_y"/>
                                          </p:val>
                                        </p:tav>
                                      </p:tavLst>
                                    </p:anim>
                                  </p:childTnLst>
                                </p:cTn>
                              </p:par>
                              <p:par>
                                <p:cTn id="459" presetID="2" presetClass="entr" presetSubtype="4" fill="hold" nodeType="withEffect">
                                  <p:stCondLst>
                                    <p:cond delay="0"/>
                                  </p:stCondLst>
                                  <p:childTnLst>
                                    <p:set>
                                      <p:cBhvr>
                                        <p:cTn id="460" dur="1" fill="hold">
                                          <p:stCondLst>
                                            <p:cond delay="0"/>
                                          </p:stCondLst>
                                        </p:cTn>
                                        <p:tgtEl>
                                          <p:spTgt spid="188532"/>
                                        </p:tgtEl>
                                        <p:attrNameLst>
                                          <p:attrName>style.visibility</p:attrName>
                                        </p:attrNameLst>
                                      </p:cBhvr>
                                      <p:to>
                                        <p:strVal val="visible"/>
                                      </p:to>
                                    </p:set>
                                    <p:anim calcmode="lin" valueType="num">
                                      <p:cBhvr additive="base">
                                        <p:cTn id="461" dur="500" fill="hold"/>
                                        <p:tgtEl>
                                          <p:spTgt spid="188532"/>
                                        </p:tgtEl>
                                        <p:attrNameLst>
                                          <p:attrName>ppt_x</p:attrName>
                                        </p:attrNameLst>
                                      </p:cBhvr>
                                      <p:tavLst>
                                        <p:tav tm="0">
                                          <p:val>
                                            <p:strVal val="#ppt_x"/>
                                          </p:val>
                                        </p:tav>
                                        <p:tav tm="100000">
                                          <p:val>
                                            <p:strVal val="#ppt_x"/>
                                          </p:val>
                                        </p:tav>
                                      </p:tavLst>
                                    </p:anim>
                                    <p:anim calcmode="lin" valueType="num">
                                      <p:cBhvr additive="base">
                                        <p:cTn id="462" dur="500" fill="hold"/>
                                        <p:tgtEl>
                                          <p:spTgt spid="188532"/>
                                        </p:tgtEl>
                                        <p:attrNameLst>
                                          <p:attrName>ppt_y</p:attrName>
                                        </p:attrNameLst>
                                      </p:cBhvr>
                                      <p:tavLst>
                                        <p:tav tm="0">
                                          <p:val>
                                            <p:strVal val="1+#ppt_h/2"/>
                                          </p:val>
                                        </p:tav>
                                        <p:tav tm="100000">
                                          <p:val>
                                            <p:strVal val="#ppt_y"/>
                                          </p:val>
                                        </p:tav>
                                      </p:tavLst>
                                    </p:anim>
                                  </p:childTnLst>
                                </p:cTn>
                              </p:par>
                              <p:par>
                                <p:cTn id="463" presetID="2" presetClass="entr" presetSubtype="4" fill="hold" nodeType="withEffect">
                                  <p:stCondLst>
                                    <p:cond delay="0"/>
                                  </p:stCondLst>
                                  <p:childTnLst>
                                    <p:set>
                                      <p:cBhvr>
                                        <p:cTn id="464" dur="1" fill="hold">
                                          <p:stCondLst>
                                            <p:cond delay="0"/>
                                          </p:stCondLst>
                                        </p:cTn>
                                        <p:tgtEl>
                                          <p:spTgt spid="188533"/>
                                        </p:tgtEl>
                                        <p:attrNameLst>
                                          <p:attrName>style.visibility</p:attrName>
                                        </p:attrNameLst>
                                      </p:cBhvr>
                                      <p:to>
                                        <p:strVal val="visible"/>
                                      </p:to>
                                    </p:set>
                                    <p:anim calcmode="lin" valueType="num">
                                      <p:cBhvr additive="base">
                                        <p:cTn id="465" dur="500" fill="hold"/>
                                        <p:tgtEl>
                                          <p:spTgt spid="188533"/>
                                        </p:tgtEl>
                                        <p:attrNameLst>
                                          <p:attrName>ppt_x</p:attrName>
                                        </p:attrNameLst>
                                      </p:cBhvr>
                                      <p:tavLst>
                                        <p:tav tm="0">
                                          <p:val>
                                            <p:strVal val="#ppt_x"/>
                                          </p:val>
                                        </p:tav>
                                        <p:tav tm="100000">
                                          <p:val>
                                            <p:strVal val="#ppt_x"/>
                                          </p:val>
                                        </p:tav>
                                      </p:tavLst>
                                    </p:anim>
                                    <p:anim calcmode="lin" valueType="num">
                                      <p:cBhvr additive="base">
                                        <p:cTn id="466" dur="500" fill="hold"/>
                                        <p:tgtEl>
                                          <p:spTgt spid="188533"/>
                                        </p:tgtEl>
                                        <p:attrNameLst>
                                          <p:attrName>ppt_y</p:attrName>
                                        </p:attrNameLst>
                                      </p:cBhvr>
                                      <p:tavLst>
                                        <p:tav tm="0">
                                          <p:val>
                                            <p:strVal val="1+#ppt_h/2"/>
                                          </p:val>
                                        </p:tav>
                                        <p:tav tm="100000">
                                          <p:val>
                                            <p:strVal val="#ppt_y"/>
                                          </p:val>
                                        </p:tav>
                                      </p:tavLst>
                                    </p:anim>
                                  </p:childTnLst>
                                </p:cTn>
                              </p:par>
                              <p:par>
                                <p:cTn id="467" presetID="2" presetClass="entr" presetSubtype="4" fill="hold" grpId="0" nodeType="withEffect">
                                  <p:stCondLst>
                                    <p:cond delay="0"/>
                                  </p:stCondLst>
                                  <p:childTnLst>
                                    <p:set>
                                      <p:cBhvr>
                                        <p:cTn id="468" dur="1" fill="hold">
                                          <p:stCondLst>
                                            <p:cond delay="0"/>
                                          </p:stCondLst>
                                        </p:cTn>
                                        <p:tgtEl>
                                          <p:spTgt spid="188534"/>
                                        </p:tgtEl>
                                        <p:attrNameLst>
                                          <p:attrName>style.visibility</p:attrName>
                                        </p:attrNameLst>
                                      </p:cBhvr>
                                      <p:to>
                                        <p:strVal val="visible"/>
                                      </p:to>
                                    </p:set>
                                    <p:anim calcmode="lin" valueType="num">
                                      <p:cBhvr additive="base">
                                        <p:cTn id="469" dur="500" fill="hold"/>
                                        <p:tgtEl>
                                          <p:spTgt spid="188534"/>
                                        </p:tgtEl>
                                        <p:attrNameLst>
                                          <p:attrName>ppt_x</p:attrName>
                                        </p:attrNameLst>
                                      </p:cBhvr>
                                      <p:tavLst>
                                        <p:tav tm="0">
                                          <p:val>
                                            <p:strVal val="#ppt_x"/>
                                          </p:val>
                                        </p:tav>
                                        <p:tav tm="100000">
                                          <p:val>
                                            <p:strVal val="#ppt_x"/>
                                          </p:val>
                                        </p:tav>
                                      </p:tavLst>
                                    </p:anim>
                                    <p:anim calcmode="lin" valueType="num">
                                      <p:cBhvr additive="base">
                                        <p:cTn id="470" dur="500" fill="hold"/>
                                        <p:tgtEl>
                                          <p:spTgt spid="188534"/>
                                        </p:tgtEl>
                                        <p:attrNameLst>
                                          <p:attrName>ppt_y</p:attrName>
                                        </p:attrNameLst>
                                      </p:cBhvr>
                                      <p:tavLst>
                                        <p:tav tm="0">
                                          <p:val>
                                            <p:strVal val="1+#ppt_h/2"/>
                                          </p:val>
                                        </p:tav>
                                        <p:tav tm="100000">
                                          <p:val>
                                            <p:strVal val="#ppt_y"/>
                                          </p:val>
                                        </p:tav>
                                      </p:tavLst>
                                    </p:anim>
                                  </p:childTnLst>
                                </p:cTn>
                              </p:par>
                              <p:par>
                                <p:cTn id="471" presetID="2" presetClass="entr" presetSubtype="4" fill="hold" grpId="0" nodeType="withEffect">
                                  <p:stCondLst>
                                    <p:cond delay="0"/>
                                  </p:stCondLst>
                                  <p:childTnLst>
                                    <p:set>
                                      <p:cBhvr>
                                        <p:cTn id="472" dur="1" fill="hold">
                                          <p:stCondLst>
                                            <p:cond delay="0"/>
                                          </p:stCondLst>
                                        </p:cTn>
                                        <p:tgtEl>
                                          <p:spTgt spid="188535"/>
                                        </p:tgtEl>
                                        <p:attrNameLst>
                                          <p:attrName>style.visibility</p:attrName>
                                        </p:attrNameLst>
                                      </p:cBhvr>
                                      <p:to>
                                        <p:strVal val="visible"/>
                                      </p:to>
                                    </p:set>
                                    <p:anim calcmode="lin" valueType="num">
                                      <p:cBhvr additive="base">
                                        <p:cTn id="473" dur="500" fill="hold"/>
                                        <p:tgtEl>
                                          <p:spTgt spid="188535"/>
                                        </p:tgtEl>
                                        <p:attrNameLst>
                                          <p:attrName>ppt_x</p:attrName>
                                        </p:attrNameLst>
                                      </p:cBhvr>
                                      <p:tavLst>
                                        <p:tav tm="0">
                                          <p:val>
                                            <p:strVal val="#ppt_x"/>
                                          </p:val>
                                        </p:tav>
                                        <p:tav tm="100000">
                                          <p:val>
                                            <p:strVal val="#ppt_x"/>
                                          </p:val>
                                        </p:tav>
                                      </p:tavLst>
                                    </p:anim>
                                    <p:anim calcmode="lin" valueType="num">
                                      <p:cBhvr additive="base">
                                        <p:cTn id="474" dur="500" fill="hold"/>
                                        <p:tgtEl>
                                          <p:spTgt spid="188535"/>
                                        </p:tgtEl>
                                        <p:attrNameLst>
                                          <p:attrName>ppt_y</p:attrName>
                                        </p:attrNameLst>
                                      </p:cBhvr>
                                      <p:tavLst>
                                        <p:tav tm="0">
                                          <p:val>
                                            <p:strVal val="1+#ppt_h/2"/>
                                          </p:val>
                                        </p:tav>
                                        <p:tav tm="100000">
                                          <p:val>
                                            <p:strVal val="#ppt_y"/>
                                          </p:val>
                                        </p:tav>
                                      </p:tavLst>
                                    </p:anim>
                                  </p:childTnLst>
                                </p:cTn>
                              </p:par>
                              <p:par>
                                <p:cTn id="475" presetID="2" presetClass="entr" presetSubtype="4" fill="hold" grpId="0" nodeType="withEffect">
                                  <p:stCondLst>
                                    <p:cond delay="0"/>
                                  </p:stCondLst>
                                  <p:childTnLst>
                                    <p:set>
                                      <p:cBhvr>
                                        <p:cTn id="476" dur="1" fill="hold">
                                          <p:stCondLst>
                                            <p:cond delay="0"/>
                                          </p:stCondLst>
                                        </p:cTn>
                                        <p:tgtEl>
                                          <p:spTgt spid="188536"/>
                                        </p:tgtEl>
                                        <p:attrNameLst>
                                          <p:attrName>style.visibility</p:attrName>
                                        </p:attrNameLst>
                                      </p:cBhvr>
                                      <p:to>
                                        <p:strVal val="visible"/>
                                      </p:to>
                                    </p:set>
                                    <p:anim calcmode="lin" valueType="num">
                                      <p:cBhvr additive="base">
                                        <p:cTn id="477" dur="500" fill="hold"/>
                                        <p:tgtEl>
                                          <p:spTgt spid="188536"/>
                                        </p:tgtEl>
                                        <p:attrNameLst>
                                          <p:attrName>ppt_x</p:attrName>
                                        </p:attrNameLst>
                                      </p:cBhvr>
                                      <p:tavLst>
                                        <p:tav tm="0">
                                          <p:val>
                                            <p:strVal val="#ppt_x"/>
                                          </p:val>
                                        </p:tav>
                                        <p:tav tm="100000">
                                          <p:val>
                                            <p:strVal val="#ppt_x"/>
                                          </p:val>
                                        </p:tav>
                                      </p:tavLst>
                                    </p:anim>
                                    <p:anim calcmode="lin" valueType="num">
                                      <p:cBhvr additive="base">
                                        <p:cTn id="478" dur="500" fill="hold"/>
                                        <p:tgtEl>
                                          <p:spTgt spid="188536"/>
                                        </p:tgtEl>
                                        <p:attrNameLst>
                                          <p:attrName>ppt_y</p:attrName>
                                        </p:attrNameLst>
                                      </p:cBhvr>
                                      <p:tavLst>
                                        <p:tav tm="0">
                                          <p:val>
                                            <p:strVal val="1+#ppt_h/2"/>
                                          </p:val>
                                        </p:tav>
                                        <p:tav tm="100000">
                                          <p:val>
                                            <p:strVal val="#ppt_y"/>
                                          </p:val>
                                        </p:tav>
                                      </p:tavLst>
                                    </p:anim>
                                  </p:childTnLst>
                                </p:cTn>
                              </p:par>
                              <p:par>
                                <p:cTn id="479" presetID="2" presetClass="entr" presetSubtype="4" fill="hold" grpId="0" nodeType="withEffect">
                                  <p:stCondLst>
                                    <p:cond delay="0"/>
                                  </p:stCondLst>
                                  <p:childTnLst>
                                    <p:set>
                                      <p:cBhvr>
                                        <p:cTn id="480" dur="1" fill="hold">
                                          <p:stCondLst>
                                            <p:cond delay="0"/>
                                          </p:stCondLst>
                                        </p:cTn>
                                        <p:tgtEl>
                                          <p:spTgt spid="188537"/>
                                        </p:tgtEl>
                                        <p:attrNameLst>
                                          <p:attrName>style.visibility</p:attrName>
                                        </p:attrNameLst>
                                      </p:cBhvr>
                                      <p:to>
                                        <p:strVal val="visible"/>
                                      </p:to>
                                    </p:set>
                                    <p:anim calcmode="lin" valueType="num">
                                      <p:cBhvr additive="base">
                                        <p:cTn id="481" dur="500" fill="hold"/>
                                        <p:tgtEl>
                                          <p:spTgt spid="188537"/>
                                        </p:tgtEl>
                                        <p:attrNameLst>
                                          <p:attrName>ppt_x</p:attrName>
                                        </p:attrNameLst>
                                      </p:cBhvr>
                                      <p:tavLst>
                                        <p:tav tm="0">
                                          <p:val>
                                            <p:strVal val="#ppt_x"/>
                                          </p:val>
                                        </p:tav>
                                        <p:tav tm="100000">
                                          <p:val>
                                            <p:strVal val="#ppt_x"/>
                                          </p:val>
                                        </p:tav>
                                      </p:tavLst>
                                    </p:anim>
                                    <p:anim calcmode="lin" valueType="num">
                                      <p:cBhvr additive="base">
                                        <p:cTn id="482" dur="500" fill="hold"/>
                                        <p:tgtEl>
                                          <p:spTgt spid="188537"/>
                                        </p:tgtEl>
                                        <p:attrNameLst>
                                          <p:attrName>ppt_y</p:attrName>
                                        </p:attrNameLst>
                                      </p:cBhvr>
                                      <p:tavLst>
                                        <p:tav tm="0">
                                          <p:val>
                                            <p:strVal val="1+#ppt_h/2"/>
                                          </p:val>
                                        </p:tav>
                                        <p:tav tm="100000">
                                          <p:val>
                                            <p:strVal val="#ppt_y"/>
                                          </p:val>
                                        </p:tav>
                                      </p:tavLst>
                                    </p:anim>
                                  </p:childTnLst>
                                </p:cTn>
                              </p:par>
                              <p:par>
                                <p:cTn id="483" presetID="2" presetClass="entr" presetSubtype="4" fill="hold" grpId="0" nodeType="withEffect">
                                  <p:stCondLst>
                                    <p:cond delay="0"/>
                                  </p:stCondLst>
                                  <p:childTnLst>
                                    <p:set>
                                      <p:cBhvr>
                                        <p:cTn id="484" dur="1" fill="hold">
                                          <p:stCondLst>
                                            <p:cond delay="0"/>
                                          </p:stCondLst>
                                        </p:cTn>
                                        <p:tgtEl>
                                          <p:spTgt spid="188538"/>
                                        </p:tgtEl>
                                        <p:attrNameLst>
                                          <p:attrName>style.visibility</p:attrName>
                                        </p:attrNameLst>
                                      </p:cBhvr>
                                      <p:to>
                                        <p:strVal val="visible"/>
                                      </p:to>
                                    </p:set>
                                    <p:anim calcmode="lin" valueType="num">
                                      <p:cBhvr additive="base">
                                        <p:cTn id="485" dur="500" fill="hold"/>
                                        <p:tgtEl>
                                          <p:spTgt spid="188538"/>
                                        </p:tgtEl>
                                        <p:attrNameLst>
                                          <p:attrName>ppt_x</p:attrName>
                                        </p:attrNameLst>
                                      </p:cBhvr>
                                      <p:tavLst>
                                        <p:tav tm="0">
                                          <p:val>
                                            <p:strVal val="#ppt_x"/>
                                          </p:val>
                                        </p:tav>
                                        <p:tav tm="100000">
                                          <p:val>
                                            <p:strVal val="#ppt_x"/>
                                          </p:val>
                                        </p:tav>
                                      </p:tavLst>
                                    </p:anim>
                                    <p:anim calcmode="lin" valueType="num">
                                      <p:cBhvr additive="base">
                                        <p:cTn id="486" dur="500" fill="hold"/>
                                        <p:tgtEl>
                                          <p:spTgt spid="188538"/>
                                        </p:tgtEl>
                                        <p:attrNameLst>
                                          <p:attrName>ppt_y</p:attrName>
                                        </p:attrNameLst>
                                      </p:cBhvr>
                                      <p:tavLst>
                                        <p:tav tm="0">
                                          <p:val>
                                            <p:strVal val="1+#ppt_h/2"/>
                                          </p:val>
                                        </p:tav>
                                        <p:tav tm="100000">
                                          <p:val>
                                            <p:strVal val="#ppt_y"/>
                                          </p:val>
                                        </p:tav>
                                      </p:tavLst>
                                    </p:anim>
                                  </p:childTnLst>
                                </p:cTn>
                              </p:par>
                              <p:par>
                                <p:cTn id="487" presetID="2" presetClass="entr" presetSubtype="4" fill="hold" grpId="0" nodeType="withEffect">
                                  <p:stCondLst>
                                    <p:cond delay="0"/>
                                  </p:stCondLst>
                                  <p:childTnLst>
                                    <p:set>
                                      <p:cBhvr>
                                        <p:cTn id="488" dur="1" fill="hold">
                                          <p:stCondLst>
                                            <p:cond delay="0"/>
                                          </p:stCondLst>
                                        </p:cTn>
                                        <p:tgtEl>
                                          <p:spTgt spid="188539"/>
                                        </p:tgtEl>
                                        <p:attrNameLst>
                                          <p:attrName>style.visibility</p:attrName>
                                        </p:attrNameLst>
                                      </p:cBhvr>
                                      <p:to>
                                        <p:strVal val="visible"/>
                                      </p:to>
                                    </p:set>
                                    <p:anim calcmode="lin" valueType="num">
                                      <p:cBhvr additive="base">
                                        <p:cTn id="489" dur="500" fill="hold"/>
                                        <p:tgtEl>
                                          <p:spTgt spid="188539"/>
                                        </p:tgtEl>
                                        <p:attrNameLst>
                                          <p:attrName>ppt_x</p:attrName>
                                        </p:attrNameLst>
                                      </p:cBhvr>
                                      <p:tavLst>
                                        <p:tav tm="0">
                                          <p:val>
                                            <p:strVal val="#ppt_x"/>
                                          </p:val>
                                        </p:tav>
                                        <p:tav tm="100000">
                                          <p:val>
                                            <p:strVal val="#ppt_x"/>
                                          </p:val>
                                        </p:tav>
                                      </p:tavLst>
                                    </p:anim>
                                    <p:anim calcmode="lin" valueType="num">
                                      <p:cBhvr additive="base">
                                        <p:cTn id="490" dur="500" fill="hold"/>
                                        <p:tgtEl>
                                          <p:spTgt spid="188539"/>
                                        </p:tgtEl>
                                        <p:attrNameLst>
                                          <p:attrName>ppt_y</p:attrName>
                                        </p:attrNameLst>
                                      </p:cBhvr>
                                      <p:tavLst>
                                        <p:tav tm="0">
                                          <p:val>
                                            <p:strVal val="1+#ppt_h/2"/>
                                          </p:val>
                                        </p:tav>
                                        <p:tav tm="100000">
                                          <p:val>
                                            <p:strVal val="#ppt_y"/>
                                          </p:val>
                                        </p:tav>
                                      </p:tavLst>
                                    </p:anim>
                                  </p:childTnLst>
                                </p:cTn>
                              </p:par>
                              <p:par>
                                <p:cTn id="491" presetID="2" presetClass="entr" presetSubtype="4" fill="hold" grpId="0" nodeType="withEffect">
                                  <p:stCondLst>
                                    <p:cond delay="0"/>
                                  </p:stCondLst>
                                  <p:childTnLst>
                                    <p:set>
                                      <p:cBhvr>
                                        <p:cTn id="492" dur="1" fill="hold">
                                          <p:stCondLst>
                                            <p:cond delay="0"/>
                                          </p:stCondLst>
                                        </p:cTn>
                                        <p:tgtEl>
                                          <p:spTgt spid="188540"/>
                                        </p:tgtEl>
                                        <p:attrNameLst>
                                          <p:attrName>style.visibility</p:attrName>
                                        </p:attrNameLst>
                                      </p:cBhvr>
                                      <p:to>
                                        <p:strVal val="visible"/>
                                      </p:to>
                                    </p:set>
                                    <p:anim calcmode="lin" valueType="num">
                                      <p:cBhvr additive="base">
                                        <p:cTn id="493" dur="500" fill="hold"/>
                                        <p:tgtEl>
                                          <p:spTgt spid="188540"/>
                                        </p:tgtEl>
                                        <p:attrNameLst>
                                          <p:attrName>ppt_x</p:attrName>
                                        </p:attrNameLst>
                                      </p:cBhvr>
                                      <p:tavLst>
                                        <p:tav tm="0">
                                          <p:val>
                                            <p:strVal val="#ppt_x"/>
                                          </p:val>
                                        </p:tav>
                                        <p:tav tm="100000">
                                          <p:val>
                                            <p:strVal val="#ppt_x"/>
                                          </p:val>
                                        </p:tav>
                                      </p:tavLst>
                                    </p:anim>
                                    <p:anim calcmode="lin" valueType="num">
                                      <p:cBhvr additive="base">
                                        <p:cTn id="494" dur="500" fill="hold"/>
                                        <p:tgtEl>
                                          <p:spTgt spid="188540"/>
                                        </p:tgtEl>
                                        <p:attrNameLst>
                                          <p:attrName>ppt_y</p:attrName>
                                        </p:attrNameLst>
                                      </p:cBhvr>
                                      <p:tavLst>
                                        <p:tav tm="0">
                                          <p:val>
                                            <p:strVal val="1+#ppt_h/2"/>
                                          </p:val>
                                        </p:tav>
                                        <p:tav tm="100000">
                                          <p:val>
                                            <p:strVal val="#ppt_y"/>
                                          </p:val>
                                        </p:tav>
                                      </p:tavLst>
                                    </p:anim>
                                  </p:childTnLst>
                                </p:cTn>
                              </p:par>
                              <p:par>
                                <p:cTn id="495" presetID="2" presetClass="entr" presetSubtype="4" fill="hold" grpId="0" nodeType="withEffect">
                                  <p:stCondLst>
                                    <p:cond delay="0"/>
                                  </p:stCondLst>
                                  <p:childTnLst>
                                    <p:set>
                                      <p:cBhvr>
                                        <p:cTn id="496" dur="1" fill="hold">
                                          <p:stCondLst>
                                            <p:cond delay="0"/>
                                          </p:stCondLst>
                                        </p:cTn>
                                        <p:tgtEl>
                                          <p:spTgt spid="188541"/>
                                        </p:tgtEl>
                                        <p:attrNameLst>
                                          <p:attrName>style.visibility</p:attrName>
                                        </p:attrNameLst>
                                      </p:cBhvr>
                                      <p:to>
                                        <p:strVal val="visible"/>
                                      </p:to>
                                    </p:set>
                                    <p:anim calcmode="lin" valueType="num">
                                      <p:cBhvr additive="base">
                                        <p:cTn id="497" dur="500" fill="hold"/>
                                        <p:tgtEl>
                                          <p:spTgt spid="188541"/>
                                        </p:tgtEl>
                                        <p:attrNameLst>
                                          <p:attrName>ppt_x</p:attrName>
                                        </p:attrNameLst>
                                      </p:cBhvr>
                                      <p:tavLst>
                                        <p:tav tm="0">
                                          <p:val>
                                            <p:strVal val="#ppt_x"/>
                                          </p:val>
                                        </p:tav>
                                        <p:tav tm="100000">
                                          <p:val>
                                            <p:strVal val="#ppt_x"/>
                                          </p:val>
                                        </p:tav>
                                      </p:tavLst>
                                    </p:anim>
                                    <p:anim calcmode="lin" valueType="num">
                                      <p:cBhvr additive="base">
                                        <p:cTn id="498" dur="500" fill="hold"/>
                                        <p:tgtEl>
                                          <p:spTgt spid="188541"/>
                                        </p:tgtEl>
                                        <p:attrNameLst>
                                          <p:attrName>ppt_y</p:attrName>
                                        </p:attrNameLst>
                                      </p:cBhvr>
                                      <p:tavLst>
                                        <p:tav tm="0">
                                          <p:val>
                                            <p:strVal val="1+#ppt_h/2"/>
                                          </p:val>
                                        </p:tav>
                                        <p:tav tm="100000">
                                          <p:val>
                                            <p:strVal val="#ppt_y"/>
                                          </p:val>
                                        </p:tav>
                                      </p:tavLst>
                                    </p:anim>
                                  </p:childTnLst>
                                </p:cTn>
                              </p:par>
                              <p:par>
                                <p:cTn id="499" presetID="2" presetClass="entr" presetSubtype="4" fill="hold" grpId="0" nodeType="withEffect">
                                  <p:stCondLst>
                                    <p:cond delay="0"/>
                                  </p:stCondLst>
                                  <p:childTnLst>
                                    <p:set>
                                      <p:cBhvr>
                                        <p:cTn id="500" dur="1" fill="hold">
                                          <p:stCondLst>
                                            <p:cond delay="0"/>
                                          </p:stCondLst>
                                        </p:cTn>
                                        <p:tgtEl>
                                          <p:spTgt spid="188542"/>
                                        </p:tgtEl>
                                        <p:attrNameLst>
                                          <p:attrName>style.visibility</p:attrName>
                                        </p:attrNameLst>
                                      </p:cBhvr>
                                      <p:to>
                                        <p:strVal val="visible"/>
                                      </p:to>
                                    </p:set>
                                    <p:anim calcmode="lin" valueType="num">
                                      <p:cBhvr additive="base">
                                        <p:cTn id="501" dur="500" fill="hold"/>
                                        <p:tgtEl>
                                          <p:spTgt spid="188542"/>
                                        </p:tgtEl>
                                        <p:attrNameLst>
                                          <p:attrName>ppt_x</p:attrName>
                                        </p:attrNameLst>
                                      </p:cBhvr>
                                      <p:tavLst>
                                        <p:tav tm="0">
                                          <p:val>
                                            <p:strVal val="#ppt_x"/>
                                          </p:val>
                                        </p:tav>
                                        <p:tav tm="100000">
                                          <p:val>
                                            <p:strVal val="#ppt_x"/>
                                          </p:val>
                                        </p:tav>
                                      </p:tavLst>
                                    </p:anim>
                                    <p:anim calcmode="lin" valueType="num">
                                      <p:cBhvr additive="base">
                                        <p:cTn id="502" dur="500" fill="hold"/>
                                        <p:tgtEl>
                                          <p:spTgt spid="188542"/>
                                        </p:tgtEl>
                                        <p:attrNameLst>
                                          <p:attrName>ppt_y</p:attrName>
                                        </p:attrNameLst>
                                      </p:cBhvr>
                                      <p:tavLst>
                                        <p:tav tm="0">
                                          <p:val>
                                            <p:strVal val="1+#ppt_h/2"/>
                                          </p:val>
                                        </p:tav>
                                        <p:tav tm="100000">
                                          <p:val>
                                            <p:strVal val="#ppt_y"/>
                                          </p:val>
                                        </p:tav>
                                      </p:tavLst>
                                    </p:anim>
                                  </p:childTnLst>
                                </p:cTn>
                              </p:par>
                              <p:par>
                                <p:cTn id="503" presetID="2" presetClass="entr" presetSubtype="4" fill="hold" grpId="0" nodeType="withEffect">
                                  <p:stCondLst>
                                    <p:cond delay="0"/>
                                  </p:stCondLst>
                                  <p:childTnLst>
                                    <p:set>
                                      <p:cBhvr>
                                        <p:cTn id="504" dur="1" fill="hold">
                                          <p:stCondLst>
                                            <p:cond delay="0"/>
                                          </p:stCondLst>
                                        </p:cTn>
                                        <p:tgtEl>
                                          <p:spTgt spid="188543"/>
                                        </p:tgtEl>
                                        <p:attrNameLst>
                                          <p:attrName>style.visibility</p:attrName>
                                        </p:attrNameLst>
                                      </p:cBhvr>
                                      <p:to>
                                        <p:strVal val="visible"/>
                                      </p:to>
                                    </p:set>
                                    <p:anim calcmode="lin" valueType="num">
                                      <p:cBhvr additive="base">
                                        <p:cTn id="505" dur="500" fill="hold"/>
                                        <p:tgtEl>
                                          <p:spTgt spid="188543"/>
                                        </p:tgtEl>
                                        <p:attrNameLst>
                                          <p:attrName>ppt_x</p:attrName>
                                        </p:attrNameLst>
                                      </p:cBhvr>
                                      <p:tavLst>
                                        <p:tav tm="0">
                                          <p:val>
                                            <p:strVal val="#ppt_x"/>
                                          </p:val>
                                        </p:tav>
                                        <p:tav tm="100000">
                                          <p:val>
                                            <p:strVal val="#ppt_x"/>
                                          </p:val>
                                        </p:tav>
                                      </p:tavLst>
                                    </p:anim>
                                    <p:anim calcmode="lin" valueType="num">
                                      <p:cBhvr additive="base">
                                        <p:cTn id="506" dur="500" fill="hold"/>
                                        <p:tgtEl>
                                          <p:spTgt spid="188543"/>
                                        </p:tgtEl>
                                        <p:attrNameLst>
                                          <p:attrName>ppt_y</p:attrName>
                                        </p:attrNameLst>
                                      </p:cBhvr>
                                      <p:tavLst>
                                        <p:tav tm="0">
                                          <p:val>
                                            <p:strVal val="1+#ppt_h/2"/>
                                          </p:val>
                                        </p:tav>
                                        <p:tav tm="100000">
                                          <p:val>
                                            <p:strVal val="#ppt_y"/>
                                          </p:val>
                                        </p:tav>
                                      </p:tavLst>
                                    </p:anim>
                                  </p:childTnLst>
                                </p:cTn>
                              </p:par>
                              <p:par>
                                <p:cTn id="507" presetID="2" presetClass="entr" presetSubtype="4" fill="hold" grpId="0" nodeType="withEffect">
                                  <p:stCondLst>
                                    <p:cond delay="0"/>
                                  </p:stCondLst>
                                  <p:childTnLst>
                                    <p:set>
                                      <p:cBhvr>
                                        <p:cTn id="508" dur="1" fill="hold">
                                          <p:stCondLst>
                                            <p:cond delay="0"/>
                                          </p:stCondLst>
                                        </p:cTn>
                                        <p:tgtEl>
                                          <p:spTgt spid="188544"/>
                                        </p:tgtEl>
                                        <p:attrNameLst>
                                          <p:attrName>style.visibility</p:attrName>
                                        </p:attrNameLst>
                                      </p:cBhvr>
                                      <p:to>
                                        <p:strVal val="visible"/>
                                      </p:to>
                                    </p:set>
                                    <p:anim calcmode="lin" valueType="num">
                                      <p:cBhvr additive="base">
                                        <p:cTn id="509" dur="500" fill="hold"/>
                                        <p:tgtEl>
                                          <p:spTgt spid="188544"/>
                                        </p:tgtEl>
                                        <p:attrNameLst>
                                          <p:attrName>ppt_x</p:attrName>
                                        </p:attrNameLst>
                                      </p:cBhvr>
                                      <p:tavLst>
                                        <p:tav tm="0">
                                          <p:val>
                                            <p:strVal val="#ppt_x"/>
                                          </p:val>
                                        </p:tav>
                                        <p:tav tm="100000">
                                          <p:val>
                                            <p:strVal val="#ppt_x"/>
                                          </p:val>
                                        </p:tav>
                                      </p:tavLst>
                                    </p:anim>
                                    <p:anim calcmode="lin" valueType="num">
                                      <p:cBhvr additive="base">
                                        <p:cTn id="510" dur="500" fill="hold"/>
                                        <p:tgtEl>
                                          <p:spTgt spid="188544"/>
                                        </p:tgtEl>
                                        <p:attrNameLst>
                                          <p:attrName>ppt_y</p:attrName>
                                        </p:attrNameLst>
                                      </p:cBhvr>
                                      <p:tavLst>
                                        <p:tav tm="0">
                                          <p:val>
                                            <p:strVal val="1+#ppt_h/2"/>
                                          </p:val>
                                        </p:tav>
                                        <p:tav tm="100000">
                                          <p:val>
                                            <p:strVal val="#ppt_y"/>
                                          </p:val>
                                        </p:tav>
                                      </p:tavLst>
                                    </p:anim>
                                  </p:childTnLst>
                                </p:cTn>
                              </p:par>
                              <p:par>
                                <p:cTn id="511" presetID="2" presetClass="entr" presetSubtype="4" fill="hold" grpId="0" nodeType="withEffect">
                                  <p:stCondLst>
                                    <p:cond delay="0"/>
                                  </p:stCondLst>
                                  <p:childTnLst>
                                    <p:set>
                                      <p:cBhvr>
                                        <p:cTn id="512" dur="1" fill="hold">
                                          <p:stCondLst>
                                            <p:cond delay="0"/>
                                          </p:stCondLst>
                                        </p:cTn>
                                        <p:tgtEl>
                                          <p:spTgt spid="188545"/>
                                        </p:tgtEl>
                                        <p:attrNameLst>
                                          <p:attrName>style.visibility</p:attrName>
                                        </p:attrNameLst>
                                      </p:cBhvr>
                                      <p:to>
                                        <p:strVal val="visible"/>
                                      </p:to>
                                    </p:set>
                                    <p:anim calcmode="lin" valueType="num">
                                      <p:cBhvr additive="base">
                                        <p:cTn id="513" dur="500" fill="hold"/>
                                        <p:tgtEl>
                                          <p:spTgt spid="188545"/>
                                        </p:tgtEl>
                                        <p:attrNameLst>
                                          <p:attrName>ppt_x</p:attrName>
                                        </p:attrNameLst>
                                      </p:cBhvr>
                                      <p:tavLst>
                                        <p:tav tm="0">
                                          <p:val>
                                            <p:strVal val="#ppt_x"/>
                                          </p:val>
                                        </p:tav>
                                        <p:tav tm="100000">
                                          <p:val>
                                            <p:strVal val="#ppt_x"/>
                                          </p:val>
                                        </p:tav>
                                      </p:tavLst>
                                    </p:anim>
                                    <p:anim calcmode="lin" valueType="num">
                                      <p:cBhvr additive="base">
                                        <p:cTn id="514" dur="500" fill="hold"/>
                                        <p:tgtEl>
                                          <p:spTgt spid="188545"/>
                                        </p:tgtEl>
                                        <p:attrNameLst>
                                          <p:attrName>ppt_y</p:attrName>
                                        </p:attrNameLst>
                                      </p:cBhvr>
                                      <p:tavLst>
                                        <p:tav tm="0">
                                          <p:val>
                                            <p:strVal val="1+#ppt_h/2"/>
                                          </p:val>
                                        </p:tav>
                                        <p:tav tm="100000">
                                          <p:val>
                                            <p:strVal val="#ppt_y"/>
                                          </p:val>
                                        </p:tav>
                                      </p:tavLst>
                                    </p:anim>
                                  </p:childTnLst>
                                </p:cTn>
                              </p:par>
                              <p:par>
                                <p:cTn id="515" presetID="2" presetClass="entr" presetSubtype="4" fill="hold" grpId="0" nodeType="withEffect">
                                  <p:stCondLst>
                                    <p:cond delay="0"/>
                                  </p:stCondLst>
                                  <p:childTnLst>
                                    <p:set>
                                      <p:cBhvr>
                                        <p:cTn id="516" dur="1" fill="hold">
                                          <p:stCondLst>
                                            <p:cond delay="0"/>
                                          </p:stCondLst>
                                        </p:cTn>
                                        <p:tgtEl>
                                          <p:spTgt spid="188546"/>
                                        </p:tgtEl>
                                        <p:attrNameLst>
                                          <p:attrName>style.visibility</p:attrName>
                                        </p:attrNameLst>
                                      </p:cBhvr>
                                      <p:to>
                                        <p:strVal val="visible"/>
                                      </p:to>
                                    </p:set>
                                    <p:anim calcmode="lin" valueType="num">
                                      <p:cBhvr additive="base">
                                        <p:cTn id="517" dur="500" fill="hold"/>
                                        <p:tgtEl>
                                          <p:spTgt spid="188546"/>
                                        </p:tgtEl>
                                        <p:attrNameLst>
                                          <p:attrName>ppt_x</p:attrName>
                                        </p:attrNameLst>
                                      </p:cBhvr>
                                      <p:tavLst>
                                        <p:tav tm="0">
                                          <p:val>
                                            <p:strVal val="#ppt_x"/>
                                          </p:val>
                                        </p:tav>
                                        <p:tav tm="100000">
                                          <p:val>
                                            <p:strVal val="#ppt_x"/>
                                          </p:val>
                                        </p:tav>
                                      </p:tavLst>
                                    </p:anim>
                                    <p:anim calcmode="lin" valueType="num">
                                      <p:cBhvr additive="base">
                                        <p:cTn id="518" dur="500" fill="hold"/>
                                        <p:tgtEl>
                                          <p:spTgt spid="188546"/>
                                        </p:tgtEl>
                                        <p:attrNameLst>
                                          <p:attrName>ppt_y</p:attrName>
                                        </p:attrNameLst>
                                      </p:cBhvr>
                                      <p:tavLst>
                                        <p:tav tm="0">
                                          <p:val>
                                            <p:strVal val="1+#ppt_h/2"/>
                                          </p:val>
                                        </p:tav>
                                        <p:tav tm="100000">
                                          <p:val>
                                            <p:strVal val="#ppt_y"/>
                                          </p:val>
                                        </p:tav>
                                      </p:tavLst>
                                    </p:anim>
                                  </p:childTnLst>
                                </p:cTn>
                              </p:par>
                              <p:par>
                                <p:cTn id="519" presetID="2" presetClass="entr" presetSubtype="4" fill="hold" grpId="0" nodeType="withEffect">
                                  <p:stCondLst>
                                    <p:cond delay="0"/>
                                  </p:stCondLst>
                                  <p:childTnLst>
                                    <p:set>
                                      <p:cBhvr>
                                        <p:cTn id="520" dur="1" fill="hold">
                                          <p:stCondLst>
                                            <p:cond delay="0"/>
                                          </p:stCondLst>
                                        </p:cTn>
                                        <p:tgtEl>
                                          <p:spTgt spid="188547"/>
                                        </p:tgtEl>
                                        <p:attrNameLst>
                                          <p:attrName>style.visibility</p:attrName>
                                        </p:attrNameLst>
                                      </p:cBhvr>
                                      <p:to>
                                        <p:strVal val="visible"/>
                                      </p:to>
                                    </p:set>
                                    <p:anim calcmode="lin" valueType="num">
                                      <p:cBhvr additive="base">
                                        <p:cTn id="521" dur="500" fill="hold"/>
                                        <p:tgtEl>
                                          <p:spTgt spid="188547"/>
                                        </p:tgtEl>
                                        <p:attrNameLst>
                                          <p:attrName>ppt_x</p:attrName>
                                        </p:attrNameLst>
                                      </p:cBhvr>
                                      <p:tavLst>
                                        <p:tav tm="0">
                                          <p:val>
                                            <p:strVal val="#ppt_x"/>
                                          </p:val>
                                        </p:tav>
                                        <p:tav tm="100000">
                                          <p:val>
                                            <p:strVal val="#ppt_x"/>
                                          </p:val>
                                        </p:tav>
                                      </p:tavLst>
                                    </p:anim>
                                    <p:anim calcmode="lin" valueType="num">
                                      <p:cBhvr additive="base">
                                        <p:cTn id="522" dur="500" fill="hold"/>
                                        <p:tgtEl>
                                          <p:spTgt spid="188547"/>
                                        </p:tgtEl>
                                        <p:attrNameLst>
                                          <p:attrName>ppt_y</p:attrName>
                                        </p:attrNameLst>
                                      </p:cBhvr>
                                      <p:tavLst>
                                        <p:tav tm="0">
                                          <p:val>
                                            <p:strVal val="1+#ppt_h/2"/>
                                          </p:val>
                                        </p:tav>
                                        <p:tav tm="100000">
                                          <p:val>
                                            <p:strVal val="#ppt_y"/>
                                          </p:val>
                                        </p:tav>
                                      </p:tavLst>
                                    </p:anim>
                                  </p:childTnLst>
                                </p:cTn>
                              </p:par>
                              <p:par>
                                <p:cTn id="523" presetID="2" presetClass="entr" presetSubtype="4" fill="hold" grpId="0" nodeType="withEffect">
                                  <p:stCondLst>
                                    <p:cond delay="0"/>
                                  </p:stCondLst>
                                  <p:childTnLst>
                                    <p:set>
                                      <p:cBhvr>
                                        <p:cTn id="524" dur="1" fill="hold">
                                          <p:stCondLst>
                                            <p:cond delay="0"/>
                                          </p:stCondLst>
                                        </p:cTn>
                                        <p:tgtEl>
                                          <p:spTgt spid="188548"/>
                                        </p:tgtEl>
                                        <p:attrNameLst>
                                          <p:attrName>style.visibility</p:attrName>
                                        </p:attrNameLst>
                                      </p:cBhvr>
                                      <p:to>
                                        <p:strVal val="visible"/>
                                      </p:to>
                                    </p:set>
                                    <p:anim calcmode="lin" valueType="num">
                                      <p:cBhvr additive="base">
                                        <p:cTn id="525" dur="500" fill="hold"/>
                                        <p:tgtEl>
                                          <p:spTgt spid="188548"/>
                                        </p:tgtEl>
                                        <p:attrNameLst>
                                          <p:attrName>ppt_x</p:attrName>
                                        </p:attrNameLst>
                                      </p:cBhvr>
                                      <p:tavLst>
                                        <p:tav tm="0">
                                          <p:val>
                                            <p:strVal val="#ppt_x"/>
                                          </p:val>
                                        </p:tav>
                                        <p:tav tm="100000">
                                          <p:val>
                                            <p:strVal val="#ppt_x"/>
                                          </p:val>
                                        </p:tav>
                                      </p:tavLst>
                                    </p:anim>
                                    <p:anim calcmode="lin" valueType="num">
                                      <p:cBhvr additive="base">
                                        <p:cTn id="526" dur="500" fill="hold"/>
                                        <p:tgtEl>
                                          <p:spTgt spid="188548"/>
                                        </p:tgtEl>
                                        <p:attrNameLst>
                                          <p:attrName>ppt_y</p:attrName>
                                        </p:attrNameLst>
                                      </p:cBhvr>
                                      <p:tavLst>
                                        <p:tav tm="0">
                                          <p:val>
                                            <p:strVal val="1+#ppt_h/2"/>
                                          </p:val>
                                        </p:tav>
                                        <p:tav tm="100000">
                                          <p:val>
                                            <p:strVal val="#ppt_y"/>
                                          </p:val>
                                        </p:tav>
                                      </p:tavLst>
                                    </p:anim>
                                  </p:childTnLst>
                                </p:cTn>
                              </p:par>
                              <p:par>
                                <p:cTn id="527" presetID="2" presetClass="entr" presetSubtype="4" fill="hold" grpId="0" nodeType="withEffect">
                                  <p:stCondLst>
                                    <p:cond delay="0"/>
                                  </p:stCondLst>
                                  <p:childTnLst>
                                    <p:set>
                                      <p:cBhvr>
                                        <p:cTn id="528" dur="1" fill="hold">
                                          <p:stCondLst>
                                            <p:cond delay="0"/>
                                          </p:stCondLst>
                                        </p:cTn>
                                        <p:tgtEl>
                                          <p:spTgt spid="188549"/>
                                        </p:tgtEl>
                                        <p:attrNameLst>
                                          <p:attrName>style.visibility</p:attrName>
                                        </p:attrNameLst>
                                      </p:cBhvr>
                                      <p:to>
                                        <p:strVal val="visible"/>
                                      </p:to>
                                    </p:set>
                                    <p:anim calcmode="lin" valueType="num">
                                      <p:cBhvr additive="base">
                                        <p:cTn id="529" dur="500" fill="hold"/>
                                        <p:tgtEl>
                                          <p:spTgt spid="188549"/>
                                        </p:tgtEl>
                                        <p:attrNameLst>
                                          <p:attrName>ppt_x</p:attrName>
                                        </p:attrNameLst>
                                      </p:cBhvr>
                                      <p:tavLst>
                                        <p:tav tm="0">
                                          <p:val>
                                            <p:strVal val="#ppt_x"/>
                                          </p:val>
                                        </p:tav>
                                        <p:tav tm="100000">
                                          <p:val>
                                            <p:strVal val="#ppt_x"/>
                                          </p:val>
                                        </p:tav>
                                      </p:tavLst>
                                    </p:anim>
                                    <p:anim calcmode="lin" valueType="num">
                                      <p:cBhvr additive="base">
                                        <p:cTn id="530" dur="500" fill="hold"/>
                                        <p:tgtEl>
                                          <p:spTgt spid="188549"/>
                                        </p:tgtEl>
                                        <p:attrNameLst>
                                          <p:attrName>ppt_y</p:attrName>
                                        </p:attrNameLst>
                                      </p:cBhvr>
                                      <p:tavLst>
                                        <p:tav tm="0">
                                          <p:val>
                                            <p:strVal val="1+#ppt_h/2"/>
                                          </p:val>
                                        </p:tav>
                                        <p:tav tm="100000">
                                          <p:val>
                                            <p:strVal val="#ppt_y"/>
                                          </p:val>
                                        </p:tav>
                                      </p:tavLst>
                                    </p:anim>
                                  </p:childTnLst>
                                </p:cTn>
                              </p:par>
                              <p:par>
                                <p:cTn id="531" presetID="2" presetClass="entr" presetSubtype="4" fill="hold" grpId="0" nodeType="withEffect">
                                  <p:stCondLst>
                                    <p:cond delay="0"/>
                                  </p:stCondLst>
                                  <p:childTnLst>
                                    <p:set>
                                      <p:cBhvr>
                                        <p:cTn id="532" dur="1" fill="hold">
                                          <p:stCondLst>
                                            <p:cond delay="0"/>
                                          </p:stCondLst>
                                        </p:cTn>
                                        <p:tgtEl>
                                          <p:spTgt spid="188550"/>
                                        </p:tgtEl>
                                        <p:attrNameLst>
                                          <p:attrName>style.visibility</p:attrName>
                                        </p:attrNameLst>
                                      </p:cBhvr>
                                      <p:to>
                                        <p:strVal val="visible"/>
                                      </p:to>
                                    </p:set>
                                    <p:anim calcmode="lin" valueType="num">
                                      <p:cBhvr additive="base">
                                        <p:cTn id="533" dur="500" fill="hold"/>
                                        <p:tgtEl>
                                          <p:spTgt spid="188550"/>
                                        </p:tgtEl>
                                        <p:attrNameLst>
                                          <p:attrName>ppt_x</p:attrName>
                                        </p:attrNameLst>
                                      </p:cBhvr>
                                      <p:tavLst>
                                        <p:tav tm="0">
                                          <p:val>
                                            <p:strVal val="#ppt_x"/>
                                          </p:val>
                                        </p:tav>
                                        <p:tav tm="100000">
                                          <p:val>
                                            <p:strVal val="#ppt_x"/>
                                          </p:val>
                                        </p:tav>
                                      </p:tavLst>
                                    </p:anim>
                                    <p:anim calcmode="lin" valueType="num">
                                      <p:cBhvr additive="base">
                                        <p:cTn id="534" dur="500" fill="hold"/>
                                        <p:tgtEl>
                                          <p:spTgt spid="188550"/>
                                        </p:tgtEl>
                                        <p:attrNameLst>
                                          <p:attrName>ppt_y</p:attrName>
                                        </p:attrNameLst>
                                      </p:cBhvr>
                                      <p:tavLst>
                                        <p:tav tm="0">
                                          <p:val>
                                            <p:strVal val="1+#ppt_h/2"/>
                                          </p:val>
                                        </p:tav>
                                        <p:tav tm="100000">
                                          <p:val>
                                            <p:strVal val="#ppt_y"/>
                                          </p:val>
                                        </p:tav>
                                      </p:tavLst>
                                    </p:anim>
                                  </p:childTnLst>
                                </p:cTn>
                              </p:par>
                              <p:par>
                                <p:cTn id="535" presetID="2" presetClass="entr" presetSubtype="4" fill="hold" grpId="0" nodeType="withEffect">
                                  <p:stCondLst>
                                    <p:cond delay="0"/>
                                  </p:stCondLst>
                                  <p:childTnLst>
                                    <p:set>
                                      <p:cBhvr>
                                        <p:cTn id="536" dur="1" fill="hold">
                                          <p:stCondLst>
                                            <p:cond delay="0"/>
                                          </p:stCondLst>
                                        </p:cTn>
                                        <p:tgtEl>
                                          <p:spTgt spid="188551"/>
                                        </p:tgtEl>
                                        <p:attrNameLst>
                                          <p:attrName>style.visibility</p:attrName>
                                        </p:attrNameLst>
                                      </p:cBhvr>
                                      <p:to>
                                        <p:strVal val="visible"/>
                                      </p:to>
                                    </p:set>
                                    <p:anim calcmode="lin" valueType="num">
                                      <p:cBhvr additive="base">
                                        <p:cTn id="537" dur="500" fill="hold"/>
                                        <p:tgtEl>
                                          <p:spTgt spid="188551"/>
                                        </p:tgtEl>
                                        <p:attrNameLst>
                                          <p:attrName>ppt_x</p:attrName>
                                        </p:attrNameLst>
                                      </p:cBhvr>
                                      <p:tavLst>
                                        <p:tav tm="0">
                                          <p:val>
                                            <p:strVal val="#ppt_x"/>
                                          </p:val>
                                        </p:tav>
                                        <p:tav tm="100000">
                                          <p:val>
                                            <p:strVal val="#ppt_x"/>
                                          </p:val>
                                        </p:tav>
                                      </p:tavLst>
                                    </p:anim>
                                    <p:anim calcmode="lin" valueType="num">
                                      <p:cBhvr additive="base">
                                        <p:cTn id="538" dur="500" fill="hold"/>
                                        <p:tgtEl>
                                          <p:spTgt spid="188551"/>
                                        </p:tgtEl>
                                        <p:attrNameLst>
                                          <p:attrName>ppt_y</p:attrName>
                                        </p:attrNameLst>
                                      </p:cBhvr>
                                      <p:tavLst>
                                        <p:tav tm="0">
                                          <p:val>
                                            <p:strVal val="1+#ppt_h/2"/>
                                          </p:val>
                                        </p:tav>
                                        <p:tav tm="100000">
                                          <p:val>
                                            <p:strVal val="#ppt_y"/>
                                          </p:val>
                                        </p:tav>
                                      </p:tavLst>
                                    </p:anim>
                                  </p:childTnLst>
                                </p:cTn>
                              </p:par>
                              <p:par>
                                <p:cTn id="539" presetID="2" presetClass="entr" presetSubtype="4" fill="hold" grpId="0" nodeType="withEffect">
                                  <p:stCondLst>
                                    <p:cond delay="0"/>
                                  </p:stCondLst>
                                  <p:childTnLst>
                                    <p:set>
                                      <p:cBhvr>
                                        <p:cTn id="540" dur="1" fill="hold">
                                          <p:stCondLst>
                                            <p:cond delay="0"/>
                                          </p:stCondLst>
                                        </p:cTn>
                                        <p:tgtEl>
                                          <p:spTgt spid="188552"/>
                                        </p:tgtEl>
                                        <p:attrNameLst>
                                          <p:attrName>style.visibility</p:attrName>
                                        </p:attrNameLst>
                                      </p:cBhvr>
                                      <p:to>
                                        <p:strVal val="visible"/>
                                      </p:to>
                                    </p:set>
                                    <p:anim calcmode="lin" valueType="num">
                                      <p:cBhvr additive="base">
                                        <p:cTn id="541" dur="500" fill="hold"/>
                                        <p:tgtEl>
                                          <p:spTgt spid="188552"/>
                                        </p:tgtEl>
                                        <p:attrNameLst>
                                          <p:attrName>ppt_x</p:attrName>
                                        </p:attrNameLst>
                                      </p:cBhvr>
                                      <p:tavLst>
                                        <p:tav tm="0">
                                          <p:val>
                                            <p:strVal val="#ppt_x"/>
                                          </p:val>
                                        </p:tav>
                                        <p:tav tm="100000">
                                          <p:val>
                                            <p:strVal val="#ppt_x"/>
                                          </p:val>
                                        </p:tav>
                                      </p:tavLst>
                                    </p:anim>
                                    <p:anim calcmode="lin" valueType="num">
                                      <p:cBhvr additive="base">
                                        <p:cTn id="542" dur="500" fill="hold"/>
                                        <p:tgtEl>
                                          <p:spTgt spid="188552"/>
                                        </p:tgtEl>
                                        <p:attrNameLst>
                                          <p:attrName>ppt_y</p:attrName>
                                        </p:attrNameLst>
                                      </p:cBhvr>
                                      <p:tavLst>
                                        <p:tav tm="0">
                                          <p:val>
                                            <p:strVal val="1+#ppt_h/2"/>
                                          </p:val>
                                        </p:tav>
                                        <p:tav tm="100000">
                                          <p:val>
                                            <p:strVal val="#ppt_y"/>
                                          </p:val>
                                        </p:tav>
                                      </p:tavLst>
                                    </p:anim>
                                  </p:childTnLst>
                                </p:cTn>
                              </p:par>
                              <p:par>
                                <p:cTn id="543" presetID="2" presetClass="entr" presetSubtype="4" fill="hold" grpId="0" nodeType="withEffect">
                                  <p:stCondLst>
                                    <p:cond delay="0"/>
                                  </p:stCondLst>
                                  <p:childTnLst>
                                    <p:set>
                                      <p:cBhvr>
                                        <p:cTn id="544" dur="1" fill="hold">
                                          <p:stCondLst>
                                            <p:cond delay="0"/>
                                          </p:stCondLst>
                                        </p:cTn>
                                        <p:tgtEl>
                                          <p:spTgt spid="188553"/>
                                        </p:tgtEl>
                                        <p:attrNameLst>
                                          <p:attrName>style.visibility</p:attrName>
                                        </p:attrNameLst>
                                      </p:cBhvr>
                                      <p:to>
                                        <p:strVal val="visible"/>
                                      </p:to>
                                    </p:set>
                                    <p:anim calcmode="lin" valueType="num">
                                      <p:cBhvr additive="base">
                                        <p:cTn id="545" dur="500" fill="hold"/>
                                        <p:tgtEl>
                                          <p:spTgt spid="188553"/>
                                        </p:tgtEl>
                                        <p:attrNameLst>
                                          <p:attrName>ppt_x</p:attrName>
                                        </p:attrNameLst>
                                      </p:cBhvr>
                                      <p:tavLst>
                                        <p:tav tm="0">
                                          <p:val>
                                            <p:strVal val="#ppt_x"/>
                                          </p:val>
                                        </p:tav>
                                        <p:tav tm="100000">
                                          <p:val>
                                            <p:strVal val="#ppt_x"/>
                                          </p:val>
                                        </p:tav>
                                      </p:tavLst>
                                    </p:anim>
                                    <p:anim calcmode="lin" valueType="num">
                                      <p:cBhvr additive="base">
                                        <p:cTn id="546" dur="500" fill="hold"/>
                                        <p:tgtEl>
                                          <p:spTgt spid="188553"/>
                                        </p:tgtEl>
                                        <p:attrNameLst>
                                          <p:attrName>ppt_y</p:attrName>
                                        </p:attrNameLst>
                                      </p:cBhvr>
                                      <p:tavLst>
                                        <p:tav tm="0">
                                          <p:val>
                                            <p:strVal val="1+#ppt_h/2"/>
                                          </p:val>
                                        </p:tav>
                                        <p:tav tm="100000">
                                          <p:val>
                                            <p:strVal val="#ppt_y"/>
                                          </p:val>
                                        </p:tav>
                                      </p:tavLst>
                                    </p:anim>
                                  </p:childTnLst>
                                </p:cTn>
                              </p:par>
                              <p:par>
                                <p:cTn id="547" presetID="2" presetClass="entr" presetSubtype="4" fill="hold" grpId="0" nodeType="withEffect">
                                  <p:stCondLst>
                                    <p:cond delay="0"/>
                                  </p:stCondLst>
                                  <p:childTnLst>
                                    <p:set>
                                      <p:cBhvr>
                                        <p:cTn id="548" dur="1" fill="hold">
                                          <p:stCondLst>
                                            <p:cond delay="0"/>
                                          </p:stCondLst>
                                        </p:cTn>
                                        <p:tgtEl>
                                          <p:spTgt spid="188554"/>
                                        </p:tgtEl>
                                        <p:attrNameLst>
                                          <p:attrName>style.visibility</p:attrName>
                                        </p:attrNameLst>
                                      </p:cBhvr>
                                      <p:to>
                                        <p:strVal val="visible"/>
                                      </p:to>
                                    </p:set>
                                    <p:anim calcmode="lin" valueType="num">
                                      <p:cBhvr additive="base">
                                        <p:cTn id="549" dur="500" fill="hold"/>
                                        <p:tgtEl>
                                          <p:spTgt spid="188554"/>
                                        </p:tgtEl>
                                        <p:attrNameLst>
                                          <p:attrName>ppt_x</p:attrName>
                                        </p:attrNameLst>
                                      </p:cBhvr>
                                      <p:tavLst>
                                        <p:tav tm="0">
                                          <p:val>
                                            <p:strVal val="#ppt_x"/>
                                          </p:val>
                                        </p:tav>
                                        <p:tav tm="100000">
                                          <p:val>
                                            <p:strVal val="#ppt_x"/>
                                          </p:val>
                                        </p:tav>
                                      </p:tavLst>
                                    </p:anim>
                                    <p:anim calcmode="lin" valueType="num">
                                      <p:cBhvr additive="base">
                                        <p:cTn id="550" dur="500" fill="hold"/>
                                        <p:tgtEl>
                                          <p:spTgt spid="188554"/>
                                        </p:tgtEl>
                                        <p:attrNameLst>
                                          <p:attrName>ppt_y</p:attrName>
                                        </p:attrNameLst>
                                      </p:cBhvr>
                                      <p:tavLst>
                                        <p:tav tm="0">
                                          <p:val>
                                            <p:strVal val="1+#ppt_h/2"/>
                                          </p:val>
                                        </p:tav>
                                        <p:tav tm="100000">
                                          <p:val>
                                            <p:strVal val="#ppt_y"/>
                                          </p:val>
                                        </p:tav>
                                      </p:tavLst>
                                    </p:anim>
                                  </p:childTnLst>
                                </p:cTn>
                              </p:par>
                              <p:par>
                                <p:cTn id="551" presetID="2" presetClass="entr" presetSubtype="4" fill="hold" grpId="0" nodeType="withEffect">
                                  <p:stCondLst>
                                    <p:cond delay="0"/>
                                  </p:stCondLst>
                                  <p:childTnLst>
                                    <p:set>
                                      <p:cBhvr>
                                        <p:cTn id="552" dur="1" fill="hold">
                                          <p:stCondLst>
                                            <p:cond delay="0"/>
                                          </p:stCondLst>
                                        </p:cTn>
                                        <p:tgtEl>
                                          <p:spTgt spid="188555"/>
                                        </p:tgtEl>
                                        <p:attrNameLst>
                                          <p:attrName>style.visibility</p:attrName>
                                        </p:attrNameLst>
                                      </p:cBhvr>
                                      <p:to>
                                        <p:strVal val="visible"/>
                                      </p:to>
                                    </p:set>
                                    <p:anim calcmode="lin" valueType="num">
                                      <p:cBhvr additive="base">
                                        <p:cTn id="553" dur="500" fill="hold"/>
                                        <p:tgtEl>
                                          <p:spTgt spid="188555"/>
                                        </p:tgtEl>
                                        <p:attrNameLst>
                                          <p:attrName>ppt_x</p:attrName>
                                        </p:attrNameLst>
                                      </p:cBhvr>
                                      <p:tavLst>
                                        <p:tav tm="0">
                                          <p:val>
                                            <p:strVal val="#ppt_x"/>
                                          </p:val>
                                        </p:tav>
                                        <p:tav tm="100000">
                                          <p:val>
                                            <p:strVal val="#ppt_x"/>
                                          </p:val>
                                        </p:tav>
                                      </p:tavLst>
                                    </p:anim>
                                    <p:anim calcmode="lin" valueType="num">
                                      <p:cBhvr additive="base">
                                        <p:cTn id="554" dur="500" fill="hold"/>
                                        <p:tgtEl>
                                          <p:spTgt spid="188555"/>
                                        </p:tgtEl>
                                        <p:attrNameLst>
                                          <p:attrName>ppt_y</p:attrName>
                                        </p:attrNameLst>
                                      </p:cBhvr>
                                      <p:tavLst>
                                        <p:tav tm="0">
                                          <p:val>
                                            <p:strVal val="1+#ppt_h/2"/>
                                          </p:val>
                                        </p:tav>
                                        <p:tav tm="100000">
                                          <p:val>
                                            <p:strVal val="#ppt_y"/>
                                          </p:val>
                                        </p:tav>
                                      </p:tavLst>
                                    </p:anim>
                                  </p:childTnLst>
                                </p:cTn>
                              </p:par>
                              <p:par>
                                <p:cTn id="555" presetID="2" presetClass="entr" presetSubtype="4" fill="hold" grpId="0" nodeType="withEffect">
                                  <p:stCondLst>
                                    <p:cond delay="0"/>
                                  </p:stCondLst>
                                  <p:childTnLst>
                                    <p:set>
                                      <p:cBhvr>
                                        <p:cTn id="556" dur="1" fill="hold">
                                          <p:stCondLst>
                                            <p:cond delay="0"/>
                                          </p:stCondLst>
                                        </p:cTn>
                                        <p:tgtEl>
                                          <p:spTgt spid="188556"/>
                                        </p:tgtEl>
                                        <p:attrNameLst>
                                          <p:attrName>style.visibility</p:attrName>
                                        </p:attrNameLst>
                                      </p:cBhvr>
                                      <p:to>
                                        <p:strVal val="visible"/>
                                      </p:to>
                                    </p:set>
                                    <p:anim calcmode="lin" valueType="num">
                                      <p:cBhvr additive="base">
                                        <p:cTn id="557" dur="500" fill="hold"/>
                                        <p:tgtEl>
                                          <p:spTgt spid="188556"/>
                                        </p:tgtEl>
                                        <p:attrNameLst>
                                          <p:attrName>ppt_x</p:attrName>
                                        </p:attrNameLst>
                                      </p:cBhvr>
                                      <p:tavLst>
                                        <p:tav tm="0">
                                          <p:val>
                                            <p:strVal val="#ppt_x"/>
                                          </p:val>
                                        </p:tav>
                                        <p:tav tm="100000">
                                          <p:val>
                                            <p:strVal val="#ppt_x"/>
                                          </p:val>
                                        </p:tav>
                                      </p:tavLst>
                                    </p:anim>
                                    <p:anim calcmode="lin" valueType="num">
                                      <p:cBhvr additive="base">
                                        <p:cTn id="558" dur="500" fill="hold"/>
                                        <p:tgtEl>
                                          <p:spTgt spid="188556"/>
                                        </p:tgtEl>
                                        <p:attrNameLst>
                                          <p:attrName>ppt_y</p:attrName>
                                        </p:attrNameLst>
                                      </p:cBhvr>
                                      <p:tavLst>
                                        <p:tav tm="0">
                                          <p:val>
                                            <p:strVal val="1+#ppt_h/2"/>
                                          </p:val>
                                        </p:tav>
                                        <p:tav tm="100000">
                                          <p:val>
                                            <p:strVal val="#ppt_y"/>
                                          </p:val>
                                        </p:tav>
                                      </p:tavLst>
                                    </p:anim>
                                  </p:childTnLst>
                                </p:cTn>
                              </p:par>
                              <p:par>
                                <p:cTn id="559" presetID="2" presetClass="entr" presetSubtype="4" fill="hold" grpId="0" nodeType="withEffect">
                                  <p:stCondLst>
                                    <p:cond delay="0"/>
                                  </p:stCondLst>
                                  <p:childTnLst>
                                    <p:set>
                                      <p:cBhvr>
                                        <p:cTn id="560" dur="1" fill="hold">
                                          <p:stCondLst>
                                            <p:cond delay="0"/>
                                          </p:stCondLst>
                                        </p:cTn>
                                        <p:tgtEl>
                                          <p:spTgt spid="188557"/>
                                        </p:tgtEl>
                                        <p:attrNameLst>
                                          <p:attrName>style.visibility</p:attrName>
                                        </p:attrNameLst>
                                      </p:cBhvr>
                                      <p:to>
                                        <p:strVal val="visible"/>
                                      </p:to>
                                    </p:set>
                                    <p:anim calcmode="lin" valueType="num">
                                      <p:cBhvr additive="base">
                                        <p:cTn id="561" dur="500" fill="hold"/>
                                        <p:tgtEl>
                                          <p:spTgt spid="188557"/>
                                        </p:tgtEl>
                                        <p:attrNameLst>
                                          <p:attrName>ppt_x</p:attrName>
                                        </p:attrNameLst>
                                      </p:cBhvr>
                                      <p:tavLst>
                                        <p:tav tm="0">
                                          <p:val>
                                            <p:strVal val="#ppt_x"/>
                                          </p:val>
                                        </p:tav>
                                        <p:tav tm="100000">
                                          <p:val>
                                            <p:strVal val="#ppt_x"/>
                                          </p:val>
                                        </p:tav>
                                      </p:tavLst>
                                    </p:anim>
                                    <p:anim calcmode="lin" valueType="num">
                                      <p:cBhvr additive="base">
                                        <p:cTn id="562" dur="500" fill="hold"/>
                                        <p:tgtEl>
                                          <p:spTgt spid="188557"/>
                                        </p:tgtEl>
                                        <p:attrNameLst>
                                          <p:attrName>ppt_y</p:attrName>
                                        </p:attrNameLst>
                                      </p:cBhvr>
                                      <p:tavLst>
                                        <p:tav tm="0">
                                          <p:val>
                                            <p:strVal val="1+#ppt_h/2"/>
                                          </p:val>
                                        </p:tav>
                                        <p:tav tm="100000">
                                          <p:val>
                                            <p:strVal val="#ppt_y"/>
                                          </p:val>
                                        </p:tav>
                                      </p:tavLst>
                                    </p:anim>
                                  </p:childTnLst>
                                </p:cTn>
                              </p:par>
                              <p:par>
                                <p:cTn id="563" presetID="2" presetClass="entr" presetSubtype="4" fill="hold" grpId="0" nodeType="withEffect">
                                  <p:stCondLst>
                                    <p:cond delay="0"/>
                                  </p:stCondLst>
                                  <p:childTnLst>
                                    <p:set>
                                      <p:cBhvr>
                                        <p:cTn id="564" dur="1" fill="hold">
                                          <p:stCondLst>
                                            <p:cond delay="0"/>
                                          </p:stCondLst>
                                        </p:cTn>
                                        <p:tgtEl>
                                          <p:spTgt spid="188558"/>
                                        </p:tgtEl>
                                        <p:attrNameLst>
                                          <p:attrName>style.visibility</p:attrName>
                                        </p:attrNameLst>
                                      </p:cBhvr>
                                      <p:to>
                                        <p:strVal val="visible"/>
                                      </p:to>
                                    </p:set>
                                    <p:anim calcmode="lin" valueType="num">
                                      <p:cBhvr additive="base">
                                        <p:cTn id="565" dur="500" fill="hold"/>
                                        <p:tgtEl>
                                          <p:spTgt spid="188558"/>
                                        </p:tgtEl>
                                        <p:attrNameLst>
                                          <p:attrName>ppt_x</p:attrName>
                                        </p:attrNameLst>
                                      </p:cBhvr>
                                      <p:tavLst>
                                        <p:tav tm="0">
                                          <p:val>
                                            <p:strVal val="#ppt_x"/>
                                          </p:val>
                                        </p:tav>
                                        <p:tav tm="100000">
                                          <p:val>
                                            <p:strVal val="#ppt_x"/>
                                          </p:val>
                                        </p:tav>
                                      </p:tavLst>
                                    </p:anim>
                                    <p:anim calcmode="lin" valueType="num">
                                      <p:cBhvr additive="base">
                                        <p:cTn id="566" dur="500" fill="hold"/>
                                        <p:tgtEl>
                                          <p:spTgt spid="188558"/>
                                        </p:tgtEl>
                                        <p:attrNameLst>
                                          <p:attrName>ppt_y</p:attrName>
                                        </p:attrNameLst>
                                      </p:cBhvr>
                                      <p:tavLst>
                                        <p:tav tm="0">
                                          <p:val>
                                            <p:strVal val="1+#ppt_h/2"/>
                                          </p:val>
                                        </p:tav>
                                        <p:tav tm="100000">
                                          <p:val>
                                            <p:strVal val="#ppt_y"/>
                                          </p:val>
                                        </p:tav>
                                      </p:tavLst>
                                    </p:anim>
                                  </p:childTnLst>
                                </p:cTn>
                              </p:par>
                              <p:par>
                                <p:cTn id="567" presetID="2" presetClass="entr" presetSubtype="4" fill="hold" grpId="0" nodeType="withEffect">
                                  <p:stCondLst>
                                    <p:cond delay="0"/>
                                  </p:stCondLst>
                                  <p:childTnLst>
                                    <p:set>
                                      <p:cBhvr>
                                        <p:cTn id="568" dur="1" fill="hold">
                                          <p:stCondLst>
                                            <p:cond delay="0"/>
                                          </p:stCondLst>
                                        </p:cTn>
                                        <p:tgtEl>
                                          <p:spTgt spid="188559"/>
                                        </p:tgtEl>
                                        <p:attrNameLst>
                                          <p:attrName>style.visibility</p:attrName>
                                        </p:attrNameLst>
                                      </p:cBhvr>
                                      <p:to>
                                        <p:strVal val="visible"/>
                                      </p:to>
                                    </p:set>
                                    <p:anim calcmode="lin" valueType="num">
                                      <p:cBhvr additive="base">
                                        <p:cTn id="569" dur="500" fill="hold"/>
                                        <p:tgtEl>
                                          <p:spTgt spid="188559"/>
                                        </p:tgtEl>
                                        <p:attrNameLst>
                                          <p:attrName>ppt_x</p:attrName>
                                        </p:attrNameLst>
                                      </p:cBhvr>
                                      <p:tavLst>
                                        <p:tav tm="0">
                                          <p:val>
                                            <p:strVal val="#ppt_x"/>
                                          </p:val>
                                        </p:tav>
                                        <p:tav tm="100000">
                                          <p:val>
                                            <p:strVal val="#ppt_x"/>
                                          </p:val>
                                        </p:tav>
                                      </p:tavLst>
                                    </p:anim>
                                    <p:anim calcmode="lin" valueType="num">
                                      <p:cBhvr additive="base">
                                        <p:cTn id="570" dur="500" fill="hold"/>
                                        <p:tgtEl>
                                          <p:spTgt spid="188559"/>
                                        </p:tgtEl>
                                        <p:attrNameLst>
                                          <p:attrName>ppt_y</p:attrName>
                                        </p:attrNameLst>
                                      </p:cBhvr>
                                      <p:tavLst>
                                        <p:tav tm="0">
                                          <p:val>
                                            <p:strVal val="1+#ppt_h/2"/>
                                          </p:val>
                                        </p:tav>
                                        <p:tav tm="100000">
                                          <p:val>
                                            <p:strVal val="#ppt_y"/>
                                          </p:val>
                                        </p:tav>
                                      </p:tavLst>
                                    </p:anim>
                                  </p:childTnLst>
                                </p:cTn>
                              </p:par>
                              <p:par>
                                <p:cTn id="571" presetID="2" presetClass="entr" presetSubtype="4" fill="hold" grpId="0" nodeType="withEffect">
                                  <p:stCondLst>
                                    <p:cond delay="0"/>
                                  </p:stCondLst>
                                  <p:childTnLst>
                                    <p:set>
                                      <p:cBhvr>
                                        <p:cTn id="572" dur="1" fill="hold">
                                          <p:stCondLst>
                                            <p:cond delay="0"/>
                                          </p:stCondLst>
                                        </p:cTn>
                                        <p:tgtEl>
                                          <p:spTgt spid="2"/>
                                        </p:tgtEl>
                                        <p:attrNameLst>
                                          <p:attrName>style.visibility</p:attrName>
                                        </p:attrNameLst>
                                      </p:cBhvr>
                                      <p:to>
                                        <p:strVal val="visible"/>
                                      </p:to>
                                    </p:set>
                                    <p:anim calcmode="lin" valueType="num">
                                      <p:cBhvr additive="base">
                                        <p:cTn id="573" dur="500" fill="hold"/>
                                        <p:tgtEl>
                                          <p:spTgt spid="2"/>
                                        </p:tgtEl>
                                        <p:attrNameLst>
                                          <p:attrName>ppt_x</p:attrName>
                                        </p:attrNameLst>
                                      </p:cBhvr>
                                      <p:tavLst>
                                        <p:tav tm="0">
                                          <p:val>
                                            <p:strVal val="#ppt_x"/>
                                          </p:val>
                                        </p:tav>
                                        <p:tav tm="100000">
                                          <p:val>
                                            <p:strVal val="#ppt_x"/>
                                          </p:val>
                                        </p:tav>
                                      </p:tavLst>
                                    </p:anim>
                                    <p:anim calcmode="lin" valueType="num">
                                      <p:cBhvr additive="base">
                                        <p:cTn id="57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19" grpId="0"/>
      <p:bldP spid="188420" grpId="0" animBg="1"/>
      <p:bldP spid="188421" grpId="0"/>
      <p:bldP spid="188422" grpId="0"/>
      <p:bldP spid="188423" grpId="0"/>
      <p:bldP spid="188424" grpId="0"/>
      <p:bldP spid="188425" grpId="0"/>
      <p:bldP spid="188426" grpId="0"/>
      <p:bldP spid="188427" grpId="0"/>
      <p:bldP spid="188428" grpId="0"/>
      <p:bldP spid="188429" grpId="0"/>
      <p:bldP spid="188430" grpId="0"/>
      <p:bldP spid="188431" grpId="0"/>
      <p:bldP spid="188432" grpId="0"/>
      <p:bldP spid="188433" grpId="0"/>
      <p:bldP spid="188434" grpId="0"/>
      <p:bldP spid="188449" grpId="0"/>
      <p:bldP spid="188450" grpId="0" animBg="1"/>
      <p:bldP spid="188453" grpId="0"/>
      <p:bldP spid="188454" grpId="0"/>
      <p:bldP spid="188455" grpId="0"/>
      <p:bldP spid="188456" grpId="0" animBg="1"/>
      <p:bldP spid="188458" grpId="0" animBg="1"/>
      <p:bldP spid="188460" grpId="0" animBg="1"/>
      <p:bldP spid="188462" grpId="0" animBg="1"/>
      <p:bldP spid="188464" grpId="0"/>
      <p:bldP spid="188465" grpId="0"/>
      <p:bldP spid="188466" grpId="0"/>
      <p:bldP spid="188467" grpId="0"/>
      <p:bldP spid="188468" grpId="0" animBg="1"/>
      <p:bldP spid="188470" grpId="0" animBg="1"/>
      <p:bldP spid="188472" grpId="0" animBg="1"/>
      <p:bldP spid="188474" grpId="0" animBg="1"/>
      <p:bldP spid="188476" grpId="0"/>
      <p:bldP spid="188477" grpId="0"/>
      <p:bldP spid="188478" grpId="0"/>
      <p:bldP spid="188479" grpId="0"/>
      <p:bldP spid="188480" grpId="0"/>
      <p:bldP spid="188481" grpId="0"/>
      <p:bldP spid="188483" grpId="0"/>
      <p:bldP spid="188484" grpId="0"/>
      <p:bldP spid="188485" grpId="0" bldLvl="0" animBg="1"/>
      <p:bldP spid="188486" grpId="0"/>
      <p:bldP spid="188489" grpId="0"/>
      <p:bldP spid="188490" grpId="0"/>
      <p:bldP spid="188491" grpId="0"/>
      <p:bldP spid="188492" grpId="0"/>
      <p:bldP spid="188493" grpId="0"/>
      <p:bldP spid="188498" grpId="0"/>
      <p:bldP spid="188499" grpId="0"/>
      <p:bldP spid="188500" grpId="0"/>
      <p:bldP spid="188501" grpId="0"/>
      <p:bldP spid="188502" grpId="0"/>
      <p:bldP spid="188503" grpId="0"/>
      <p:bldP spid="188504" grpId="0"/>
      <p:bldP spid="188505" grpId="0"/>
      <p:bldP spid="188510" grpId="0"/>
      <p:bldP spid="188511" grpId="0"/>
      <p:bldP spid="188512" grpId="0"/>
      <p:bldP spid="188513" grpId="0"/>
      <p:bldP spid="188514" grpId="0"/>
      <p:bldP spid="188519" grpId="0" bldLvl="0" animBg="1"/>
      <p:bldP spid="188520" grpId="0"/>
      <p:bldP spid="188521" grpId="0" bldLvl="0" animBg="1"/>
      <p:bldP spid="188527" grpId="0"/>
      <p:bldP spid="188528" grpId="0" bldLvl="0" animBg="1"/>
      <p:bldP spid="188529" grpId="0" animBg="1"/>
      <p:bldP spid="188530" grpId="0" animBg="1"/>
      <p:bldP spid="188531" grpId="0" animBg="1"/>
      <p:bldP spid="188534" grpId="0" animBg="1"/>
      <p:bldP spid="188535" grpId="0" animBg="1"/>
      <p:bldP spid="188536" grpId="0"/>
      <p:bldP spid="188537" grpId="0"/>
      <p:bldP spid="188538" grpId="0"/>
      <p:bldP spid="188539" grpId="0"/>
      <p:bldP spid="188540" grpId="0"/>
      <p:bldP spid="188541" grpId="0"/>
      <p:bldP spid="188542" grpId="0"/>
      <p:bldP spid="188543" grpId="0"/>
      <p:bldP spid="188544" grpId="0"/>
      <p:bldP spid="188545" grpId="0"/>
      <p:bldP spid="188546" grpId="0"/>
      <p:bldP spid="188547" grpId="0"/>
      <p:bldP spid="188548" grpId="0"/>
      <p:bldP spid="188549" grpId="0"/>
      <p:bldP spid="188550" grpId="0"/>
      <p:bldP spid="188551" grpId="0"/>
      <p:bldP spid="188552" grpId="0"/>
      <p:bldP spid="188553" grpId="0"/>
      <p:bldP spid="188554" grpId="0"/>
      <p:bldP spid="188555" grpId="0" animBg="1"/>
      <p:bldP spid="188556" grpId="0" animBg="1"/>
      <p:bldP spid="188557" grpId="0" animBg="1"/>
      <p:bldP spid="188558" grpId="0" animBg="1"/>
      <p:bldP spid="188559" grpId="0" animBg="1"/>
      <p:bldP spid="2"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3"/>
          <p:cNvSpPr>
            <a:spLocks noGrp="1"/>
          </p:cNvSpPr>
          <p:nvPr>
            <p:ph type="title"/>
          </p:nvPr>
        </p:nvSpPr>
        <p:spPr>
          <a:xfrm>
            <a:off x="1231900" y="773113"/>
            <a:ext cx="5334000" cy="430212"/>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译码器输出节拍信号时序图</a:t>
            </a:r>
          </a:p>
        </p:txBody>
      </p:sp>
      <p:grpSp>
        <p:nvGrpSpPr>
          <p:cNvPr id="189443" name="Group 3"/>
          <p:cNvGrpSpPr/>
          <p:nvPr/>
        </p:nvGrpSpPr>
        <p:grpSpPr>
          <a:xfrm>
            <a:off x="592138" y="1228725"/>
            <a:ext cx="6918325" cy="3130550"/>
            <a:chOff x="0" y="0"/>
            <a:chExt cx="10894" cy="4932"/>
          </a:xfrm>
        </p:grpSpPr>
        <p:sp>
          <p:nvSpPr>
            <p:cNvPr id="189444" name="Text Box 302"/>
            <p:cNvSpPr txBox="1"/>
            <p:nvPr/>
          </p:nvSpPr>
          <p:spPr>
            <a:xfrm>
              <a:off x="0" y="0"/>
              <a:ext cx="150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p>
          </p:txBody>
        </p:sp>
        <p:sp>
          <p:nvSpPr>
            <p:cNvPr id="189445" name="Text Box 303"/>
            <p:cNvSpPr txBox="1"/>
            <p:nvPr/>
          </p:nvSpPr>
          <p:spPr>
            <a:xfrm>
              <a:off x="302" y="3258"/>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5</a:t>
              </a:r>
            </a:p>
          </p:txBody>
        </p:sp>
        <p:sp>
          <p:nvSpPr>
            <p:cNvPr id="189446" name="Text Box 304"/>
            <p:cNvSpPr txBox="1"/>
            <p:nvPr/>
          </p:nvSpPr>
          <p:spPr>
            <a:xfrm>
              <a:off x="302" y="2700"/>
              <a:ext cx="1143" cy="631"/>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4</a:t>
              </a:r>
            </a:p>
          </p:txBody>
        </p:sp>
        <p:sp>
          <p:nvSpPr>
            <p:cNvPr id="189447" name="Text Box 305"/>
            <p:cNvSpPr txBox="1"/>
            <p:nvPr/>
          </p:nvSpPr>
          <p:spPr>
            <a:xfrm>
              <a:off x="302" y="3798"/>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6</a:t>
              </a:r>
            </a:p>
          </p:txBody>
        </p:sp>
        <p:sp>
          <p:nvSpPr>
            <p:cNvPr id="189448" name="Text Box 306"/>
            <p:cNvSpPr txBox="1"/>
            <p:nvPr/>
          </p:nvSpPr>
          <p:spPr>
            <a:xfrm>
              <a:off x="302" y="540"/>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0</a:t>
              </a:r>
            </a:p>
          </p:txBody>
        </p:sp>
        <p:sp>
          <p:nvSpPr>
            <p:cNvPr id="189449" name="Text Box 307"/>
            <p:cNvSpPr txBox="1"/>
            <p:nvPr/>
          </p:nvSpPr>
          <p:spPr>
            <a:xfrm>
              <a:off x="302" y="1080"/>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1</a:t>
              </a:r>
            </a:p>
          </p:txBody>
        </p:sp>
        <p:sp>
          <p:nvSpPr>
            <p:cNvPr id="189450" name="Text Box 308"/>
            <p:cNvSpPr txBox="1"/>
            <p:nvPr/>
          </p:nvSpPr>
          <p:spPr>
            <a:xfrm>
              <a:off x="302" y="2160"/>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3</a:t>
              </a:r>
            </a:p>
          </p:txBody>
        </p:sp>
        <p:sp>
          <p:nvSpPr>
            <p:cNvPr id="189451" name="Text Box 309"/>
            <p:cNvSpPr txBox="1"/>
            <p:nvPr/>
          </p:nvSpPr>
          <p:spPr>
            <a:xfrm>
              <a:off x="302" y="1620"/>
              <a:ext cx="1143" cy="630"/>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2</a:t>
              </a:r>
            </a:p>
          </p:txBody>
        </p:sp>
        <p:sp>
          <p:nvSpPr>
            <p:cNvPr id="189452" name="Line 349"/>
            <p:cNvSpPr/>
            <p:nvPr/>
          </p:nvSpPr>
          <p:spPr>
            <a:xfrm flipV="1">
              <a:off x="1087" y="3942"/>
              <a:ext cx="655" cy="0"/>
            </a:xfrm>
            <a:prstGeom prst="line">
              <a:avLst/>
            </a:prstGeom>
            <a:ln w="28575" cap="flat" cmpd="sng">
              <a:solidFill>
                <a:schemeClr val="tx1"/>
              </a:solidFill>
              <a:prstDash val="solid"/>
              <a:headEnd type="none" w="med" len="med"/>
              <a:tailEnd type="none" w="med" len="med"/>
            </a:ln>
          </p:spPr>
        </p:sp>
        <p:sp>
          <p:nvSpPr>
            <p:cNvPr id="189453" name="Line 365"/>
            <p:cNvSpPr/>
            <p:nvPr/>
          </p:nvSpPr>
          <p:spPr>
            <a:xfrm>
              <a:off x="1087" y="4771"/>
              <a:ext cx="655" cy="0"/>
            </a:xfrm>
            <a:prstGeom prst="line">
              <a:avLst/>
            </a:prstGeom>
            <a:ln w="28575" cap="flat" cmpd="sng">
              <a:solidFill>
                <a:schemeClr val="tx1"/>
              </a:solidFill>
              <a:prstDash val="solid"/>
              <a:headEnd type="none" w="med" len="med"/>
              <a:tailEnd type="none" w="med" len="med"/>
            </a:ln>
          </p:spPr>
        </p:sp>
        <p:grpSp>
          <p:nvGrpSpPr>
            <p:cNvPr id="189454" name="Group 367"/>
            <p:cNvGrpSpPr/>
            <p:nvPr/>
          </p:nvGrpSpPr>
          <p:grpSpPr>
            <a:xfrm>
              <a:off x="1427" y="90"/>
              <a:ext cx="9410" cy="311"/>
              <a:chOff x="0" y="0"/>
              <a:chExt cx="3764" cy="166"/>
            </a:xfrm>
          </p:grpSpPr>
          <p:sp>
            <p:nvSpPr>
              <p:cNvPr id="189659" name="Line 368"/>
              <p:cNvSpPr/>
              <p:nvPr/>
            </p:nvSpPr>
            <p:spPr>
              <a:xfrm>
                <a:off x="0" y="166"/>
                <a:ext cx="131" cy="0"/>
              </a:xfrm>
              <a:prstGeom prst="line">
                <a:avLst/>
              </a:prstGeom>
              <a:ln w="28575" cap="flat" cmpd="sng">
                <a:solidFill>
                  <a:schemeClr val="tx1"/>
                </a:solidFill>
                <a:prstDash val="solid"/>
                <a:headEnd type="none" w="med" len="med"/>
                <a:tailEnd type="none" w="med" len="med"/>
              </a:ln>
            </p:spPr>
          </p:sp>
          <p:sp>
            <p:nvSpPr>
              <p:cNvPr id="189660" name="Line 369"/>
              <p:cNvSpPr/>
              <p:nvPr/>
            </p:nvSpPr>
            <p:spPr>
              <a:xfrm>
                <a:off x="128" y="0"/>
                <a:ext cx="130" cy="0"/>
              </a:xfrm>
              <a:prstGeom prst="line">
                <a:avLst/>
              </a:prstGeom>
              <a:ln w="28575" cap="flat" cmpd="sng">
                <a:solidFill>
                  <a:schemeClr val="tx1"/>
                </a:solidFill>
                <a:prstDash val="solid"/>
                <a:headEnd type="none" w="med" len="med"/>
                <a:tailEnd type="none" w="med" len="med"/>
              </a:ln>
            </p:spPr>
          </p:sp>
          <p:sp>
            <p:nvSpPr>
              <p:cNvPr id="189661" name="Line 370"/>
              <p:cNvSpPr/>
              <p:nvPr/>
            </p:nvSpPr>
            <p:spPr>
              <a:xfrm>
                <a:off x="128" y="0"/>
                <a:ext cx="0" cy="166"/>
              </a:xfrm>
              <a:prstGeom prst="line">
                <a:avLst/>
              </a:prstGeom>
              <a:ln w="28575" cap="flat" cmpd="sng">
                <a:solidFill>
                  <a:schemeClr val="tx1"/>
                </a:solidFill>
                <a:prstDash val="solid"/>
                <a:headEnd type="none" w="med" len="med"/>
                <a:tailEnd type="none" w="med" len="med"/>
              </a:ln>
            </p:spPr>
          </p:sp>
          <p:sp>
            <p:nvSpPr>
              <p:cNvPr id="189662" name="Line 371"/>
              <p:cNvSpPr/>
              <p:nvPr/>
            </p:nvSpPr>
            <p:spPr>
              <a:xfrm>
                <a:off x="258" y="0"/>
                <a:ext cx="0" cy="166"/>
              </a:xfrm>
              <a:prstGeom prst="line">
                <a:avLst/>
              </a:prstGeom>
              <a:ln w="28575" cap="flat" cmpd="sng">
                <a:solidFill>
                  <a:schemeClr val="tx1"/>
                </a:solidFill>
                <a:prstDash val="solid"/>
                <a:headEnd type="none" w="med" len="med"/>
                <a:tailEnd type="none" w="med" len="med"/>
              </a:ln>
            </p:spPr>
          </p:sp>
          <p:sp>
            <p:nvSpPr>
              <p:cNvPr id="189663" name="Line 372"/>
              <p:cNvSpPr/>
              <p:nvPr/>
            </p:nvSpPr>
            <p:spPr>
              <a:xfrm>
                <a:off x="258" y="166"/>
                <a:ext cx="131" cy="0"/>
              </a:xfrm>
              <a:prstGeom prst="line">
                <a:avLst/>
              </a:prstGeom>
              <a:ln w="28575" cap="flat" cmpd="sng">
                <a:solidFill>
                  <a:schemeClr val="tx1"/>
                </a:solidFill>
                <a:prstDash val="solid"/>
                <a:headEnd type="none" w="med" len="med"/>
                <a:tailEnd type="none" w="med" len="med"/>
              </a:ln>
            </p:spPr>
          </p:sp>
          <p:sp>
            <p:nvSpPr>
              <p:cNvPr id="189664" name="Line 373"/>
              <p:cNvSpPr/>
              <p:nvPr/>
            </p:nvSpPr>
            <p:spPr>
              <a:xfrm>
                <a:off x="386" y="0"/>
                <a:ext cx="130" cy="0"/>
              </a:xfrm>
              <a:prstGeom prst="line">
                <a:avLst/>
              </a:prstGeom>
              <a:ln w="28575" cap="flat" cmpd="sng">
                <a:solidFill>
                  <a:schemeClr val="tx1"/>
                </a:solidFill>
                <a:prstDash val="solid"/>
                <a:headEnd type="none" w="med" len="med"/>
                <a:tailEnd type="none" w="med" len="med"/>
              </a:ln>
            </p:spPr>
          </p:sp>
          <p:sp>
            <p:nvSpPr>
              <p:cNvPr id="189665" name="Line 374"/>
              <p:cNvSpPr/>
              <p:nvPr/>
            </p:nvSpPr>
            <p:spPr>
              <a:xfrm>
                <a:off x="386" y="0"/>
                <a:ext cx="0" cy="166"/>
              </a:xfrm>
              <a:prstGeom prst="line">
                <a:avLst/>
              </a:prstGeom>
              <a:ln w="28575" cap="flat" cmpd="sng">
                <a:solidFill>
                  <a:schemeClr val="tx1"/>
                </a:solidFill>
                <a:prstDash val="solid"/>
                <a:headEnd type="none" w="med" len="med"/>
                <a:tailEnd type="none" w="med" len="med"/>
              </a:ln>
            </p:spPr>
          </p:sp>
          <p:sp>
            <p:nvSpPr>
              <p:cNvPr id="189666" name="Line 375"/>
              <p:cNvSpPr/>
              <p:nvPr/>
            </p:nvSpPr>
            <p:spPr>
              <a:xfrm>
                <a:off x="516" y="0"/>
                <a:ext cx="0" cy="166"/>
              </a:xfrm>
              <a:prstGeom prst="line">
                <a:avLst/>
              </a:prstGeom>
              <a:ln w="28575" cap="flat" cmpd="sng">
                <a:solidFill>
                  <a:schemeClr val="tx1"/>
                </a:solidFill>
                <a:prstDash val="solid"/>
                <a:headEnd type="none" w="med" len="med"/>
                <a:tailEnd type="none" w="med" len="med"/>
              </a:ln>
            </p:spPr>
          </p:sp>
          <p:sp>
            <p:nvSpPr>
              <p:cNvPr id="189667" name="Line 376"/>
              <p:cNvSpPr/>
              <p:nvPr/>
            </p:nvSpPr>
            <p:spPr>
              <a:xfrm>
                <a:off x="521" y="166"/>
                <a:ext cx="130" cy="0"/>
              </a:xfrm>
              <a:prstGeom prst="line">
                <a:avLst/>
              </a:prstGeom>
              <a:ln w="28575" cap="flat" cmpd="sng">
                <a:solidFill>
                  <a:schemeClr val="tx1"/>
                </a:solidFill>
                <a:prstDash val="solid"/>
                <a:headEnd type="none" w="med" len="med"/>
                <a:tailEnd type="none" w="med" len="med"/>
              </a:ln>
            </p:spPr>
          </p:sp>
          <p:sp>
            <p:nvSpPr>
              <p:cNvPr id="189668" name="Line 377"/>
              <p:cNvSpPr/>
              <p:nvPr/>
            </p:nvSpPr>
            <p:spPr>
              <a:xfrm>
                <a:off x="648" y="0"/>
                <a:ext cx="131" cy="0"/>
              </a:xfrm>
              <a:prstGeom prst="line">
                <a:avLst/>
              </a:prstGeom>
              <a:ln w="28575" cap="flat" cmpd="sng">
                <a:solidFill>
                  <a:schemeClr val="tx1"/>
                </a:solidFill>
                <a:prstDash val="solid"/>
                <a:headEnd type="none" w="med" len="med"/>
                <a:tailEnd type="none" w="med" len="med"/>
              </a:ln>
            </p:spPr>
          </p:sp>
          <p:sp>
            <p:nvSpPr>
              <p:cNvPr id="189669" name="Line 378"/>
              <p:cNvSpPr/>
              <p:nvPr/>
            </p:nvSpPr>
            <p:spPr>
              <a:xfrm>
                <a:off x="648" y="0"/>
                <a:ext cx="0" cy="166"/>
              </a:xfrm>
              <a:prstGeom prst="line">
                <a:avLst/>
              </a:prstGeom>
              <a:ln w="28575" cap="flat" cmpd="sng">
                <a:solidFill>
                  <a:schemeClr val="tx1"/>
                </a:solidFill>
                <a:prstDash val="solid"/>
                <a:headEnd type="none" w="med" len="med"/>
                <a:tailEnd type="none" w="med" len="med"/>
              </a:ln>
            </p:spPr>
          </p:sp>
          <p:sp>
            <p:nvSpPr>
              <p:cNvPr id="189670" name="Line 379"/>
              <p:cNvSpPr/>
              <p:nvPr/>
            </p:nvSpPr>
            <p:spPr>
              <a:xfrm>
                <a:off x="779" y="0"/>
                <a:ext cx="0" cy="166"/>
              </a:xfrm>
              <a:prstGeom prst="line">
                <a:avLst/>
              </a:prstGeom>
              <a:ln w="28575" cap="flat" cmpd="sng">
                <a:solidFill>
                  <a:schemeClr val="tx1"/>
                </a:solidFill>
                <a:prstDash val="solid"/>
                <a:headEnd type="none" w="med" len="med"/>
                <a:tailEnd type="none" w="med" len="med"/>
              </a:ln>
            </p:spPr>
          </p:sp>
          <p:sp>
            <p:nvSpPr>
              <p:cNvPr id="189671" name="Line 380"/>
              <p:cNvSpPr/>
              <p:nvPr/>
            </p:nvSpPr>
            <p:spPr>
              <a:xfrm>
                <a:off x="779" y="166"/>
                <a:ext cx="130" cy="0"/>
              </a:xfrm>
              <a:prstGeom prst="line">
                <a:avLst/>
              </a:prstGeom>
              <a:ln w="28575" cap="flat" cmpd="sng">
                <a:solidFill>
                  <a:schemeClr val="tx1"/>
                </a:solidFill>
                <a:prstDash val="solid"/>
                <a:headEnd type="none" w="med" len="med"/>
                <a:tailEnd type="none" w="med" len="med"/>
              </a:ln>
            </p:spPr>
          </p:sp>
          <p:sp>
            <p:nvSpPr>
              <p:cNvPr id="189672" name="Line 381"/>
              <p:cNvSpPr/>
              <p:nvPr/>
            </p:nvSpPr>
            <p:spPr>
              <a:xfrm>
                <a:off x="906" y="0"/>
                <a:ext cx="131" cy="0"/>
              </a:xfrm>
              <a:prstGeom prst="line">
                <a:avLst/>
              </a:prstGeom>
              <a:ln w="28575" cap="flat" cmpd="sng">
                <a:solidFill>
                  <a:schemeClr val="tx1"/>
                </a:solidFill>
                <a:prstDash val="solid"/>
                <a:headEnd type="none" w="med" len="med"/>
                <a:tailEnd type="none" w="med" len="med"/>
              </a:ln>
            </p:spPr>
          </p:sp>
          <p:sp>
            <p:nvSpPr>
              <p:cNvPr id="189673" name="Line 382"/>
              <p:cNvSpPr/>
              <p:nvPr/>
            </p:nvSpPr>
            <p:spPr>
              <a:xfrm>
                <a:off x="906" y="0"/>
                <a:ext cx="0" cy="166"/>
              </a:xfrm>
              <a:prstGeom prst="line">
                <a:avLst/>
              </a:prstGeom>
              <a:ln w="28575" cap="flat" cmpd="sng">
                <a:solidFill>
                  <a:schemeClr val="tx1"/>
                </a:solidFill>
                <a:prstDash val="solid"/>
                <a:headEnd type="none" w="med" len="med"/>
                <a:tailEnd type="none" w="med" len="med"/>
              </a:ln>
            </p:spPr>
          </p:sp>
          <p:sp>
            <p:nvSpPr>
              <p:cNvPr id="189674" name="Line 383"/>
              <p:cNvSpPr/>
              <p:nvPr/>
            </p:nvSpPr>
            <p:spPr>
              <a:xfrm>
                <a:off x="1037" y="0"/>
                <a:ext cx="0" cy="166"/>
              </a:xfrm>
              <a:prstGeom prst="line">
                <a:avLst/>
              </a:prstGeom>
              <a:ln w="28575" cap="flat" cmpd="sng">
                <a:solidFill>
                  <a:schemeClr val="tx1"/>
                </a:solidFill>
                <a:prstDash val="solid"/>
                <a:headEnd type="none" w="med" len="med"/>
                <a:tailEnd type="none" w="med" len="med"/>
              </a:ln>
            </p:spPr>
          </p:sp>
          <p:sp>
            <p:nvSpPr>
              <p:cNvPr id="189675" name="Line 384"/>
              <p:cNvSpPr/>
              <p:nvPr/>
            </p:nvSpPr>
            <p:spPr>
              <a:xfrm>
                <a:off x="1032" y="166"/>
                <a:ext cx="131" cy="0"/>
              </a:xfrm>
              <a:prstGeom prst="line">
                <a:avLst/>
              </a:prstGeom>
              <a:ln w="28575" cap="flat" cmpd="sng">
                <a:solidFill>
                  <a:schemeClr val="tx1"/>
                </a:solidFill>
                <a:prstDash val="solid"/>
                <a:headEnd type="none" w="med" len="med"/>
                <a:tailEnd type="none" w="med" len="med"/>
              </a:ln>
            </p:spPr>
          </p:sp>
          <p:sp>
            <p:nvSpPr>
              <p:cNvPr id="189676" name="Line 385"/>
              <p:cNvSpPr/>
              <p:nvPr/>
            </p:nvSpPr>
            <p:spPr>
              <a:xfrm>
                <a:off x="1160" y="0"/>
                <a:ext cx="130" cy="0"/>
              </a:xfrm>
              <a:prstGeom prst="line">
                <a:avLst/>
              </a:prstGeom>
              <a:ln w="28575" cap="flat" cmpd="sng">
                <a:solidFill>
                  <a:schemeClr val="tx1"/>
                </a:solidFill>
                <a:prstDash val="solid"/>
                <a:headEnd type="none" w="med" len="med"/>
                <a:tailEnd type="none" w="med" len="med"/>
              </a:ln>
            </p:spPr>
          </p:sp>
          <p:sp>
            <p:nvSpPr>
              <p:cNvPr id="189677" name="Line 386"/>
              <p:cNvSpPr/>
              <p:nvPr/>
            </p:nvSpPr>
            <p:spPr>
              <a:xfrm>
                <a:off x="1160" y="0"/>
                <a:ext cx="0" cy="166"/>
              </a:xfrm>
              <a:prstGeom prst="line">
                <a:avLst/>
              </a:prstGeom>
              <a:ln w="28575" cap="flat" cmpd="sng">
                <a:solidFill>
                  <a:schemeClr val="tx1"/>
                </a:solidFill>
                <a:prstDash val="solid"/>
                <a:headEnd type="none" w="med" len="med"/>
                <a:tailEnd type="none" w="med" len="med"/>
              </a:ln>
            </p:spPr>
          </p:sp>
          <p:sp>
            <p:nvSpPr>
              <p:cNvPr id="189678" name="Line 387"/>
              <p:cNvSpPr/>
              <p:nvPr/>
            </p:nvSpPr>
            <p:spPr>
              <a:xfrm>
                <a:off x="1290" y="0"/>
                <a:ext cx="0" cy="166"/>
              </a:xfrm>
              <a:prstGeom prst="line">
                <a:avLst/>
              </a:prstGeom>
              <a:ln w="28575" cap="flat" cmpd="sng">
                <a:solidFill>
                  <a:schemeClr val="tx1"/>
                </a:solidFill>
                <a:prstDash val="solid"/>
                <a:headEnd type="none" w="med" len="med"/>
                <a:tailEnd type="none" w="med" len="med"/>
              </a:ln>
            </p:spPr>
          </p:sp>
          <p:sp>
            <p:nvSpPr>
              <p:cNvPr id="189679" name="Line 388"/>
              <p:cNvSpPr/>
              <p:nvPr/>
            </p:nvSpPr>
            <p:spPr>
              <a:xfrm>
                <a:off x="1290" y="166"/>
                <a:ext cx="131" cy="0"/>
              </a:xfrm>
              <a:prstGeom prst="line">
                <a:avLst/>
              </a:prstGeom>
              <a:ln w="28575" cap="flat" cmpd="sng">
                <a:solidFill>
                  <a:schemeClr val="tx1"/>
                </a:solidFill>
                <a:prstDash val="solid"/>
                <a:headEnd type="none" w="med" len="med"/>
                <a:tailEnd type="none" w="med" len="med"/>
              </a:ln>
            </p:spPr>
          </p:sp>
          <p:sp>
            <p:nvSpPr>
              <p:cNvPr id="189680" name="Line 389"/>
              <p:cNvSpPr/>
              <p:nvPr/>
            </p:nvSpPr>
            <p:spPr>
              <a:xfrm>
                <a:off x="1418" y="0"/>
                <a:ext cx="130" cy="0"/>
              </a:xfrm>
              <a:prstGeom prst="line">
                <a:avLst/>
              </a:prstGeom>
              <a:ln w="28575" cap="flat" cmpd="sng">
                <a:solidFill>
                  <a:schemeClr val="tx1"/>
                </a:solidFill>
                <a:prstDash val="solid"/>
                <a:headEnd type="none" w="med" len="med"/>
                <a:tailEnd type="none" w="med" len="med"/>
              </a:ln>
            </p:spPr>
          </p:sp>
          <p:sp>
            <p:nvSpPr>
              <p:cNvPr id="189681" name="Line 390"/>
              <p:cNvSpPr/>
              <p:nvPr/>
            </p:nvSpPr>
            <p:spPr>
              <a:xfrm>
                <a:off x="1418" y="0"/>
                <a:ext cx="0" cy="166"/>
              </a:xfrm>
              <a:prstGeom prst="line">
                <a:avLst/>
              </a:prstGeom>
              <a:ln w="28575" cap="flat" cmpd="sng">
                <a:solidFill>
                  <a:schemeClr val="tx1"/>
                </a:solidFill>
                <a:prstDash val="solid"/>
                <a:headEnd type="none" w="med" len="med"/>
                <a:tailEnd type="none" w="med" len="med"/>
              </a:ln>
            </p:spPr>
          </p:sp>
          <p:sp>
            <p:nvSpPr>
              <p:cNvPr id="189682" name="Line 391"/>
              <p:cNvSpPr/>
              <p:nvPr/>
            </p:nvSpPr>
            <p:spPr>
              <a:xfrm>
                <a:off x="1548" y="0"/>
                <a:ext cx="0" cy="166"/>
              </a:xfrm>
              <a:prstGeom prst="line">
                <a:avLst/>
              </a:prstGeom>
              <a:ln w="28575" cap="flat" cmpd="sng">
                <a:solidFill>
                  <a:schemeClr val="tx1"/>
                </a:solidFill>
                <a:prstDash val="solid"/>
                <a:headEnd type="none" w="med" len="med"/>
                <a:tailEnd type="none" w="med" len="med"/>
              </a:ln>
            </p:spPr>
          </p:sp>
          <p:sp>
            <p:nvSpPr>
              <p:cNvPr id="189683" name="Line 392"/>
              <p:cNvSpPr/>
              <p:nvPr/>
            </p:nvSpPr>
            <p:spPr>
              <a:xfrm>
                <a:off x="1553" y="166"/>
                <a:ext cx="130" cy="0"/>
              </a:xfrm>
              <a:prstGeom prst="line">
                <a:avLst/>
              </a:prstGeom>
              <a:ln w="28575" cap="flat" cmpd="sng">
                <a:solidFill>
                  <a:schemeClr val="tx1"/>
                </a:solidFill>
                <a:prstDash val="solid"/>
                <a:headEnd type="none" w="med" len="med"/>
                <a:tailEnd type="none" w="med" len="med"/>
              </a:ln>
            </p:spPr>
          </p:sp>
          <p:sp>
            <p:nvSpPr>
              <p:cNvPr id="189684" name="Line 393"/>
              <p:cNvSpPr/>
              <p:nvPr/>
            </p:nvSpPr>
            <p:spPr>
              <a:xfrm>
                <a:off x="1680" y="0"/>
                <a:ext cx="131" cy="0"/>
              </a:xfrm>
              <a:prstGeom prst="line">
                <a:avLst/>
              </a:prstGeom>
              <a:ln w="28575" cap="flat" cmpd="sng">
                <a:solidFill>
                  <a:schemeClr val="tx1"/>
                </a:solidFill>
                <a:prstDash val="solid"/>
                <a:headEnd type="none" w="med" len="med"/>
                <a:tailEnd type="none" w="med" len="med"/>
              </a:ln>
            </p:spPr>
          </p:sp>
          <p:sp>
            <p:nvSpPr>
              <p:cNvPr id="189685" name="Line 394"/>
              <p:cNvSpPr/>
              <p:nvPr/>
            </p:nvSpPr>
            <p:spPr>
              <a:xfrm>
                <a:off x="1680" y="0"/>
                <a:ext cx="0" cy="166"/>
              </a:xfrm>
              <a:prstGeom prst="line">
                <a:avLst/>
              </a:prstGeom>
              <a:ln w="28575" cap="flat" cmpd="sng">
                <a:solidFill>
                  <a:schemeClr val="tx1"/>
                </a:solidFill>
                <a:prstDash val="solid"/>
                <a:headEnd type="none" w="med" len="med"/>
                <a:tailEnd type="none" w="med" len="med"/>
              </a:ln>
            </p:spPr>
          </p:sp>
          <p:sp>
            <p:nvSpPr>
              <p:cNvPr id="189686" name="Line 395"/>
              <p:cNvSpPr/>
              <p:nvPr/>
            </p:nvSpPr>
            <p:spPr>
              <a:xfrm>
                <a:off x="1811" y="0"/>
                <a:ext cx="0" cy="166"/>
              </a:xfrm>
              <a:prstGeom prst="line">
                <a:avLst/>
              </a:prstGeom>
              <a:ln w="28575" cap="flat" cmpd="sng">
                <a:solidFill>
                  <a:schemeClr val="tx1"/>
                </a:solidFill>
                <a:prstDash val="solid"/>
                <a:headEnd type="none" w="med" len="med"/>
                <a:tailEnd type="none" w="med" len="med"/>
              </a:ln>
            </p:spPr>
          </p:sp>
          <p:sp>
            <p:nvSpPr>
              <p:cNvPr id="189687" name="Line 396"/>
              <p:cNvSpPr/>
              <p:nvPr/>
            </p:nvSpPr>
            <p:spPr>
              <a:xfrm>
                <a:off x="1811" y="166"/>
                <a:ext cx="130" cy="0"/>
              </a:xfrm>
              <a:prstGeom prst="line">
                <a:avLst/>
              </a:prstGeom>
              <a:ln w="28575" cap="flat" cmpd="sng">
                <a:solidFill>
                  <a:schemeClr val="tx1"/>
                </a:solidFill>
                <a:prstDash val="solid"/>
                <a:headEnd type="none" w="med" len="med"/>
                <a:tailEnd type="none" w="med" len="med"/>
              </a:ln>
            </p:spPr>
          </p:sp>
          <p:sp>
            <p:nvSpPr>
              <p:cNvPr id="189688" name="Line 397"/>
              <p:cNvSpPr/>
              <p:nvPr/>
            </p:nvSpPr>
            <p:spPr>
              <a:xfrm>
                <a:off x="1938" y="0"/>
                <a:ext cx="131" cy="0"/>
              </a:xfrm>
              <a:prstGeom prst="line">
                <a:avLst/>
              </a:prstGeom>
              <a:ln w="28575" cap="flat" cmpd="sng">
                <a:solidFill>
                  <a:schemeClr val="tx1"/>
                </a:solidFill>
                <a:prstDash val="solid"/>
                <a:headEnd type="none" w="med" len="med"/>
                <a:tailEnd type="none" w="med" len="med"/>
              </a:ln>
            </p:spPr>
          </p:sp>
          <p:sp>
            <p:nvSpPr>
              <p:cNvPr id="189689" name="Line 398"/>
              <p:cNvSpPr/>
              <p:nvPr/>
            </p:nvSpPr>
            <p:spPr>
              <a:xfrm>
                <a:off x="1938" y="0"/>
                <a:ext cx="0" cy="166"/>
              </a:xfrm>
              <a:prstGeom prst="line">
                <a:avLst/>
              </a:prstGeom>
              <a:ln w="28575" cap="flat" cmpd="sng">
                <a:solidFill>
                  <a:schemeClr val="tx1"/>
                </a:solidFill>
                <a:prstDash val="solid"/>
                <a:headEnd type="none" w="med" len="med"/>
                <a:tailEnd type="none" w="med" len="med"/>
              </a:ln>
            </p:spPr>
          </p:sp>
          <p:sp>
            <p:nvSpPr>
              <p:cNvPr id="189690" name="Line 399"/>
              <p:cNvSpPr/>
              <p:nvPr/>
            </p:nvSpPr>
            <p:spPr>
              <a:xfrm>
                <a:off x="2069" y="0"/>
                <a:ext cx="0" cy="166"/>
              </a:xfrm>
              <a:prstGeom prst="line">
                <a:avLst/>
              </a:prstGeom>
              <a:ln w="28575" cap="flat" cmpd="sng">
                <a:solidFill>
                  <a:schemeClr val="tx1"/>
                </a:solidFill>
                <a:prstDash val="solid"/>
                <a:headEnd type="none" w="med" len="med"/>
                <a:tailEnd type="none" w="med" len="med"/>
              </a:ln>
            </p:spPr>
          </p:sp>
          <p:sp>
            <p:nvSpPr>
              <p:cNvPr id="189691" name="Line 400"/>
              <p:cNvSpPr/>
              <p:nvPr/>
            </p:nvSpPr>
            <p:spPr>
              <a:xfrm>
                <a:off x="2069" y="166"/>
                <a:ext cx="132" cy="0"/>
              </a:xfrm>
              <a:prstGeom prst="line">
                <a:avLst/>
              </a:prstGeom>
              <a:ln w="28575" cap="flat" cmpd="sng">
                <a:solidFill>
                  <a:schemeClr val="tx1"/>
                </a:solidFill>
                <a:prstDash val="solid"/>
                <a:headEnd type="none" w="med" len="med"/>
                <a:tailEnd type="none" w="med" len="med"/>
              </a:ln>
            </p:spPr>
          </p:sp>
          <p:sp>
            <p:nvSpPr>
              <p:cNvPr id="189692" name="Line 401"/>
              <p:cNvSpPr/>
              <p:nvPr/>
            </p:nvSpPr>
            <p:spPr>
              <a:xfrm>
                <a:off x="2088" y="166"/>
                <a:ext cx="131" cy="0"/>
              </a:xfrm>
              <a:prstGeom prst="line">
                <a:avLst/>
              </a:prstGeom>
              <a:ln w="28575" cap="flat" cmpd="sng">
                <a:solidFill>
                  <a:schemeClr val="tx1"/>
                </a:solidFill>
                <a:prstDash val="solid"/>
                <a:headEnd type="none" w="med" len="med"/>
                <a:tailEnd type="none" w="med" len="med"/>
              </a:ln>
            </p:spPr>
          </p:sp>
          <p:sp>
            <p:nvSpPr>
              <p:cNvPr id="189693" name="Line 402"/>
              <p:cNvSpPr/>
              <p:nvPr/>
            </p:nvSpPr>
            <p:spPr>
              <a:xfrm>
                <a:off x="2216" y="0"/>
                <a:ext cx="130" cy="0"/>
              </a:xfrm>
              <a:prstGeom prst="line">
                <a:avLst/>
              </a:prstGeom>
              <a:ln w="28575" cap="flat" cmpd="sng">
                <a:solidFill>
                  <a:schemeClr val="tx1"/>
                </a:solidFill>
                <a:prstDash val="solid"/>
                <a:headEnd type="none" w="med" len="med"/>
                <a:tailEnd type="none" w="med" len="med"/>
              </a:ln>
            </p:spPr>
          </p:sp>
          <p:sp>
            <p:nvSpPr>
              <p:cNvPr id="189694" name="Line 403"/>
              <p:cNvSpPr/>
              <p:nvPr/>
            </p:nvSpPr>
            <p:spPr>
              <a:xfrm>
                <a:off x="2216" y="0"/>
                <a:ext cx="0" cy="166"/>
              </a:xfrm>
              <a:prstGeom prst="line">
                <a:avLst/>
              </a:prstGeom>
              <a:ln w="28575" cap="flat" cmpd="sng">
                <a:solidFill>
                  <a:schemeClr val="tx1"/>
                </a:solidFill>
                <a:prstDash val="solid"/>
                <a:headEnd type="none" w="med" len="med"/>
                <a:tailEnd type="none" w="med" len="med"/>
              </a:ln>
            </p:spPr>
          </p:sp>
          <p:sp>
            <p:nvSpPr>
              <p:cNvPr id="189695" name="Line 404"/>
              <p:cNvSpPr/>
              <p:nvPr/>
            </p:nvSpPr>
            <p:spPr>
              <a:xfrm>
                <a:off x="2346" y="0"/>
                <a:ext cx="0" cy="166"/>
              </a:xfrm>
              <a:prstGeom prst="line">
                <a:avLst/>
              </a:prstGeom>
              <a:ln w="28575" cap="flat" cmpd="sng">
                <a:solidFill>
                  <a:schemeClr val="tx1"/>
                </a:solidFill>
                <a:prstDash val="solid"/>
                <a:headEnd type="none" w="med" len="med"/>
                <a:tailEnd type="none" w="med" len="med"/>
              </a:ln>
            </p:spPr>
          </p:sp>
          <p:sp>
            <p:nvSpPr>
              <p:cNvPr id="189696" name="Line 405"/>
              <p:cNvSpPr/>
              <p:nvPr/>
            </p:nvSpPr>
            <p:spPr>
              <a:xfrm>
                <a:off x="2346" y="166"/>
                <a:ext cx="131" cy="0"/>
              </a:xfrm>
              <a:prstGeom prst="line">
                <a:avLst/>
              </a:prstGeom>
              <a:ln w="28575" cap="flat" cmpd="sng">
                <a:solidFill>
                  <a:schemeClr val="tx1"/>
                </a:solidFill>
                <a:prstDash val="solid"/>
                <a:headEnd type="none" w="med" len="med"/>
                <a:tailEnd type="none" w="med" len="med"/>
              </a:ln>
            </p:spPr>
          </p:sp>
          <p:sp>
            <p:nvSpPr>
              <p:cNvPr id="189697" name="Line 406"/>
              <p:cNvSpPr/>
              <p:nvPr/>
            </p:nvSpPr>
            <p:spPr>
              <a:xfrm>
                <a:off x="2474" y="0"/>
                <a:ext cx="130" cy="0"/>
              </a:xfrm>
              <a:prstGeom prst="line">
                <a:avLst/>
              </a:prstGeom>
              <a:ln w="28575" cap="flat" cmpd="sng">
                <a:solidFill>
                  <a:schemeClr val="tx1"/>
                </a:solidFill>
                <a:prstDash val="solid"/>
                <a:headEnd type="none" w="med" len="med"/>
                <a:tailEnd type="none" w="med" len="med"/>
              </a:ln>
            </p:spPr>
          </p:sp>
          <p:sp>
            <p:nvSpPr>
              <p:cNvPr id="189698" name="Line 407"/>
              <p:cNvSpPr/>
              <p:nvPr/>
            </p:nvSpPr>
            <p:spPr>
              <a:xfrm>
                <a:off x="2474" y="0"/>
                <a:ext cx="0" cy="166"/>
              </a:xfrm>
              <a:prstGeom prst="line">
                <a:avLst/>
              </a:prstGeom>
              <a:ln w="28575" cap="flat" cmpd="sng">
                <a:solidFill>
                  <a:schemeClr val="tx1"/>
                </a:solidFill>
                <a:prstDash val="solid"/>
                <a:headEnd type="none" w="med" len="med"/>
                <a:tailEnd type="none" w="med" len="med"/>
              </a:ln>
            </p:spPr>
          </p:sp>
          <p:sp>
            <p:nvSpPr>
              <p:cNvPr id="189699" name="Line 408"/>
              <p:cNvSpPr/>
              <p:nvPr/>
            </p:nvSpPr>
            <p:spPr>
              <a:xfrm>
                <a:off x="2604" y="0"/>
                <a:ext cx="0" cy="166"/>
              </a:xfrm>
              <a:prstGeom prst="line">
                <a:avLst/>
              </a:prstGeom>
              <a:ln w="28575" cap="flat" cmpd="sng">
                <a:solidFill>
                  <a:schemeClr val="tx1"/>
                </a:solidFill>
                <a:prstDash val="solid"/>
                <a:headEnd type="none" w="med" len="med"/>
                <a:tailEnd type="none" w="med" len="med"/>
              </a:ln>
            </p:spPr>
          </p:sp>
          <p:sp>
            <p:nvSpPr>
              <p:cNvPr id="189700" name="Line 409"/>
              <p:cNvSpPr/>
              <p:nvPr/>
            </p:nvSpPr>
            <p:spPr>
              <a:xfrm>
                <a:off x="2609" y="166"/>
                <a:ext cx="130" cy="0"/>
              </a:xfrm>
              <a:prstGeom prst="line">
                <a:avLst/>
              </a:prstGeom>
              <a:ln w="28575" cap="flat" cmpd="sng">
                <a:solidFill>
                  <a:schemeClr val="tx1"/>
                </a:solidFill>
                <a:prstDash val="solid"/>
                <a:headEnd type="none" w="med" len="med"/>
                <a:tailEnd type="none" w="med" len="med"/>
              </a:ln>
            </p:spPr>
          </p:sp>
          <p:sp>
            <p:nvSpPr>
              <p:cNvPr id="189701" name="Line 410"/>
              <p:cNvSpPr/>
              <p:nvPr/>
            </p:nvSpPr>
            <p:spPr>
              <a:xfrm>
                <a:off x="2736" y="0"/>
                <a:ext cx="131" cy="0"/>
              </a:xfrm>
              <a:prstGeom prst="line">
                <a:avLst/>
              </a:prstGeom>
              <a:ln w="28575" cap="flat" cmpd="sng">
                <a:solidFill>
                  <a:schemeClr val="tx1"/>
                </a:solidFill>
                <a:prstDash val="solid"/>
                <a:headEnd type="none" w="med" len="med"/>
                <a:tailEnd type="none" w="med" len="med"/>
              </a:ln>
            </p:spPr>
          </p:sp>
          <p:sp>
            <p:nvSpPr>
              <p:cNvPr id="189702" name="Line 411"/>
              <p:cNvSpPr/>
              <p:nvPr/>
            </p:nvSpPr>
            <p:spPr>
              <a:xfrm>
                <a:off x="2736" y="0"/>
                <a:ext cx="0" cy="166"/>
              </a:xfrm>
              <a:prstGeom prst="line">
                <a:avLst/>
              </a:prstGeom>
              <a:ln w="28575" cap="flat" cmpd="sng">
                <a:solidFill>
                  <a:schemeClr val="tx1"/>
                </a:solidFill>
                <a:prstDash val="solid"/>
                <a:headEnd type="none" w="med" len="med"/>
                <a:tailEnd type="none" w="med" len="med"/>
              </a:ln>
            </p:spPr>
          </p:sp>
          <p:sp>
            <p:nvSpPr>
              <p:cNvPr id="189703" name="Line 412"/>
              <p:cNvSpPr/>
              <p:nvPr/>
            </p:nvSpPr>
            <p:spPr>
              <a:xfrm>
                <a:off x="2867" y="0"/>
                <a:ext cx="0" cy="166"/>
              </a:xfrm>
              <a:prstGeom prst="line">
                <a:avLst/>
              </a:prstGeom>
              <a:ln w="28575" cap="flat" cmpd="sng">
                <a:solidFill>
                  <a:schemeClr val="tx1"/>
                </a:solidFill>
                <a:prstDash val="solid"/>
                <a:headEnd type="none" w="med" len="med"/>
                <a:tailEnd type="none" w="med" len="med"/>
              </a:ln>
            </p:spPr>
          </p:sp>
          <p:sp>
            <p:nvSpPr>
              <p:cNvPr id="189704" name="Line 413"/>
              <p:cNvSpPr/>
              <p:nvPr/>
            </p:nvSpPr>
            <p:spPr>
              <a:xfrm>
                <a:off x="2867" y="166"/>
                <a:ext cx="130" cy="0"/>
              </a:xfrm>
              <a:prstGeom prst="line">
                <a:avLst/>
              </a:prstGeom>
              <a:ln w="28575" cap="flat" cmpd="sng">
                <a:solidFill>
                  <a:schemeClr val="tx1"/>
                </a:solidFill>
                <a:prstDash val="solid"/>
                <a:headEnd type="none" w="med" len="med"/>
                <a:tailEnd type="none" w="med" len="med"/>
              </a:ln>
            </p:spPr>
          </p:sp>
          <p:sp>
            <p:nvSpPr>
              <p:cNvPr id="189705" name="Line 414"/>
              <p:cNvSpPr/>
              <p:nvPr/>
            </p:nvSpPr>
            <p:spPr>
              <a:xfrm>
                <a:off x="2994" y="0"/>
                <a:ext cx="131" cy="0"/>
              </a:xfrm>
              <a:prstGeom prst="line">
                <a:avLst/>
              </a:prstGeom>
              <a:ln w="28575" cap="flat" cmpd="sng">
                <a:solidFill>
                  <a:schemeClr val="tx1"/>
                </a:solidFill>
                <a:prstDash val="solid"/>
                <a:headEnd type="none" w="med" len="med"/>
                <a:tailEnd type="none" w="med" len="med"/>
              </a:ln>
            </p:spPr>
          </p:sp>
          <p:sp>
            <p:nvSpPr>
              <p:cNvPr id="189706" name="Line 415"/>
              <p:cNvSpPr/>
              <p:nvPr/>
            </p:nvSpPr>
            <p:spPr>
              <a:xfrm>
                <a:off x="2994" y="0"/>
                <a:ext cx="0" cy="166"/>
              </a:xfrm>
              <a:prstGeom prst="line">
                <a:avLst/>
              </a:prstGeom>
              <a:ln w="28575" cap="flat" cmpd="sng">
                <a:solidFill>
                  <a:schemeClr val="tx1"/>
                </a:solidFill>
                <a:prstDash val="solid"/>
                <a:headEnd type="none" w="med" len="med"/>
                <a:tailEnd type="none" w="med" len="med"/>
              </a:ln>
            </p:spPr>
          </p:sp>
          <p:sp>
            <p:nvSpPr>
              <p:cNvPr id="189707" name="Line 416"/>
              <p:cNvSpPr/>
              <p:nvPr/>
            </p:nvSpPr>
            <p:spPr>
              <a:xfrm>
                <a:off x="3125" y="0"/>
                <a:ext cx="0" cy="166"/>
              </a:xfrm>
              <a:prstGeom prst="line">
                <a:avLst/>
              </a:prstGeom>
              <a:ln w="28575" cap="flat" cmpd="sng">
                <a:solidFill>
                  <a:schemeClr val="tx1"/>
                </a:solidFill>
                <a:prstDash val="solid"/>
                <a:headEnd type="none" w="med" len="med"/>
                <a:tailEnd type="none" w="med" len="med"/>
              </a:ln>
            </p:spPr>
          </p:sp>
          <p:sp>
            <p:nvSpPr>
              <p:cNvPr id="189708" name="Line 417"/>
              <p:cNvSpPr/>
              <p:nvPr/>
            </p:nvSpPr>
            <p:spPr>
              <a:xfrm>
                <a:off x="3120" y="166"/>
                <a:ext cx="131" cy="0"/>
              </a:xfrm>
              <a:prstGeom prst="line">
                <a:avLst/>
              </a:prstGeom>
              <a:ln w="28575" cap="flat" cmpd="sng">
                <a:solidFill>
                  <a:schemeClr val="tx1"/>
                </a:solidFill>
                <a:prstDash val="solid"/>
                <a:headEnd type="none" w="med" len="med"/>
                <a:tailEnd type="none" w="med" len="med"/>
              </a:ln>
            </p:spPr>
          </p:sp>
          <p:sp>
            <p:nvSpPr>
              <p:cNvPr id="189709" name="Line 418"/>
              <p:cNvSpPr/>
              <p:nvPr/>
            </p:nvSpPr>
            <p:spPr>
              <a:xfrm>
                <a:off x="3248" y="0"/>
                <a:ext cx="130" cy="0"/>
              </a:xfrm>
              <a:prstGeom prst="line">
                <a:avLst/>
              </a:prstGeom>
              <a:ln w="28575" cap="flat" cmpd="sng">
                <a:solidFill>
                  <a:schemeClr val="tx1"/>
                </a:solidFill>
                <a:prstDash val="solid"/>
                <a:headEnd type="none" w="med" len="med"/>
                <a:tailEnd type="none" w="med" len="med"/>
              </a:ln>
            </p:spPr>
          </p:sp>
          <p:sp>
            <p:nvSpPr>
              <p:cNvPr id="189710" name="Line 419"/>
              <p:cNvSpPr/>
              <p:nvPr/>
            </p:nvSpPr>
            <p:spPr>
              <a:xfrm>
                <a:off x="3248" y="0"/>
                <a:ext cx="0" cy="166"/>
              </a:xfrm>
              <a:prstGeom prst="line">
                <a:avLst/>
              </a:prstGeom>
              <a:ln w="28575" cap="flat" cmpd="sng">
                <a:solidFill>
                  <a:schemeClr val="tx1"/>
                </a:solidFill>
                <a:prstDash val="solid"/>
                <a:headEnd type="none" w="med" len="med"/>
                <a:tailEnd type="none" w="med" len="med"/>
              </a:ln>
            </p:spPr>
          </p:sp>
          <p:sp>
            <p:nvSpPr>
              <p:cNvPr id="189711" name="Line 420"/>
              <p:cNvSpPr/>
              <p:nvPr/>
            </p:nvSpPr>
            <p:spPr>
              <a:xfrm>
                <a:off x="3378" y="0"/>
                <a:ext cx="0" cy="166"/>
              </a:xfrm>
              <a:prstGeom prst="line">
                <a:avLst/>
              </a:prstGeom>
              <a:ln w="28575" cap="flat" cmpd="sng">
                <a:solidFill>
                  <a:schemeClr val="tx1"/>
                </a:solidFill>
                <a:prstDash val="solid"/>
                <a:headEnd type="none" w="med" len="med"/>
                <a:tailEnd type="none" w="med" len="med"/>
              </a:ln>
            </p:spPr>
          </p:sp>
          <p:sp>
            <p:nvSpPr>
              <p:cNvPr id="189712" name="Line 421"/>
              <p:cNvSpPr/>
              <p:nvPr/>
            </p:nvSpPr>
            <p:spPr>
              <a:xfrm>
                <a:off x="3378" y="166"/>
                <a:ext cx="131" cy="0"/>
              </a:xfrm>
              <a:prstGeom prst="line">
                <a:avLst/>
              </a:prstGeom>
              <a:ln w="28575" cap="flat" cmpd="sng">
                <a:solidFill>
                  <a:schemeClr val="tx1"/>
                </a:solidFill>
                <a:prstDash val="solid"/>
                <a:headEnd type="none" w="med" len="med"/>
                <a:tailEnd type="none" w="med" len="med"/>
              </a:ln>
            </p:spPr>
          </p:sp>
          <p:sp>
            <p:nvSpPr>
              <p:cNvPr id="189713" name="Line 422"/>
              <p:cNvSpPr/>
              <p:nvPr/>
            </p:nvSpPr>
            <p:spPr>
              <a:xfrm>
                <a:off x="3506" y="0"/>
                <a:ext cx="130" cy="0"/>
              </a:xfrm>
              <a:prstGeom prst="line">
                <a:avLst/>
              </a:prstGeom>
              <a:ln w="28575" cap="flat" cmpd="sng">
                <a:solidFill>
                  <a:schemeClr val="tx1"/>
                </a:solidFill>
                <a:prstDash val="solid"/>
                <a:headEnd type="none" w="med" len="med"/>
                <a:tailEnd type="none" w="med" len="med"/>
              </a:ln>
            </p:spPr>
          </p:sp>
          <p:sp>
            <p:nvSpPr>
              <p:cNvPr id="189714" name="Line 423"/>
              <p:cNvSpPr/>
              <p:nvPr/>
            </p:nvSpPr>
            <p:spPr>
              <a:xfrm>
                <a:off x="3506" y="0"/>
                <a:ext cx="0" cy="166"/>
              </a:xfrm>
              <a:prstGeom prst="line">
                <a:avLst/>
              </a:prstGeom>
              <a:ln w="28575" cap="flat" cmpd="sng">
                <a:solidFill>
                  <a:schemeClr val="tx1"/>
                </a:solidFill>
                <a:prstDash val="solid"/>
                <a:headEnd type="none" w="med" len="med"/>
                <a:tailEnd type="none" w="med" len="med"/>
              </a:ln>
            </p:spPr>
          </p:sp>
          <p:sp>
            <p:nvSpPr>
              <p:cNvPr id="189715" name="Line 424"/>
              <p:cNvSpPr/>
              <p:nvPr/>
            </p:nvSpPr>
            <p:spPr>
              <a:xfrm>
                <a:off x="3636" y="0"/>
                <a:ext cx="0" cy="166"/>
              </a:xfrm>
              <a:prstGeom prst="line">
                <a:avLst/>
              </a:prstGeom>
              <a:ln w="28575" cap="flat" cmpd="sng">
                <a:solidFill>
                  <a:schemeClr val="tx1"/>
                </a:solidFill>
                <a:prstDash val="solid"/>
                <a:headEnd type="none" w="med" len="med"/>
                <a:tailEnd type="none" w="med" len="med"/>
              </a:ln>
            </p:spPr>
          </p:sp>
          <p:sp>
            <p:nvSpPr>
              <p:cNvPr id="189716" name="Line 425"/>
              <p:cNvSpPr/>
              <p:nvPr/>
            </p:nvSpPr>
            <p:spPr>
              <a:xfrm>
                <a:off x="3633" y="166"/>
                <a:ext cx="131" cy="0"/>
              </a:xfrm>
              <a:prstGeom prst="line">
                <a:avLst/>
              </a:prstGeom>
              <a:ln w="28575" cap="flat" cmpd="sng">
                <a:solidFill>
                  <a:schemeClr val="tx1"/>
                </a:solidFill>
                <a:prstDash val="solid"/>
                <a:headEnd type="none" w="med" len="med"/>
                <a:tailEnd type="none" w="med" len="med"/>
              </a:ln>
            </p:spPr>
          </p:sp>
        </p:grpSp>
        <p:grpSp>
          <p:nvGrpSpPr>
            <p:cNvPr id="189455" name="Group 426"/>
            <p:cNvGrpSpPr/>
            <p:nvPr/>
          </p:nvGrpSpPr>
          <p:grpSpPr>
            <a:xfrm>
              <a:off x="1742" y="502"/>
              <a:ext cx="8425" cy="4252"/>
              <a:chOff x="0" y="0"/>
              <a:chExt cx="3370" cy="2084"/>
            </a:xfrm>
          </p:grpSpPr>
          <p:sp>
            <p:nvSpPr>
              <p:cNvPr id="189645" name="Line 427"/>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189646" name="Line 428"/>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189647" name="Line 429"/>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189648" name="Line 430"/>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189649" name="Line 431"/>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189650" name="Line 432"/>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189651" name="Line 433"/>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189652" name="Line 434"/>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189653" name="Line 435"/>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189654" name="Line 436"/>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189655" name="Line 437"/>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189656" name="Line 438"/>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189657" name="Line 439"/>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189658" name="Line 440"/>
              <p:cNvSpPr/>
              <p:nvPr/>
            </p:nvSpPr>
            <p:spPr>
              <a:xfrm>
                <a:off x="3370" y="20"/>
                <a:ext cx="0" cy="2064"/>
              </a:xfrm>
              <a:prstGeom prst="line">
                <a:avLst/>
              </a:prstGeom>
              <a:ln w="9525" cap="flat" cmpd="sng">
                <a:solidFill>
                  <a:schemeClr val="tx1"/>
                </a:solidFill>
                <a:prstDash val="lgDash"/>
                <a:headEnd type="none" w="med" len="med"/>
                <a:tailEnd type="none" w="med" len="med"/>
              </a:ln>
            </p:spPr>
          </p:sp>
        </p:grpSp>
        <p:sp>
          <p:nvSpPr>
            <p:cNvPr id="189456" name="Text Box 441"/>
            <p:cNvSpPr txBox="1"/>
            <p:nvPr/>
          </p:nvSpPr>
          <p:spPr>
            <a:xfrm>
              <a:off x="302" y="4302"/>
              <a:ext cx="1143" cy="631"/>
            </a:xfrm>
            <a:prstGeom prst="rect">
              <a:avLst/>
            </a:prstGeom>
            <a:noFill/>
            <a:ln w="9525">
              <a:noFill/>
            </a:ln>
          </p:spPr>
          <p:txBody>
            <a:bodyPr>
              <a:spAutoFit/>
            </a:bodyPr>
            <a:lstStyle/>
            <a:p>
              <a:pPr eaLnBrk="1" fontAlgn="b"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/S</a:t>
              </a:r>
              <a:r>
                <a:rPr lang="en-US" altLang="zh-CN" b="1" baseline="-25000">
                  <a:solidFill>
                    <a:schemeClr val="tx1"/>
                  </a:solidFill>
                  <a:latin typeface="黑体" panose="02010609060101010101" pitchFamily="2" charset="-122"/>
                  <a:ea typeface="黑体" panose="02010609060101010101" pitchFamily="2" charset="-122"/>
                </a:rPr>
                <a:t>7</a:t>
              </a:r>
            </a:p>
          </p:txBody>
        </p:sp>
        <p:grpSp>
          <p:nvGrpSpPr>
            <p:cNvPr id="189457" name="Group 454"/>
            <p:cNvGrpSpPr/>
            <p:nvPr/>
          </p:nvGrpSpPr>
          <p:grpSpPr>
            <a:xfrm>
              <a:off x="1812" y="3923"/>
              <a:ext cx="90" cy="171"/>
              <a:chOff x="0" y="0"/>
              <a:chExt cx="36" cy="91"/>
            </a:xfrm>
          </p:grpSpPr>
          <p:sp>
            <p:nvSpPr>
              <p:cNvPr id="189643" name="Line 45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4" name="Line 45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458" name="Group 498"/>
            <p:cNvGrpSpPr/>
            <p:nvPr/>
          </p:nvGrpSpPr>
          <p:grpSpPr>
            <a:xfrm>
              <a:off x="1170" y="682"/>
              <a:ext cx="9470" cy="349"/>
              <a:chOff x="0" y="0"/>
              <a:chExt cx="3788" cy="186"/>
            </a:xfrm>
          </p:grpSpPr>
          <p:sp>
            <p:nvSpPr>
              <p:cNvPr id="189618" name="Line 315"/>
              <p:cNvSpPr/>
              <p:nvPr/>
            </p:nvSpPr>
            <p:spPr>
              <a:xfrm>
                <a:off x="278" y="184"/>
                <a:ext cx="204" cy="0"/>
              </a:xfrm>
              <a:prstGeom prst="line">
                <a:avLst/>
              </a:prstGeom>
              <a:ln w="28575" cap="flat" cmpd="sng">
                <a:solidFill>
                  <a:schemeClr val="tx1"/>
                </a:solidFill>
                <a:prstDash val="solid"/>
                <a:headEnd type="none" w="med" len="med"/>
                <a:tailEnd type="none" w="med" len="med"/>
              </a:ln>
            </p:spPr>
          </p:sp>
          <p:sp>
            <p:nvSpPr>
              <p:cNvPr id="189619" name="Line 320"/>
              <p:cNvSpPr/>
              <p:nvPr/>
            </p:nvSpPr>
            <p:spPr>
              <a:xfrm>
                <a:off x="0" y="10"/>
                <a:ext cx="227" cy="0"/>
              </a:xfrm>
              <a:prstGeom prst="line">
                <a:avLst/>
              </a:prstGeom>
              <a:ln w="28575" cap="flat" cmpd="sng">
                <a:solidFill>
                  <a:schemeClr val="tx1"/>
                </a:solidFill>
                <a:prstDash val="solid"/>
                <a:headEnd type="none" w="med" len="med"/>
                <a:tailEnd type="none" w="med" len="med"/>
              </a:ln>
            </p:spPr>
          </p:sp>
          <p:sp>
            <p:nvSpPr>
              <p:cNvPr id="189620" name="Line 321"/>
              <p:cNvSpPr/>
              <p:nvPr/>
            </p:nvSpPr>
            <p:spPr>
              <a:xfrm>
                <a:off x="543" y="20"/>
                <a:ext cx="204" cy="0"/>
              </a:xfrm>
              <a:prstGeom prst="line">
                <a:avLst/>
              </a:prstGeom>
              <a:ln w="28575" cap="flat" cmpd="sng">
                <a:solidFill>
                  <a:schemeClr val="tx1"/>
                </a:solidFill>
                <a:prstDash val="solid"/>
                <a:headEnd type="none" w="med" len="med"/>
                <a:tailEnd type="none" w="med" len="med"/>
              </a:ln>
            </p:spPr>
          </p:sp>
          <p:sp>
            <p:nvSpPr>
              <p:cNvPr id="189621" name="Line 322"/>
              <p:cNvSpPr/>
              <p:nvPr/>
            </p:nvSpPr>
            <p:spPr>
              <a:xfrm rot="900000">
                <a:off x="517" y="20"/>
                <a:ext cx="0" cy="166"/>
              </a:xfrm>
              <a:prstGeom prst="line">
                <a:avLst/>
              </a:prstGeom>
              <a:ln w="28575" cap="flat" cmpd="sng">
                <a:solidFill>
                  <a:schemeClr val="tx1"/>
                </a:solidFill>
                <a:prstDash val="solid"/>
                <a:headEnd type="none" w="med" len="med"/>
                <a:tailEnd type="none" w="med" len="med"/>
              </a:ln>
            </p:spPr>
          </p:sp>
          <p:sp>
            <p:nvSpPr>
              <p:cNvPr id="189622" name="Line 323"/>
              <p:cNvSpPr/>
              <p:nvPr/>
            </p:nvSpPr>
            <p:spPr>
              <a:xfrm rot="-900000">
                <a:off x="249" y="20"/>
                <a:ext cx="0" cy="166"/>
              </a:xfrm>
              <a:prstGeom prst="line">
                <a:avLst/>
              </a:prstGeom>
              <a:ln w="28575" cap="flat" cmpd="sng">
                <a:solidFill>
                  <a:schemeClr val="tx1"/>
                </a:solidFill>
                <a:prstDash val="solid"/>
                <a:headEnd type="none" w="med" len="med"/>
                <a:tailEnd type="none" w="med" len="med"/>
              </a:ln>
            </p:spPr>
          </p:sp>
          <p:sp>
            <p:nvSpPr>
              <p:cNvPr id="189623" name="Line 324"/>
              <p:cNvSpPr/>
              <p:nvPr/>
            </p:nvSpPr>
            <p:spPr>
              <a:xfrm>
                <a:off x="829" y="20"/>
                <a:ext cx="431" cy="0"/>
              </a:xfrm>
              <a:prstGeom prst="line">
                <a:avLst/>
              </a:prstGeom>
              <a:ln w="28575" cap="flat" cmpd="sng">
                <a:solidFill>
                  <a:schemeClr val="tx1"/>
                </a:solidFill>
                <a:prstDash val="solid"/>
                <a:headEnd type="none" w="med" len="med"/>
                <a:tailEnd type="none" w="med" len="med"/>
              </a:ln>
            </p:spPr>
          </p:sp>
          <p:sp>
            <p:nvSpPr>
              <p:cNvPr id="189624" name="Line 325"/>
              <p:cNvSpPr/>
              <p:nvPr/>
            </p:nvSpPr>
            <p:spPr>
              <a:xfrm>
                <a:off x="1333" y="20"/>
                <a:ext cx="975" cy="0"/>
              </a:xfrm>
              <a:prstGeom prst="line">
                <a:avLst/>
              </a:prstGeom>
              <a:ln w="28575" cap="flat" cmpd="sng">
                <a:solidFill>
                  <a:schemeClr val="tx1"/>
                </a:solidFill>
                <a:prstDash val="solid"/>
                <a:headEnd type="none" w="med" len="med"/>
                <a:tailEnd type="none" w="med" len="med"/>
              </a:ln>
            </p:spPr>
          </p:sp>
          <p:sp>
            <p:nvSpPr>
              <p:cNvPr id="189625" name="Line 328"/>
              <p:cNvSpPr/>
              <p:nvPr/>
            </p:nvSpPr>
            <p:spPr>
              <a:xfrm>
                <a:off x="2629" y="20"/>
                <a:ext cx="204" cy="0"/>
              </a:xfrm>
              <a:prstGeom prst="line">
                <a:avLst/>
              </a:prstGeom>
              <a:ln w="28575" cap="flat" cmpd="sng">
                <a:solidFill>
                  <a:schemeClr val="tx1"/>
                </a:solidFill>
                <a:prstDash val="solid"/>
                <a:headEnd type="none" w="med" len="med"/>
                <a:tailEnd type="none" w="med" len="med"/>
              </a:ln>
            </p:spPr>
          </p:sp>
          <p:sp>
            <p:nvSpPr>
              <p:cNvPr id="189626" name="Line 336"/>
              <p:cNvSpPr/>
              <p:nvPr/>
            </p:nvSpPr>
            <p:spPr>
              <a:xfrm>
                <a:off x="3425" y="20"/>
                <a:ext cx="363" cy="0"/>
              </a:xfrm>
              <a:prstGeom prst="line">
                <a:avLst/>
              </a:prstGeom>
              <a:ln w="28575" cap="flat" cmpd="sng">
                <a:solidFill>
                  <a:schemeClr val="tx1"/>
                </a:solidFill>
                <a:prstDash val="solid"/>
                <a:headEnd type="none" w="med" len="med"/>
                <a:tailEnd type="none" w="med" len="med"/>
              </a:ln>
            </p:spPr>
          </p:sp>
          <p:grpSp>
            <p:nvGrpSpPr>
              <p:cNvPr id="189627" name="Group 457"/>
              <p:cNvGrpSpPr/>
              <p:nvPr/>
            </p:nvGrpSpPr>
            <p:grpSpPr>
              <a:xfrm>
                <a:off x="769" y="0"/>
                <a:ext cx="36" cy="91"/>
                <a:chOff x="0" y="0"/>
                <a:chExt cx="36" cy="91"/>
              </a:xfrm>
            </p:grpSpPr>
            <p:sp>
              <p:nvSpPr>
                <p:cNvPr id="189641" name="Line 45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2" name="Line 45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28" name="Group 460"/>
              <p:cNvGrpSpPr/>
              <p:nvPr/>
            </p:nvGrpSpPr>
            <p:grpSpPr>
              <a:xfrm>
                <a:off x="1287" y="10"/>
                <a:ext cx="36" cy="91"/>
                <a:chOff x="0" y="0"/>
                <a:chExt cx="36" cy="91"/>
              </a:xfrm>
            </p:grpSpPr>
            <p:sp>
              <p:nvSpPr>
                <p:cNvPr id="189639" name="Line 46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40" name="Line 46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29" name="Line 463"/>
              <p:cNvSpPr/>
              <p:nvPr/>
            </p:nvSpPr>
            <p:spPr>
              <a:xfrm>
                <a:off x="2370" y="184"/>
                <a:ext cx="204" cy="0"/>
              </a:xfrm>
              <a:prstGeom prst="line">
                <a:avLst/>
              </a:prstGeom>
              <a:ln w="28575" cap="flat" cmpd="sng">
                <a:solidFill>
                  <a:schemeClr val="tx1"/>
                </a:solidFill>
                <a:prstDash val="solid"/>
                <a:headEnd type="none" w="med" len="med"/>
                <a:tailEnd type="none" w="med" len="med"/>
              </a:ln>
            </p:spPr>
          </p:sp>
          <p:sp>
            <p:nvSpPr>
              <p:cNvPr id="189630" name="Line 464"/>
              <p:cNvSpPr/>
              <p:nvPr/>
            </p:nvSpPr>
            <p:spPr>
              <a:xfrm rot="900000">
                <a:off x="2609" y="20"/>
                <a:ext cx="0" cy="166"/>
              </a:xfrm>
              <a:prstGeom prst="line">
                <a:avLst/>
              </a:prstGeom>
              <a:ln w="28575" cap="flat" cmpd="sng">
                <a:solidFill>
                  <a:schemeClr val="tx1"/>
                </a:solidFill>
                <a:prstDash val="solid"/>
                <a:headEnd type="none" w="med" len="med"/>
                <a:tailEnd type="none" w="med" len="med"/>
              </a:ln>
            </p:spPr>
          </p:sp>
          <p:sp>
            <p:nvSpPr>
              <p:cNvPr id="189631" name="Line 465"/>
              <p:cNvSpPr/>
              <p:nvPr/>
            </p:nvSpPr>
            <p:spPr>
              <a:xfrm rot="-900000">
                <a:off x="2341" y="20"/>
                <a:ext cx="0" cy="166"/>
              </a:xfrm>
              <a:prstGeom prst="line">
                <a:avLst/>
              </a:prstGeom>
              <a:ln w="28575" cap="flat" cmpd="sng">
                <a:solidFill>
                  <a:schemeClr val="tx1"/>
                </a:solidFill>
                <a:prstDash val="solid"/>
                <a:headEnd type="none" w="med" len="med"/>
                <a:tailEnd type="none" w="med" len="med"/>
              </a:ln>
            </p:spPr>
          </p:sp>
          <p:grpSp>
            <p:nvGrpSpPr>
              <p:cNvPr id="189632" name="Group 466"/>
              <p:cNvGrpSpPr/>
              <p:nvPr/>
            </p:nvGrpSpPr>
            <p:grpSpPr>
              <a:xfrm>
                <a:off x="2853" y="10"/>
                <a:ext cx="36" cy="91"/>
                <a:chOff x="0" y="0"/>
                <a:chExt cx="36" cy="91"/>
              </a:xfrm>
            </p:grpSpPr>
            <p:sp>
              <p:nvSpPr>
                <p:cNvPr id="189637" name="Line 4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8" name="Line 4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33" name="Line 469"/>
              <p:cNvSpPr/>
              <p:nvPr/>
            </p:nvSpPr>
            <p:spPr>
              <a:xfrm>
                <a:off x="2908" y="20"/>
                <a:ext cx="431" cy="0"/>
              </a:xfrm>
              <a:prstGeom prst="line">
                <a:avLst/>
              </a:prstGeom>
              <a:ln w="28575" cap="flat" cmpd="sng">
                <a:solidFill>
                  <a:schemeClr val="tx1"/>
                </a:solidFill>
                <a:prstDash val="solid"/>
                <a:headEnd type="none" w="med" len="med"/>
                <a:tailEnd type="none" w="med" len="med"/>
              </a:ln>
            </p:spPr>
          </p:sp>
          <p:grpSp>
            <p:nvGrpSpPr>
              <p:cNvPr id="189634" name="Group 470"/>
              <p:cNvGrpSpPr/>
              <p:nvPr/>
            </p:nvGrpSpPr>
            <p:grpSpPr>
              <a:xfrm>
                <a:off x="3371" y="10"/>
                <a:ext cx="36" cy="91"/>
                <a:chOff x="0" y="0"/>
                <a:chExt cx="36" cy="91"/>
              </a:xfrm>
            </p:grpSpPr>
            <p:sp>
              <p:nvSpPr>
                <p:cNvPr id="189635" name="Line 4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36" name="Line 4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grpSp>
          <p:nvGrpSpPr>
            <p:cNvPr id="189459" name="Group 521"/>
            <p:cNvGrpSpPr/>
            <p:nvPr/>
          </p:nvGrpSpPr>
          <p:grpSpPr>
            <a:xfrm>
              <a:off x="1150" y="1241"/>
              <a:ext cx="9472" cy="334"/>
              <a:chOff x="0" y="0"/>
              <a:chExt cx="3789" cy="178"/>
            </a:xfrm>
          </p:grpSpPr>
          <p:sp>
            <p:nvSpPr>
              <p:cNvPr id="189593" name="Line 311"/>
              <p:cNvSpPr/>
              <p:nvPr/>
            </p:nvSpPr>
            <p:spPr>
              <a:xfrm flipV="1">
                <a:off x="0" y="10"/>
                <a:ext cx="260" cy="0"/>
              </a:xfrm>
              <a:prstGeom prst="line">
                <a:avLst/>
              </a:prstGeom>
              <a:ln w="28575" cap="flat" cmpd="sng">
                <a:solidFill>
                  <a:schemeClr val="tx1"/>
                </a:solidFill>
                <a:prstDash val="solid"/>
                <a:headEnd type="none" w="med" len="med"/>
                <a:tailEnd type="none" w="med" len="med"/>
              </a:ln>
            </p:spPr>
          </p:sp>
          <p:grpSp>
            <p:nvGrpSpPr>
              <p:cNvPr id="189594" name="Group 312"/>
              <p:cNvGrpSpPr/>
              <p:nvPr/>
            </p:nvGrpSpPr>
            <p:grpSpPr>
              <a:xfrm>
                <a:off x="265" y="0"/>
                <a:ext cx="36" cy="91"/>
                <a:chOff x="0" y="0"/>
                <a:chExt cx="36" cy="91"/>
              </a:xfrm>
            </p:grpSpPr>
            <p:sp>
              <p:nvSpPr>
                <p:cNvPr id="189616" name="Line 31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7" name="Line 31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95" name="Line 473"/>
              <p:cNvSpPr/>
              <p:nvPr/>
            </p:nvSpPr>
            <p:spPr>
              <a:xfrm>
                <a:off x="554" y="166"/>
                <a:ext cx="204" cy="0"/>
              </a:xfrm>
              <a:prstGeom prst="line">
                <a:avLst/>
              </a:prstGeom>
              <a:ln w="28575" cap="flat" cmpd="sng">
                <a:solidFill>
                  <a:schemeClr val="tx1"/>
                </a:solidFill>
                <a:prstDash val="solid"/>
                <a:headEnd type="none" w="med" len="med"/>
                <a:tailEnd type="none" w="med" len="med"/>
              </a:ln>
            </p:spPr>
          </p:sp>
          <p:sp>
            <p:nvSpPr>
              <p:cNvPr id="189596" name="Line 475"/>
              <p:cNvSpPr/>
              <p:nvPr/>
            </p:nvSpPr>
            <p:spPr>
              <a:xfrm rot="900000">
                <a:off x="793" y="2"/>
                <a:ext cx="0" cy="166"/>
              </a:xfrm>
              <a:prstGeom prst="line">
                <a:avLst/>
              </a:prstGeom>
              <a:ln w="28575" cap="flat" cmpd="sng">
                <a:solidFill>
                  <a:schemeClr val="tx1"/>
                </a:solidFill>
                <a:prstDash val="solid"/>
                <a:headEnd type="none" w="med" len="med"/>
                <a:tailEnd type="none" w="med" len="med"/>
              </a:ln>
            </p:spPr>
          </p:sp>
          <p:sp>
            <p:nvSpPr>
              <p:cNvPr id="189597" name="Line 476"/>
              <p:cNvSpPr/>
              <p:nvPr/>
            </p:nvSpPr>
            <p:spPr>
              <a:xfrm rot="-900000">
                <a:off x="525" y="2"/>
                <a:ext cx="0" cy="166"/>
              </a:xfrm>
              <a:prstGeom prst="line">
                <a:avLst/>
              </a:prstGeom>
              <a:ln w="28575" cap="flat" cmpd="sng">
                <a:solidFill>
                  <a:schemeClr val="tx1"/>
                </a:solidFill>
                <a:prstDash val="solid"/>
                <a:headEnd type="none" w="med" len="med"/>
                <a:tailEnd type="none" w="med" len="med"/>
              </a:ln>
            </p:spPr>
          </p:sp>
          <p:sp>
            <p:nvSpPr>
              <p:cNvPr id="189598" name="Line 477"/>
              <p:cNvSpPr/>
              <p:nvPr/>
            </p:nvSpPr>
            <p:spPr>
              <a:xfrm>
                <a:off x="831" y="12"/>
                <a:ext cx="431" cy="0"/>
              </a:xfrm>
              <a:prstGeom prst="line">
                <a:avLst/>
              </a:prstGeom>
              <a:ln w="28575" cap="flat" cmpd="sng">
                <a:solidFill>
                  <a:schemeClr val="tx1"/>
                </a:solidFill>
                <a:prstDash val="solid"/>
                <a:headEnd type="none" w="med" len="med"/>
                <a:tailEnd type="none" w="med" len="med"/>
              </a:ln>
            </p:spPr>
          </p:sp>
          <p:sp>
            <p:nvSpPr>
              <p:cNvPr id="189599" name="Line 478"/>
              <p:cNvSpPr/>
              <p:nvPr/>
            </p:nvSpPr>
            <p:spPr>
              <a:xfrm>
                <a:off x="1335" y="12"/>
                <a:ext cx="975" cy="0"/>
              </a:xfrm>
              <a:prstGeom prst="line">
                <a:avLst/>
              </a:prstGeom>
              <a:ln w="28575" cap="flat" cmpd="sng">
                <a:solidFill>
                  <a:schemeClr val="tx1"/>
                </a:solidFill>
                <a:prstDash val="solid"/>
                <a:headEnd type="none" w="med" len="med"/>
                <a:tailEnd type="none" w="med" len="med"/>
              </a:ln>
            </p:spPr>
          </p:sp>
          <p:sp>
            <p:nvSpPr>
              <p:cNvPr id="189600" name="Line 479"/>
              <p:cNvSpPr/>
              <p:nvPr/>
            </p:nvSpPr>
            <p:spPr>
              <a:xfrm>
                <a:off x="2397" y="12"/>
                <a:ext cx="204" cy="0"/>
              </a:xfrm>
              <a:prstGeom prst="line">
                <a:avLst/>
              </a:prstGeom>
              <a:ln w="28575" cap="flat" cmpd="sng">
                <a:solidFill>
                  <a:schemeClr val="tx1"/>
                </a:solidFill>
                <a:prstDash val="solid"/>
                <a:headEnd type="none" w="med" len="med"/>
                <a:tailEnd type="none" w="med" len="med"/>
              </a:ln>
            </p:spPr>
          </p:sp>
          <p:sp>
            <p:nvSpPr>
              <p:cNvPr id="189601" name="Line 480"/>
              <p:cNvSpPr/>
              <p:nvPr/>
            </p:nvSpPr>
            <p:spPr>
              <a:xfrm>
                <a:off x="3426" y="12"/>
                <a:ext cx="363" cy="0"/>
              </a:xfrm>
              <a:prstGeom prst="line">
                <a:avLst/>
              </a:prstGeom>
              <a:ln w="28575" cap="flat" cmpd="sng">
                <a:solidFill>
                  <a:schemeClr val="tx1"/>
                </a:solidFill>
                <a:prstDash val="solid"/>
                <a:headEnd type="none" w="med" len="med"/>
                <a:tailEnd type="none" w="med" len="med"/>
              </a:ln>
            </p:spPr>
          </p:sp>
          <p:grpSp>
            <p:nvGrpSpPr>
              <p:cNvPr id="189602" name="Group 484"/>
              <p:cNvGrpSpPr/>
              <p:nvPr/>
            </p:nvGrpSpPr>
            <p:grpSpPr>
              <a:xfrm>
                <a:off x="1289" y="2"/>
                <a:ext cx="36" cy="91"/>
                <a:chOff x="0" y="0"/>
                <a:chExt cx="36" cy="91"/>
              </a:xfrm>
            </p:grpSpPr>
            <p:sp>
              <p:nvSpPr>
                <p:cNvPr id="189614" name="Line 48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5" name="Line 48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3" name="Line 487"/>
              <p:cNvSpPr/>
              <p:nvPr/>
            </p:nvSpPr>
            <p:spPr>
              <a:xfrm>
                <a:off x="2652" y="166"/>
                <a:ext cx="204" cy="0"/>
              </a:xfrm>
              <a:prstGeom prst="line">
                <a:avLst/>
              </a:prstGeom>
              <a:ln w="28575" cap="flat" cmpd="sng">
                <a:solidFill>
                  <a:schemeClr val="tx1"/>
                </a:solidFill>
                <a:prstDash val="solid"/>
                <a:headEnd type="none" w="med" len="med"/>
                <a:tailEnd type="none" w="med" len="med"/>
              </a:ln>
            </p:spPr>
          </p:sp>
          <p:sp>
            <p:nvSpPr>
              <p:cNvPr id="189604" name="Line 488"/>
              <p:cNvSpPr/>
              <p:nvPr/>
            </p:nvSpPr>
            <p:spPr>
              <a:xfrm rot="900000">
                <a:off x="2891" y="2"/>
                <a:ext cx="0" cy="166"/>
              </a:xfrm>
              <a:prstGeom prst="line">
                <a:avLst/>
              </a:prstGeom>
              <a:ln w="28575" cap="flat" cmpd="sng">
                <a:solidFill>
                  <a:schemeClr val="tx1"/>
                </a:solidFill>
                <a:prstDash val="solid"/>
                <a:headEnd type="none" w="med" len="med"/>
                <a:tailEnd type="none" w="med" len="med"/>
              </a:ln>
            </p:spPr>
          </p:sp>
          <p:sp>
            <p:nvSpPr>
              <p:cNvPr id="189605" name="Line 489"/>
              <p:cNvSpPr/>
              <p:nvPr/>
            </p:nvSpPr>
            <p:spPr>
              <a:xfrm rot="-900000">
                <a:off x="2623" y="12"/>
                <a:ext cx="0" cy="166"/>
              </a:xfrm>
              <a:prstGeom prst="line">
                <a:avLst/>
              </a:prstGeom>
              <a:ln w="28575" cap="flat" cmpd="sng">
                <a:solidFill>
                  <a:schemeClr val="tx1"/>
                </a:solidFill>
                <a:prstDash val="solid"/>
                <a:headEnd type="none" w="med" len="med"/>
                <a:tailEnd type="none" w="med" len="med"/>
              </a:ln>
            </p:spPr>
          </p:sp>
          <p:grpSp>
            <p:nvGrpSpPr>
              <p:cNvPr id="189606" name="Group 490"/>
              <p:cNvGrpSpPr/>
              <p:nvPr/>
            </p:nvGrpSpPr>
            <p:grpSpPr>
              <a:xfrm>
                <a:off x="2349" y="2"/>
                <a:ext cx="36" cy="91"/>
                <a:chOff x="0" y="0"/>
                <a:chExt cx="36" cy="91"/>
              </a:xfrm>
            </p:grpSpPr>
            <p:sp>
              <p:nvSpPr>
                <p:cNvPr id="189612" name="Line 49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3" name="Line 49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607" name="Group 494"/>
              <p:cNvGrpSpPr/>
              <p:nvPr/>
            </p:nvGrpSpPr>
            <p:grpSpPr>
              <a:xfrm>
                <a:off x="3379" y="2"/>
                <a:ext cx="36" cy="91"/>
                <a:chOff x="0" y="0"/>
                <a:chExt cx="36" cy="91"/>
              </a:xfrm>
            </p:grpSpPr>
            <p:sp>
              <p:nvSpPr>
                <p:cNvPr id="189610" name="Line 49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611" name="Line 49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608" name="Line 497"/>
              <p:cNvSpPr/>
              <p:nvPr/>
            </p:nvSpPr>
            <p:spPr>
              <a:xfrm flipV="1">
                <a:off x="313" y="10"/>
                <a:ext cx="204" cy="0"/>
              </a:xfrm>
              <a:prstGeom prst="line">
                <a:avLst/>
              </a:prstGeom>
              <a:ln w="28575" cap="flat" cmpd="sng">
                <a:solidFill>
                  <a:schemeClr val="tx1"/>
                </a:solidFill>
                <a:prstDash val="solid"/>
                <a:headEnd type="none" w="med" len="med"/>
                <a:tailEnd type="none" w="med" len="med"/>
              </a:ln>
            </p:spPr>
          </p:sp>
          <p:sp>
            <p:nvSpPr>
              <p:cNvPr id="189609" name="Line 499"/>
              <p:cNvSpPr/>
              <p:nvPr/>
            </p:nvSpPr>
            <p:spPr>
              <a:xfrm>
                <a:off x="2906" y="10"/>
                <a:ext cx="453" cy="0"/>
              </a:xfrm>
              <a:prstGeom prst="line">
                <a:avLst/>
              </a:prstGeom>
              <a:ln w="28575" cap="flat" cmpd="sng">
                <a:solidFill>
                  <a:schemeClr val="tx1"/>
                </a:solidFill>
                <a:prstDash val="solid"/>
                <a:headEnd type="none" w="med" len="med"/>
                <a:tailEnd type="none" w="med" len="med"/>
              </a:ln>
            </p:spPr>
          </p:sp>
        </p:grpSp>
        <p:grpSp>
          <p:nvGrpSpPr>
            <p:cNvPr id="189460" name="Group 545"/>
            <p:cNvGrpSpPr/>
            <p:nvPr/>
          </p:nvGrpSpPr>
          <p:grpSpPr>
            <a:xfrm>
              <a:off x="1142" y="1791"/>
              <a:ext cx="9480" cy="332"/>
              <a:chOff x="0" y="0"/>
              <a:chExt cx="3792" cy="177"/>
            </a:xfrm>
          </p:grpSpPr>
          <p:sp>
            <p:nvSpPr>
              <p:cNvPr id="189568" name="Line 352"/>
              <p:cNvSpPr/>
              <p:nvPr/>
            </p:nvSpPr>
            <p:spPr>
              <a:xfrm flipV="1">
                <a:off x="0" y="5"/>
                <a:ext cx="259" cy="0"/>
              </a:xfrm>
              <a:prstGeom prst="line">
                <a:avLst/>
              </a:prstGeom>
              <a:ln w="28575" cap="flat" cmpd="sng">
                <a:solidFill>
                  <a:schemeClr val="tx1"/>
                </a:solidFill>
                <a:prstDash val="solid"/>
                <a:headEnd type="none" w="med" len="med"/>
                <a:tailEnd type="none" w="med" len="med"/>
              </a:ln>
            </p:spPr>
          </p:sp>
          <p:grpSp>
            <p:nvGrpSpPr>
              <p:cNvPr id="189569" name="Group 442"/>
              <p:cNvGrpSpPr/>
              <p:nvPr/>
            </p:nvGrpSpPr>
            <p:grpSpPr>
              <a:xfrm>
                <a:off x="268" y="0"/>
                <a:ext cx="36" cy="91"/>
                <a:chOff x="0" y="0"/>
                <a:chExt cx="36" cy="91"/>
              </a:xfrm>
            </p:grpSpPr>
            <p:sp>
              <p:nvSpPr>
                <p:cNvPr id="189591" name="Line 44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2" name="Line 44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0" name="Line 500"/>
              <p:cNvSpPr/>
              <p:nvPr/>
            </p:nvSpPr>
            <p:spPr>
              <a:xfrm>
                <a:off x="817" y="165"/>
                <a:ext cx="204" cy="0"/>
              </a:xfrm>
              <a:prstGeom prst="line">
                <a:avLst/>
              </a:prstGeom>
              <a:ln w="28575" cap="flat" cmpd="sng">
                <a:solidFill>
                  <a:schemeClr val="tx1"/>
                </a:solidFill>
                <a:prstDash val="solid"/>
                <a:headEnd type="none" w="med" len="med"/>
                <a:tailEnd type="none" w="med" len="med"/>
              </a:ln>
            </p:spPr>
          </p:sp>
          <p:sp>
            <p:nvSpPr>
              <p:cNvPr id="189571" name="Line 501"/>
              <p:cNvSpPr/>
              <p:nvPr/>
            </p:nvSpPr>
            <p:spPr>
              <a:xfrm rot="900000">
                <a:off x="1056" y="1"/>
                <a:ext cx="0" cy="166"/>
              </a:xfrm>
              <a:prstGeom prst="line">
                <a:avLst/>
              </a:prstGeom>
              <a:ln w="28575" cap="flat" cmpd="sng">
                <a:solidFill>
                  <a:schemeClr val="tx1"/>
                </a:solidFill>
                <a:prstDash val="solid"/>
                <a:headEnd type="none" w="med" len="med"/>
                <a:tailEnd type="none" w="med" len="med"/>
              </a:ln>
            </p:spPr>
          </p:sp>
          <p:sp>
            <p:nvSpPr>
              <p:cNvPr id="189572" name="Line 502"/>
              <p:cNvSpPr/>
              <p:nvPr/>
            </p:nvSpPr>
            <p:spPr>
              <a:xfrm rot="-900000">
                <a:off x="788" y="1"/>
                <a:ext cx="0" cy="166"/>
              </a:xfrm>
              <a:prstGeom prst="line">
                <a:avLst/>
              </a:prstGeom>
              <a:ln w="28575" cap="flat" cmpd="sng">
                <a:solidFill>
                  <a:schemeClr val="tx1"/>
                </a:solidFill>
                <a:prstDash val="solid"/>
                <a:headEnd type="none" w="med" len="med"/>
                <a:tailEnd type="none" w="med" len="med"/>
              </a:ln>
            </p:spPr>
          </p:sp>
          <p:sp>
            <p:nvSpPr>
              <p:cNvPr id="189573" name="Line 503"/>
              <p:cNvSpPr/>
              <p:nvPr/>
            </p:nvSpPr>
            <p:spPr>
              <a:xfrm>
                <a:off x="327" y="11"/>
                <a:ext cx="431" cy="0"/>
              </a:xfrm>
              <a:prstGeom prst="line">
                <a:avLst/>
              </a:prstGeom>
              <a:ln w="28575" cap="flat" cmpd="sng">
                <a:solidFill>
                  <a:schemeClr val="tx1"/>
                </a:solidFill>
                <a:prstDash val="solid"/>
                <a:headEnd type="none" w="med" len="med"/>
                <a:tailEnd type="none" w="med" len="med"/>
              </a:ln>
            </p:spPr>
          </p:sp>
          <p:sp>
            <p:nvSpPr>
              <p:cNvPr id="189574" name="Line 504"/>
              <p:cNvSpPr/>
              <p:nvPr/>
            </p:nvSpPr>
            <p:spPr>
              <a:xfrm>
                <a:off x="1338" y="11"/>
                <a:ext cx="975" cy="0"/>
              </a:xfrm>
              <a:prstGeom prst="line">
                <a:avLst/>
              </a:prstGeom>
              <a:ln w="28575" cap="flat" cmpd="sng">
                <a:solidFill>
                  <a:schemeClr val="tx1"/>
                </a:solidFill>
                <a:prstDash val="solid"/>
                <a:headEnd type="none" w="med" len="med"/>
                <a:tailEnd type="none" w="med" len="med"/>
              </a:ln>
            </p:spPr>
          </p:sp>
          <p:sp>
            <p:nvSpPr>
              <p:cNvPr id="189575" name="Line 505"/>
              <p:cNvSpPr/>
              <p:nvPr/>
            </p:nvSpPr>
            <p:spPr>
              <a:xfrm>
                <a:off x="3168" y="11"/>
                <a:ext cx="204" cy="0"/>
              </a:xfrm>
              <a:prstGeom prst="line">
                <a:avLst/>
              </a:prstGeom>
              <a:ln w="28575" cap="flat" cmpd="sng">
                <a:solidFill>
                  <a:schemeClr val="tx1"/>
                </a:solidFill>
                <a:prstDash val="solid"/>
                <a:headEnd type="none" w="med" len="med"/>
                <a:tailEnd type="none" w="med" len="med"/>
              </a:ln>
            </p:spPr>
          </p:sp>
          <p:sp>
            <p:nvSpPr>
              <p:cNvPr id="189576" name="Line 506"/>
              <p:cNvSpPr/>
              <p:nvPr/>
            </p:nvSpPr>
            <p:spPr>
              <a:xfrm>
                <a:off x="3429" y="11"/>
                <a:ext cx="363" cy="0"/>
              </a:xfrm>
              <a:prstGeom prst="line">
                <a:avLst/>
              </a:prstGeom>
              <a:ln w="28575" cap="flat" cmpd="sng">
                <a:solidFill>
                  <a:schemeClr val="tx1"/>
                </a:solidFill>
                <a:prstDash val="solid"/>
                <a:headEnd type="none" w="med" len="med"/>
                <a:tailEnd type="none" w="med" len="med"/>
              </a:ln>
            </p:spPr>
          </p:sp>
          <p:grpSp>
            <p:nvGrpSpPr>
              <p:cNvPr id="189577" name="Group 507"/>
              <p:cNvGrpSpPr/>
              <p:nvPr/>
            </p:nvGrpSpPr>
            <p:grpSpPr>
              <a:xfrm>
                <a:off x="1292" y="11"/>
                <a:ext cx="36" cy="91"/>
                <a:chOff x="0" y="0"/>
                <a:chExt cx="36" cy="91"/>
              </a:xfrm>
            </p:grpSpPr>
            <p:sp>
              <p:nvSpPr>
                <p:cNvPr id="189589" name="Line 508"/>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90" name="Line 509"/>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78" name="Line 510"/>
              <p:cNvSpPr/>
              <p:nvPr/>
            </p:nvSpPr>
            <p:spPr>
              <a:xfrm>
                <a:off x="2909" y="165"/>
                <a:ext cx="204" cy="0"/>
              </a:xfrm>
              <a:prstGeom prst="line">
                <a:avLst/>
              </a:prstGeom>
              <a:ln w="28575" cap="flat" cmpd="sng">
                <a:solidFill>
                  <a:schemeClr val="tx1"/>
                </a:solidFill>
                <a:prstDash val="solid"/>
                <a:headEnd type="none" w="med" len="med"/>
                <a:tailEnd type="none" w="med" len="med"/>
              </a:ln>
            </p:spPr>
          </p:sp>
          <p:sp>
            <p:nvSpPr>
              <p:cNvPr id="189579" name="Line 511"/>
              <p:cNvSpPr/>
              <p:nvPr/>
            </p:nvSpPr>
            <p:spPr>
              <a:xfrm rot="900000">
                <a:off x="3148" y="1"/>
                <a:ext cx="0" cy="166"/>
              </a:xfrm>
              <a:prstGeom prst="line">
                <a:avLst/>
              </a:prstGeom>
              <a:ln w="28575" cap="flat" cmpd="sng">
                <a:solidFill>
                  <a:schemeClr val="tx1"/>
                </a:solidFill>
                <a:prstDash val="solid"/>
                <a:headEnd type="none" w="med" len="med"/>
                <a:tailEnd type="none" w="med" len="med"/>
              </a:ln>
            </p:spPr>
          </p:sp>
          <p:sp>
            <p:nvSpPr>
              <p:cNvPr id="189580" name="Line 512"/>
              <p:cNvSpPr/>
              <p:nvPr/>
            </p:nvSpPr>
            <p:spPr>
              <a:xfrm rot="-900000">
                <a:off x="2880" y="11"/>
                <a:ext cx="0" cy="166"/>
              </a:xfrm>
              <a:prstGeom prst="line">
                <a:avLst/>
              </a:prstGeom>
              <a:ln w="28575" cap="flat" cmpd="sng">
                <a:solidFill>
                  <a:schemeClr val="tx1"/>
                </a:solidFill>
                <a:prstDash val="solid"/>
                <a:headEnd type="none" w="med" len="med"/>
                <a:tailEnd type="none" w="med" len="med"/>
              </a:ln>
            </p:spPr>
          </p:sp>
          <p:grpSp>
            <p:nvGrpSpPr>
              <p:cNvPr id="189581" name="Group 513"/>
              <p:cNvGrpSpPr/>
              <p:nvPr/>
            </p:nvGrpSpPr>
            <p:grpSpPr>
              <a:xfrm>
                <a:off x="2352" y="1"/>
                <a:ext cx="36" cy="91"/>
                <a:chOff x="0" y="0"/>
                <a:chExt cx="36" cy="91"/>
              </a:xfrm>
            </p:grpSpPr>
            <p:sp>
              <p:nvSpPr>
                <p:cNvPr id="189587" name="Line 514"/>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8" name="Line 515"/>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82" name="Group 516"/>
              <p:cNvGrpSpPr/>
              <p:nvPr/>
            </p:nvGrpSpPr>
            <p:grpSpPr>
              <a:xfrm>
                <a:off x="3382" y="1"/>
                <a:ext cx="36" cy="91"/>
                <a:chOff x="0" y="0"/>
                <a:chExt cx="36" cy="91"/>
              </a:xfrm>
            </p:grpSpPr>
            <p:sp>
              <p:nvSpPr>
                <p:cNvPr id="189585" name="Line 51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86" name="Line 51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83" name="Line 520"/>
              <p:cNvSpPr/>
              <p:nvPr/>
            </p:nvSpPr>
            <p:spPr>
              <a:xfrm>
                <a:off x="2400" y="9"/>
                <a:ext cx="453" cy="0"/>
              </a:xfrm>
              <a:prstGeom prst="line">
                <a:avLst/>
              </a:prstGeom>
              <a:ln w="28575" cap="flat" cmpd="sng">
                <a:solidFill>
                  <a:schemeClr val="tx1"/>
                </a:solidFill>
                <a:prstDash val="solid"/>
                <a:headEnd type="none" w="med" len="med"/>
                <a:tailEnd type="none" w="med" len="med"/>
              </a:ln>
            </p:spPr>
          </p:sp>
          <p:sp>
            <p:nvSpPr>
              <p:cNvPr id="189584" name="Line 522"/>
              <p:cNvSpPr/>
              <p:nvPr/>
            </p:nvSpPr>
            <p:spPr>
              <a:xfrm>
                <a:off x="1076" y="15"/>
                <a:ext cx="204" cy="0"/>
              </a:xfrm>
              <a:prstGeom prst="line">
                <a:avLst/>
              </a:prstGeom>
              <a:ln w="28575" cap="flat" cmpd="sng">
                <a:solidFill>
                  <a:schemeClr val="tx1"/>
                </a:solidFill>
                <a:prstDash val="solid"/>
                <a:headEnd type="none" w="med" len="med"/>
                <a:tailEnd type="none" w="med" len="med"/>
              </a:ln>
            </p:spPr>
          </p:sp>
        </p:grpSp>
        <p:grpSp>
          <p:nvGrpSpPr>
            <p:cNvPr id="189461" name="Group 564"/>
            <p:cNvGrpSpPr/>
            <p:nvPr/>
          </p:nvGrpSpPr>
          <p:grpSpPr>
            <a:xfrm>
              <a:off x="1085" y="2312"/>
              <a:ext cx="9512" cy="351"/>
              <a:chOff x="0" y="0"/>
              <a:chExt cx="3805" cy="187"/>
            </a:xfrm>
          </p:grpSpPr>
          <p:sp>
            <p:nvSpPr>
              <p:cNvPr id="189543" name="Line 354"/>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44" name="Group 445"/>
              <p:cNvGrpSpPr/>
              <p:nvPr/>
            </p:nvGrpSpPr>
            <p:grpSpPr>
              <a:xfrm>
                <a:off x="291" y="0"/>
                <a:ext cx="36" cy="91"/>
                <a:chOff x="0" y="0"/>
                <a:chExt cx="36" cy="91"/>
              </a:xfrm>
            </p:grpSpPr>
            <p:sp>
              <p:nvSpPr>
                <p:cNvPr id="189566" name="Line 44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7" name="Line 44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45" name="Line 523"/>
              <p:cNvSpPr/>
              <p:nvPr/>
            </p:nvSpPr>
            <p:spPr>
              <a:xfrm>
                <a:off x="1098" y="185"/>
                <a:ext cx="204" cy="0"/>
              </a:xfrm>
              <a:prstGeom prst="line">
                <a:avLst/>
              </a:prstGeom>
              <a:ln w="28575" cap="flat" cmpd="sng">
                <a:solidFill>
                  <a:schemeClr val="tx1"/>
                </a:solidFill>
                <a:prstDash val="solid"/>
                <a:headEnd type="none" w="med" len="med"/>
                <a:tailEnd type="none" w="med" len="med"/>
              </a:ln>
            </p:spPr>
          </p:sp>
          <p:sp>
            <p:nvSpPr>
              <p:cNvPr id="189546" name="Line 524"/>
              <p:cNvSpPr/>
              <p:nvPr/>
            </p:nvSpPr>
            <p:spPr>
              <a:xfrm rot="900000">
                <a:off x="1327" y="21"/>
                <a:ext cx="0" cy="166"/>
              </a:xfrm>
              <a:prstGeom prst="line">
                <a:avLst/>
              </a:prstGeom>
              <a:ln w="28575" cap="flat" cmpd="sng">
                <a:solidFill>
                  <a:schemeClr val="tx1"/>
                </a:solidFill>
                <a:prstDash val="solid"/>
                <a:headEnd type="none" w="med" len="med"/>
                <a:tailEnd type="none" w="med" len="med"/>
              </a:ln>
            </p:spPr>
          </p:sp>
          <p:sp>
            <p:nvSpPr>
              <p:cNvPr id="189547" name="Line 525"/>
              <p:cNvSpPr/>
              <p:nvPr/>
            </p:nvSpPr>
            <p:spPr>
              <a:xfrm rot="-900000">
                <a:off x="1069" y="21"/>
                <a:ext cx="0" cy="166"/>
              </a:xfrm>
              <a:prstGeom prst="line">
                <a:avLst/>
              </a:prstGeom>
              <a:ln w="28575" cap="flat" cmpd="sng">
                <a:solidFill>
                  <a:schemeClr val="tx1"/>
                </a:solidFill>
                <a:prstDash val="solid"/>
                <a:headEnd type="none" w="med" len="med"/>
                <a:tailEnd type="none" w="med" len="med"/>
              </a:ln>
            </p:spPr>
          </p:sp>
          <p:sp>
            <p:nvSpPr>
              <p:cNvPr id="189548" name="Line 526"/>
              <p:cNvSpPr/>
              <p:nvPr/>
            </p:nvSpPr>
            <p:spPr>
              <a:xfrm>
                <a:off x="1352" y="21"/>
                <a:ext cx="975" cy="0"/>
              </a:xfrm>
              <a:prstGeom prst="line">
                <a:avLst/>
              </a:prstGeom>
              <a:ln w="28575" cap="flat" cmpd="sng">
                <a:solidFill>
                  <a:schemeClr val="tx1"/>
                </a:solidFill>
                <a:prstDash val="solid"/>
                <a:headEnd type="none" w="med" len="med"/>
                <a:tailEnd type="none" w="med" len="med"/>
              </a:ln>
            </p:spPr>
          </p:sp>
          <p:sp>
            <p:nvSpPr>
              <p:cNvPr id="189549" name="Line 527"/>
              <p:cNvSpPr/>
              <p:nvPr/>
            </p:nvSpPr>
            <p:spPr>
              <a:xfrm>
                <a:off x="2941" y="21"/>
                <a:ext cx="204" cy="0"/>
              </a:xfrm>
              <a:prstGeom prst="line">
                <a:avLst/>
              </a:prstGeom>
              <a:ln w="28575" cap="flat" cmpd="sng">
                <a:solidFill>
                  <a:schemeClr val="tx1"/>
                </a:solidFill>
                <a:prstDash val="solid"/>
                <a:headEnd type="none" w="med" len="med"/>
                <a:tailEnd type="none" w="med" len="med"/>
              </a:ln>
            </p:spPr>
          </p:sp>
          <p:sp>
            <p:nvSpPr>
              <p:cNvPr id="189550" name="Line 528"/>
              <p:cNvSpPr/>
              <p:nvPr/>
            </p:nvSpPr>
            <p:spPr>
              <a:xfrm>
                <a:off x="3442" y="21"/>
                <a:ext cx="363" cy="0"/>
              </a:xfrm>
              <a:prstGeom prst="line">
                <a:avLst/>
              </a:prstGeom>
              <a:ln w="28575" cap="flat" cmpd="sng">
                <a:solidFill>
                  <a:schemeClr val="tx1"/>
                </a:solidFill>
                <a:prstDash val="solid"/>
                <a:headEnd type="none" w="med" len="med"/>
                <a:tailEnd type="none" w="med" len="med"/>
              </a:ln>
            </p:spPr>
          </p:sp>
          <p:grpSp>
            <p:nvGrpSpPr>
              <p:cNvPr id="189551" name="Group 529"/>
              <p:cNvGrpSpPr/>
              <p:nvPr/>
            </p:nvGrpSpPr>
            <p:grpSpPr>
              <a:xfrm>
                <a:off x="821" y="11"/>
                <a:ext cx="36" cy="91"/>
                <a:chOff x="0" y="0"/>
                <a:chExt cx="36" cy="91"/>
              </a:xfrm>
            </p:grpSpPr>
            <p:sp>
              <p:nvSpPr>
                <p:cNvPr id="189564" name="Line 530"/>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5" name="Line 531"/>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2" name="Line 532"/>
              <p:cNvSpPr/>
              <p:nvPr/>
            </p:nvSpPr>
            <p:spPr>
              <a:xfrm>
                <a:off x="3192" y="175"/>
                <a:ext cx="204" cy="0"/>
              </a:xfrm>
              <a:prstGeom prst="line">
                <a:avLst/>
              </a:prstGeom>
              <a:ln w="28575" cap="flat" cmpd="sng">
                <a:solidFill>
                  <a:schemeClr val="tx1"/>
                </a:solidFill>
                <a:prstDash val="solid"/>
                <a:headEnd type="none" w="med" len="med"/>
                <a:tailEnd type="none" w="med" len="med"/>
              </a:ln>
            </p:spPr>
          </p:sp>
          <p:sp>
            <p:nvSpPr>
              <p:cNvPr id="189553" name="Line 533"/>
              <p:cNvSpPr/>
              <p:nvPr/>
            </p:nvSpPr>
            <p:spPr>
              <a:xfrm rot="900000">
                <a:off x="3421" y="11"/>
                <a:ext cx="0" cy="166"/>
              </a:xfrm>
              <a:prstGeom prst="line">
                <a:avLst/>
              </a:prstGeom>
              <a:ln w="28575" cap="flat" cmpd="sng">
                <a:solidFill>
                  <a:schemeClr val="tx1"/>
                </a:solidFill>
                <a:prstDash val="solid"/>
                <a:headEnd type="none" w="med" len="med"/>
                <a:tailEnd type="none" w="med" len="med"/>
              </a:ln>
            </p:spPr>
          </p:sp>
          <p:sp>
            <p:nvSpPr>
              <p:cNvPr id="189554" name="Line 534"/>
              <p:cNvSpPr/>
              <p:nvPr/>
            </p:nvSpPr>
            <p:spPr>
              <a:xfrm rot="-900000">
                <a:off x="3163" y="21"/>
                <a:ext cx="0" cy="166"/>
              </a:xfrm>
              <a:prstGeom prst="line">
                <a:avLst/>
              </a:prstGeom>
              <a:ln w="28575" cap="flat" cmpd="sng">
                <a:solidFill>
                  <a:schemeClr val="tx1"/>
                </a:solidFill>
                <a:prstDash val="solid"/>
                <a:headEnd type="none" w="med" len="med"/>
                <a:tailEnd type="none" w="med" len="med"/>
              </a:ln>
            </p:spPr>
          </p:sp>
          <p:grpSp>
            <p:nvGrpSpPr>
              <p:cNvPr id="189555" name="Group 535"/>
              <p:cNvGrpSpPr/>
              <p:nvPr/>
            </p:nvGrpSpPr>
            <p:grpSpPr>
              <a:xfrm>
                <a:off x="2365" y="11"/>
                <a:ext cx="36" cy="91"/>
                <a:chOff x="0" y="0"/>
                <a:chExt cx="36" cy="91"/>
              </a:xfrm>
            </p:grpSpPr>
            <p:sp>
              <p:nvSpPr>
                <p:cNvPr id="189562" name="Line 53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3" name="Line 53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grpSp>
            <p:nvGrpSpPr>
              <p:cNvPr id="189556" name="Group 538"/>
              <p:cNvGrpSpPr/>
              <p:nvPr/>
            </p:nvGrpSpPr>
            <p:grpSpPr>
              <a:xfrm>
                <a:off x="2893" y="11"/>
                <a:ext cx="36" cy="91"/>
                <a:chOff x="0" y="0"/>
                <a:chExt cx="36" cy="91"/>
              </a:xfrm>
            </p:grpSpPr>
            <p:sp>
              <p:nvSpPr>
                <p:cNvPr id="189560" name="Line 53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61" name="Line 54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57" name="Line 541"/>
              <p:cNvSpPr/>
              <p:nvPr/>
            </p:nvSpPr>
            <p:spPr>
              <a:xfrm>
                <a:off x="2413" y="19"/>
                <a:ext cx="453" cy="0"/>
              </a:xfrm>
              <a:prstGeom prst="line">
                <a:avLst/>
              </a:prstGeom>
              <a:ln w="28575" cap="flat" cmpd="sng">
                <a:solidFill>
                  <a:schemeClr val="tx1"/>
                </a:solidFill>
                <a:prstDash val="solid"/>
                <a:headEnd type="none" w="med" len="med"/>
                <a:tailEnd type="none" w="med" len="med"/>
              </a:ln>
            </p:spPr>
          </p:sp>
          <p:sp>
            <p:nvSpPr>
              <p:cNvPr id="189558" name="Line 542"/>
              <p:cNvSpPr/>
              <p:nvPr/>
            </p:nvSpPr>
            <p:spPr>
              <a:xfrm>
                <a:off x="859" y="25"/>
                <a:ext cx="204" cy="0"/>
              </a:xfrm>
              <a:prstGeom prst="line">
                <a:avLst/>
              </a:prstGeom>
              <a:ln w="28575" cap="flat" cmpd="sng">
                <a:solidFill>
                  <a:schemeClr val="tx1"/>
                </a:solidFill>
                <a:prstDash val="solid"/>
                <a:headEnd type="none" w="med" len="med"/>
                <a:tailEnd type="none" w="med" len="med"/>
              </a:ln>
            </p:spPr>
          </p:sp>
          <p:sp>
            <p:nvSpPr>
              <p:cNvPr id="189559" name="Line 544"/>
              <p:cNvSpPr/>
              <p:nvPr/>
            </p:nvSpPr>
            <p:spPr>
              <a:xfrm>
                <a:off x="339" y="25"/>
                <a:ext cx="453" cy="0"/>
              </a:xfrm>
              <a:prstGeom prst="line">
                <a:avLst/>
              </a:prstGeom>
              <a:ln w="28575" cap="flat" cmpd="sng">
                <a:solidFill>
                  <a:schemeClr val="tx1"/>
                </a:solidFill>
                <a:prstDash val="solid"/>
                <a:headEnd type="none" w="med" len="med"/>
                <a:tailEnd type="none" w="med" len="med"/>
              </a:ln>
            </p:spPr>
          </p:sp>
        </p:grpSp>
        <p:grpSp>
          <p:nvGrpSpPr>
            <p:cNvPr id="189462" name="Group 586"/>
            <p:cNvGrpSpPr/>
            <p:nvPr/>
          </p:nvGrpSpPr>
          <p:grpSpPr>
            <a:xfrm>
              <a:off x="1085" y="2852"/>
              <a:ext cx="9752" cy="340"/>
              <a:chOff x="0" y="0"/>
              <a:chExt cx="3901" cy="181"/>
            </a:xfrm>
          </p:grpSpPr>
          <p:sp>
            <p:nvSpPr>
              <p:cNvPr id="189522" name="Line 362"/>
              <p:cNvSpPr/>
              <p:nvPr/>
            </p:nvSpPr>
            <p:spPr>
              <a:xfrm>
                <a:off x="0" y="15"/>
                <a:ext cx="263" cy="0"/>
              </a:xfrm>
              <a:prstGeom prst="line">
                <a:avLst/>
              </a:prstGeom>
              <a:ln w="28575" cap="flat" cmpd="sng">
                <a:solidFill>
                  <a:schemeClr val="tx1"/>
                </a:solidFill>
                <a:prstDash val="solid"/>
                <a:headEnd type="none" w="med" len="med"/>
                <a:tailEnd type="none" w="med" len="med"/>
              </a:ln>
            </p:spPr>
          </p:sp>
          <p:grpSp>
            <p:nvGrpSpPr>
              <p:cNvPr id="189523" name="Group 448"/>
              <p:cNvGrpSpPr/>
              <p:nvPr/>
            </p:nvGrpSpPr>
            <p:grpSpPr>
              <a:xfrm>
                <a:off x="291" y="0"/>
                <a:ext cx="36" cy="91"/>
                <a:chOff x="0" y="0"/>
                <a:chExt cx="36" cy="91"/>
              </a:xfrm>
            </p:grpSpPr>
            <p:sp>
              <p:nvSpPr>
                <p:cNvPr id="189541" name="Line 4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2" name="Line 4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4" name="Line 547"/>
              <p:cNvSpPr/>
              <p:nvPr/>
            </p:nvSpPr>
            <p:spPr>
              <a:xfrm>
                <a:off x="336" y="15"/>
                <a:ext cx="975" cy="0"/>
              </a:xfrm>
              <a:prstGeom prst="line">
                <a:avLst/>
              </a:prstGeom>
              <a:ln w="28575" cap="flat" cmpd="sng">
                <a:solidFill>
                  <a:schemeClr val="tx1"/>
                </a:solidFill>
                <a:prstDash val="solid"/>
                <a:headEnd type="none" w="med" len="med"/>
                <a:tailEnd type="none" w="med" len="med"/>
              </a:ln>
            </p:spPr>
          </p:sp>
          <p:grpSp>
            <p:nvGrpSpPr>
              <p:cNvPr id="189525" name="Group 548"/>
              <p:cNvGrpSpPr/>
              <p:nvPr/>
            </p:nvGrpSpPr>
            <p:grpSpPr>
              <a:xfrm>
                <a:off x="1841" y="5"/>
                <a:ext cx="36" cy="91"/>
                <a:chOff x="0" y="0"/>
                <a:chExt cx="36" cy="91"/>
              </a:xfrm>
            </p:grpSpPr>
            <p:sp>
              <p:nvSpPr>
                <p:cNvPr id="189539" name="Line 54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40" name="Line 55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26" name="Line 551"/>
              <p:cNvSpPr/>
              <p:nvPr/>
            </p:nvSpPr>
            <p:spPr>
              <a:xfrm>
                <a:off x="1348" y="169"/>
                <a:ext cx="204" cy="0"/>
              </a:xfrm>
              <a:prstGeom prst="line">
                <a:avLst/>
              </a:prstGeom>
              <a:ln w="28575" cap="flat" cmpd="sng">
                <a:solidFill>
                  <a:schemeClr val="tx1"/>
                </a:solidFill>
                <a:prstDash val="solid"/>
                <a:headEnd type="none" w="med" len="med"/>
                <a:tailEnd type="none" w="med" len="med"/>
              </a:ln>
            </p:spPr>
          </p:sp>
          <p:sp>
            <p:nvSpPr>
              <p:cNvPr id="189527" name="Line 552"/>
              <p:cNvSpPr/>
              <p:nvPr/>
            </p:nvSpPr>
            <p:spPr>
              <a:xfrm rot="900000">
                <a:off x="1577" y="5"/>
                <a:ext cx="0" cy="166"/>
              </a:xfrm>
              <a:prstGeom prst="line">
                <a:avLst/>
              </a:prstGeom>
              <a:ln w="28575" cap="flat" cmpd="sng">
                <a:solidFill>
                  <a:schemeClr val="tx1"/>
                </a:solidFill>
                <a:prstDash val="solid"/>
                <a:headEnd type="none" w="med" len="med"/>
                <a:tailEnd type="none" w="med" len="med"/>
              </a:ln>
            </p:spPr>
          </p:sp>
          <p:sp>
            <p:nvSpPr>
              <p:cNvPr id="189528" name="Line 553"/>
              <p:cNvSpPr/>
              <p:nvPr/>
            </p:nvSpPr>
            <p:spPr>
              <a:xfrm rot="-900000">
                <a:off x="1319" y="15"/>
                <a:ext cx="0" cy="166"/>
              </a:xfrm>
              <a:prstGeom prst="line">
                <a:avLst/>
              </a:prstGeom>
              <a:ln w="28575" cap="flat" cmpd="sng">
                <a:solidFill>
                  <a:schemeClr val="tx1"/>
                </a:solidFill>
                <a:prstDash val="solid"/>
                <a:headEnd type="none" w="med" len="med"/>
                <a:tailEnd type="none" w="med" len="med"/>
              </a:ln>
            </p:spPr>
          </p:sp>
          <p:sp>
            <p:nvSpPr>
              <p:cNvPr id="189529" name="Line 554"/>
              <p:cNvSpPr/>
              <p:nvPr/>
            </p:nvSpPr>
            <p:spPr>
              <a:xfrm>
                <a:off x="1607" y="15"/>
                <a:ext cx="204" cy="0"/>
              </a:xfrm>
              <a:prstGeom prst="line">
                <a:avLst/>
              </a:prstGeom>
              <a:ln w="28575" cap="flat" cmpd="sng">
                <a:solidFill>
                  <a:schemeClr val="tx1"/>
                </a:solidFill>
                <a:prstDash val="solid"/>
                <a:headEnd type="none" w="med" len="med"/>
                <a:tailEnd type="none" w="med" len="med"/>
              </a:ln>
            </p:spPr>
          </p:sp>
          <p:grpSp>
            <p:nvGrpSpPr>
              <p:cNvPr id="189530" name="Group 555"/>
              <p:cNvGrpSpPr/>
              <p:nvPr/>
            </p:nvGrpSpPr>
            <p:grpSpPr>
              <a:xfrm>
                <a:off x="2387" y="10"/>
                <a:ext cx="36" cy="91"/>
                <a:chOff x="0" y="0"/>
                <a:chExt cx="36" cy="91"/>
              </a:xfrm>
            </p:grpSpPr>
            <p:sp>
              <p:nvSpPr>
                <p:cNvPr id="189537" name="Line 556"/>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38" name="Line 557"/>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31" name="Line 558"/>
              <p:cNvSpPr/>
              <p:nvPr/>
            </p:nvSpPr>
            <p:spPr>
              <a:xfrm>
                <a:off x="1897" y="18"/>
                <a:ext cx="453" cy="0"/>
              </a:xfrm>
              <a:prstGeom prst="line">
                <a:avLst/>
              </a:prstGeom>
              <a:ln w="28575" cap="flat" cmpd="sng">
                <a:solidFill>
                  <a:schemeClr val="tx1"/>
                </a:solidFill>
                <a:prstDash val="solid"/>
                <a:headEnd type="none" w="med" len="med"/>
                <a:tailEnd type="none" w="med" len="med"/>
              </a:ln>
            </p:spPr>
          </p:sp>
          <p:sp>
            <p:nvSpPr>
              <p:cNvPr id="189532" name="Line 559"/>
              <p:cNvSpPr/>
              <p:nvPr/>
            </p:nvSpPr>
            <p:spPr>
              <a:xfrm>
                <a:off x="2423" y="15"/>
                <a:ext cx="975" cy="0"/>
              </a:xfrm>
              <a:prstGeom prst="line">
                <a:avLst/>
              </a:prstGeom>
              <a:ln w="28575" cap="flat" cmpd="sng">
                <a:solidFill>
                  <a:schemeClr val="tx1"/>
                </a:solidFill>
                <a:prstDash val="solid"/>
                <a:headEnd type="none" w="med" len="med"/>
                <a:tailEnd type="none" w="med" len="med"/>
              </a:ln>
            </p:spPr>
          </p:sp>
          <p:sp>
            <p:nvSpPr>
              <p:cNvPr id="189533" name="Line 560"/>
              <p:cNvSpPr/>
              <p:nvPr/>
            </p:nvSpPr>
            <p:spPr>
              <a:xfrm>
                <a:off x="3438" y="169"/>
                <a:ext cx="204" cy="0"/>
              </a:xfrm>
              <a:prstGeom prst="line">
                <a:avLst/>
              </a:prstGeom>
              <a:ln w="28575" cap="flat" cmpd="sng">
                <a:solidFill>
                  <a:schemeClr val="tx1"/>
                </a:solidFill>
                <a:prstDash val="solid"/>
                <a:headEnd type="none" w="med" len="med"/>
                <a:tailEnd type="none" w="med" len="med"/>
              </a:ln>
            </p:spPr>
          </p:sp>
          <p:sp>
            <p:nvSpPr>
              <p:cNvPr id="189534" name="Line 561"/>
              <p:cNvSpPr/>
              <p:nvPr/>
            </p:nvSpPr>
            <p:spPr>
              <a:xfrm rot="900000">
                <a:off x="3667" y="5"/>
                <a:ext cx="0" cy="166"/>
              </a:xfrm>
              <a:prstGeom prst="line">
                <a:avLst/>
              </a:prstGeom>
              <a:ln w="28575" cap="flat" cmpd="sng">
                <a:solidFill>
                  <a:schemeClr val="tx1"/>
                </a:solidFill>
                <a:prstDash val="solid"/>
                <a:headEnd type="none" w="med" len="med"/>
                <a:tailEnd type="none" w="med" len="med"/>
              </a:ln>
            </p:spPr>
          </p:sp>
          <p:sp>
            <p:nvSpPr>
              <p:cNvPr id="189535" name="Line 562"/>
              <p:cNvSpPr/>
              <p:nvPr/>
            </p:nvSpPr>
            <p:spPr>
              <a:xfrm rot="-900000">
                <a:off x="3409" y="15"/>
                <a:ext cx="0" cy="166"/>
              </a:xfrm>
              <a:prstGeom prst="line">
                <a:avLst/>
              </a:prstGeom>
              <a:ln w="28575" cap="flat" cmpd="sng">
                <a:solidFill>
                  <a:schemeClr val="tx1"/>
                </a:solidFill>
                <a:prstDash val="solid"/>
                <a:headEnd type="none" w="med" len="med"/>
                <a:tailEnd type="none" w="med" len="med"/>
              </a:ln>
            </p:spPr>
          </p:sp>
          <p:sp>
            <p:nvSpPr>
              <p:cNvPr id="189536" name="Line 563"/>
              <p:cNvSpPr/>
              <p:nvPr/>
            </p:nvSpPr>
            <p:spPr>
              <a:xfrm>
                <a:off x="3697" y="15"/>
                <a:ext cx="204" cy="0"/>
              </a:xfrm>
              <a:prstGeom prst="line">
                <a:avLst/>
              </a:prstGeom>
              <a:ln w="28575" cap="flat" cmpd="sng">
                <a:solidFill>
                  <a:schemeClr val="tx1"/>
                </a:solidFill>
                <a:prstDash val="solid"/>
                <a:headEnd type="none" w="med" len="med"/>
                <a:tailEnd type="none" w="med" len="med"/>
              </a:ln>
            </p:spPr>
          </p:sp>
        </p:grpSp>
        <p:sp>
          <p:nvSpPr>
            <p:cNvPr id="189463" name="Line 569"/>
            <p:cNvSpPr/>
            <p:nvPr/>
          </p:nvSpPr>
          <p:spPr>
            <a:xfrm>
              <a:off x="1942" y="3946"/>
              <a:ext cx="2438" cy="0"/>
            </a:xfrm>
            <a:prstGeom prst="line">
              <a:avLst/>
            </a:prstGeom>
            <a:ln w="28575" cap="flat" cmpd="sng">
              <a:solidFill>
                <a:schemeClr val="tx1"/>
              </a:solidFill>
              <a:prstDash val="solid"/>
              <a:headEnd type="none" w="med" len="med"/>
              <a:tailEnd type="none" w="med" len="med"/>
            </a:ln>
          </p:spPr>
        </p:sp>
        <p:grpSp>
          <p:nvGrpSpPr>
            <p:cNvPr id="189464" name="Group 570"/>
            <p:cNvGrpSpPr/>
            <p:nvPr/>
          </p:nvGrpSpPr>
          <p:grpSpPr>
            <a:xfrm>
              <a:off x="4412" y="3918"/>
              <a:ext cx="90" cy="170"/>
              <a:chOff x="0" y="0"/>
              <a:chExt cx="36" cy="91"/>
            </a:xfrm>
          </p:grpSpPr>
          <p:sp>
            <p:nvSpPr>
              <p:cNvPr id="189520" name="Line 57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21" name="Line 57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5" name="Line 573"/>
            <p:cNvSpPr/>
            <p:nvPr/>
          </p:nvSpPr>
          <p:spPr>
            <a:xfrm>
              <a:off x="1892" y="4439"/>
              <a:ext cx="2438" cy="0"/>
            </a:xfrm>
            <a:prstGeom prst="line">
              <a:avLst/>
            </a:prstGeom>
            <a:ln w="28575" cap="flat" cmpd="sng">
              <a:solidFill>
                <a:schemeClr val="tx1"/>
              </a:solidFill>
              <a:prstDash val="solid"/>
              <a:headEnd type="none" w="med" len="med"/>
              <a:tailEnd type="none" w="med" len="med"/>
            </a:ln>
          </p:spPr>
        </p:sp>
        <p:grpSp>
          <p:nvGrpSpPr>
            <p:cNvPr id="189466" name="Group 574"/>
            <p:cNvGrpSpPr/>
            <p:nvPr/>
          </p:nvGrpSpPr>
          <p:grpSpPr>
            <a:xfrm>
              <a:off x="4387" y="4430"/>
              <a:ext cx="90" cy="171"/>
              <a:chOff x="0" y="0"/>
              <a:chExt cx="36" cy="91"/>
            </a:xfrm>
          </p:grpSpPr>
          <p:sp>
            <p:nvSpPr>
              <p:cNvPr id="189518" name="Line 57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9" name="Line 57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67" name="Line 577"/>
            <p:cNvSpPr/>
            <p:nvPr/>
          </p:nvSpPr>
          <p:spPr>
            <a:xfrm rot="900000">
              <a:off x="1836" y="4440"/>
              <a:ext cx="0" cy="311"/>
            </a:xfrm>
            <a:prstGeom prst="line">
              <a:avLst/>
            </a:prstGeom>
            <a:ln w="28575" cap="flat" cmpd="sng">
              <a:solidFill>
                <a:schemeClr val="tx1"/>
              </a:solidFill>
              <a:prstDash val="solid"/>
              <a:headEnd type="none" w="med" len="med"/>
              <a:tailEnd type="none" w="med" len="med"/>
            </a:ln>
          </p:spPr>
        </p:sp>
        <p:grpSp>
          <p:nvGrpSpPr>
            <p:cNvPr id="189468" name="Group 608"/>
            <p:cNvGrpSpPr/>
            <p:nvPr/>
          </p:nvGrpSpPr>
          <p:grpSpPr>
            <a:xfrm>
              <a:off x="1062" y="3383"/>
              <a:ext cx="9833" cy="345"/>
              <a:chOff x="0" y="0"/>
              <a:chExt cx="3933" cy="184"/>
            </a:xfrm>
          </p:grpSpPr>
          <p:sp>
            <p:nvSpPr>
              <p:cNvPr id="189495" name="Line 318"/>
              <p:cNvSpPr/>
              <p:nvPr/>
            </p:nvSpPr>
            <p:spPr>
              <a:xfrm>
                <a:off x="0" y="20"/>
                <a:ext cx="272" cy="0"/>
              </a:xfrm>
              <a:prstGeom prst="line">
                <a:avLst/>
              </a:prstGeom>
              <a:ln w="28575" cap="flat" cmpd="sng">
                <a:solidFill>
                  <a:schemeClr val="tx1"/>
                </a:solidFill>
                <a:prstDash val="solid"/>
                <a:headEnd type="none" w="med" len="med"/>
                <a:tailEnd type="none" w="med" len="med"/>
              </a:ln>
            </p:spPr>
          </p:sp>
          <p:grpSp>
            <p:nvGrpSpPr>
              <p:cNvPr id="189496" name="Group 451"/>
              <p:cNvGrpSpPr/>
              <p:nvPr/>
            </p:nvGrpSpPr>
            <p:grpSpPr>
              <a:xfrm>
                <a:off x="300" y="0"/>
                <a:ext cx="36" cy="91"/>
                <a:chOff x="0" y="0"/>
                <a:chExt cx="36" cy="91"/>
              </a:xfrm>
            </p:grpSpPr>
            <p:sp>
              <p:nvSpPr>
                <p:cNvPr id="189516" name="Line 452"/>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7" name="Line 453"/>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7" name="Line 565"/>
              <p:cNvSpPr/>
              <p:nvPr/>
            </p:nvSpPr>
            <p:spPr>
              <a:xfrm>
                <a:off x="340" y="20"/>
                <a:ext cx="975" cy="0"/>
              </a:xfrm>
              <a:prstGeom prst="line">
                <a:avLst/>
              </a:prstGeom>
              <a:ln w="28575" cap="flat" cmpd="sng">
                <a:solidFill>
                  <a:schemeClr val="tx1"/>
                </a:solidFill>
                <a:prstDash val="solid"/>
                <a:headEnd type="none" w="med" len="med"/>
                <a:tailEnd type="none" w="med" len="med"/>
              </a:ln>
            </p:spPr>
          </p:sp>
          <p:grpSp>
            <p:nvGrpSpPr>
              <p:cNvPr id="189498" name="Group 566"/>
              <p:cNvGrpSpPr/>
              <p:nvPr/>
            </p:nvGrpSpPr>
            <p:grpSpPr>
              <a:xfrm>
                <a:off x="1328" y="5"/>
                <a:ext cx="36" cy="91"/>
                <a:chOff x="0" y="0"/>
                <a:chExt cx="36" cy="91"/>
              </a:xfrm>
            </p:grpSpPr>
            <p:sp>
              <p:nvSpPr>
                <p:cNvPr id="189514" name="Line 567"/>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5" name="Line 568"/>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99" name="Line 578"/>
              <p:cNvSpPr/>
              <p:nvPr/>
            </p:nvSpPr>
            <p:spPr>
              <a:xfrm>
                <a:off x="1364" y="20"/>
                <a:ext cx="204" cy="0"/>
              </a:xfrm>
              <a:prstGeom prst="line">
                <a:avLst/>
              </a:prstGeom>
              <a:ln w="28575" cap="flat" cmpd="sng">
                <a:solidFill>
                  <a:schemeClr val="tx1"/>
                </a:solidFill>
                <a:prstDash val="solid"/>
                <a:headEnd type="none" w="med" len="med"/>
                <a:tailEnd type="none" w="med" len="med"/>
              </a:ln>
            </p:spPr>
          </p:sp>
          <p:sp>
            <p:nvSpPr>
              <p:cNvPr id="189500" name="Line 579"/>
              <p:cNvSpPr/>
              <p:nvPr/>
            </p:nvSpPr>
            <p:spPr>
              <a:xfrm>
                <a:off x="1627" y="172"/>
                <a:ext cx="204" cy="0"/>
              </a:xfrm>
              <a:prstGeom prst="line">
                <a:avLst/>
              </a:prstGeom>
              <a:ln w="28575" cap="flat" cmpd="sng">
                <a:solidFill>
                  <a:schemeClr val="tx1"/>
                </a:solidFill>
                <a:prstDash val="solid"/>
                <a:headEnd type="none" w="med" len="med"/>
                <a:tailEnd type="none" w="med" len="med"/>
              </a:ln>
            </p:spPr>
          </p:sp>
          <p:sp>
            <p:nvSpPr>
              <p:cNvPr id="189501" name="Line 580"/>
              <p:cNvSpPr/>
              <p:nvPr/>
            </p:nvSpPr>
            <p:spPr>
              <a:xfrm rot="900000">
                <a:off x="1866" y="8"/>
                <a:ext cx="0" cy="166"/>
              </a:xfrm>
              <a:prstGeom prst="line">
                <a:avLst/>
              </a:prstGeom>
              <a:ln w="28575" cap="flat" cmpd="sng">
                <a:solidFill>
                  <a:schemeClr val="tx1"/>
                </a:solidFill>
                <a:prstDash val="solid"/>
                <a:headEnd type="none" w="med" len="med"/>
                <a:tailEnd type="none" w="med" len="med"/>
              </a:ln>
            </p:spPr>
          </p:sp>
          <p:sp>
            <p:nvSpPr>
              <p:cNvPr id="189502" name="Line 581"/>
              <p:cNvSpPr/>
              <p:nvPr/>
            </p:nvSpPr>
            <p:spPr>
              <a:xfrm rot="-900000">
                <a:off x="1598" y="18"/>
                <a:ext cx="0" cy="166"/>
              </a:xfrm>
              <a:prstGeom prst="line">
                <a:avLst/>
              </a:prstGeom>
              <a:ln w="28575" cap="flat" cmpd="sng">
                <a:solidFill>
                  <a:schemeClr val="tx1"/>
                </a:solidFill>
                <a:prstDash val="solid"/>
                <a:headEnd type="none" w="med" len="med"/>
                <a:tailEnd type="none" w="med" len="med"/>
              </a:ln>
            </p:spPr>
          </p:sp>
          <p:grpSp>
            <p:nvGrpSpPr>
              <p:cNvPr id="189503" name="Group 582"/>
              <p:cNvGrpSpPr/>
              <p:nvPr/>
            </p:nvGrpSpPr>
            <p:grpSpPr>
              <a:xfrm>
                <a:off x="2396" y="15"/>
                <a:ext cx="36" cy="91"/>
                <a:chOff x="0" y="0"/>
                <a:chExt cx="36" cy="91"/>
              </a:xfrm>
            </p:grpSpPr>
            <p:sp>
              <p:nvSpPr>
                <p:cNvPr id="189512" name="Line 583"/>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3" name="Line 584"/>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4" name="Line 585"/>
              <p:cNvSpPr/>
              <p:nvPr/>
            </p:nvSpPr>
            <p:spPr>
              <a:xfrm>
                <a:off x="1896" y="23"/>
                <a:ext cx="453" cy="0"/>
              </a:xfrm>
              <a:prstGeom prst="line">
                <a:avLst/>
              </a:prstGeom>
              <a:ln w="28575" cap="flat" cmpd="sng">
                <a:solidFill>
                  <a:schemeClr val="tx1"/>
                </a:solidFill>
                <a:prstDash val="solid"/>
                <a:headEnd type="none" w="med" len="med"/>
                <a:tailEnd type="none" w="med" len="med"/>
              </a:ln>
            </p:spPr>
          </p:sp>
          <p:sp>
            <p:nvSpPr>
              <p:cNvPr id="189505" name="Line 587"/>
              <p:cNvSpPr/>
              <p:nvPr/>
            </p:nvSpPr>
            <p:spPr>
              <a:xfrm>
                <a:off x="2442" y="15"/>
                <a:ext cx="975" cy="0"/>
              </a:xfrm>
              <a:prstGeom prst="line">
                <a:avLst/>
              </a:prstGeom>
              <a:ln w="28575" cap="flat" cmpd="sng">
                <a:solidFill>
                  <a:schemeClr val="tx1"/>
                </a:solidFill>
                <a:prstDash val="solid"/>
                <a:headEnd type="none" w="med" len="med"/>
                <a:tailEnd type="none" w="med" len="med"/>
              </a:ln>
            </p:spPr>
          </p:sp>
          <p:grpSp>
            <p:nvGrpSpPr>
              <p:cNvPr id="189506" name="Group 588"/>
              <p:cNvGrpSpPr/>
              <p:nvPr/>
            </p:nvGrpSpPr>
            <p:grpSpPr>
              <a:xfrm>
                <a:off x="3430" y="0"/>
                <a:ext cx="36" cy="91"/>
                <a:chOff x="0" y="0"/>
                <a:chExt cx="36" cy="91"/>
              </a:xfrm>
            </p:grpSpPr>
            <p:sp>
              <p:nvSpPr>
                <p:cNvPr id="189510" name="Line 58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511" name="Line 59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507" name="Line 591"/>
              <p:cNvSpPr/>
              <p:nvPr/>
            </p:nvSpPr>
            <p:spPr>
              <a:xfrm>
                <a:off x="3466" y="15"/>
                <a:ext cx="204" cy="0"/>
              </a:xfrm>
              <a:prstGeom prst="line">
                <a:avLst/>
              </a:prstGeom>
              <a:ln w="28575" cap="flat" cmpd="sng">
                <a:solidFill>
                  <a:schemeClr val="tx1"/>
                </a:solidFill>
                <a:prstDash val="solid"/>
                <a:headEnd type="none" w="med" len="med"/>
                <a:tailEnd type="none" w="med" len="med"/>
              </a:ln>
            </p:spPr>
          </p:sp>
          <p:sp>
            <p:nvSpPr>
              <p:cNvPr id="189508" name="Line 592"/>
              <p:cNvSpPr/>
              <p:nvPr/>
            </p:nvSpPr>
            <p:spPr>
              <a:xfrm>
                <a:off x="3729" y="167"/>
                <a:ext cx="204" cy="0"/>
              </a:xfrm>
              <a:prstGeom prst="line">
                <a:avLst/>
              </a:prstGeom>
              <a:ln w="28575" cap="flat" cmpd="sng">
                <a:solidFill>
                  <a:schemeClr val="tx1"/>
                </a:solidFill>
                <a:prstDash val="solid"/>
                <a:headEnd type="none" w="med" len="med"/>
                <a:tailEnd type="none" w="med" len="med"/>
              </a:ln>
            </p:spPr>
          </p:sp>
          <p:sp>
            <p:nvSpPr>
              <p:cNvPr id="189509" name="Line 594"/>
              <p:cNvSpPr/>
              <p:nvPr/>
            </p:nvSpPr>
            <p:spPr>
              <a:xfrm rot="-900000">
                <a:off x="3700" y="13"/>
                <a:ext cx="0" cy="166"/>
              </a:xfrm>
              <a:prstGeom prst="line">
                <a:avLst/>
              </a:prstGeom>
              <a:ln w="28575" cap="flat" cmpd="sng">
                <a:solidFill>
                  <a:schemeClr val="tx1"/>
                </a:solidFill>
                <a:prstDash val="solid"/>
                <a:headEnd type="none" w="med" len="med"/>
                <a:tailEnd type="none" w="med" len="med"/>
              </a:ln>
            </p:spPr>
          </p:sp>
        </p:grpSp>
        <p:sp>
          <p:nvSpPr>
            <p:cNvPr id="189469" name="Line 595"/>
            <p:cNvSpPr/>
            <p:nvPr/>
          </p:nvSpPr>
          <p:spPr>
            <a:xfrm>
              <a:off x="4502" y="3942"/>
              <a:ext cx="1133" cy="0"/>
            </a:xfrm>
            <a:prstGeom prst="line">
              <a:avLst/>
            </a:prstGeom>
            <a:ln w="28575" cap="flat" cmpd="sng">
              <a:solidFill>
                <a:schemeClr val="tx1"/>
              </a:solidFill>
              <a:prstDash val="solid"/>
              <a:headEnd type="none" w="med" len="med"/>
              <a:tailEnd type="none" w="med" len="med"/>
            </a:ln>
          </p:spPr>
        </p:sp>
        <p:sp>
          <p:nvSpPr>
            <p:cNvPr id="189470" name="Line 596"/>
            <p:cNvSpPr/>
            <p:nvPr/>
          </p:nvSpPr>
          <p:spPr>
            <a:xfrm>
              <a:off x="5775" y="4208"/>
              <a:ext cx="510" cy="0"/>
            </a:xfrm>
            <a:prstGeom prst="line">
              <a:avLst/>
            </a:prstGeom>
            <a:ln w="28575" cap="flat" cmpd="sng">
              <a:solidFill>
                <a:schemeClr val="tx1"/>
              </a:solidFill>
              <a:prstDash val="solid"/>
              <a:headEnd type="none" w="med" len="med"/>
              <a:tailEnd type="none" w="med" len="med"/>
            </a:ln>
          </p:spPr>
        </p:sp>
        <p:sp>
          <p:nvSpPr>
            <p:cNvPr id="189471" name="Line 597"/>
            <p:cNvSpPr/>
            <p:nvPr/>
          </p:nvSpPr>
          <p:spPr>
            <a:xfrm rot="900000">
              <a:off x="6346" y="3900"/>
              <a:ext cx="0" cy="311"/>
            </a:xfrm>
            <a:prstGeom prst="line">
              <a:avLst/>
            </a:prstGeom>
            <a:ln w="28575" cap="flat" cmpd="sng">
              <a:solidFill>
                <a:schemeClr val="tx1"/>
              </a:solidFill>
              <a:prstDash val="solid"/>
              <a:headEnd type="none" w="med" len="med"/>
              <a:tailEnd type="none" w="med" len="med"/>
            </a:ln>
          </p:spPr>
        </p:sp>
        <p:sp>
          <p:nvSpPr>
            <p:cNvPr id="189472" name="Line 598"/>
            <p:cNvSpPr/>
            <p:nvPr/>
          </p:nvSpPr>
          <p:spPr>
            <a:xfrm rot="-900000">
              <a:off x="5702" y="3919"/>
              <a:ext cx="0" cy="311"/>
            </a:xfrm>
            <a:prstGeom prst="line">
              <a:avLst/>
            </a:prstGeom>
            <a:ln w="28575" cap="flat" cmpd="sng">
              <a:solidFill>
                <a:schemeClr val="tx1"/>
              </a:solidFill>
              <a:prstDash val="solid"/>
              <a:headEnd type="none" w="med" len="med"/>
              <a:tailEnd type="none" w="med" len="med"/>
            </a:ln>
          </p:spPr>
        </p:sp>
        <p:sp>
          <p:nvSpPr>
            <p:cNvPr id="189473" name="Line 599"/>
            <p:cNvSpPr/>
            <p:nvPr/>
          </p:nvSpPr>
          <p:spPr>
            <a:xfrm>
              <a:off x="6447" y="3942"/>
              <a:ext cx="510" cy="0"/>
            </a:xfrm>
            <a:prstGeom prst="line">
              <a:avLst/>
            </a:prstGeom>
            <a:ln w="28575" cap="flat" cmpd="sng">
              <a:solidFill>
                <a:schemeClr val="tx1"/>
              </a:solidFill>
              <a:prstDash val="solid"/>
              <a:headEnd type="none" w="med" len="med"/>
              <a:tailEnd type="none" w="med" len="med"/>
            </a:ln>
          </p:spPr>
        </p:sp>
        <p:grpSp>
          <p:nvGrpSpPr>
            <p:cNvPr id="189474" name="Group 600"/>
            <p:cNvGrpSpPr/>
            <p:nvPr/>
          </p:nvGrpSpPr>
          <p:grpSpPr>
            <a:xfrm>
              <a:off x="7022" y="3899"/>
              <a:ext cx="90" cy="171"/>
              <a:chOff x="0" y="0"/>
              <a:chExt cx="36" cy="91"/>
            </a:xfrm>
          </p:grpSpPr>
          <p:sp>
            <p:nvSpPr>
              <p:cNvPr id="189493" name="Line 60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4" name="Line 60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5" name="Line 603"/>
            <p:cNvSpPr/>
            <p:nvPr/>
          </p:nvSpPr>
          <p:spPr>
            <a:xfrm>
              <a:off x="7142" y="3970"/>
              <a:ext cx="2438" cy="0"/>
            </a:xfrm>
            <a:prstGeom prst="line">
              <a:avLst/>
            </a:prstGeom>
            <a:ln w="28575" cap="flat" cmpd="sng">
              <a:solidFill>
                <a:schemeClr val="tx1"/>
              </a:solidFill>
              <a:prstDash val="solid"/>
              <a:headEnd type="none" w="med" len="med"/>
              <a:tailEnd type="none" w="med" len="med"/>
            </a:ln>
          </p:spPr>
        </p:sp>
        <p:grpSp>
          <p:nvGrpSpPr>
            <p:cNvPr id="189476" name="Group 604"/>
            <p:cNvGrpSpPr/>
            <p:nvPr/>
          </p:nvGrpSpPr>
          <p:grpSpPr>
            <a:xfrm>
              <a:off x="9612" y="3942"/>
              <a:ext cx="90" cy="171"/>
              <a:chOff x="0" y="0"/>
              <a:chExt cx="36" cy="91"/>
            </a:xfrm>
          </p:grpSpPr>
          <p:sp>
            <p:nvSpPr>
              <p:cNvPr id="189491" name="Line 605"/>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2" name="Line 606"/>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77" name="Line 607"/>
            <p:cNvSpPr/>
            <p:nvPr/>
          </p:nvSpPr>
          <p:spPr>
            <a:xfrm>
              <a:off x="9730" y="3942"/>
              <a:ext cx="1132" cy="0"/>
            </a:xfrm>
            <a:prstGeom prst="line">
              <a:avLst/>
            </a:prstGeom>
            <a:ln w="28575" cap="flat" cmpd="sng">
              <a:solidFill>
                <a:schemeClr val="tx1"/>
              </a:solidFill>
              <a:prstDash val="solid"/>
              <a:headEnd type="none" w="med" len="med"/>
              <a:tailEnd type="none" w="med" len="med"/>
            </a:ln>
          </p:spPr>
        </p:sp>
        <p:sp>
          <p:nvSpPr>
            <p:cNvPr id="189478" name="Line 609"/>
            <p:cNvSpPr/>
            <p:nvPr/>
          </p:nvSpPr>
          <p:spPr>
            <a:xfrm>
              <a:off x="4477" y="4430"/>
              <a:ext cx="1133" cy="0"/>
            </a:xfrm>
            <a:prstGeom prst="line">
              <a:avLst/>
            </a:prstGeom>
            <a:ln w="28575" cap="flat" cmpd="sng">
              <a:solidFill>
                <a:schemeClr val="tx1"/>
              </a:solidFill>
              <a:prstDash val="solid"/>
              <a:headEnd type="none" w="med" len="med"/>
              <a:tailEnd type="none" w="med" len="med"/>
            </a:ln>
          </p:spPr>
        </p:sp>
        <p:grpSp>
          <p:nvGrpSpPr>
            <p:cNvPr id="189479" name="Group 610"/>
            <p:cNvGrpSpPr/>
            <p:nvPr/>
          </p:nvGrpSpPr>
          <p:grpSpPr>
            <a:xfrm>
              <a:off x="5637" y="4430"/>
              <a:ext cx="90" cy="171"/>
              <a:chOff x="0" y="0"/>
              <a:chExt cx="36" cy="91"/>
            </a:xfrm>
          </p:grpSpPr>
          <p:sp>
            <p:nvSpPr>
              <p:cNvPr id="189489" name="Line 611"/>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90" name="Line 612"/>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0" name="Line 613"/>
            <p:cNvSpPr/>
            <p:nvPr/>
          </p:nvSpPr>
          <p:spPr>
            <a:xfrm>
              <a:off x="5767" y="4430"/>
              <a:ext cx="510" cy="0"/>
            </a:xfrm>
            <a:prstGeom prst="line">
              <a:avLst/>
            </a:prstGeom>
            <a:ln w="28575" cap="flat" cmpd="sng">
              <a:solidFill>
                <a:schemeClr val="tx1"/>
              </a:solidFill>
              <a:prstDash val="solid"/>
              <a:headEnd type="none" w="med" len="med"/>
              <a:tailEnd type="none" w="med" len="med"/>
            </a:ln>
          </p:spPr>
        </p:sp>
        <p:sp>
          <p:nvSpPr>
            <p:cNvPr id="189481" name="Line 614"/>
            <p:cNvSpPr/>
            <p:nvPr/>
          </p:nvSpPr>
          <p:spPr>
            <a:xfrm>
              <a:off x="6425" y="4696"/>
              <a:ext cx="510" cy="0"/>
            </a:xfrm>
            <a:prstGeom prst="line">
              <a:avLst/>
            </a:prstGeom>
            <a:ln w="28575" cap="flat" cmpd="sng">
              <a:solidFill>
                <a:schemeClr val="tx1"/>
              </a:solidFill>
              <a:prstDash val="solid"/>
              <a:headEnd type="none" w="med" len="med"/>
              <a:tailEnd type="none" w="med" len="med"/>
            </a:ln>
          </p:spPr>
        </p:sp>
        <p:sp>
          <p:nvSpPr>
            <p:cNvPr id="189482" name="Line 615"/>
            <p:cNvSpPr/>
            <p:nvPr/>
          </p:nvSpPr>
          <p:spPr>
            <a:xfrm rot="900000">
              <a:off x="7021" y="4388"/>
              <a:ext cx="0" cy="311"/>
            </a:xfrm>
            <a:prstGeom prst="line">
              <a:avLst/>
            </a:prstGeom>
            <a:ln w="28575" cap="flat" cmpd="sng">
              <a:solidFill>
                <a:schemeClr val="tx1"/>
              </a:solidFill>
              <a:prstDash val="solid"/>
              <a:headEnd type="none" w="med" len="med"/>
              <a:tailEnd type="none" w="med" len="med"/>
            </a:ln>
          </p:spPr>
        </p:sp>
        <p:sp>
          <p:nvSpPr>
            <p:cNvPr id="189483" name="Line 616"/>
            <p:cNvSpPr/>
            <p:nvPr/>
          </p:nvSpPr>
          <p:spPr>
            <a:xfrm rot="-900000">
              <a:off x="6352" y="4407"/>
              <a:ext cx="0" cy="312"/>
            </a:xfrm>
            <a:prstGeom prst="line">
              <a:avLst/>
            </a:prstGeom>
            <a:ln w="28575" cap="flat" cmpd="sng">
              <a:solidFill>
                <a:schemeClr val="tx1"/>
              </a:solidFill>
              <a:prstDash val="solid"/>
              <a:headEnd type="none" w="med" len="med"/>
              <a:tailEnd type="none" w="med" len="med"/>
            </a:ln>
          </p:spPr>
        </p:sp>
        <p:sp>
          <p:nvSpPr>
            <p:cNvPr id="189484" name="Line 617"/>
            <p:cNvSpPr/>
            <p:nvPr/>
          </p:nvSpPr>
          <p:spPr>
            <a:xfrm>
              <a:off x="7095" y="4439"/>
              <a:ext cx="2437" cy="0"/>
            </a:xfrm>
            <a:prstGeom prst="line">
              <a:avLst/>
            </a:prstGeom>
            <a:ln w="28575" cap="flat" cmpd="sng">
              <a:solidFill>
                <a:schemeClr val="tx1"/>
              </a:solidFill>
              <a:prstDash val="solid"/>
              <a:headEnd type="none" w="med" len="med"/>
              <a:tailEnd type="none" w="med" len="med"/>
            </a:ln>
          </p:spPr>
        </p:sp>
        <p:grpSp>
          <p:nvGrpSpPr>
            <p:cNvPr id="189485" name="Group 618"/>
            <p:cNvGrpSpPr/>
            <p:nvPr/>
          </p:nvGrpSpPr>
          <p:grpSpPr>
            <a:xfrm>
              <a:off x="9615" y="4411"/>
              <a:ext cx="90" cy="171"/>
              <a:chOff x="0" y="0"/>
              <a:chExt cx="36" cy="91"/>
            </a:xfrm>
          </p:grpSpPr>
          <p:sp>
            <p:nvSpPr>
              <p:cNvPr id="189487" name="Line 619"/>
              <p:cNvSpPr/>
              <p:nvPr/>
            </p:nvSpPr>
            <p:spPr>
              <a:xfrm rot="900000" flipV="1">
                <a:off x="36" y="0"/>
                <a:ext cx="0" cy="91"/>
              </a:xfrm>
              <a:prstGeom prst="line">
                <a:avLst/>
              </a:prstGeom>
              <a:ln w="28575" cap="flat" cmpd="sng">
                <a:solidFill>
                  <a:schemeClr val="tx1"/>
                </a:solidFill>
                <a:prstDash val="solid"/>
                <a:headEnd type="none" w="med" len="med"/>
                <a:tailEnd type="none" w="med" len="med"/>
              </a:ln>
            </p:spPr>
          </p:sp>
          <p:sp>
            <p:nvSpPr>
              <p:cNvPr id="189488" name="Line 620"/>
              <p:cNvSpPr/>
              <p:nvPr/>
            </p:nvSpPr>
            <p:spPr>
              <a:xfrm rot="-900000" flipV="1">
                <a:off x="0" y="0"/>
                <a:ext cx="0" cy="91"/>
              </a:xfrm>
              <a:prstGeom prst="line">
                <a:avLst/>
              </a:prstGeom>
              <a:ln w="28575" cap="flat" cmpd="sng">
                <a:solidFill>
                  <a:schemeClr val="tx1"/>
                </a:solidFill>
                <a:prstDash val="solid"/>
                <a:headEnd type="none" w="med" len="med"/>
                <a:tailEnd type="none" w="med" len="med"/>
              </a:ln>
            </p:spPr>
          </p:sp>
        </p:grpSp>
        <p:sp>
          <p:nvSpPr>
            <p:cNvPr id="189486" name="Line 621"/>
            <p:cNvSpPr/>
            <p:nvPr/>
          </p:nvSpPr>
          <p:spPr>
            <a:xfrm>
              <a:off x="9680" y="4411"/>
              <a:ext cx="1132" cy="0"/>
            </a:xfrm>
            <a:prstGeom prst="line">
              <a:avLst/>
            </a:prstGeom>
            <a:ln w="28575" cap="flat" cmpd="sng">
              <a:solidFill>
                <a:schemeClr val="tx1"/>
              </a:solidFill>
              <a:prstDash val="solid"/>
              <a:headEnd type="none" w="med" len="med"/>
              <a:tailEnd type="none" w="med" len="med"/>
            </a:ln>
          </p:spPr>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p:cNvSpPr>
          <p:nvPr>
            <p:ph type="title"/>
          </p:nvPr>
        </p:nvSpPr>
        <p:spPr>
          <a:xfrm>
            <a:off x="642938" y="608965"/>
            <a:ext cx="6138862" cy="514350"/>
          </a:xfrm>
          <a:prstGeom prst="rect">
            <a:avLst/>
          </a:prstGeom>
          <a:noFill/>
          <a:ln w="9525">
            <a:noFill/>
          </a:ln>
        </p:spPr>
        <p:txBody>
          <a:bodyPr/>
          <a:lstStyle/>
          <a:p>
            <a:pPr eaLnBrk="1" hangingPunct="1"/>
            <a:r>
              <a:rPr lang="en-US" altLang="zh-CN" sz="2400" b="1">
                <a:solidFill>
                  <a:srgbClr val="FF0000"/>
                </a:solidFill>
                <a:latin typeface="华文新魏" panose="02010800040101010101" pitchFamily="2" charset="-122"/>
                <a:ea typeface="华文新魏" panose="02010800040101010101" pitchFamily="2" charset="-122"/>
              </a:rPr>
              <a:t>2.  </a:t>
            </a:r>
            <a:r>
              <a:rPr lang="zh-CN" altLang="en-US" sz="2400" b="1" dirty="0">
                <a:solidFill>
                  <a:srgbClr val="FF0000"/>
                </a:solidFill>
                <a:latin typeface="华文新魏" panose="02010800040101010101" pitchFamily="2" charset="-122"/>
                <a:ea typeface="华文新魏" panose="02010800040101010101" pitchFamily="2" charset="-122"/>
              </a:rPr>
              <a:t>寄存器 </a:t>
            </a:r>
            <a:r>
              <a:rPr lang="en-US" altLang="zh-CN" sz="2400" b="1" i="1">
                <a:solidFill>
                  <a:srgbClr val="FF0000"/>
                </a:solidFill>
                <a:latin typeface="华文新魏" panose="02010800040101010101" pitchFamily="2" charset="-122"/>
                <a:ea typeface="华文新魏" panose="02010800040101010101" pitchFamily="2" charset="-122"/>
              </a:rPr>
              <a:t>Registers</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190467" name="Text Box 4"/>
          <p:cNvSpPr txBox="1"/>
          <p:nvPr/>
        </p:nvSpPr>
        <p:spPr>
          <a:xfrm>
            <a:off x="1115060" y="1123950"/>
            <a:ext cx="7524750" cy="531495"/>
          </a:xfrm>
          <a:prstGeom prst="rect">
            <a:avLst/>
          </a:prstGeom>
          <a:noFill/>
          <a:ln w="9525">
            <a:noFill/>
          </a:ln>
        </p:spPr>
        <p:txBody>
          <a:bodyPr wrap="square">
            <a:noAutofit/>
          </a:bodyPr>
          <a:lstStyle/>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用于</a:t>
            </a:r>
            <a:r>
              <a:rPr lang="zh-CN" altLang="en-US" b="1" dirty="0">
                <a:solidFill>
                  <a:srgbClr val="FF0000"/>
                </a:solidFill>
                <a:latin typeface="华文新魏" panose="02010800040101010101" pitchFamily="2" charset="-122"/>
                <a:ea typeface="华文新魏" panose="02010800040101010101" pitchFamily="2" charset="-122"/>
              </a:rPr>
              <a:t>暂时存放</a:t>
            </a:r>
            <a:r>
              <a:rPr lang="zh-CN" altLang="en-US" b="1" dirty="0">
                <a:solidFill>
                  <a:schemeClr val="tx1"/>
                </a:solidFill>
                <a:latin typeface="华文新魏" panose="02010800040101010101" pitchFamily="2" charset="-122"/>
                <a:ea typeface="华文新魏" panose="02010800040101010101" pitchFamily="2" charset="-122"/>
              </a:rPr>
              <a:t>二进制代码的逻辑器件称为寄存器。</a:t>
            </a:r>
            <a:endParaRPr lang="zh-CN" altLang="en-US" b="1" dirty="0">
              <a:solidFill>
                <a:srgbClr val="FF0000"/>
              </a:solidFill>
              <a:latin typeface="华文新魏" panose="02010800040101010101" pitchFamily="2" charset="-122"/>
              <a:ea typeface="华文新魏" panose="02010800040101010101" pitchFamily="2" charset="-122"/>
            </a:endParaRPr>
          </a:p>
        </p:txBody>
      </p:sp>
      <p:sp>
        <p:nvSpPr>
          <p:cNvPr id="2" name="Text Box 4"/>
          <p:cNvSpPr txBox="1"/>
          <p:nvPr/>
        </p:nvSpPr>
        <p:spPr>
          <a:xfrm>
            <a:off x="1170305" y="3628390"/>
            <a:ext cx="7524750" cy="953135"/>
          </a:xfrm>
          <a:prstGeom prst="rect">
            <a:avLst/>
          </a:prstGeom>
          <a:noFill/>
          <a:ln w="9525">
            <a:noFill/>
          </a:ln>
        </p:spPr>
        <p:txBody>
          <a:bodyPr wrap="square">
            <a:spAutoFit/>
          </a:bodyPr>
          <a:lstStyle/>
          <a:p>
            <a:pPr algn="l" eaLnBrk="1" hangingPunct="1">
              <a:lnSpc>
                <a:spcPct val="140000"/>
              </a:lnSpc>
              <a:spcBef>
                <a:spcPct val="50000"/>
              </a:spcBef>
              <a:buClrTx/>
              <a:buSzTx/>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在计算机中，寄存器用途非常广泛，按</a:t>
            </a:r>
            <a:r>
              <a:rPr lang="zh-CN" altLang="en-US" b="1" u="sng" dirty="0">
                <a:solidFill>
                  <a:srgbClr val="FF0000"/>
                </a:solidFill>
                <a:latin typeface="华文新魏" panose="02010800040101010101" pitchFamily="2" charset="-122"/>
                <a:ea typeface="华文新魏" panose="02010800040101010101" pitchFamily="2" charset="-122"/>
              </a:rPr>
              <a:t>用处</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通用寄存器、指令寄存器</a:t>
            </a:r>
            <a:r>
              <a:rPr lang="zh-CN" altLang="en-US" b="1" dirty="0">
                <a:solidFill>
                  <a:schemeClr val="tx1"/>
                </a:solidFill>
                <a:latin typeface="华文新魏" panose="02010800040101010101" pitchFamily="2" charset="-122"/>
                <a:ea typeface="华文新魏" panose="02010800040101010101" pitchFamily="2" charset="-122"/>
              </a:rPr>
              <a:t>、</a:t>
            </a:r>
            <a:r>
              <a:rPr lang="zh-CN" altLang="en-US" b="1" dirty="0">
                <a:solidFill>
                  <a:srgbClr val="FF0000"/>
                </a:solidFill>
                <a:latin typeface="华文新魏" panose="02010800040101010101" pitchFamily="2" charset="-122"/>
                <a:ea typeface="华文新魏" panose="02010800040101010101" pitchFamily="2" charset="-122"/>
              </a:rPr>
              <a:t>地址寄存器、输入/输出寄存器等。</a:t>
            </a:r>
          </a:p>
        </p:txBody>
      </p:sp>
      <p:sp>
        <p:nvSpPr>
          <p:cNvPr id="3" name="Text Box 4"/>
          <p:cNvSpPr txBox="1"/>
          <p:nvPr/>
        </p:nvSpPr>
        <p:spPr>
          <a:xfrm>
            <a:off x="1098550" y="1762760"/>
            <a:ext cx="7524750" cy="1383665"/>
          </a:xfrm>
          <a:prstGeom prst="rect">
            <a:avLst/>
          </a:prstGeom>
          <a:noFill/>
          <a:ln w="9525">
            <a:noFill/>
          </a:ln>
        </p:spPr>
        <p:txBody>
          <a:bodyPr wrap="square">
            <a:spAutoFit/>
          </a:bodyPr>
          <a:lstStyle/>
          <a:p>
            <a:pPr eaLnBrk="1" hangingPunct="1">
              <a:lnSpc>
                <a:spcPct val="14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寄存器按</a:t>
            </a:r>
            <a:r>
              <a:rPr lang="zh-CN" altLang="en-US" b="1" u="sng" dirty="0">
                <a:solidFill>
                  <a:srgbClr val="FF0000"/>
                </a:solidFill>
                <a:latin typeface="华文新魏" panose="02010800040101010101" pitchFamily="2" charset="-122"/>
                <a:ea typeface="华文新魏" panose="02010800040101010101" pitchFamily="2" charset="-122"/>
              </a:rPr>
              <a:t>功能</a:t>
            </a:r>
            <a:r>
              <a:rPr lang="zh-CN" altLang="en-US" b="1" dirty="0">
                <a:solidFill>
                  <a:schemeClr val="tx1"/>
                </a:solidFill>
                <a:latin typeface="华文新魏" panose="02010800040101010101" pitchFamily="2" charset="-122"/>
                <a:ea typeface="华文新魏" panose="02010800040101010101" pitchFamily="2" charset="-122"/>
              </a:rPr>
              <a:t>分为</a:t>
            </a:r>
            <a:r>
              <a:rPr lang="zh-CN" altLang="en-US" b="1" dirty="0">
                <a:solidFill>
                  <a:srgbClr val="FF0000"/>
                </a:solidFill>
                <a:latin typeface="华文新魏" panose="02010800040101010101" pitchFamily="2" charset="-122"/>
                <a:ea typeface="华文新魏" panose="02010800040101010101" pitchFamily="2" charset="-122"/>
              </a:rPr>
              <a:t>并行寄存器、串行寄存器</a:t>
            </a:r>
            <a:r>
              <a:rPr lang="zh-CN" altLang="en-US" b="1" dirty="0">
                <a:solidFill>
                  <a:schemeClr val="tx1"/>
                </a:solidFill>
                <a:latin typeface="华文新魏" panose="02010800040101010101" pitchFamily="2" charset="-122"/>
                <a:ea typeface="华文新魏" panose="02010800040101010101" pitchFamily="2" charset="-122"/>
              </a:rPr>
              <a:t>及</a:t>
            </a:r>
            <a:r>
              <a:rPr lang="zh-CN" altLang="en-US" b="1" dirty="0">
                <a:solidFill>
                  <a:srgbClr val="FF0000"/>
                </a:solidFill>
                <a:latin typeface="华文新魏" panose="02010800040101010101" pitchFamily="2" charset="-122"/>
                <a:ea typeface="华文新魏" panose="02010800040101010101" pitchFamily="2" charset="-122"/>
              </a:rPr>
              <a:t>串并行寄存器</a:t>
            </a:r>
            <a:r>
              <a:rPr lang="zh-CN" altLang="en-US" b="1" dirty="0">
                <a:solidFill>
                  <a:schemeClr val="tx1"/>
                </a:solidFill>
                <a:latin typeface="华文新魏" panose="02010800040101010101" pitchFamily="2" charset="-122"/>
                <a:ea typeface="华文新魏" panose="02010800040101010101" pitchFamily="2" charset="-122"/>
              </a:rPr>
              <a:t>。并行寄存器没有移位功能，通常简称为</a:t>
            </a:r>
            <a:r>
              <a:rPr lang="zh-CN" altLang="en-US" b="1" u="sng" dirty="0">
                <a:solidFill>
                  <a:srgbClr val="FF0000"/>
                </a:solidFill>
                <a:latin typeface="华文新魏" panose="02010800040101010101" pitchFamily="2" charset="-122"/>
                <a:ea typeface="华文新魏" panose="02010800040101010101" pitchFamily="2" charset="-122"/>
              </a:rPr>
              <a:t>寄存器 </a:t>
            </a:r>
            <a:r>
              <a:rPr lang="en-US" altLang="zh-CN" b="1" i="1" u="sng">
                <a:solidFill>
                  <a:srgbClr val="FF0000"/>
                </a:solidFill>
                <a:latin typeface="华文新魏" panose="02010800040101010101" pitchFamily="2" charset="-122"/>
                <a:ea typeface="华文新魏" panose="02010800040101010101" pitchFamily="2" charset="-122"/>
              </a:rPr>
              <a:t>Registers</a:t>
            </a:r>
            <a:r>
              <a:rPr lang="en-US" altLang="zh-CN" b="1" u="sng">
                <a:solidFill>
                  <a:srgbClr val="FF0000"/>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；串行及串并行寄存器具有</a:t>
            </a:r>
            <a:r>
              <a:rPr lang="zh-CN" altLang="en-US" b="1" dirty="0">
                <a:solidFill>
                  <a:srgbClr val="FF0000"/>
                </a:solidFill>
                <a:latin typeface="华文新魏" panose="02010800040101010101" pitchFamily="2" charset="-122"/>
                <a:ea typeface="华文新魏" panose="02010800040101010101" pitchFamily="2" charset="-122"/>
              </a:rPr>
              <a:t>移位功能，通常称为</a:t>
            </a:r>
            <a:r>
              <a:rPr lang="zh-CN" altLang="en-US" b="1" u="sng" dirty="0">
                <a:solidFill>
                  <a:srgbClr val="FF0000"/>
                </a:solidFill>
                <a:latin typeface="华文新魏" panose="02010800040101010101" pitchFamily="2" charset="-122"/>
                <a:ea typeface="华文新魏" panose="02010800040101010101" pitchFamily="2" charset="-122"/>
              </a:rPr>
              <a:t>移位寄存器 </a:t>
            </a:r>
            <a:r>
              <a:rPr lang="en-US" altLang="zh-CN" b="1" i="1" u="sng">
                <a:solidFill>
                  <a:srgbClr val="FF0000"/>
                </a:solidFill>
                <a:latin typeface="华文新魏" panose="02010800040101010101" pitchFamily="2" charset="-122"/>
                <a:ea typeface="华文新魏" panose="02010800040101010101" pitchFamily="2" charset="-122"/>
              </a:rPr>
              <a:t>Shift Registers</a:t>
            </a:r>
            <a:r>
              <a:rPr lang="zh-CN" altLang="en-US" b="1" dirty="0">
                <a:solidFill>
                  <a:srgbClr val="FF0000"/>
                </a:solidFill>
                <a:latin typeface="华文新魏" panose="02010800040101010101" pitchFamily="2" charset="-122"/>
                <a:ea typeface="华文新魏" panose="0201080004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0467"/>
                                        </p:tgtEl>
                                        <p:attrNameLst>
                                          <p:attrName>style.visibility</p:attrName>
                                        </p:attrNameLst>
                                      </p:cBhvr>
                                      <p:to>
                                        <p:strVal val="visible"/>
                                      </p:to>
                                    </p:set>
                                    <p:animEffect transition="in" filter="blinds(horizontal)">
                                      <p:cBhvr>
                                        <p:cTn id="7" dur="500"/>
                                        <p:tgtEl>
                                          <p:spTgt spid="1904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0467" grpId="0"/>
      <p:bldP spid="190467" grpId="1"/>
      <p:bldP spid="2" grpId="0"/>
      <p:bldP spid="2" grpId="1"/>
      <p:bldP spid="3" grpId="0"/>
      <p:bldP spid="3"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p:cNvSpPr>
          <p:nvPr>
            <p:ph type="title"/>
          </p:nvPr>
        </p:nvSpPr>
        <p:spPr>
          <a:xfrm>
            <a:off x="685800" y="628650"/>
            <a:ext cx="4800600" cy="560388"/>
          </a:xfrm>
          <a:prstGeom prst="rect">
            <a:avLst/>
          </a:prstGeom>
          <a:noFill/>
          <a:ln w="9525">
            <a:noFill/>
          </a:ln>
        </p:spPr>
        <p:txBody>
          <a:bodyPr/>
          <a:lstStyle/>
          <a:p>
            <a:pPr eaLnBrk="1" hangingPunct="1"/>
            <a:r>
              <a:rPr lang="en-US" altLang="zh-CN" sz="2000" b="1">
                <a:solidFill>
                  <a:srgbClr val="FF0000"/>
                </a:solidFill>
                <a:latin typeface="华文新魏" panose="02010800040101010101" pitchFamily="2" charset="-122"/>
                <a:ea typeface="华文新魏" panose="02010800040101010101" pitchFamily="2" charset="-122"/>
              </a:rPr>
              <a:t>1)  </a:t>
            </a:r>
            <a:r>
              <a:rPr lang="zh-CN" altLang="en-US" sz="2000" b="1" dirty="0">
                <a:solidFill>
                  <a:srgbClr val="FF0000"/>
                </a:solidFill>
                <a:latin typeface="华文新魏" panose="02010800040101010101" pitchFamily="2" charset="-122"/>
                <a:ea typeface="华文新魏" panose="02010800040101010101" pitchFamily="2" charset="-122"/>
              </a:rPr>
              <a:t>并行寄存器举例</a:t>
            </a:r>
          </a:p>
        </p:txBody>
      </p:sp>
      <p:graphicFrame>
        <p:nvGraphicFramePr>
          <p:cNvPr id="191492" name="Object 48"/>
          <p:cNvGraphicFramePr/>
          <p:nvPr/>
        </p:nvGraphicFramePr>
        <p:xfrm>
          <a:off x="4203065" y="652145"/>
          <a:ext cx="4192905" cy="3999230"/>
        </p:xfrm>
        <a:graphic>
          <a:graphicData uri="http://schemas.openxmlformats.org/presentationml/2006/ole">
            <mc:AlternateContent xmlns:mc="http://schemas.openxmlformats.org/markup-compatibility/2006">
              <mc:Choice xmlns:v="urn:schemas-microsoft-com:vml" Requires="v">
                <p:oleObj r:id="rId3" imgW="3225800" imgH="3911600" progId="Paint.Picture">
                  <p:embed/>
                </p:oleObj>
              </mc:Choice>
              <mc:Fallback>
                <p:oleObj r:id="rId3" imgW="3225800" imgH="3911600" progId="Paint.Picture">
                  <p:embed/>
                  <p:pic>
                    <p:nvPicPr>
                      <p:cNvPr id="0" name="图片 3078"/>
                      <p:cNvPicPr/>
                      <p:nvPr/>
                    </p:nvPicPr>
                    <p:blipFill>
                      <a:blip r:embed="rId4"/>
                      <a:stretch>
                        <a:fillRect/>
                      </a:stretch>
                    </p:blipFill>
                    <p:spPr>
                      <a:xfrm>
                        <a:off x="4203065" y="652145"/>
                        <a:ext cx="4192905" cy="3999230"/>
                      </a:xfrm>
                      <a:prstGeom prst="rect">
                        <a:avLst/>
                      </a:prstGeom>
                      <a:noFill/>
                      <a:ln w="38100">
                        <a:noFill/>
                        <a:miter/>
                      </a:ln>
                    </p:spPr>
                  </p:pic>
                </p:oleObj>
              </mc:Fallback>
            </mc:AlternateContent>
          </a:graphicData>
        </a:graphic>
      </p:graphicFrame>
      <p:grpSp>
        <p:nvGrpSpPr>
          <p:cNvPr id="191491" name="Group 99"/>
          <p:cNvGrpSpPr/>
          <p:nvPr/>
        </p:nvGrpSpPr>
        <p:grpSpPr>
          <a:xfrm>
            <a:off x="585791" y="1317625"/>
            <a:ext cx="2473322" cy="2549525"/>
            <a:chOff x="10" y="0"/>
            <a:chExt cx="3893" cy="4016"/>
          </a:xfrm>
        </p:grpSpPr>
        <p:sp>
          <p:nvSpPr>
            <p:cNvPr id="191494" name="Rectangle 123"/>
            <p:cNvSpPr/>
            <p:nvPr/>
          </p:nvSpPr>
          <p:spPr>
            <a:xfrm>
              <a:off x="675" y="676"/>
              <a:ext cx="2520" cy="333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495" name="Text Box 124"/>
            <p:cNvSpPr txBox="1"/>
            <p:nvPr/>
          </p:nvSpPr>
          <p:spPr>
            <a:xfrm>
              <a:off x="1034" y="0"/>
              <a:ext cx="1922"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74LS175</a:t>
              </a:r>
            </a:p>
          </p:txBody>
        </p:sp>
        <p:sp>
          <p:nvSpPr>
            <p:cNvPr id="191496" name="Text Box 126"/>
            <p:cNvSpPr txBox="1"/>
            <p:nvPr/>
          </p:nvSpPr>
          <p:spPr>
            <a:xfrm>
              <a:off x="730" y="880"/>
              <a:ext cx="1319"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p>
          </p:txBody>
        </p:sp>
        <p:sp>
          <p:nvSpPr>
            <p:cNvPr id="191497" name="Oval 127"/>
            <p:cNvSpPr/>
            <p:nvPr/>
          </p:nvSpPr>
          <p:spPr>
            <a:xfrm>
              <a:off x="500" y="1126"/>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grpSp>
          <p:nvGrpSpPr>
            <p:cNvPr id="191498" name="Group 131"/>
            <p:cNvGrpSpPr/>
            <p:nvPr/>
          </p:nvGrpSpPr>
          <p:grpSpPr>
            <a:xfrm>
              <a:off x="3195" y="3286"/>
              <a:ext cx="708" cy="401"/>
              <a:chOff x="0" y="0"/>
              <a:chExt cx="283" cy="214"/>
            </a:xfrm>
          </p:grpSpPr>
          <p:sp>
            <p:nvSpPr>
              <p:cNvPr id="191532" name="Oval 12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3" name="Line 12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4" name="Line 13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499" name="Group 133"/>
            <p:cNvGrpSpPr/>
            <p:nvPr/>
          </p:nvGrpSpPr>
          <p:grpSpPr>
            <a:xfrm>
              <a:off x="3195" y="2566"/>
              <a:ext cx="708" cy="401"/>
              <a:chOff x="0" y="0"/>
              <a:chExt cx="283" cy="214"/>
            </a:xfrm>
          </p:grpSpPr>
          <p:sp>
            <p:nvSpPr>
              <p:cNvPr id="191529" name="Oval 134"/>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30" name="Line 135"/>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31" name="Line 136"/>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0" name="Group 137"/>
            <p:cNvGrpSpPr/>
            <p:nvPr/>
          </p:nvGrpSpPr>
          <p:grpSpPr>
            <a:xfrm>
              <a:off x="3195" y="1846"/>
              <a:ext cx="708" cy="401"/>
              <a:chOff x="0" y="0"/>
              <a:chExt cx="283" cy="214"/>
            </a:xfrm>
          </p:grpSpPr>
          <p:sp>
            <p:nvSpPr>
              <p:cNvPr id="191526" name="Oval 138"/>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7" name="Line 139"/>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8" name="Line 140"/>
              <p:cNvSpPr/>
              <p:nvPr/>
            </p:nvSpPr>
            <p:spPr>
              <a:xfrm>
                <a:off x="0" y="0"/>
                <a:ext cx="283" cy="0"/>
              </a:xfrm>
              <a:prstGeom prst="line">
                <a:avLst/>
              </a:prstGeom>
              <a:ln w="28575" cap="flat" cmpd="sng">
                <a:solidFill>
                  <a:schemeClr val="tx1"/>
                </a:solidFill>
                <a:prstDash val="solid"/>
                <a:headEnd type="none" w="med" len="med"/>
                <a:tailEnd type="none" w="med" len="med"/>
              </a:ln>
            </p:spPr>
          </p:sp>
        </p:grpSp>
        <p:grpSp>
          <p:nvGrpSpPr>
            <p:cNvPr id="191501" name="Group 141"/>
            <p:cNvGrpSpPr/>
            <p:nvPr/>
          </p:nvGrpSpPr>
          <p:grpSpPr>
            <a:xfrm>
              <a:off x="3195" y="1126"/>
              <a:ext cx="708" cy="401"/>
              <a:chOff x="0" y="0"/>
              <a:chExt cx="283" cy="214"/>
            </a:xfrm>
          </p:grpSpPr>
          <p:sp>
            <p:nvSpPr>
              <p:cNvPr id="191523" name="Oval 142"/>
              <p:cNvSpPr/>
              <p:nvPr/>
            </p:nvSpPr>
            <p:spPr>
              <a:xfrm>
                <a:off x="0" y="144"/>
                <a:ext cx="70" cy="7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solidFill>
                    <a:schemeClr val="tx1"/>
                  </a:solidFill>
                  <a:latin typeface="黑体" panose="02010609060101010101" pitchFamily="2" charset="-122"/>
                  <a:ea typeface="黑体" panose="02010609060101010101" pitchFamily="2" charset="-122"/>
                </a:endParaRPr>
              </a:p>
            </p:txBody>
          </p:sp>
          <p:sp>
            <p:nvSpPr>
              <p:cNvPr id="191524" name="Line 143"/>
              <p:cNvSpPr/>
              <p:nvPr/>
            </p:nvSpPr>
            <p:spPr>
              <a:xfrm>
                <a:off x="74" y="182"/>
                <a:ext cx="192" cy="0"/>
              </a:xfrm>
              <a:prstGeom prst="line">
                <a:avLst/>
              </a:prstGeom>
              <a:ln w="28575" cap="flat" cmpd="sng">
                <a:solidFill>
                  <a:schemeClr val="tx1"/>
                </a:solidFill>
                <a:prstDash val="solid"/>
                <a:headEnd type="none" w="med" len="med"/>
                <a:tailEnd type="none" w="med" len="med"/>
              </a:ln>
            </p:spPr>
          </p:sp>
          <p:sp>
            <p:nvSpPr>
              <p:cNvPr id="191525" name="Line 144"/>
              <p:cNvSpPr/>
              <p:nvPr/>
            </p:nvSpPr>
            <p:spPr>
              <a:xfrm>
                <a:off x="0" y="0"/>
                <a:ext cx="283" cy="0"/>
              </a:xfrm>
              <a:prstGeom prst="line">
                <a:avLst/>
              </a:prstGeom>
              <a:ln w="28575" cap="flat" cmpd="sng">
                <a:solidFill>
                  <a:schemeClr val="tx1"/>
                </a:solidFill>
                <a:prstDash val="solid"/>
                <a:headEnd type="none" w="med" len="med"/>
                <a:tailEnd type="none" w="med" len="med"/>
              </a:ln>
            </p:spPr>
          </p:sp>
        </p:grpSp>
        <p:sp>
          <p:nvSpPr>
            <p:cNvPr id="191502" name="Line 145"/>
            <p:cNvSpPr/>
            <p:nvPr/>
          </p:nvSpPr>
          <p:spPr>
            <a:xfrm>
              <a:off x="75" y="1846"/>
              <a:ext cx="600" cy="0"/>
            </a:xfrm>
            <a:prstGeom prst="line">
              <a:avLst/>
            </a:prstGeom>
            <a:ln w="28575" cap="flat" cmpd="sng">
              <a:solidFill>
                <a:schemeClr val="tx1"/>
              </a:solidFill>
              <a:prstDash val="solid"/>
              <a:headEnd type="none" w="med" len="med"/>
              <a:tailEnd type="none" w="med" len="med"/>
            </a:ln>
          </p:spPr>
        </p:sp>
        <p:sp>
          <p:nvSpPr>
            <p:cNvPr id="191503" name="Text Box 146"/>
            <p:cNvSpPr txBox="1"/>
            <p:nvPr/>
          </p:nvSpPr>
          <p:spPr>
            <a:xfrm>
              <a:off x="555" y="1552"/>
              <a:ext cx="839" cy="62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1D</a:t>
              </a:r>
            </a:p>
          </p:txBody>
        </p:sp>
        <p:grpSp>
          <p:nvGrpSpPr>
            <p:cNvPr id="191504" name="Group 148"/>
            <p:cNvGrpSpPr/>
            <p:nvPr/>
          </p:nvGrpSpPr>
          <p:grpSpPr>
            <a:xfrm>
              <a:off x="75" y="1981"/>
              <a:ext cx="1320" cy="624"/>
              <a:chOff x="0" y="-120"/>
              <a:chExt cx="528" cy="333"/>
            </a:xfrm>
          </p:grpSpPr>
          <p:sp>
            <p:nvSpPr>
              <p:cNvPr id="191521" name="Line 149"/>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2" name="Text Box 150"/>
              <p:cNvSpPr txBox="1"/>
              <p:nvPr/>
            </p:nvSpPr>
            <p:spPr>
              <a:xfrm>
                <a:off x="192" y="-120"/>
                <a:ext cx="336" cy="3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2D</a:t>
                </a:r>
              </a:p>
            </p:txBody>
          </p:sp>
        </p:grpSp>
        <p:grpSp>
          <p:nvGrpSpPr>
            <p:cNvPr id="191505" name="Group 151"/>
            <p:cNvGrpSpPr/>
            <p:nvPr/>
          </p:nvGrpSpPr>
          <p:grpSpPr>
            <a:xfrm>
              <a:off x="75" y="2431"/>
              <a:ext cx="1320" cy="626"/>
              <a:chOff x="0" y="-120"/>
              <a:chExt cx="528" cy="334"/>
            </a:xfrm>
          </p:grpSpPr>
          <p:sp>
            <p:nvSpPr>
              <p:cNvPr id="191519" name="Line 152"/>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20" name="Text Box 153"/>
              <p:cNvSpPr txBox="1"/>
              <p:nvPr/>
            </p:nvSpPr>
            <p:spPr>
              <a:xfrm>
                <a:off x="192" y="-120"/>
                <a:ext cx="336" cy="33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3D</a:t>
                </a:r>
              </a:p>
            </p:txBody>
          </p:sp>
        </p:grpSp>
        <p:grpSp>
          <p:nvGrpSpPr>
            <p:cNvPr id="191506" name="Group 154"/>
            <p:cNvGrpSpPr/>
            <p:nvPr/>
          </p:nvGrpSpPr>
          <p:grpSpPr>
            <a:xfrm>
              <a:off x="75" y="2853"/>
              <a:ext cx="1320" cy="626"/>
              <a:chOff x="0" y="-135"/>
              <a:chExt cx="528" cy="334"/>
            </a:xfrm>
          </p:grpSpPr>
          <p:sp>
            <p:nvSpPr>
              <p:cNvPr id="191517" name="Line 155"/>
              <p:cNvSpPr/>
              <p:nvPr/>
            </p:nvSpPr>
            <p:spPr>
              <a:xfrm>
                <a:off x="0" y="96"/>
                <a:ext cx="240" cy="0"/>
              </a:xfrm>
              <a:prstGeom prst="line">
                <a:avLst/>
              </a:prstGeom>
              <a:ln w="28575" cap="flat" cmpd="sng">
                <a:solidFill>
                  <a:schemeClr val="tx1"/>
                </a:solidFill>
                <a:prstDash val="solid"/>
                <a:headEnd type="none" w="med" len="med"/>
                <a:tailEnd type="none" w="med" len="med"/>
              </a:ln>
            </p:spPr>
          </p:sp>
          <p:sp>
            <p:nvSpPr>
              <p:cNvPr id="191518" name="Text Box 156"/>
              <p:cNvSpPr txBox="1"/>
              <p:nvPr/>
            </p:nvSpPr>
            <p:spPr>
              <a:xfrm>
                <a:off x="192" y="-135"/>
                <a:ext cx="336" cy="33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4D</a:t>
                </a:r>
              </a:p>
            </p:txBody>
          </p:sp>
        </p:grpSp>
        <p:sp>
          <p:nvSpPr>
            <p:cNvPr id="191507" name="Text Box 157"/>
            <p:cNvSpPr txBox="1"/>
            <p:nvPr/>
          </p:nvSpPr>
          <p:spPr>
            <a:xfrm>
              <a:off x="2476" y="873"/>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p>
          </p:txBody>
        </p:sp>
        <p:sp>
          <p:nvSpPr>
            <p:cNvPr id="191508" name="Text Box 158"/>
            <p:cNvSpPr txBox="1"/>
            <p:nvPr/>
          </p:nvSpPr>
          <p:spPr>
            <a:xfrm>
              <a:off x="2476" y="1233"/>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1Q</a:t>
              </a:r>
            </a:p>
          </p:txBody>
        </p:sp>
        <p:sp>
          <p:nvSpPr>
            <p:cNvPr id="191509" name="Text Box 159"/>
            <p:cNvSpPr txBox="1"/>
            <p:nvPr/>
          </p:nvSpPr>
          <p:spPr>
            <a:xfrm>
              <a:off x="2476" y="1593"/>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p>
          </p:txBody>
        </p:sp>
        <p:sp>
          <p:nvSpPr>
            <p:cNvPr id="191510" name="Text Box 160"/>
            <p:cNvSpPr txBox="1"/>
            <p:nvPr/>
          </p:nvSpPr>
          <p:spPr>
            <a:xfrm>
              <a:off x="2476" y="1953"/>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2Q</a:t>
              </a:r>
            </a:p>
          </p:txBody>
        </p:sp>
        <p:sp>
          <p:nvSpPr>
            <p:cNvPr id="191511" name="Text Box 161"/>
            <p:cNvSpPr txBox="1"/>
            <p:nvPr/>
          </p:nvSpPr>
          <p:spPr>
            <a:xfrm>
              <a:off x="2476" y="2313"/>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p>
          </p:txBody>
        </p:sp>
        <p:sp>
          <p:nvSpPr>
            <p:cNvPr id="191512" name="Text Box 162"/>
            <p:cNvSpPr txBox="1"/>
            <p:nvPr/>
          </p:nvSpPr>
          <p:spPr>
            <a:xfrm>
              <a:off x="2476" y="2656"/>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3Q</a:t>
              </a:r>
            </a:p>
          </p:txBody>
        </p:sp>
        <p:sp>
          <p:nvSpPr>
            <p:cNvPr id="191513" name="Text Box 163"/>
            <p:cNvSpPr txBox="1"/>
            <p:nvPr/>
          </p:nvSpPr>
          <p:spPr>
            <a:xfrm>
              <a:off x="2476" y="3016"/>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p>
          </p:txBody>
        </p:sp>
        <p:sp>
          <p:nvSpPr>
            <p:cNvPr id="191514" name="Text Box 164"/>
            <p:cNvSpPr txBox="1"/>
            <p:nvPr/>
          </p:nvSpPr>
          <p:spPr>
            <a:xfrm>
              <a:off x="2476" y="3391"/>
              <a:ext cx="840" cy="62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a:solidFill>
                    <a:schemeClr val="tx1"/>
                  </a:solidFill>
                  <a:latin typeface="黑体" panose="02010609060101010101" pitchFamily="2" charset="-122"/>
                  <a:ea typeface="黑体" panose="02010609060101010101" pitchFamily="2" charset="-122"/>
                </a:rPr>
                <a:t>4Q</a:t>
              </a:r>
            </a:p>
          </p:txBody>
        </p:sp>
        <p:sp>
          <p:nvSpPr>
            <p:cNvPr id="191515" name="Line 169"/>
            <p:cNvSpPr/>
            <p:nvPr/>
          </p:nvSpPr>
          <p:spPr>
            <a:xfrm>
              <a:off x="65" y="901"/>
              <a:ext cx="600" cy="0"/>
            </a:xfrm>
            <a:prstGeom prst="line">
              <a:avLst/>
            </a:prstGeom>
            <a:ln w="28575" cap="flat" cmpd="sng">
              <a:solidFill>
                <a:schemeClr val="tx1"/>
              </a:solidFill>
              <a:prstDash val="solid"/>
              <a:headEnd type="none" w="med" len="med"/>
              <a:tailEnd type="none" w="med" len="med"/>
            </a:ln>
          </p:spPr>
        </p:sp>
        <p:sp>
          <p:nvSpPr>
            <p:cNvPr id="191516" name="Line 170"/>
            <p:cNvSpPr/>
            <p:nvPr/>
          </p:nvSpPr>
          <p:spPr>
            <a:xfrm>
              <a:off x="10" y="1186"/>
              <a:ext cx="487" cy="0"/>
            </a:xfrm>
            <a:prstGeom prst="line">
              <a:avLst/>
            </a:prstGeom>
            <a:ln w="28575" cap="flat" cmpd="sng">
              <a:solidFill>
                <a:schemeClr val="tx1"/>
              </a:solidFill>
              <a:prstDash val="solid"/>
              <a:headEnd type="none" w="med" len="med"/>
              <a:tailEnd type="none" w="med" len="med"/>
            </a:ln>
          </p:spPr>
        </p:sp>
      </p:grpSp>
      <p:sp>
        <p:nvSpPr>
          <p:cNvPr id="191493" name="Text Box 125"/>
          <p:cNvSpPr txBox="1"/>
          <p:nvPr/>
        </p:nvSpPr>
        <p:spPr>
          <a:xfrm>
            <a:off x="906463" y="1679575"/>
            <a:ext cx="838200" cy="39687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&gt;CLK</a:t>
            </a:r>
          </a:p>
        </p:txBody>
      </p:sp>
      <p:sp>
        <p:nvSpPr>
          <p:cNvPr id="2" name="文本框 1"/>
          <p:cNvSpPr txBox="1"/>
          <p:nvPr/>
        </p:nvSpPr>
        <p:spPr>
          <a:xfrm>
            <a:off x="931545" y="4352925"/>
            <a:ext cx="2056130" cy="337185"/>
          </a:xfrm>
          <a:prstGeom prst="rect">
            <a:avLst/>
          </a:prstGeom>
          <a:noFill/>
        </p:spPr>
        <p:txBody>
          <a:bodyPr wrap="square" rtlCol="0">
            <a:spAutoFit/>
          </a:bodyPr>
          <a:lstStyle/>
          <a:p>
            <a:r>
              <a:rPr lang="zh-CN" altLang="en-US" sz="1600">
                <a:solidFill>
                  <a:schemeClr val="tx1"/>
                </a:solidFill>
                <a:latin typeface="华文新魏" panose="02010800040101010101" pitchFamily="2" charset="-122"/>
                <a:ea typeface="华文新魏" panose="02010800040101010101" pitchFamily="2" charset="-122"/>
              </a:rPr>
              <a:t>异步清零的触发器</a:t>
            </a:r>
          </a:p>
        </p:txBody>
      </p:sp>
      <p:sp>
        <p:nvSpPr>
          <p:cNvPr id="4" name="矩形标注 3"/>
          <p:cNvSpPr/>
          <p:nvPr/>
        </p:nvSpPr>
        <p:spPr>
          <a:xfrm>
            <a:off x="6372200" y="4674871"/>
            <a:ext cx="792197" cy="337186"/>
          </a:xfrm>
          <a:prstGeom prst="wedgeRectCallout">
            <a:avLst>
              <a:gd name="adj1" fmla="val -84605"/>
              <a:gd name="adj2" fmla="val -63710"/>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4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驱动器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491"/>
                                        </p:tgtEl>
                                        <p:attrNameLst>
                                          <p:attrName>style.visibility</p:attrName>
                                        </p:attrNameLst>
                                      </p:cBhvr>
                                      <p:to>
                                        <p:strVal val="visible"/>
                                      </p:to>
                                    </p:set>
                                    <p:anim calcmode="lin" valueType="num">
                                      <p:cBhvr additive="base">
                                        <p:cTn id="7" dur="500" fill="hold"/>
                                        <p:tgtEl>
                                          <p:spTgt spid="191491"/>
                                        </p:tgtEl>
                                        <p:attrNameLst>
                                          <p:attrName>ppt_x</p:attrName>
                                        </p:attrNameLst>
                                      </p:cBhvr>
                                      <p:tavLst>
                                        <p:tav tm="0">
                                          <p:val>
                                            <p:strVal val="#ppt_x"/>
                                          </p:val>
                                        </p:tav>
                                        <p:tav tm="100000">
                                          <p:val>
                                            <p:strVal val="#ppt_x"/>
                                          </p:val>
                                        </p:tav>
                                      </p:tavLst>
                                    </p:anim>
                                    <p:anim calcmode="lin" valueType="num">
                                      <p:cBhvr additive="base">
                                        <p:cTn id="8" dur="500" fill="hold"/>
                                        <p:tgtEl>
                                          <p:spTgt spid="19149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1493"/>
                                        </p:tgtEl>
                                        <p:attrNameLst>
                                          <p:attrName>style.visibility</p:attrName>
                                        </p:attrNameLst>
                                      </p:cBhvr>
                                      <p:to>
                                        <p:strVal val="visible"/>
                                      </p:to>
                                    </p:set>
                                    <p:anim calcmode="lin" valueType="num">
                                      <p:cBhvr additive="base">
                                        <p:cTn id="11" dur="500" fill="hold"/>
                                        <p:tgtEl>
                                          <p:spTgt spid="191493"/>
                                        </p:tgtEl>
                                        <p:attrNameLst>
                                          <p:attrName>ppt_x</p:attrName>
                                        </p:attrNameLst>
                                      </p:cBhvr>
                                      <p:tavLst>
                                        <p:tav tm="0">
                                          <p:val>
                                            <p:strVal val="#ppt_x"/>
                                          </p:val>
                                        </p:tav>
                                        <p:tav tm="100000">
                                          <p:val>
                                            <p:strVal val="#ppt_x"/>
                                          </p:val>
                                        </p:tav>
                                      </p:tavLst>
                                    </p:anim>
                                    <p:anim calcmode="lin" valueType="num">
                                      <p:cBhvr additive="base">
                                        <p:cTn id="12" dur="500" fill="hold"/>
                                        <p:tgtEl>
                                          <p:spTgt spid="19149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1492"/>
                                        </p:tgtEl>
                                        <p:attrNameLst>
                                          <p:attrName>style.visibility</p:attrName>
                                        </p:attrNameLst>
                                      </p:cBhvr>
                                      <p:to>
                                        <p:strVal val="visible"/>
                                      </p:to>
                                    </p:set>
                                    <p:anim calcmode="lin" valueType="num">
                                      <p:cBhvr additive="base">
                                        <p:cTn id="17" dur="500" fill="hold"/>
                                        <p:tgtEl>
                                          <p:spTgt spid="191492"/>
                                        </p:tgtEl>
                                        <p:attrNameLst>
                                          <p:attrName>ppt_x</p:attrName>
                                        </p:attrNameLst>
                                      </p:cBhvr>
                                      <p:tavLst>
                                        <p:tav tm="0">
                                          <p:val>
                                            <p:strVal val="#ppt_x"/>
                                          </p:val>
                                        </p:tav>
                                        <p:tav tm="100000">
                                          <p:val>
                                            <p:strVal val="#ppt_x"/>
                                          </p:val>
                                        </p:tav>
                                      </p:tavLst>
                                    </p:anim>
                                    <p:anim calcmode="lin" valueType="num">
                                      <p:cBhvr additive="base">
                                        <p:cTn id="18" dur="500" fill="hold"/>
                                        <p:tgtEl>
                                          <p:spTgt spid="19149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1493" grpId="0"/>
      <p:bldP spid="2" grpId="0"/>
      <p:bldP spid="2" grpId="1"/>
      <p:bldP spid="4" grpId="0" animBg="1"/>
      <p:bldP spid="4"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p:cNvSpPr>
          <p:nvPr>
            <p:ph type="title"/>
          </p:nvPr>
        </p:nvSpPr>
        <p:spPr>
          <a:xfrm>
            <a:off x="2619375" y="3868738"/>
            <a:ext cx="4114800" cy="571500"/>
          </a:xfrm>
          <a:prstGeom prst="rect">
            <a:avLst/>
          </a:prstGeom>
          <a:noFill/>
          <a:ln w="2857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并行输出控制的 </a:t>
            </a: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位寄存器</a:t>
            </a:r>
          </a:p>
        </p:txBody>
      </p:sp>
      <p:grpSp>
        <p:nvGrpSpPr>
          <p:cNvPr id="192515" name="Group 3"/>
          <p:cNvGrpSpPr/>
          <p:nvPr/>
        </p:nvGrpSpPr>
        <p:grpSpPr>
          <a:xfrm>
            <a:off x="1465263" y="915988"/>
            <a:ext cx="5410200" cy="2681287"/>
            <a:chOff x="0" y="0"/>
            <a:chExt cx="8523" cy="4223"/>
          </a:xfrm>
        </p:grpSpPr>
        <p:sp>
          <p:nvSpPr>
            <p:cNvPr id="192522" name="Rectangle 7"/>
            <p:cNvSpPr/>
            <p:nvPr/>
          </p:nvSpPr>
          <p:spPr>
            <a:xfrm>
              <a:off x="1168"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3" name="AutoShape 8"/>
            <p:cNvSpPr/>
            <p:nvPr/>
          </p:nvSpPr>
          <p:spPr>
            <a:xfrm rot="5400000">
              <a:off x="1174" y="719"/>
              <a:ext cx="133" cy="164"/>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24" name="Text Box 9"/>
            <p:cNvSpPr txBox="1"/>
            <p:nvPr/>
          </p:nvSpPr>
          <p:spPr>
            <a:xfrm>
              <a:off x="1295" y="630"/>
              <a:ext cx="1141"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92525" name="Line 10"/>
            <p:cNvSpPr/>
            <p:nvPr/>
          </p:nvSpPr>
          <p:spPr>
            <a:xfrm flipH="1">
              <a:off x="26" y="810"/>
              <a:ext cx="1115" cy="0"/>
            </a:xfrm>
            <a:prstGeom prst="line">
              <a:avLst/>
            </a:prstGeom>
            <a:ln w="28575">
              <a:noFill/>
            </a:ln>
          </p:spPr>
        </p:sp>
        <p:sp>
          <p:nvSpPr>
            <p:cNvPr id="192526" name="Line 13"/>
            <p:cNvSpPr/>
            <p:nvPr/>
          </p:nvSpPr>
          <p:spPr>
            <a:xfrm flipH="1">
              <a:off x="0" y="1098"/>
              <a:ext cx="1001" cy="0"/>
            </a:xfrm>
            <a:prstGeom prst="line">
              <a:avLst/>
            </a:prstGeom>
            <a:ln w="28575" cap="flat" cmpd="sng">
              <a:solidFill>
                <a:schemeClr val="tx1"/>
              </a:solidFill>
              <a:prstDash val="solid"/>
              <a:headEnd type="none" w="med" len="med"/>
              <a:tailEnd type="none" w="med" len="med"/>
            </a:ln>
          </p:spPr>
        </p:sp>
        <p:sp>
          <p:nvSpPr>
            <p:cNvPr id="192527" name="Line 16"/>
            <p:cNvSpPr/>
            <p:nvPr/>
          </p:nvSpPr>
          <p:spPr>
            <a:xfrm rot="-10800000" flipH="1">
              <a:off x="3364" y="1305"/>
              <a:ext cx="797" cy="0"/>
            </a:xfrm>
            <a:prstGeom prst="line">
              <a:avLst/>
            </a:prstGeom>
            <a:ln w="28575" cap="flat" cmpd="sng">
              <a:solidFill>
                <a:schemeClr val="tx1"/>
              </a:solidFill>
              <a:prstDash val="solid"/>
              <a:headEnd type="none" w="med" len="med"/>
              <a:tailEnd type="none" w="med" len="med"/>
            </a:ln>
          </p:spPr>
        </p:sp>
        <p:sp>
          <p:nvSpPr>
            <p:cNvPr id="192528" name="Line 17"/>
            <p:cNvSpPr/>
            <p:nvPr/>
          </p:nvSpPr>
          <p:spPr>
            <a:xfrm flipH="1">
              <a:off x="26" y="1530"/>
              <a:ext cx="1115" cy="0"/>
            </a:xfrm>
            <a:prstGeom prst="line">
              <a:avLst/>
            </a:prstGeom>
            <a:ln w="28575" cap="flat" cmpd="sng">
              <a:solidFill>
                <a:schemeClr val="tx1"/>
              </a:solidFill>
              <a:prstDash val="solid"/>
              <a:headEnd type="none" w="med" len="med"/>
              <a:tailEnd type="none" w="med" len="med"/>
            </a:ln>
          </p:spPr>
        </p:sp>
        <p:sp>
          <p:nvSpPr>
            <p:cNvPr id="192529" name="Line 18"/>
            <p:cNvSpPr/>
            <p:nvPr/>
          </p:nvSpPr>
          <p:spPr>
            <a:xfrm flipH="1">
              <a:off x="26" y="1980"/>
              <a:ext cx="1115" cy="0"/>
            </a:xfrm>
            <a:prstGeom prst="line">
              <a:avLst/>
            </a:prstGeom>
            <a:ln w="28575" cap="flat" cmpd="sng">
              <a:solidFill>
                <a:schemeClr val="tx1"/>
              </a:solidFill>
              <a:prstDash val="solid"/>
              <a:headEnd type="none" w="med" len="med"/>
              <a:tailEnd type="none" w="med" len="med"/>
            </a:ln>
          </p:spPr>
        </p:sp>
        <p:sp>
          <p:nvSpPr>
            <p:cNvPr id="192530" name="Line 19"/>
            <p:cNvSpPr/>
            <p:nvPr/>
          </p:nvSpPr>
          <p:spPr>
            <a:xfrm flipH="1">
              <a:off x="26" y="2430"/>
              <a:ext cx="1115" cy="0"/>
            </a:xfrm>
            <a:prstGeom prst="line">
              <a:avLst/>
            </a:prstGeom>
            <a:ln w="28575" cap="flat" cmpd="sng">
              <a:solidFill>
                <a:schemeClr val="tx1"/>
              </a:solidFill>
              <a:prstDash val="solid"/>
              <a:headEnd type="none" w="med" len="med"/>
              <a:tailEnd type="none" w="med" len="med"/>
            </a:ln>
          </p:spPr>
        </p:sp>
        <p:sp>
          <p:nvSpPr>
            <p:cNvPr id="192531" name="Line 20"/>
            <p:cNvSpPr/>
            <p:nvPr/>
          </p:nvSpPr>
          <p:spPr>
            <a:xfrm flipH="1">
              <a:off x="26" y="2880"/>
              <a:ext cx="1115" cy="0"/>
            </a:xfrm>
            <a:prstGeom prst="line">
              <a:avLst/>
            </a:prstGeom>
            <a:ln w="28575" cap="flat" cmpd="sng">
              <a:solidFill>
                <a:schemeClr val="tx1"/>
              </a:solidFill>
              <a:prstDash val="solid"/>
              <a:headEnd type="none" w="med" len="med"/>
              <a:tailEnd type="none" w="med" len="med"/>
            </a:ln>
          </p:spPr>
        </p:sp>
        <p:sp>
          <p:nvSpPr>
            <p:cNvPr id="192532" name="Line 23"/>
            <p:cNvSpPr/>
            <p:nvPr/>
          </p:nvSpPr>
          <p:spPr>
            <a:xfrm rot="-10800000" flipH="1">
              <a:off x="3388" y="1935"/>
              <a:ext cx="797" cy="0"/>
            </a:xfrm>
            <a:prstGeom prst="line">
              <a:avLst/>
            </a:prstGeom>
            <a:ln w="28575" cap="flat" cmpd="sng">
              <a:solidFill>
                <a:schemeClr val="tx1"/>
              </a:solidFill>
              <a:prstDash val="solid"/>
              <a:headEnd type="none" w="med" len="med"/>
              <a:tailEnd type="none" w="med" len="med"/>
            </a:ln>
          </p:spPr>
        </p:sp>
        <p:sp>
          <p:nvSpPr>
            <p:cNvPr id="192533" name="Line 26"/>
            <p:cNvSpPr/>
            <p:nvPr/>
          </p:nvSpPr>
          <p:spPr>
            <a:xfrm rot="-10800000" flipH="1">
              <a:off x="3388" y="2565"/>
              <a:ext cx="797" cy="0"/>
            </a:xfrm>
            <a:prstGeom prst="line">
              <a:avLst/>
            </a:prstGeom>
            <a:ln w="28575" cap="flat" cmpd="sng">
              <a:solidFill>
                <a:schemeClr val="tx1"/>
              </a:solidFill>
              <a:prstDash val="solid"/>
              <a:headEnd type="none" w="med" len="med"/>
              <a:tailEnd type="none" w="med" len="med"/>
            </a:ln>
          </p:spPr>
        </p:sp>
        <p:sp>
          <p:nvSpPr>
            <p:cNvPr id="192534" name="Line 29"/>
            <p:cNvSpPr/>
            <p:nvPr/>
          </p:nvSpPr>
          <p:spPr>
            <a:xfrm rot="-10800000" flipH="1">
              <a:off x="3388" y="3195"/>
              <a:ext cx="797" cy="0"/>
            </a:xfrm>
            <a:prstGeom prst="line">
              <a:avLst/>
            </a:prstGeom>
            <a:ln w="28575" cap="flat" cmpd="sng">
              <a:solidFill>
                <a:schemeClr val="tx1"/>
              </a:solidFill>
              <a:prstDash val="solid"/>
              <a:headEnd type="none" w="med" len="med"/>
              <a:tailEnd type="none" w="med" len="med"/>
            </a:ln>
          </p:spPr>
        </p:sp>
        <p:sp>
          <p:nvSpPr>
            <p:cNvPr id="192535" name="Line 30"/>
            <p:cNvSpPr/>
            <p:nvPr/>
          </p:nvSpPr>
          <p:spPr>
            <a:xfrm flipH="1">
              <a:off x="3196" y="990"/>
              <a:ext cx="1015" cy="0"/>
            </a:xfrm>
            <a:prstGeom prst="line">
              <a:avLst/>
            </a:prstGeom>
            <a:ln w="28575" cap="flat" cmpd="sng">
              <a:solidFill>
                <a:schemeClr val="tx1"/>
              </a:solidFill>
              <a:prstDash val="solid"/>
              <a:headEnd type="none" w="med" len="med"/>
              <a:tailEnd type="none" w="med" len="med"/>
            </a:ln>
          </p:spPr>
        </p:sp>
        <p:sp>
          <p:nvSpPr>
            <p:cNvPr id="192536" name="Line 31"/>
            <p:cNvSpPr/>
            <p:nvPr/>
          </p:nvSpPr>
          <p:spPr>
            <a:xfrm flipH="1">
              <a:off x="3196" y="1608"/>
              <a:ext cx="1015" cy="0"/>
            </a:xfrm>
            <a:prstGeom prst="line">
              <a:avLst/>
            </a:prstGeom>
            <a:ln w="28575" cap="flat" cmpd="sng">
              <a:solidFill>
                <a:schemeClr val="tx1"/>
              </a:solidFill>
              <a:prstDash val="solid"/>
              <a:headEnd type="none" w="med" len="med"/>
              <a:tailEnd type="none" w="med" len="med"/>
            </a:ln>
          </p:spPr>
        </p:sp>
        <p:sp>
          <p:nvSpPr>
            <p:cNvPr id="192537" name="Line 32"/>
            <p:cNvSpPr/>
            <p:nvPr/>
          </p:nvSpPr>
          <p:spPr>
            <a:xfrm flipH="1">
              <a:off x="3196" y="2239"/>
              <a:ext cx="1015" cy="0"/>
            </a:xfrm>
            <a:prstGeom prst="line">
              <a:avLst/>
            </a:prstGeom>
            <a:ln w="28575" cap="flat" cmpd="sng">
              <a:solidFill>
                <a:schemeClr val="tx1"/>
              </a:solidFill>
              <a:prstDash val="solid"/>
              <a:headEnd type="none" w="med" len="med"/>
              <a:tailEnd type="none" w="med" len="med"/>
            </a:ln>
          </p:spPr>
        </p:sp>
        <p:sp>
          <p:nvSpPr>
            <p:cNvPr id="192538" name="Line 33"/>
            <p:cNvSpPr/>
            <p:nvPr/>
          </p:nvSpPr>
          <p:spPr>
            <a:xfrm flipH="1">
              <a:off x="3196" y="2869"/>
              <a:ext cx="1015" cy="0"/>
            </a:xfrm>
            <a:prstGeom prst="line">
              <a:avLst/>
            </a:prstGeom>
            <a:ln w="28575" cap="flat" cmpd="sng">
              <a:solidFill>
                <a:schemeClr val="tx1"/>
              </a:solidFill>
              <a:prstDash val="solid"/>
              <a:headEnd type="none" w="med" len="med"/>
              <a:tailEnd type="none" w="med" len="med"/>
            </a:ln>
          </p:spPr>
        </p:sp>
        <p:sp>
          <p:nvSpPr>
            <p:cNvPr id="192539" name="Text Box 34"/>
            <p:cNvSpPr txBox="1"/>
            <p:nvPr/>
          </p:nvSpPr>
          <p:spPr>
            <a:xfrm>
              <a:off x="1142" y="918"/>
              <a:ext cx="1141"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192540" name="Text Box 35"/>
            <p:cNvSpPr txBox="1"/>
            <p:nvPr/>
          </p:nvSpPr>
          <p:spPr>
            <a:xfrm>
              <a:off x="1168" y="1350"/>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1D</a:t>
              </a:r>
            </a:p>
          </p:txBody>
        </p:sp>
        <p:sp>
          <p:nvSpPr>
            <p:cNvPr id="192541" name="Text Box 36"/>
            <p:cNvSpPr txBox="1"/>
            <p:nvPr/>
          </p:nvSpPr>
          <p:spPr>
            <a:xfrm>
              <a:off x="1168" y="1800"/>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2D</a:t>
              </a:r>
            </a:p>
          </p:txBody>
        </p:sp>
        <p:sp>
          <p:nvSpPr>
            <p:cNvPr id="192542" name="Text Box 37"/>
            <p:cNvSpPr txBox="1"/>
            <p:nvPr/>
          </p:nvSpPr>
          <p:spPr>
            <a:xfrm>
              <a:off x="1168" y="2700"/>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4D</a:t>
              </a:r>
            </a:p>
          </p:txBody>
        </p:sp>
        <p:sp>
          <p:nvSpPr>
            <p:cNvPr id="192543" name="Text Box 38"/>
            <p:cNvSpPr txBox="1"/>
            <p:nvPr/>
          </p:nvSpPr>
          <p:spPr>
            <a:xfrm>
              <a:off x="1168" y="2250"/>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3D</a:t>
              </a:r>
            </a:p>
          </p:txBody>
        </p:sp>
        <p:sp>
          <p:nvSpPr>
            <p:cNvPr id="192544" name="Text Box 39"/>
            <p:cNvSpPr txBox="1"/>
            <p:nvPr/>
          </p:nvSpPr>
          <p:spPr>
            <a:xfrm>
              <a:off x="2563" y="663"/>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p>
          </p:txBody>
        </p:sp>
        <p:sp>
          <p:nvSpPr>
            <p:cNvPr id="192545" name="Text Box 40"/>
            <p:cNvSpPr txBox="1"/>
            <p:nvPr/>
          </p:nvSpPr>
          <p:spPr>
            <a:xfrm>
              <a:off x="2563" y="1329"/>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p>
          </p:txBody>
        </p:sp>
        <p:sp>
          <p:nvSpPr>
            <p:cNvPr id="192546" name="Text Box 41"/>
            <p:cNvSpPr txBox="1"/>
            <p:nvPr/>
          </p:nvSpPr>
          <p:spPr>
            <a:xfrm>
              <a:off x="2563" y="1932"/>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p>
          </p:txBody>
        </p:sp>
        <p:sp>
          <p:nvSpPr>
            <p:cNvPr id="192547" name="Text Box 42"/>
            <p:cNvSpPr txBox="1"/>
            <p:nvPr/>
          </p:nvSpPr>
          <p:spPr>
            <a:xfrm>
              <a:off x="2563" y="2597"/>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p>
          </p:txBody>
        </p:sp>
        <p:sp>
          <p:nvSpPr>
            <p:cNvPr id="192548" name="Text Box 43"/>
            <p:cNvSpPr txBox="1"/>
            <p:nvPr/>
          </p:nvSpPr>
          <p:spPr>
            <a:xfrm>
              <a:off x="2558" y="1020"/>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1Q</a:t>
              </a:r>
            </a:p>
          </p:txBody>
        </p:sp>
        <p:sp>
          <p:nvSpPr>
            <p:cNvPr id="192549" name="Text Box 44"/>
            <p:cNvSpPr txBox="1"/>
            <p:nvPr/>
          </p:nvSpPr>
          <p:spPr>
            <a:xfrm>
              <a:off x="2558" y="1638"/>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2Q</a:t>
              </a:r>
            </a:p>
          </p:txBody>
        </p:sp>
        <p:sp>
          <p:nvSpPr>
            <p:cNvPr id="192550" name="Text Box 45"/>
            <p:cNvSpPr txBox="1"/>
            <p:nvPr/>
          </p:nvSpPr>
          <p:spPr>
            <a:xfrm>
              <a:off x="2566" y="2293"/>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3Q</a:t>
              </a:r>
            </a:p>
          </p:txBody>
        </p:sp>
        <p:sp>
          <p:nvSpPr>
            <p:cNvPr id="192551" name="Text Box 46"/>
            <p:cNvSpPr txBox="1"/>
            <p:nvPr/>
          </p:nvSpPr>
          <p:spPr>
            <a:xfrm>
              <a:off x="2569" y="2918"/>
              <a:ext cx="1142"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4Q</a:t>
              </a:r>
            </a:p>
          </p:txBody>
        </p:sp>
        <p:sp>
          <p:nvSpPr>
            <p:cNvPr id="192552" name="Rectangle 47"/>
            <p:cNvSpPr/>
            <p:nvPr/>
          </p:nvSpPr>
          <p:spPr>
            <a:xfrm>
              <a:off x="5480" y="630"/>
              <a:ext cx="2029" cy="276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53" name="Line 48"/>
            <p:cNvSpPr/>
            <p:nvPr/>
          </p:nvSpPr>
          <p:spPr>
            <a:xfrm flipH="1">
              <a:off x="3196" y="990"/>
              <a:ext cx="2257" cy="0"/>
            </a:xfrm>
            <a:prstGeom prst="line">
              <a:avLst/>
            </a:prstGeom>
            <a:ln w="28575" cap="flat" cmpd="sng">
              <a:solidFill>
                <a:schemeClr val="tx1"/>
              </a:solidFill>
              <a:prstDash val="solid"/>
              <a:headEnd type="none" w="med" len="med"/>
              <a:tailEnd type="none" w="med" len="med"/>
            </a:ln>
          </p:spPr>
        </p:sp>
        <p:sp>
          <p:nvSpPr>
            <p:cNvPr id="192554" name="Line 49"/>
            <p:cNvSpPr/>
            <p:nvPr/>
          </p:nvSpPr>
          <p:spPr>
            <a:xfrm flipH="1">
              <a:off x="3196" y="1608"/>
              <a:ext cx="2257" cy="0"/>
            </a:xfrm>
            <a:prstGeom prst="line">
              <a:avLst/>
            </a:prstGeom>
            <a:ln w="28575" cap="flat" cmpd="sng">
              <a:solidFill>
                <a:schemeClr val="tx1"/>
              </a:solidFill>
              <a:prstDash val="solid"/>
              <a:headEnd type="none" w="med" len="med"/>
              <a:tailEnd type="none" w="med" len="med"/>
            </a:ln>
          </p:spPr>
        </p:sp>
        <p:sp>
          <p:nvSpPr>
            <p:cNvPr id="192555" name="Line 50"/>
            <p:cNvSpPr/>
            <p:nvPr/>
          </p:nvSpPr>
          <p:spPr>
            <a:xfrm flipH="1">
              <a:off x="3196" y="2239"/>
              <a:ext cx="2257" cy="0"/>
            </a:xfrm>
            <a:prstGeom prst="line">
              <a:avLst/>
            </a:prstGeom>
            <a:ln w="28575" cap="flat" cmpd="sng">
              <a:solidFill>
                <a:schemeClr val="tx1"/>
              </a:solidFill>
              <a:prstDash val="solid"/>
              <a:headEnd type="none" w="med" len="med"/>
              <a:tailEnd type="none" w="med" len="med"/>
            </a:ln>
          </p:spPr>
        </p:sp>
        <p:sp>
          <p:nvSpPr>
            <p:cNvPr id="192556" name="Line 51"/>
            <p:cNvSpPr/>
            <p:nvPr/>
          </p:nvSpPr>
          <p:spPr>
            <a:xfrm flipH="1">
              <a:off x="3196" y="2869"/>
              <a:ext cx="2257" cy="0"/>
            </a:xfrm>
            <a:prstGeom prst="line">
              <a:avLst/>
            </a:prstGeom>
            <a:ln w="28575" cap="flat" cmpd="sng">
              <a:solidFill>
                <a:schemeClr val="tx1"/>
              </a:solidFill>
              <a:prstDash val="solid"/>
              <a:headEnd type="none" w="med" len="med"/>
              <a:tailEnd type="none" w="med" len="med"/>
            </a:ln>
          </p:spPr>
        </p:sp>
        <p:sp>
          <p:nvSpPr>
            <p:cNvPr id="192557" name="Line 52"/>
            <p:cNvSpPr/>
            <p:nvPr/>
          </p:nvSpPr>
          <p:spPr>
            <a:xfrm flipH="1">
              <a:off x="7508" y="990"/>
              <a:ext cx="1015" cy="0"/>
            </a:xfrm>
            <a:prstGeom prst="line">
              <a:avLst/>
            </a:prstGeom>
            <a:ln w="28575" cap="flat" cmpd="sng">
              <a:solidFill>
                <a:schemeClr val="tx1"/>
              </a:solidFill>
              <a:prstDash val="solid"/>
              <a:headEnd type="none" w="med" len="med"/>
              <a:tailEnd type="none" w="med" len="med"/>
            </a:ln>
          </p:spPr>
        </p:sp>
        <p:sp>
          <p:nvSpPr>
            <p:cNvPr id="192558" name="Line 53"/>
            <p:cNvSpPr/>
            <p:nvPr/>
          </p:nvSpPr>
          <p:spPr>
            <a:xfrm flipH="1">
              <a:off x="7508" y="1608"/>
              <a:ext cx="1015" cy="0"/>
            </a:xfrm>
            <a:prstGeom prst="line">
              <a:avLst/>
            </a:prstGeom>
            <a:ln w="28575" cap="flat" cmpd="sng">
              <a:solidFill>
                <a:schemeClr val="tx1"/>
              </a:solidFill>
              <a:prstDash val="solid"/>
              <a:headEnd type="none" w="med" len="med"/>
              <a:tailEnd type="none" w="med" len="med"/>
            </a:ln>
          </p:spPr>
        </p:sp>
        <p:sp>
          <p:nvSpPr>
            <p:cNvPr id="192559" name="Line 54"/>
            <p:cNvSpPr/>
            <p:nvPr/>
          </p:nvSpPr>
          <p:spPr>
            <a:xfrm flipH="1">
              <a:off x="7508" y="2239"/>
              <a:ext cx="1015" cy="0"/>
            </a:xfrm>
            <a:prstGeom prst="line">
              <a:avLst/>
            </a:prstGeom>
            <a:ln w="28575" cap="flat" cmpd="sng">
              <a:solidFill>
                <a:schemeClr val="tx1"/>
              </a:solidFill>
              <a:prstDash val="solid"/>
              <a:headEnd type="none" w="med" len="med"/>
              <a:tailEnd type="none" w="med" len="med"/>
            </a:ln>
          </p:spPr>
        </p:sp>
        <p:sp>
          <p:nvSpPr>
            <p:cNvPr id="192560" name="Line 55"/>
            <p:cNvSpPr/>
            <p:nvPr/>
          </p:nvSpPr>
          <p:spPr>
            <a:xfrm flipH="1">
              <a:off x="7508" y="2869"/>
              <a:ext cx="1015" cy="0"/>
            </a:xfrm>
            <a:prstGeom prst="line">
              <a:avLst/>
            </a:prstGeom>
            <a:ln w="28575" cap="flat" cmpd="sng">
              <a:solidFill>
                <a:schemeClr val="tx1"/>
              </a:solidFill>
              <a:prstDash val="solid"/>
              <a:headEnd type="none" w="med" len="med"/>
              <a:tailEnd type="none" w="med" len="med"/>
            </a:ln>
          </p:spPr>
        </p:sp>
        <p:sp>
          <p:nvSpPr>
            <p:cNvPr id="192561" name="Line 57"/>
            <p:cNvSpPr/>
            <p:nvPr/>
          </p:nvSpPr>
          <p:spPr>
            <a:xfrm flipH="1">
              <a:off x="4650" y="1307"/>
              <a:ext cx="814" cy="0"/>
            </a:xfrm>
            <a:prstGeom prst="line">
              <a:avLst/>
            </a:prstGeom>
            <a:ln w="28575" cap="flat" cmpd="sng">
              <a:solidFill>
                <a:schemeClr val="tx1"/>
              </a:solidFill>
              <a:prstDash val="solid"/>
              <a:headEnd type="none" w="med" len="med"/>
              <a:tailEnd type="none" w="med" len="med"/>
            </a:ln>
          </p:spPr>
        </p:sp>
        <p:sp>
          <p:nvSpPr>
            <p:cNvPr id="192562" name="Line 58"/>
            <p:cNvSpPr/>
            <p:nvPr/>
          </p:nvSpPr>
          <p:spPr>
            <a:xfrm flipH="1">
              <a:off x="4650" y="1920"/>
              <a:ext cx="814" cy="0"/>
            </a:xfrm>
            <a:prstGeom prst="line">
              <a:avLst/>
            </a:prstGeom>
            <a:ln w="28575" cap="flat" cmpd="sng">
              <a:solidFill>
                <a:schemeClr val="tx1"/>
              </a:solidFill>
              <a:prstDash val="solid"/>
              <a:headEnd type="none" w="med" len="med"/>
              <a:tailEnd type="none" w="med" len="med"/>
            </a:ln>
          </p:spPr>
        </p:sp>
        <p:sp>
          <p:nvSpPr>
            <p:cNvPr id="192563" name="Line 59"/>
            <p:cNvSpPr/>
            <p:nvPr/>
          </p:nvSpPr>
          <p:spPr>
            <a:xfrm flipH="1">
              <a:off x="4650" y="2582"/>
              <a:ext cx="814" cy="0"/>
            </a:xfrm>
            <a:prstGeom prst="line">
              <a:avLst/>
            </a:prstGeom>
            <a:ln w="28575" cap="flat" cmpd="sng">
              <a:solidFill>
                <a:schemeClr val="tx1"/>
              </a:solidFill>
              <a:prstDash val="solid"/>
              <a:headEnd type="none" w="med" len="med"/>
              <a:tailEnd type="none" w="med" len="med"/>
            </a:ln>
          </p:spPr>
        </p:sp>
        <p:sp>
          <p:nvSpPr>
            <p:cNvPr id="192564" name="Line 60"/>
            <p:cNvSpPr/>
            <p:nvPr/>
          </p:nvSpPr>
          <p:spPr>
            <a:xfrm flipH="1">
              <a:off x="4650" y="3199"/>
              <a:ext cx="814" cy="0"/>
            </a:xfrm>
            <a:prstGeom prst="line">
              <a:avLst/>
            </a:prstGeom>
            <a:ln w="28575" cap="flat" cmpd="sng">
              <a:solidFill>
                <a:schemeClr val="tx1"/>
              </a:solidFill>
              <a:prstDash val="solid"/>
              <a:headEnd type="none" w="med" len="med"/>
              <a:tailEnd type="none" w="med" len="med"/>
            </a:ln>
          </p:spPr>
        </p:sp>
        <p:sp>
          <p:nvSpPr>
            <p:cNvPr id="192565" name="Line 61"/>
            <p:cNvSpPr/>
            <p:nvPr/>
          </p:nvSpPr>
          <p:spPr>
            <a:xfrm>
              <a:off x="4650" y="1307"/>
              <a:ext cx="0" cy="2385"/>
            </a:xfrm>
            <a:prstGeom prst="line">
              <a:avLst/>
            </a:prstGeom>
            <a:ln w="28575" cap="flat" cmpd="sng">
              <a:solidFill>
                <a:schemeClr val="tx1"/>
              </a:solidFill>
              <a:prstDash val="solid"/>
              <a:headEnd type="none" w="med" len="med"/>
              <a:tailEnd type="none" w="med" len="med"/>
            </a:ln>
          </p:spPr>
        </p:sp>
        <p:sp>
          <p:nvSpPr>
            <p:cNvPr id="192566" name="Line 62"/>
            <p:cNvSpPr/>
            <p:nvPr/>
          </p:nvSpPr>
          <p:spPr>
            <a:xfrm>
              <a:off x="4846" y="4140"/>
              <a:ext cx="507" cy="0"/>
            </a:xfrm>
            <a:prstGeom prst="line">
              <a:avLst/>
            </a:prstGeom>
            <a:ln w="28575" cap="flat" cmpd="sng">
              <a:solidFill>
                <a:schemeClr val="tx1"/>
              </a:solidFill>
              <a:prstDash val="solid"/>
              <a:headEnd type="none" w="med" len="med"/>
              <a:tailEnd type="none" w="med" len="med"/>
            </a:ln>
          </p:spPr>
        </p:sp>
        <p:sp>
          <p:nvSpPr>
            <p:cNvPr id="192567" name="Line 63"/>
            <p:cNvSpPr/>
            <p:nvPr/>
          </p:nvSpPr>
          <p:spPr>
            <a:xfrm flipV="1">
              <a:off x="5353" y="3870"/>
              <a:ext cx="0" cy="270"/>
            </a:xfrm>
            <a:prstGeom prst="line">
              <a:avLst/>
            </a:prstGeom>
            <a:ln w="28575" cap="flat" cmpd="sng">
              <a:solidFill>
                <a:schemeClr val="tx1"/>
              </a:solidFill>
              <a:prstDash val="solid"/>
              <a:headEnd type="none" w="med" len="med"/>
              <a:tailEnd type="none" w="med" len="med"/>
            </a:ln>
          </p:spPr>
        </p:sp>
        <p:sp>
          <p:nvSpPr>
            <p:cNvPr id="192568" name="Line 64"/>
            <p:cNvSpPr/>
            <p:nvPr/>
          </p:nvSpPr>
          <p:spPr>
            <a:xfrm>
              <a:off x="5353" y="3870"/>
              <a:ext cx="507" cy="0"/>
            </a:xfrm>
            <a:prstGeom prst="line">
              <a:avLst/>
            </a:prstGeom>
            <a:ln w="28575" cap="flat" cmpd="sng">
              <a:solidFill>
                <a:schemeClr val="tx1"/>
              </a:solidFill>
              <a:prstDash val="solid"/>
              <a:headEnd type="none" w="med" len="med"/>
              <a:tailEnd type="none" w="med" len="med"/>
            </a:ln>
          </p:spPr>
        </p:sp>
        <p:sp>
          <p:nvSpPr>
            <p:cNvPr id="192569" name="Line 65"/>
            <p:cNvSpPr/>
            <p:nvPr/>
          </p:nvSpPr>
          <p:spPr>
            <a:xfrm>
              <a:off x="5860" y="4140"/>
              <a:ext cx="508" cy="0"/>
            </a:xfrm>
            <a:prstGeom prst="line">
              <a:avLst/>
            </a:prstGeom>
            <a:ln w="28575" cap="flat" cmpd="sng">
              <a:solidFill>
                <a:schemeClr val="tx1"/>
              </a:solidFill>
              <a:prstDash val="solid"/>
              <a:headEnd type="none" w="med" len="med"/>
              <a:tailEnd type="none" w="med" len="med"/>
            </a:ln>
          </p:spPr>
        </p:sp>
        <p:sp>
          <p:nvSpPr>
            <p:cNvPr id="192570" name="Line 66"/>
            <p:cNvSpPr/>
            <p:nvPr/>
          </p:nvSpPr>
          <p:spPr>
            <a:xfrm flipV="1">
              <a:off x="5860" y="3870"/>
              <a:ext cx="0" cy="270"/>
            </a:xfrm>
            <a:prstGeom prst="line">
              <a:avLst/>
            </a:prstGeom>
            <a:ln w="28575" cap="flat" cmpd="sng">
              <a:solidFill>
                <a:schemeClr val="tx1"/>
              </a:solidFill>
              <a:prstDash val="solid"/>
              <a:headEnd type="none" w="med" len="med"/>
              <a:tailEnd type="none" w="med" len="med"/>
            </a:ln>
          </p:spPr>
        </p:sp>
        <p:sp>
          <p:nvSpPr>
            <p:cNvPr id="192571" name="Text Box 67"/>
            <p:cNvSpPr txBox="1"/>
            <p:nvPr/>
          </p:nvSpPr>
          <p:spPr>
            <a:xfrm>
              <a:off x="4339" y="3690"/>
              <a:ext cx="634"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192572" name="Text Box 68"/>
            <p:cNvSpPr txBox="1"/>
            <p:nvPr/>
          </p:nvSpPr>
          <p:spPr>
            <a:xfrm>
              <a:off x="1041" y="0"/>
              <a:ext cx="279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74LS175</a:t>
              </a:r>
            </a:p>
          </p:txBody>
        </p:sp>
        <p:sp>
          <p:nvSpPr>
            <p:cNvPr id="192573" name="Text Box 72"/>
            <p:cNvSpPr txBox="1"/>
            <p:nvPr/>
          </p:nvSpPr>
          <p:spPr>
            <a:xfrm>
              <a:off x="5480" y="0"/>
              <a:ext cx="2156"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74LS08</a:t>
              </a:r>
            </a:p>
          </p:txBody>
        </p:sp>
        <p:sp>
          <p:nvSpPr>
            <p:cNvPr id="192574" name="Oval 75"/>
            <p:cNvSpPr/>
            <p:nvPr/>
          </p:nvSpPr>
          <p:spPr>
            <a:xfrm rot="10800000">
              <a:off x="4568" y="3125"/>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2575" name="Oval 77"/>
            <p:cNvSpPr/>
            <p:nvPr/>
          </p:nvSpPr>
          <p:spPr>
            <a:xfrm rot="10800000">
              <a:off x="4566" y="1852"/>
              <a:ext cx="164" cy="118"/>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grpSp>
      <p:sp>
        <p:nvSpPr>
          <p:cNvPr id="192516" name="Line 17"/>
          <p:cNvSpPr/>
          <p:nvPr/>
        </p:nvSpPr>
        <p:spPr>
          <a:xfrm flipH="1">
            <a:off x="1487488" y="1419225"/>
            <a:ext cx="708025" cy="0"/>
          </a:xfrm>
          <a:prstGeom prst="line">
            <a:avLst/>
          </a:prstGeom>
          <a:ln w="28575" cap="flat" cmpd="sng">
            <a:solidFill>
              <a:schemeClr val="tx1"/>
            </a:solidFill>
            <a:prstDash val="solid"/>
            <a:headEnd type="none" w="med" len="med"/>
            <a:tailEnd type="none" w="med" len="med"/>
          </a:ln>
        </p:spPr>
      </p:sp>
      <p:sp>
        <p:nvSpPr>
          <p:cNvPr id="192517" name="Oval 78"/>
          <p:cNvSpPr/>
          <p:nvPr/>
        </p:nvSpPr>
        <p:spPr>
          <a:xfrm>
            <a:off x="3513138" y="210343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8" name="Oval 78"/>
          <p:cNvSpPr/>
          <p:nvPr/>
        </p:nvSpPr>
        <p:spPr>
          <a:xfrm>
            <a:off x="3513138" y="2500313"/>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19" name="Oval 78"/>
          <p:cNvSpPr/>
          <p:nvPr/>
        </p:nvSpPr>
        <p:spPr>
          <a:xfrm>
            <a:off x="3516313" y="2903538"/>
            <a:ext cx="98425"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0" name="Oval 78"/>
          <p:cNvSpPr/>
          <p:nvPr/>
        </p:nvSpPr>
        <p:spPr>
          <a:xfrm>
            <a:off x="3497263" y="1708150"/>
            <a:ext cx="98425" cy="7143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2521" name="Oval 78"/>
          <p:cNvSpPr/>
          <p:nvPr/>
        </p:nvSpPr>
        <p:spPr>
          <a:xfrm>
            <a:off x="2116138" y="157003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 name="矩形标注 1"/>
          <p:cNvSpPr/>
          <p:nvPr/>
        </p:nvSpPr>
        <p:spPr>
          <a:xfrm>
            <a:off x="6299835" y="627380"/>
            <a:ext cx="1731010" cy="360045"/>
          </a:xfrm>
          <a:prstGeom prst="wedgeRectCallout">
            <a:avLst>
              <a:gd name="adj1" fmla="val -83458"/>
              <a:gd name="adj2" fmla="val 71164"/>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4</a:t>
            </a: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个</a:t>
            </a:r>
            <a:r>
              <a:rPr kumimoji="0" lang="en-US"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2</a:t>
            </a: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输入的</a:t>
            </a:r>
            <a:r>
              <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与门</a:t>
            </a:r>
          </a:p>
        </p:txBody>
      </p:sp>
      <p:sp>
        <p:nvSpPr>
          <p:cNvPr id="3" name="矩形标注 2"/>
          <p:cNvSpPr/>
          <p:nvPr/>
        </p:nvSpPr>
        <p:spPr>
          <a:xfrm>
            <a:off x="3414395" y="627380"/>
            <a:ext cx="1207770" cy="360045"/>
          </a:xfrm>
          <a:prstGeom prst="wedgeRectCallout">
            <a:avLst>
              <a:gd name="adj1" fmla="val -83458"/>
              <a:gd name="adj2" fmla="val 71164"/>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透明寄存器</a:t>
            </a:r>
            <a:endParaRPr kumimoji="0" lang="zh-CN" altLang="zh-CN" sz="16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bldLvl="0" animBg="1"/>
      <p:bldP spid="3"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p:cNvSpPr>
          <p:nvPr>
            <p:ph type="title"/>
          </p:nvPr>
        </p:nvSpPr>
        <p:spPr>
          <a:xfrm>
            <a:off x="542925" y="715963"/>
            <a:ext cx="7239000" cy="6286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通用</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 </a:t>
            </a:r>
            <a:r>
              <a:rPr lang="en-US" altLang="zh-CN" sz="2000" b="1">
                <a:solidFill>
                  <a:srgbClr val="FF0000"/>
                </a:solidFill>
                <a:latin typeface="华文新魏" panose="02010800040101010101" pitchFamily="2" charset="-122"/>
                <a:ea typeface="华文新魏" panose="02010800040101010101" pitchFamily="2" charset="-122"/>
              </a:rPr>
              <a:t>(</a:t>
            </a:r>
            <a:r>
              <a:rPr lang="en-US" altLang="zh-CN" sz="2000" b="1" i="1">
                <a:solidFill>
                  <a:srgbClr val="FF0000"/>
                </a:solidFill>
                <a:latin typeface="华文新魏" panose="02010800040101010101" pitchFamily="2" charset="-122"/>
                <a:ea typeface="华文新魏" panose="02010800040101010101" pitchFamily="2" charset="-122"/>
              </a:rPr>
              <a:t>Generic 8-bit Register</a:t>
            </a:r>
            <a:r>
              <a:rPr lang="en-US" altLang="zh-CN" sz="2000" b="1">
                <a:solidFill>
                  <a:srgbClr val="FF0000"/>
                </a:solidFill>
                <a:latin typeface="华文新魏" panose="02010800040101010101" pitchFamily="2" charset="-122"/>
                <a:ea typeface="华文新魏" panose="02010800040101010101" pitchFamily="2" charset="-122"/>
              </a:rPr>
              <a:t>)</a:t>
            </a:r>
          </a:p>
        </p:txBody>
      </p:sp>
      <p:grpSp>
        <p:nvGrpSpPr>
          <p:cNvPr id="193539" name="Group 3"/>
          <p:cNvGrpSpPr/>
          <p:nvPr/>
        </p:nvGrpSpPr>
        <p:grpSpPr>
          <a:xfrm>
            <a:off x="5996671" y="1316990"/>
            <a:ext cx="2532332" cy="2762885"/>
            <a:chOff x="47" y="-86"/>
            <a:chExt cx="3988" cy="4351"/>
          </a:xfrm>
        </p:grpSpPr>
        <p:sp>
          <p:nvSpPr>
            <p:cNvPr id="193541" name="Rectangle 5"/>
            <p:cNvSpPr/>
            <p:nvPr/>
          </p:nvSpPr>
          <p:spPr>
            <a:xfrm>
              <a:off x="1155"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dirty="0">
                <a:latin typeface="Calibri" panose="020F0502020204030204" pitchFamily="34" charset="0"/>
              </a:endParaRPr>
            </a:p>
          </p:txBody>
        </p:sp>
        <p:sp>
          <p:nvSpPr>
            <p:cNvPr id="193542" name="Text Box 7"/>
            <p:cNvSpPr txBox="1"/>
            <p:nvPr/>
          </p:nvSpPr>
          <p:spPr>
            <a:xfrm>
              <a:off x="1010" y="462"/>
              <a:ext cx="1080"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&gt;</a:t>
              </a:r>
              <a:r>
                <a:rPr lang="en-US" altLang="zh-CN" sz="1400">
                  <a:solidFill>
                    <a:schemeClr val="tx1"/>
                  </a:solidFill>
                  <a:latin typeface="Calibri" panose="020F0502020204030204" pitchFamily="34" charset="0"/>
                </a:rPr>
                <a:t>CLK</a:t>
              </a:r>
            </a:p>
          </p:txBody>
        </p:sp>
        <p:sp>
          <p:nvSpPr>
            <p:cNvPr id="193543" name="Line 8"/>
            <p:cNvSpPr/>
            <p:nvPr/>
          </p:nvSpPr>
          <p:spPr>
            <a:xfrm flipH="1">
              <a:off x="74" y="757"/>
              <a:ext cx="1055" cy="0"/>
            </a:xfrm>
            <a:prstGeom prst="line">
              <a:avLst/>
            </a:prstGeom>
            <a:ln w="28575" cap="flat" cmpd="sng">
              <a:solidFill>
                <a:schemeClr val="tx1"/>
              </a:solidFill>
              <a:prstDash val="solid"/>
              <a:headEnd type="none" w="med" len="med"/>
              <a:tailEnd type="none" w="med" len="med"/>
            </a:ln>
          </p:spPr>
        </p:sp>
        <p:grpSp>
          <p:nvGrpSpPr>
            <p:cNvPr id="193544" name="Group 9"/>
            <p:cNvGrpSpPr/>
            <p:nvPr/>
          </p:nvGrpSpPr>
          <p:grpSpPr>
            <a:xfrm>
              <a:off x="47" y="983"/>
              <a:ext cx="1117" cy="143"/>
              <a:chOff x="19" y="4"/>
              <a:chExt cx="453" cy="63"/>
            </a:xfrm>
          </p:grpSpPr>
          <p:sp>
            <p:nvSpPr>
              <p:cNvPr id="193579" name="Oval 10"/>
              <p:cNvSpPr/>
              <p:nvPr/>
            </p:nvSpPr>
            <p:spPr>
              <a:xfrm>
                <a:off x="409" y="4"/>
                <a:ext cx="63" cy="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dirty="0">
                  <a:latin typeface="Calibri" panose="020F0502020204030204" pitchFamily="34" charset="0"/>
                </a:endParaRPr>
              </a:p>
            </p:txBody>
          </p:sp>
          <p:sp>
            <p:nvSpPr>
              <p:cNvPr id="193580" name="Line 11"/>
              <p:cNvSpPr/>
              <p:nvPr/>
            </p:nvSpPr>
            <p:spPr>
              <a:xfrm flipH="1">
                <a:off x="19" y="34"/>
                <a:ext cx="384" cy="0"/>
              </a:xfrm>
              <a:prstGeom prst="line">
                <a:avLst/>
              </a:prstGeom>
              <a:ln w="28575" cap="flat" cmpd="sng">
                <a:solidFill>
                  <a:schemeClr val="tx1"/>
                </a:solidFill>
                <a:prstDash val="solid"/>
                <a:headEnd type="none" w="med" len="med"/>
                <a:tailEnd type="none" w="med" len="med"/>
              </a:ln>
            </p:spPr>
          </p:sp>
        </p:grpSp>
        <p:sp>
          <p:nvSpPr>
            <p:cNvPr id="193545" name="Line 12"/>
            <p:cNvSpPr/>
            <p:nvPr/>
          </p:nvSpPr>
          <p:spPr>
            <a:xfrm flipH="1">
              <a:off x="74" y="1439"/>
              <a:ext cx="1055" cy="0"/>
            </a:xfrm>
            <a:prstGeom prst="line">
              <a:avLst/>
            </a:prstGeom>
            <a:ln w="28575" cap="flat" cmpd="sng">
              <a:solidFill>
                <a:schemeClr val="tx1"/>
              </a:solidFill>
              <a:prstDash val="solid"/>
              <a:headEnd type="none" w="med" len="med"/>
              <a:tailEnd type="none" w="med" len="med"/>
            </a:ln>
          </p:spPr>
        </p:sp>
        <p:sp>
          <p:nvSpPr>
            <p:cNvPr id="193546" name="Line 13"/>
            <p:cNvSpPr/>
            <p:nvPr/>
          </p:nvSpPr>
          <p:spPr>
            <a:xfrm flipH="1">
              <a:off x="74" y="2169"/>
              <a:ext cx="1055" cy="0"/>
            </a:xfrm>
            <a:prstGeom prst="line">
              <a:avLst/>
            </a:prstGeom>
            <a:ln w="28575" cap="flat" cmpd="sng">
              <a:solidFill>
                <a:schemeClr val="tx1"/>
              </a:solidFill>
              <a:prstDash val="solid"/>
              <a:headEnd type="none" w="med" len="med"/>
              <a:tailEnd type="none" w="med" len="med"/>
            </a:ln>
          </p:spPr>
        </p:sp>
        <p:sp>
          <p:nvSpPr>
            <p:cNvPr id="193547" name="Line 14"/>
            <p:cNvSpPr/>
            <p:nvPr/>
          </p:nvSpPr>
          <p:spPr>
            <a:xfrm flipH="1">
              <a:off x="74" y="2905"/>
              <a:ext cx="1055" cy="0"/>
            </a:xfrm>
            <a:prstGeom prst="line">
              <a:avLst/>
            </a:prstGeom>
            <a:ln w="28575" cap="flat" cmpd="sng">
              <a:solidFill>
                <a:schemeClr val="tx1"/>
              </a:solidFill>
              <a:prstDash val="solid"/>
              <a:headEnd type="none" w="med" len="med"/>
              <a:tailEnd type="none" w="med" len="med"/>
            </a:ln>
          </p:spPr>
        </p:sp>
        <p:sp>
          <p:nvSpPr>
            <p:cNvPr id="193548" name="Line 15"/>
            <p:cNvSpPr/>
            <p:nvPr/>
          </p:nvSpPr>
          <p:spPr>
            <a:xfrm flipH="1">
              <a:off x="74" y="3599"/>
              <a:ext cx="1055" cy="0"/>
            </a:xfrm>
            <a:prstGeom prst="line">
              <a:avLst/>
            </a:prstGeom>
            <a:ln w="28575" cap="flat" cmpd="sng">
              <a:solidFill>
                <a:schemeClr val="tx1"/>
              </a:solidFill>
              <a:prstDash val="solid"/>
              <a:headEnd type="none" w="med" len="med"/>
              <a:tailEnd type="none" w="med" len="med"/>
            </a:ln>
          </p:spPr>
        </p:sp>
        <p:sp>
          <p:nvSpPr>
            <p:cNvPr id="193549" name="Text Box 16"/>
            <p:cNvSpPr txBox="1"/>
            <p:nvPr/>
          </p:nvSpPr>
          <p:spPr>
            <a:xfrm>
              <a:off x="1177" y="789"/>
              <a:ext cx="108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OE</a:t>
              </a:r>
            </a:p>
          </p:txBody>
        </p:sp>
        <p:sp>
          <p:nvSpPr>
            <p:cNvPr id="193550" name="Text Box 17"/>
            <p:cNvSpPr txBox="1"/>
            <p:nvPr/>
          </p:nvSpPr>
          <p:spPr>
            <a:xfrm>
              <a:off x="1155" y="1299"/>
              <a:ext cx="108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1D</a:t>
              </a:r>
            </a:p>
          </p:txBody>
        </p:sp>
        <p:sp>
          <p:nvSpPr>
            <p:cNvPr id="193551" name="Text Box 18"/>
            <p:cNvSpPr txBox="1"/>
            <p:nvPr/>
          </p:nvSpPr>
          <p:spPr>
            <a:xfrm>
              <a:off x="1155" y="161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2D</a:t>
              </a:r>
            </a:p>
          </p:txBody>
        </p:sp>
        <p:sp>
          <p:nvSpPr>
            <p:cNvPr id="193552" name="Text Box 19"/>
            <p:cNvSpPr txBox="1"/>
            <p:nvPr/>
          </p:nvSpPr>
          <p:spPr>
            <a:xfrm>
              <a:off x="1155" y="233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4D</a:t>
              </a:r>
            </a:p>
          </p:txBody>
        </p:sp>
        <p:sp>
          <p:nvSpPr>
            <p:cNvPr id="193553" name="Text Box 20"/>
            <p:cNvSpPr txBox="1"/>
            <p:nvPr/>
          </p:nvSpPr>
          <p:spPr>
            <a:xfrm>
              <a:off x="1155" y="197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3D</a:t>
              </a:r>
            </a:p>
          </p:txBody>
        </p:sp>
        <p:sp>
          <p:nvSpPr>
            <p:cNvPr id="193554" name="Line 21"/>
            <p:cNvSpPr/>
            <p:nvPr/>
          </p:nvSpPr>
          <p:spPr>
            <a:xfrm flipH="1">
              <a:off x="3075" y="1439"/>
              <a:ext cx="960" cy="0"/>
            </a:xfrm>
            <a:prstGeom prst="line">
              <a:avLst/>
            </a:prstGeom>
            <a:ln w="28575" cap="flat" cmpd="sng">
              <a:solidFill>
                <a:schemeClr val="tx1"/>
              </a:solidFill>
              <a:prstDash val="solid"/>
              <a:headEnd type="none" w="med" len="med"/>
              <a:tailEnd type="none" w="med" len="med"/>
            </a:ln>
          </p:spPr>
        </p:sp>
        <p:sp>
          <p:nvSpPr>
            <p:cNvPr id="193555" name="Line 22"/>
            <p:cNvSpPr/>
            <p:nvPr/>
          </p:nvSpPr>
          <p:spPr>
            <a:xfrm flipH="1">
              <a:off x="3075" y="2165"/>
              <a:ext cx="960" cy="0"/>
            </a:xfrm>
            <a:prstGeom prst="line">
              <a:avLst/>
            </a:prstGeom>
            <a:ln w="28575" cap="flat" cmpd="sng">
              <a:solidFill>
                <a:schemeClr val="tx1"/>
              </a:solidFill>
              <a:prstDash val="solid"/>
              <a:headEnd type="none" w="med" len="med"/>
              <a:tailEnd type="none" w="med" len="med"/>
            </a:ln>
          </p:spPr>
        </p:sp>
        <p:sp>
          <p:nvSpPr>
            <p:cNvPr id="193556" name="Line 23"/>
            <p:cNvSpPr/>
            <p:nvPr/>
          </p:nvSpPr>
          <p:spPr>
            <a:xfrm flipH="1">
              <a:off x="3075" y="2905"/>
              <a:ext cx="960" cy="0"/>
            </a:xfrm>
            <a:prstGeom prst="line">
              <a:avLst/>
            </a:prstGeom>
            <a:ln w="28575" cap="flat" cmpd="sng">
              <a:solidFill>
                <a:schemeClr val="tx1"/>
              </a:solidFill>
              <a:prstDash val="solid"/>
              <a:headEnd type="none" w="med" len="med"/>
              <a:tailEnd type="none" w="med" len="med"/>
            </a:ln>
          </p:spPr>
        </p:sp>
        <p:sp>
          <p:nvSpPr>
            <p:cNvPr id="193557" name="Line 24"/>
            <p:cNvSpPr/>
            <p:nvPr/>
          </p:nvSpPr>
          <p:spPr>
            <a:xfrm flipH="1">
              <a:off x="3075" y="3599"/>
              <a:ext cx="960" cy="0"/>
            </a:xfrm>
            <a:prstGeom prst="line">
              <a:avLst/>
            </a:prstGeom>
            <a:ln w="28575" cap="flat" cmpd="sng">
              <a:solidFill>
                <a:schemeClr val="tx1"/>
              </a:solidFill>
              <a:prstDash val="solid"/>
              <a:headEnd type="none" w="med" len="med"/>
              <a:tailEnd type="none" w="med" len="med"/>
            </a:ln>
          </p:spPr>
        </p:sp>
        <p:sp>
          <p:nvSpPr>
            <p:cNvPr id="193558" name="Text Box 25"/>
            <p:cNvSpPr txBox="1"/>
            <p:nvPr/>
          </p:nvSpPr>
          <p:spPr>
            <a:xfrm>
              <a:off x="2475" y="1299"/>
              <a:ext cx="108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1Q</a:t>
              </a:r>
            </a:p>
          </p:txBody>
        </p:sp>
        <p:sp>
          <p:nvSpPr>
            <p:cNvPr id="193559" name="Text Box 26"/>
            <p:cNvSpPr txBox="1"/>
            <p:nvPr/>
          </p:nvSpPr>
          <p:spPr>
            <a:xfrm>
              <a:off x="2475" y="1968"/>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3Q</a:t>
              </a:r>
            </a:p>
          </p:txBody>
        </p:sp>
        <p:sp>
          <p:nvSpPr>
            <p:cNvPr id="193560" name="Text Box 27"/>
            <p:cNvSpPr txBox="1"/>
            <p:nvPr/>
          </p:nvSpPr>
          <p:spPr>
            <a:xfrm>
              <a:off x="2475" y="269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5Q</a:t>
              </a:r>
            </a:p>
          </p:txBody>
        </p:sp>
        <p:sp>
          <p:nvSpPr>
            <p:cNvPr id="193561" name="Text Box 28"/>
            <p:cNvSpPr txBox="1"/>
            <p:nvPr/>
          </p:nvSpPr>
          <p:spPr>
            <a:xfrm>
              <a:off x="2475" y="341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7Q</a:t>
              </a:r>
            </a:p>
          </p:txBody>
        </p:sp>
        <p:sp>
          <p:nvSpPr>
            <p:cNvPr id="193562" name="Text Box 29"/>
            <p:cNvSpPr txBox="1"/>
            <p:nvPr/>
          </p:nvSpPr>
          <p:spPr>
            <a:xfrm>
              <a:off x="2475" y="161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2Q</a:t>
              </a:r>
            </a:p>
          </p:txBody>
        </p:sp>
        <p:sp>
          <p:nvSpPr>
            <p:cNvPr id="193563" name="Text Box 30"/>
            <p:cNvSpPr txBox="1"/>
            <p:nvPr/>
          </p:nvSpPr>
          <p:spPr>
            <a:xfrm>
              <a:off x="2475" y="233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4Q</a:t>
              </a:r>
            </a:p>
          </p:txBody>
        </p:sp>
        <p:sp>
          <p:nvSpPr>
            <p:cNvPr id="193564" name="Text Box 31"/>
            <p:cNvSpPr txBox="1"/>
            <p:nvPr/>
          </p:nvSpPr>
          <p:spPr>
            <a:xfrm>
              <a:off x="2475" y="305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6Q</a:t>
              </a:r>
            </a:p>
          </p:txBody>
        </p:sp>
        <p:sp>
          <p:nvSpPr>
            <p:cNvPr id="193565" name="Text Box 32"/>
            <p:cNvSpPr txBox="1"/>
            <p:nvPr/>
          </p:nvSpPr>
          <p:spPr>
            <a:xfrm>
              <a:off x="2475" y="377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8Q</a:t>
              </a:r>
            </a:p>
          </p:txBody>
        </p:sp>
        <p:sp>
          <p:nvSpPr>
            <p:cNvPr id="193566" name="Line 33"/>
            <p:cNvSpPr/>
            <p:nvPr/>
          </p:nvSpPr>
          <p:spPr>
            <a:xfrm flipH="1">
              <a:off x="74" y="1799"/>
              <a:ext cx="1055" cy="0"/>
            </a:xfrm>
            <a:prstGeom prst="line">
              <a:avLst/>
            </a:prstGeom>
            <a:ln w="28575" cap="flat" cmpd="sng">
              <a:solidFill>
                <a:schemeClr val="tx1"/>
              </a:solidFill>
              <a:prstDash val="solid"/>
              <a:headEnd type="none" w="med" len="med"/>
              <a:tailEnd type="none" w="med" len="med"/>
            </a:ln>
          </p:spPr>
        </p:sp>
        <p:sp>
          <p:nvSpPr>
            <p:cNvPr id="193567" name="Line 34"/>
            <p:cNvSpPr/>
            <p:nvPr/>
          </p:nvSpPr>
          <p:spPr>
            <a:xfrm flipH="1">
              <a:off x="3075" y="1799"/>
              <a:ext cx="960" cy="0"/>
            </a:xfrm>
            <a:prstGeom prst="line">
              <a:avLst/>
            </a:prstGeom>
            <a:ln w="28575" cap="flat" cmpd="sng">
              <a:solidFill>
                <a:schemeClr val="tx1"/>
              </a:solidFill>
              <a:prstDash val="solid"/>
              <a:headEnd type="none" w="med" len="med"/>
              <a:tailEnd type="none" w="med" len="med"/>
            </a:ln>
          </p:spPr>
        </p:sp>
        <p:sp>
          <p:nvSpPr>
            <p:cNvPr id="193568" name="Line 35"/>
            <p:cNvSpPr/>
            <p:nvPr/>
          </p:nvSpPr>
          <p:spPr>
            <a:xfrm flipH="1">
              <a:off x="3075" y="3959"/>
              <a:ext cx="960" cy="0"/>
            </a:xfrm>
            <a:prstGeom prst="line">
              <a:avLst/>
            </a:prstGeom>
            <a:ln w="28575" cap="flat" cmpd="sng">
              <a:solidFill>
                <a:schemeClr val="tx1"/>
              </a:solidFill>
              <a:prstDash val="solid"/>
              <a:headEnd type="none" w="med" len="med"/>
              <a:tailEnd type="none" w="med" len="med"/>
            </a:ln>
          </p:spPr>
        </p:sp>
        <p:sp>
          <p:nvSpPr>
            <p:cNvPr id="193569" name="Line 36"/>
            <p:cNvSpPr/>
            <p:nvPr/>
          </p:nvSpPr>
          <p:spPr>
            <a:xfrm flipH="1">
              <a:off x="3075" y="2519"/>
              <a:ext cx="960" cy="0"/>
            </a:xfrm>
            <a:prstGeom prst="line">
              <a:avLst/>
            </a:prstGeom>
            <a:ln w="28575" cap="flat" cmpd="sng">
              <a:solidFill>
                <a:schemeClr val="tx1"/>
              </a:solidFill>
              <a:prstDash val="solid"/>
              <a:headEnd type="none" w="med" len="med"/>
              <a:tailEnd type="none" w="med" len="med"/>
            </a:ln>
          </p:spPr>
        </p:sp>
        <p:sp>
          <p:nvSpPr>
            <p:cNvPr id="193570" name="Line 37"/>
            <p:cNvSpPr/>
            <p:nvPr/>
          </p:nvSpPr>
          <p:spPr>
            <a:xfrm flipH="1">
              <a:off x="3075" y="3237"/>
              <a:ext cx="960" cy="0"/>
            </a:xfrm>
            <a:prstGeom prst="line">
              <a:avLst/>
            </a:prstGeom>
            <a:ln w="28575" cap="flat" cmpd="sng">
              <a:solidFill>
                <a:schemeClr val="tx1"/>
              </a:solidFill>
              <a:prstDash val="solid"/>
              <a:headEnd type="none" w="med" len="med"/>
              <a:tailEnd type="none" w="med" len="med"/>
            </a:ln>
          </p:spPr>
        </p:sp>
        <p:sp>
          <p:nvSpPr>
            <p:cNvPr id="193571" name="Line 38"/>
            <p:cNvSpPr/>
            <p:nvPr/>
          </p:nvSpPr>
          <p:spPr>
            <a:xfrm flipH="1">
              <a:off x="74" y="3239"/>
              <a:ext cx="1055" cy="0"/>
            </a:xfrm>
            <a:prstGeom prst="line">
              <a:avLst/>
            </a:prstGeom>
            <a:ln w="28575" cap="flat" cmpd="sng">
              <a:solidFill>
                <a:schemeClr val="tx1"/>
              </a:solidFill>
              <a:prstDash val="solid"/>
              <a:headEnd type="none" w="med" len="med"/>
              <a:tailEnd type="none" w="med" len="med"/>
            </a:ln>
          </p:spPr>
        </p:sp>
        <p:sp>
          <p:nvSpPr>
            <p:cNvPr id="193572" name="Line 39"/>
            <p:cNvSpPr/>
            <p:nvPr/>
          </p:nvSpPr>
          <p:spPr>
            <a:xfrm flipH="1">
              <a:off x="74" y="2519"/>
              <a:ext cx="1055" cy="0"/>
            </a:xfrm>
            <a:prstGeom prst="line">
              <a:avLst/>
            </a:prstGeom>
            <a:ln w="28575" cap="flat" cmpd="sng">
              <a:solidFill>
                <a:schemeClr val="tx1"/>
              </a:solidFill>
              <a:prstDash val="solid"/>
              <a:headEnd type="none" w="med" len="med"/>
              <a:tailEnd type="none" w="med" len="med"/>
            </a:ln>
          </p:spPr>
        </p:sp>
        <p:sp>
          <p:nvSpPr>
            <p:cNvPr id="193573" name="Line 40"/>
            <p:cNvSpPr/>
            <p:nvPr/>
          </p:nvSpPr>
          <p:spPr>
            <a:xfrm flipH="1">
              <a:off x="74" y="3959"/>
              <a:ext cx="1055" cy="0"/>
            </a:xfrm>
            <a:prstGeom prst="line">
              <a:avLst/>
            </a:prstGeom>
            <a:ln w="28575" cap="flat" cmpd="sng">
              <a:solidFill>
                <a:schemeClr val="tx1"/>
              </a:solidFill>
              <a:prstDash val="solid"/>
              <a:headEnd type="none" w="med" len="med"/>
              <a:tailEnd type="none" w="med" len="med"/>
            </a:ln>
          </p:spPr>
        </p:sp>
        <p:sp>
          <p:nvSpPr>
            <p:cNvPr id="193574" name="Text Box 41"/>
            <p:cNvSpPr txBox="1"/>
            <p:nvPr/>
          </p:nvSpPr>
          <p:spPr>
            <a:xfrm>
              <a:off x="1155" y="269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5D</a:t>
              </a:r>
            </a:p>
          </p:txBody>
        </p:sp>
        <p:sp>
          <p:nvSpPr>
            <p:cNvPr id="193575" name="Text Box 42"/>
            <p:cNvSpPr txBox="1"/>
            <p:nvPr/>
          </p:nvSpPr>
          <p:spPr>
            <a:xfrm>
              <a:off x="1155" y="305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6D</a:t>
              </a:r>
            </a:p>
          </p:txBody>
        </p:sp>
        <p:sp>
          <p:nvSpPr>
            <p:cNvPr id="193576" name="Text Box 43"/>
            <p:cNvSpPr txBox="1"/>
            <p:nvPr/>
          </p:nvSpPr>
          <p:spPr>
            <a:xfrm>
              <a:off x="1155" y="341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7D</a:t>
              </a:r>
            </a:p>
          </p:txBody>
        </p:sp>
        <p:sp>
          <p:nvSpPr>
            <p:cNvPr id="193577" name="Text Box 44"/>
            <p:cNvSpPr txBox="1"/>
            <p:nvPr/>
          </p:nvSpPr>
          <p:spPr>
            <a:xfrm>
              <a:off x="1155" y="3779"/>
              <a:ext cx="1080" cy="486"/>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8D</a:t>
              </a:r>
            </a:p>
          </p:txBody>
        </p:sp>
        <p:sp>
          <p:nvSpPr>
            <p:cNvPr id="193578" name="Text Box 45"/>
            <p:cNvSpPr txBox="1"/>
            <p:nvPr/>
          </p:nvSpPr>
          <p:spPr>
            <a:xfrm>
              <a:off x="1035" y="-86"/>
              <a:ext cx="2160" cy="727"/>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2400" b="1">
                  <a:solidFill>
                    <a:srgbClr val="FF0000"/>
                  </a:solidFill>
                  <a:latin typeface="Calibri" panose="020F0502020204030204" pitchFamily="34" charset="0"/>
                </a:rPr>
                <a:t>74LS374</a:t>
              </a:r>
            </a:p>
          </p:txBody>
        </p:sp>
      </p:grpSp>
      <p:sp>
        <p:nvSpPr>
          <p:cNvPr id="193540" name="Text Box 47"/>
          <p:cNvSpPr txBox="1"/>
          <p:nvPr/>
        </p:nvSpPr>
        <p:spPr>
          <a:xfrm>
            <a:off x="457200" y="1376680"/>
            <a:ext cx="5332730" cy="2012950"/>
          </a:xfrm>
          <a:prstGeom prst="rect">
            <a:avLst/>
          </a:prstGeom>
          <a:noFill/>
          <a:ln w="9525">
            <a:noFill/>
          </a:ln>
        </p:spPr>
        <p:txBody>
          <a:bodyPr>
            <a:noAutofit/>
          </a:bodyPr>
          <a:lstStyle/>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该寄存器</a:t>
            </a:r>
            <a:r>
              <a:rPr lang="zh-CN" altLang="en-US" b="1" dirty="0">
                <a:solidFill>
                  <a:srgbClr val="FF0000"/>
                </a:solidFill>
                <a:latin typeface="华文新魏" panose="02010800040101010101" pitchFamily="2" charset="-122"/>
                <a:ea typeface="华文新魏" panose="02010800040101010101" pitchFamily="2" charset="-122"/>
              </a:rPr>
              <a:t>通过三态缓冲门</a:t>
            </a:r>
            <a:r>
              <a:rPr lang="zh-CN" altLang="en-US" b="1" dirty="0">
                <a:solidFill>
                  <a:srgbClr val="FF0000"/>
                </a:solidFill>
                <a:latin typeface="华文新魏" panose="02010800040101010101" pitchFamily="2" charset="-122"/>
                <a:ea typeface="华文新魏" panose="02010800040101010101" pitchFamily="2" charset="-122"/>
                <a:sym typeface="+mn-ea"/>
              </a:rPr>
              <a:t>输出</a:t>
            </a:r>
            <a:r>
              <a:rPr lang="zh-CN" altLang="en-US" b="1" dirty="0">
                <a:solidFill>
                  <a:schemeClr val="tx1"/>
                </a:solidFill>
                <a:latin typeface="华文新魏" panose="02010800040101010101" pitchFamily="2" charset="-122"/>
                <a:ea typeface="华文新魏" panose="02010800040101010101" pitchFamily="2" charset="-122"/>
              </a:rPr>
              <a:t>：</a:t>
            </a:r>
            <a:r>
              <a:rPr lang="en-US" altLang="zh-CN" b="1">
                <a:solidFill>
                  <a:schemeClr val="tx1"/>
                </a:solidFill>
                <a:latin typeface="华文新魏" panose="02010800040101010101" pitchFamily="2" charset="-122"/>
                <a:ea typeface="华文新魏" panose="02010800040101010101" pitchFamily="2" charset="-122"/>
              </a:rPr>
              <a:t> </a:t>
            </a:r>
            <a:endParaRPr lang="zh-CN" altLang="en-US" b="1" dirty="0">
              <a:solidFill>
                <a:srgbClr val="FF0000"/>
              </a:solidFill>
              <a:latin typeface="华文新魏" panose="02010800040101010101" pitchFamily="2" charset="-122"/>
              <a:ea typeface="华文新魏" panose="02010800040101010101" pitchFamily="2" charset="-122"/>
            </a:endParaRPr>
          </a:p>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当</a:t>
            </a:r>
            <a:r>
              <a:rPr lang="zh-CN" altLang="en-US" b="1" dirty="0">
                <a:solidFill>
                  <a:srgbClr val="FF0000"/>
                </a:solidFill>
                <a:latin typeface="华文新魏" panose="02010800040101010101" pitchFamily="2" charset="-122"/>
                <a:ea typeface="华文新魏" panose="02010800040101010101" pitchFamily="2" charset="-122"/>
              </a:rPr>
              <a:t>输出使能 </a:t>
            </a:r>
            <a:r>
              <a:rPr lang="en-US" altLang="zh-CN" b="1">
                <a:solidFill>
                  <a:srgbClr val="FF0000"/>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有效时，</a:t>
            </a:r>
            <a:r>
              <a:rPr lang="en-US" altLang="zh-CN" b="1">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位寄存器中代码（数据）并行输出；</a:t>
            </a:r>
          </a:p>
          <a:p>
            <a:pPr eaLnBrk="1" hangingPunct="1">
              <a:lnSpc>
                <a:spcPct val="80000"/>
              </a:lnSpc>
              <a:spcBef>
                <a:spcPct val="50000"/>
              </a:spcBef>
            </a:pPr>
            <a:r>
              <a:rPr lang="zh-CN" altLang="en-US" b="1" dirty="0">
                <a:solidFill>
                  <a:schemeClr val="tx1"/>
                </a:solidFill>
                <a:latin typeface="华文新魏" panose="02010800040101010101" pitchFamily="2" charset="-122"/>
                <a:ea typeface="华文新魏" panose="02010800040101010101" pitchFamily="2" charset="-122"/>
              </a:rPr>
              <a:t>当</a:t>
            </a:r>
            <a:r>
              <a:rPr lang="en-US" altLang="zh-CN" b="1">
                <a:solidFill>
                  <a:schemeClr val="tx1"/>
                </a:solidFill>
                <a:latin typeface="华文新魏" panose="02010800040101010101" pitchFamily="2" charset="-122"/>
                <a:ea typeface="华文新魏" panose="02010800040101010101" pitchFamily="2" charset="-122"/>
              </a:rPr>
              <a:t>/OE</a:t>
            </a:r>
            <a:r>
              <a:rPr lang="zh-CN" altLang="en-US" b="1" dirty="0">
                <a:solidFill>
                  <a:schemeClr val="tx1"/>
                </a:solidFill>
                <a:latin typeface="华文新魏" panose="02010800040101010101" pitchFamily="2" charset="-122"/>
                <a:ea typeface="华文新魏" panose="02010800040101010101" pitchFamily="2" charset="-122"/>
              </a:rPr>
              <a:t>无效时，寄存器输出端为高阻抗。这样可以使多个这类寄存器挂接到公共总线上。</a:t>
            </a:r>
          </a:p>
          <a:p>
            <a:pPr eaLnBrk="1" hangingPunct="1">
              <a:lnSpc>
                <a:spcPct val="80000"/>
              </a:lnSpc>
              <a:spcBef>
                <a:spcPct val="50000"/>
              </a:spcBef>
            </a:pP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2" name="Text Box 47"/>
          <p:cNvSpPr txBox="1"/>
          <p:nvPr>
            <p:custDataLst>
              <p:tags r:id="rId1"/>
            </p:custDataLst>
          </p:nvPr>
        </p:nvSpPr>
        <p:spPr>
          <a:xfrm>
            <a:off x="539750" y="3048635"/>
            <a:ext cx="5089525" cy="836295"/>
          </a:xfrm>
          <a:prstGeom prst="rect">
            <a:avLst/>
          </a:prstGeom>
          <a:noFill/>
          <a:ln w="9525">
            <a:noFill/>
          </a:ln>
        </p:spPr>
        <p:txBody>
          <a:bodyPr>
            <a:noAutofit/>
          </a:bodyPr>
          <a:lstStyle/>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并行总线一般情况下都是按</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宽带为单位进行组织的，如</a:t>
            </a:r>
            <a:r>
              <a:rPr lang="en-US" altLang="zh-CN" b="1" dirty="0">
                <a:solidFill>
                  <a:schemeClr val="tx1"/>
                </a:solidFill>
                <a:latin typeface="华文新魏" panose="02010800040101010101" pitchFamily="2" charset="-122"/>
                <a:ea typeface="华文新魏" panose="02010800040101010101" pitchFamily="2" charset="-122"/>
              </a:rPr>
              <a:t>8</a:t>
            </a:r>
            <a:r>
              <a:rPr lang="zh-CN" altLang="en-US" b="1" dirty="0">
                <a:solidFill>
                  <a:schemeClr val="tx1"/>
                </a:solidFill>
                <a:latin typeface="华文新魏" panose="02010800040101010101" pitchFamily="2" charset="-122"/>
                <a:ea typeface="华文新魏" panose="02010800040101010101" pitchFamily="2" charset="-122"/>
              </a:rPr>
              <a:t>位总线（</a:t>
            </a:r>
            <a:r>
              <a:rPr lang="en-US" altLang="zh-CN" b="1" dirty="0">
                <a:solidFill>
                  <a:schemeClr val="tx1"/>
                </a:solidFill>
                <a:latin typeface="华文新魏" panose="02010800040101010101" pitchFamily="2" charset="-122"/>
                <a:ea typeface="华文新魏" panose="02010800040101010101" pitchFamily="2" charset="-122"/>
              </a:rPr>
              <a:t>1</a:t>
            </a:r>
            <a:r>
              <a:rPr lang="zh-CN" altLang="en-US" b="1" dirty="0">
                <a:solidFill>
                  <a:schemeClr val="tx1"/>
                </a:solidFill>
                <a:latin typeface="华文新魏" panose="02010800040101010101" pitchFamily="2" charset="-122"/>
                <a:ea typeface="华文新魏" panose="02010800040101010101" pitchFamily="2" charset="-122"/>
              </a:rPr>
              <a:t>字节）、</a:t>
            </a:r>
            <a:r>
              <a:rPr lang="en-US" altLang="zh-CN" b="1" dirty="0">
                <a:solidFill>
                  <a:schemeClr val="tx1"/>
                </a:solidFill>
                <a:latin typeface="华文新魏" panose="02010800040101010101" pitchFamily="2" charset="-122"/>
                <a:ea typeface="华文新魏" panose="02010800040101010101" pitchFamily="2" charset="-122"/>
                <a:sym typeface="+mn-ea"/>
              </a:rPr>
              <a:t>16</a:t>
            </a:r>
            <a:r>
              <a:rPr lang="zh-CN" altLang="en-US" b="1" dirty="0">
                <a:solidFill>
                  <a:schemeClr val="tx1"/>
                </a:solidFill>
                <a:latin typeface="华文新魏" panose="02010800040101010101" pitchFamily="2" charset="-122"/>
                <a:ea typeface="华文新魏" panose="02010800040101010101" pitchFamily="2" charset="-122"/>
                <a:sym typeface="+mn-ea"/>
              </a:rPr>
              <a:t>位总线和</a:t>
            </a:r>
            <a:r>
              <a:rPr lang="en-US" altLang="zh-CN" b="1" dirty="0">
                <a:solidFill>
                  <a:schemeClr val="tx1"/>
                </a:solidFill>
                <a:latin typeface="华文新魏" panose="02010800040101010101" pitchFamily="2" charset="-122"/>
                <a:ea typeface="华文新魏" panose="02010800040101010101" pitchFamily="2" charset="-122"/>
                <a:sym typeface="+mn-ea"/>
              </a:rPr>
              <a:t>32</a:t>
            </a:r>
            <a:r>
              <a:rPr lang="zh-CN" altLang="en-US" b="1" dirty="0">
                <a:solidFill>
                  <a:schemeClr val="tx1"/>
                </a:solidFill>
                <a:latin typeface="华文新魏" panose="02010800040101010101" pitchFamily="2" charset="-122"/>
                <a:ea typeface="华文新魏" panose="02010800040101010101" pitchFamily="2" charset="-122"/>
                <a:sym typeface="+mn-ea"/>
              </a:rPr>
              <a:t>位总线等。</a:t>
            </a:r>
          </a:p>
        </p:txBody>
      </p:sp>
      <p:sp>
        <p:nvSpPr>
          <p:cNvPr id="3" name="Text Box 47"/>
          <p:cNvSpPr txBox="1"/>
          <p:nvPr>
            <p:custDataLst>
              <p:tags r:id="rId2"/>
            </p:custDataLst>
          </p:nvPr>
        </p:nvSpPr>
        <p:spPr>
          <a:xfrm>
            <a:off x="523240" y="3964940"/>
            <a:ext cx="5089525" cy="582930"/>
          </a:xfrm>
          <a:prstGeom prst="rect">
            <a:avLst/>
          </a:prstGeom>
          <a:noFill/>
          <a:ln w="9525">
            <a:noFill/>
          </a:ln>
        </p:spPr>
        <p:txBody>
          <a:bodyPr>
            <a:noAutofit/>
          </a:bodyPr>
          <a:lstStyle/>
          <a:p>
            <a:pPr eaLnBrk="1" hangingPunct="1">
              <a:lnSpc>
                <a:spcPct val="80000"/>
              </a:lnSpc>
              <a:spcBef>
                <a:spcPct val="50000"/>
              </a:spcBef>
              <a:buFont typeface="Arial" panose="020B0604020202020204" pitchFamily="34" charset="0"/>
            </a:pPr>
            <a:r>
              <a:rPr lang="zh-CN" altLang="en-US" b="1" dirty="0">
                <a:solidFill>
                  <a:srgbClr val="FF0000"/>
                </a:solidFill>
                <a:latin typeface="华文新魏" panose="02010800040101010101" pitchFamily="2" charset="-122"/>
                <a:ea typeface="华文新魏" panose="02010800040101010101" pitchFamily="2" charset="-122"/>
              </a:rPr>
              <a:t>大家要记住，任何要与通用总线相连的器件，必须是三态器件</a:t>
            </a:r>
            <a:r>
              <a:rPr lang="zh-CN" altLang="en-US" b="1" dirty="0">
                <a:solidFill>
                  <a:srgbClr val="FF0000"/>
                </a:solidFill>
                <a:latin typeface="华文新魏" panose="02010800040101010101" pitchFamily="2" charset="-122"/>
                <a:ea typeface="华文新魏" panose="02010800040101010101" pitchFamily="2" charset="-122"/>
                <a:sym typeface="+mn-ea"/>
              </a:rPr>
              <a:t>。</a:t>
            </a:r>
          </a:p>
        </p:txBody>
      </p:sp>
      <p:sp>
        <p:nvSpPr>
          <p:cNvPr id="4" name="Text Box 47"/>
          <p:cNvSpPr txBox="1"/>
          <p:nvPr>
            <p:custDataLst>
              <p:tags r:id="rId3"/>
            </p:custDataLst>
          </p:nvPr>
        </p:nvSpPr>
        <p:spPr>
          <a:xfrm>
            <a:off x="506730" y="4522470"/>
            <a:ext cx="7931785" cy="302260"/>
          </a:xfrm>
          <a:prstGeom prst="rect">
            <a:avLst/>
          </a:prstGeom>
          <a:noFill/>
          <a:ln w="9525">
            <a:noFill/>
          </a:ln>
        </p:spPr>
        <p:txBody>
          <a:bodyPr>
            <a:noAutofit/>
          </a:bodyPr>
          <a:lstStyle/>
          <a:p>
            <a:pPr eaLnBrk="1" hangingPunct="1">
              <a:lnSpc>
                <a:spcPct val="80000"/>
              </a:lnSpc>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啥是总线呢？大家见过吗？我们自己会设计总线吗？</a:t>
            </a:r>
            <a:endParaRPr lang="zh-CN" altLang="en-US" b="1" dirty="0">
              <a:solidFill>
                <a:schemeClr val="tx1"/>
              </a:solidFill>
              <a:latin typeface="华文新魏" panose="02010800040101010101" pitchFamily="2" charset="-122"/>
              <a:ea typeface="华文新魏" panose="02010800040101010101" pitchFamily="2" charset="-122"/>
              <a:sym typeface="+mn-ea"/>
            </a:endParaRPr>
          </a:p>
        </p:txBody>
      </p:sp>
      <p:sp>
        <p:nvSpPr>
          <p:cNvPr id="6" name="矩形标注 5"/>
          <p:cNvSpPr/>
          <p:nvPr/>
        </p:nvSpPr>
        <p:spPr>
          <a:xfrm>
            <a:off x="5507990" y="843280"/>
            <a:ext cx="1445895" cy="360045"/>
          </a:xfrm>
          <a:prstGeom prst="wedgeRectCallout">
            <a:avLst>
              <a:gd name="adj1" fmla="val 66023"/>
              <a:gd name="adj2" fmla="val 10371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不是透明器件</a:t>
            </a:r>
          </a:p>
        </p:txBody>
      </p:sp>
      <p:pic>
        <p:nvPicPr>
          <p:cNvPr id="7" name="图片 6"/>
          <p:cNvPicPr>
            <a:picLocks noChangeAspect="1"/>
          </p:cNvPicPr>
          <p:nvPr/>
        </p:nvPicPr>
        <p:blipFill>
          <a:blip r:embed="rId6"/>
          <a:stretch>
            <a:fillRect/>
          </a:stretch>
        </p:blipFill>
        <p:spPr>
          <a:xfrm>
            <a:off x="394970" y="1751330"/>
            <a:ext cx="6597650" cy="3073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3539"/>
                                        </p:tgtEl>
                                        <p:attrNameLst>
                                          <p:attrName>style.visibility</p:attrName>
                                        </p:attrNameLst>
                                      </p:cBhvr>
                                      <p:to>
                                        <p:strVal val="visible"/>
                                      </p:to>
                                    </p:set>
                                    <p:anim calcmode="lin" valueType="num">
                                      <p:cBhvr additive="base">
                                        <p:cTn id="7" dur="500" fill="hold"/>
                                        <p:tgtEl>
                                          <p:spTgt spid="193539"/>
                                        </p:tgtEl>
                                        <p:attrNameLst>
                                          <p:attrName>ppt_x</p:attrName>
                                        </p:attrNameLst>
                                      </p:cBhvr>
                                      <p:tavLst>
                                        <p:tav tm="0">
                                          <p:val>
                                            <p:strVal val="#ppt_x"/>
                                          </p:val>
                                        </p:tav>
                                        <p:tav tm="100000">
                                          <p:val>
                                            <p:strVal val="#ppt_x"/>
                                          </p:val>
                                        </p:tav>
                                      </p:tavLst>
                                    </p:anim>
                                    <p:anim calcmode="lin" valueType="num">
                                      <p:cBhvr additive="base">
                                        <p:cTn id="8" dur="500" fill="hold"/>
                                        <p:tgtEl>
                                          <p:spTgt spid="19353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3540"/>
                                        </p:tgtEl>
                                        <p:attrNameLst>
                                          <p:attrName>style.visibility</p:attrName>
                                        </p:attrNameLst>
                                      </p:cBhvr>
                                      <p:to>
                                        <p:strVal val="visible"/>
                                      </p:to>
                                    </p:set>
                                    <p:anim calcmode="lin" valueType="num">
                                      <p:cBhvr additive="base">
                                        <p:cTn id="13" dur="500" fill="hold"/>
                                        <p:tgtEl>
                                          <p:spTgt spid="193540"/>
                                        </p:tgtEl>
                                        <p:attrNameLst>
                                          <p:attrName>ppt_x</p:attrName>
                                        </p:attrNameLst>
                                      </p:cBhvr>
                                      <p:tavLst>
                                        <p:tav tm="0">
                                          <p:val>
                                            <p:strVal val="#ppt_x"/>
                                          </p:val>
                                        </p:tav>
                                        <p:tav tm="100000">
                                          <p:val>
                                            <p:strVal val="#ppt_x"/>
                                          </p:val>
                                        </p:tav>
                                      </p:tavLst>
                                    </p:anim>
                                    <p:anim calcmode="lin" valueType="num">
                                      <p:cBhvr additive="base">
                                        <p:cTn id="14" dur="500" fill="hold"/>
                                        <p:tgtEl>
                                          <p:spTgt spid="19354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ppt_x"/>
                                          </p:val>
                                        </p:tav>
                                        <p:tav tm="100000">
                                          <p:val>
                                            <p:strVal val="#ppt_x"/>
                                          </p:val>
                                        </p:tav>
                                      </p:tavLst>
                                    </p:anim>
                                    <p:anim calcmode="lin" valueType="num">
                                      <p:cBhvr additive="base">
                                        <p:cTn id="2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additive="base">
                                        <p:cTn id="29" dur="500" fill="hold"/>
                                        <p:tgtEl>
                                          <p:spTgt spid="3"/>
                                        </p:tgtEl>
                                        <p:attrNameLst>
                                          <p:attrName>ppt_x</p:attrName>
                                        </p:attrNameLst>
                                      </p:cBhvr>
                                      <p:tavLst>
                                        <p:tav tm="0">
                                          <p:val>
                                            <p:strVal val="#ppt_x"/>
                                          </p:val>
                                        </p:tav>
                                        <p:tav tm="100000">
                                          <p:val>
                                            <p:strVal val="#ppt_x"/>
                                          </p:val>
                                        </p:tav>
                                      </p:tavLst>
                                    </p:anim>
                                    <p:anim calcmode="lin" valueType="num">
                                      <p:cBhvr additive="base">
                                        <p:cTn id="3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 calcmode="lin" valueType="num">
                                      <p:cBhvr additive="base">
                                        <p:cTn id="35" dur="500" fill="hold"/>
                                        <p:tgtEl>
                                          <p:spTgt spid="4"/>
                                        </p:tgtEl>
                                        <p:attrNameLst>
                                          <p:attrName>ppt_x</p:attrName>
                                        </p:attrNameLst>
                                      </p:cBhvr>
                                      <p:tavLst>
                                        <p:tav tm="0">
                                          <p:val>
                                            <p:strVal val="#ppt_x"/>
                                          </p:val>
                                        </p:tav>
                                        <p:tav tm="100000">
                                          <p:val>
                                            <p:strVal val="#ppt_x"/>
                                          </p:val>
                                        </p:tav>
                                      </p:tavLst>
                                    </p:anim>
                                    <p:anim calcmode="lin" valueType="num">
                                      <p:cBhvr additive="base">
                                        <p:cTn id="3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horizontal)">
                                      <p:cBhvr>
                                        <p:cTn id="4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40" grpId="0"/>
      <p:bldP spid="2" grpId="0"/>
      <p:bldP spid="3" grpId="0"/>
      <p:bldP spid="4" grpId="0"/>
      <p:bldP spid="6" grpId="0" animBg="1"/>
      <p:bldP spid="6"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p:cNvSpPr>
          <p:nvPr>
            <p:ph type="title"/>
          </p:nvPr>
        </p:nvSpPr>
        <p:spPr>
          <a:xfrm>
            <a:off x="539750" y="696913"/>
            <a:ext cx="4343400" cy="742950"/>
          </a:xfrm>
          <a:prstGeom prst="rect">
            <a:avLst/>
          </a:prstGeom>
          <a:noFill/>
          <a:ln w="2857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时钟使能的</a:t>
            </a:r>
            <a:r>
              <a:rPr lang="en-US" altLang="zh-CN" sz="2000" b="1">
                <a:solidFill>
                  <a:srgbClr val="FF0000"/>
                </a:solidFill>
                <a:latin typeface="华文新魏" panose="02010800040101010101" pitchFamily="2" charset="-122"/>
                <a:ea typeface="华文新魏" panose="02010800040101010101" pitchFamily="2" charset="-122"/>
              </a:rPr>
              <a:t>8</a:t>
            </a:r>
            <a:r>
              <a:rPr lang="zh-CN" altLang="en-US" sz="2000" b="1" dirty="0">
                <a:solidFill>
                  <a:srgbClr val="FF0000"/>
                </a:solidFill>
                <a:latin typeface="华文新魏" panose="02010800040101010101" pitchFamily="2" charset="-122"/>
                <a:ea typeface="华文新魏" panose="02010800040101010101" pitchFamily="2" charset="-122"/>
              </a:rPr>
              <a:t>位寄存器</a:t>
            </a:r>
          </a:p>
        </p:txBody>
      </p:sp>
      <p:grpSp>
        <p:nvGrpSpPr>
          <p:cNvPr id="194563" name="Group 3"/>
          <p:cNvGrpSpPr/>
          <p:nvPr/>
        </p:nvGrpSpPr>
        <p:grpSpPr>
          <a:xfrm>
            <a:off x="600710" y="1242695"/>
            <a:ext cx="2498725" cy="2738438"/>
            <a:chOff x="0" y="0"/>
            <a:chExt cx="3935" cy="4312"/>
          </a:xfrm>
        </p:grpSpPr>
        <p:sp>
          <p:nvSpPr>
            <p:cNvPr id="194624" name="Rectangle 6"/>
            <p:cNvSpPr/>
            <p:nvPr/>
          </p:nvSpPr>
          <p:spPr>
            <a:xfrm>
              <a:off x="1107" y="539"/>
              <a:ext cx="1920" cy="369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25" name="AutoShape 7"/>
            <p:cNvSpPr/>
            <p:nvPr/>
          </p:nvSpPr>
          <p:spPr>
            <a:xfrm rot="5400000">
              <a:off x="1127" y="650"/>
              <a:ext cx="161" cy="155"/>
            </a:xfrm>
            <a:prstGeom prst="flowChartExtract">
              <a:avLst/>
            </a:prstGeom>
            <a:no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4626" name="Text Box 8"/>
            <p:cNvSpPr txBox="1"/>
            <p:nvPr/>
          </p:nvSpPr>
          <p:spPr>
            <a:xfrm>
              <a:off x="1227" y="53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CLK</a:t>
              </a:r>
            </a:p>
          </p:txBody>
        </p:sp>
        <p:sp>
          <p:nvSpPr>
            <p:cNvPr id="194627" name="Line 9"/>
            <p:cNvSpPr/>
            <p:nvPr/>
          </p:nvSpPr>
          <p:spPr>
            <a:xfrm flipH="1">
              <a:off x="199" y="757"/>
              <a:ext cx="907" cy="0"/>
            </a:xfrm>
            <a:prstGeom prst="line">
              <a:avLst/>
            </a:prstGeom>
            <a:ln w="28575" cap="flat" cmpd="sng">
              <a:solidFill>
                <a:schemeClr val="tx1"/>
              </a:solidFill>
              <a:prstDash val="solid"/>
              <a:headEnd type="none" w="med" len="med"/>
              <a:tailEnd type="none" w="med" len="med"/>
            </a:ln>
          </p:spPr>
        </p:sp>
        <p:grpSp>
          <p:nvGrpSpPr>
            <p:cNvPr id="194628" name="Group 10"/>
            <p:cNvGrpSpPr/>
            <p:nvPr/>
          </p:nvGrpSpPr>
          <p:grpSpPr>
            <a:xfrm>
              <a:off x="0" y="974"/>
              <a:ext cx="1107" cy="143"/>
              <a:chOff x="0" y="0"/>
              <a:chExt cx="449" cy="63"/>
            </a:xfrm>
          </p:grpSpPr>
          <p:sp>
            <p:nvSpPr>
              <p:cNvPr id="194663" name="Oval 11"/>
              <p:cNvSpPr/>
              <p:nvPr/>
            </p:nvSpPr>
            <p:spPr>
              <a:xfrm>
                <a:off x="386" y="0"/>
                <a:ext cx="63" cy="63"/>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4664" name="Line 12"/>
              <p:cNvSpPr/>
              <p:nvPr/>
            </p:nvSpPr>
            <p:spPr>
              <a:xfrm flipH="1">
                <a:off x="0" y="25"/>
                <a:ext cx="384" cy="0"/>
              </a:xfrm>
              <a:prstGeom prst="line">
                <a:avLst/>
              </a:prstGeom>
              <a:ln w="28575" cap="flat" cmpd="sng">
                <a:solidFill>
                  <a:schemeClr val="tx1"/>
                </a:solidFill>
                <a:prstDash val="solid"/>
                <a:headEnd type="none" w="med" len="med"/>
                <a:tailEnd type="none" w="med" len="med"/>
              </a:ln>
            </p:spPr>
          </p:sp>
        </p:grpSp>
        <p:sp>
          <p:nvSpPr>
            <p:cNvPr id="194629" name="Line 13"/>
            <p:cNvSpPr/>
            <p:nvPr/>
          </p:nvSpPr>
          <p:spPr>
            <a:xfrm flipH="1">
              <a:off x="199" y="1439"/>
              <a:ext cx="907" cy="0"/>
            </a:xfrm>
            <a:prstGeom prst="line">
              <a:avLst/>
            </a:prstGeom>
            <a:ln w="28575" cap="flat" cmpd="sng">
              <a:solidFill>
                <a:schemeClr val="tx1"/>
              </a:solidFill>
              <a:prstDash val="solid"/>
              <a:headEnd type="none" w="med" len="med"/>
              <a:tailEnd type="none" w="med" len="med"/>
            </a:ln>
          </p:spPr>
        </p:sp>
        <p:sp>
          <p:nvSpPr>
            <p:cNvPr id="194630" name="Line 14"/>
            <p:cNvSpPr/>
            <p:nvPr/>
          </p:nvSpPr>
          <p:spPr>
            <a:xfrm flipH="1">
              <a:off x="199" y="2169"/>
              <a:ext cx="907" cy="0"/>
            </a:xfrm>
            <a:prstGeom prst="line">
              <a:avLst/>
            </a:prstGeom>
            <a:ln w="28575" cap="flat" cmpd="sng">
              <a:solidFill>
                <a:schemeClr val="tx1"/>
              </a:solidFill>
              <a:prstDash val="solid"/>
              <a:headEnd type="none" w="med" len="med"/>
              <a:tailEnd type="none" w="med" len="med"/>
            </a:ln>
          </p:spPr>
        </p:sp>
        <p:sp>
          <p:nvSpPr>
            <p:cNvPr id="194631" name="Line 15"/>
            <p:cNvSpPr/>
            <p:nvPr/>
          </p:nvSpPr>
          <p:spPr>
            <a:xfrm flipH="1">
              <a:off x="199" y="2905"/>
              <a:ext cx="907" cy="0"/>
            </a:xfrm>
            <a:prstGeom prst="line">
              <a:avLst/>
            </a:prstGeom>
            <a:ln w="28575" cap="flat" cmpd="sng">
              <a:solidFill>
                <a:schemeClr val="tx1"/>
              </a:solidFill>
              <a:prstDash val="solid"/>
              <a:headEnd type="none" w="med" len="med"/>
              <a:tailEnd type="none" w="med" len="med"/>
            </a:ln>
          </p:spPr>
        </p:sp>
        <p:sp>
          <p:nvSpPr>
            <p:cNvPr id="194632" name="Line 16"/>
            <p:cNvSpPr/>
            <p:nvPr/>
          </p:nvSpPr>
          <p:spPr>
            <a:xfrm flipH="1">
              <a:off x="199" y="3599"/>
              <a:ext cx="907" cy="0"/>
            </a:xfrm>
            <a:prstGeom prst="line">
              <a:avLst/>
            </a:prstGeom>
            <a:ln w="28575" cap="flat" cmpd="sng">
              <a:solidFill>
                <a:schemeClr val="tx1"/>
              </a:solidFill>
              <a:prstDash val="solid"/>
              <a:headEnd type="none" w="med" len="med"/>
              <a:tailEnd type="none" w="med" len="med"/>
            </a:ln>
          </p:spPr>
        </p:sp>
        <p:sp>
          <p:nvSpPr>
            <p:cNvPr id="194633" name="Text Box 17"/>
            <p:cNvSpPr txBox="1"/>
            <p:nvPr/>
          </p:nvSpPr>
          <p:spPr>
            <a:xfrm>
              <a:off x="1107" y="866"/>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G</a:t>
              </a:r>
            </a:p>
          </p:txBody>
        </p:sp>
        <p:sp>
          <p:nvSpPr>
            <p:cNvPr id="194634" name="Text Box 18"/>
            <p:cNvSpPr txBox="1"/>
            <p:nvPr/>
          </p:nvSpPr>
          <p:spPr>
            <a:xfrm>
              <a:off x="1107" y="129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1D</a:t>
              </a:r>
            </a:p>
          </p:txBody>
        </p:sp>
        <p:sp>
          <p:nvSpPr>
            <p:cNvPr id="194635" name="Text Box 19"/>
            <p:cNvSpPr txBox="1"/>
            <p:nvPr/>
          </p:nvSpPr>
          <p:spPr>
            <a:xfrm>
              <a:off x="1107" y="161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2D</a:t>
              </a:r>
            </a:p>
          </p:txBody>
        </p:sp>
        <p:sp>
          <p:nvSpPr>
            <p:cNvPr id="194636" name="Text Box 20"/>
            <p:cNvSpPr txBox="1"/>
            <p:nvPr/>
          </p:nvSpPr>
          <p:spPr>
            <a:xfrm>
              <a:off x="1107" y="233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4D</a:t>
              </a:r>
            </a:p>
          </p:txBody>
        </p:sp>
        <p:sp>
          <p:nvSpPr>
            <p:cNvPr id="194637" name="Text Box 21"/>
            <p:cNvSpPr txBox="1"/>
            <p:nvPr/>
          </p:nvSpPr>
          <p:spPr>
            <a:xfrm>
              <a:off x="1107" y="197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3D</a:t>
              </a:r>
            </a:p>
          </p:txBody>
        </p:sp>
        <p:sp>
          <p:nvSpPr>
            <p:cNvPr id="194638" name="Line 22"/>
            <p:cNvSpPr/>
            <p:nvPr/>
          </p:nvSpPr>
          <p:spPr>
            <a:xfrm flipH="1">
              <a:off x="3027" y="1439"/>
              <a:ext cx="908" cy="0"/>
            </a:xfrm>
            <a:prstGeom prst="line">
              <a:avLst/>
            </a:prstGeom>
            <a:ln w="28575" cap="flat" cmpd="sng">
              <a:solidFill>
                <a:schemeClr val="tx1"/>
              </a:solidFill>
              <a:prstDash val="solid"/>
              <a:headEnd type="none" w="med" len="med"/>
              <a:tailEnd type="none" w="med" len="med"/>
            </a:ln>
          </p:spPr>
        </p:sp>
        <p:sp>
          <p:nvSpPr>
            <p:cNvPr id="194639" name="Line 23"/>
            <p:cNvSpPr/>
            <p:nvPr/>
          </p:nvSpPr>
          <p:spPr>
            <a:xfrm flipH="1">
              <a:off x="3027" y="2165"/>
              <a:ext cx="908" cy="0"/>
            </a:xfrm>
            <a:prstGeom prst="line">
              <a:avLst/>
            </a:prstGeom>
            <a:ln w="28575" cap="flat" cmpd="sng">
              <a:solidFill>
                <a:schemeClr val="tx1"/>
              </a:solidFill>
              <a:prstDash val="solid"/>
              <a:headEnd type="none" w="med" len="med"/>
              <a:tailEnd type="none" w="med" len="med"/>
            </a:ln>
          </p:spPr>
        </p:sp>
        <p:sp>
          <p:nvSpPr>
            <p:cNvPr id="194640" name="Line 24"/>
            <p:cNvSpPr/>
            <p:nvPr/>
          </p:nvSpPr>
          <p:spPr>
            <a:xfrm flipH="1">
              <a:off x="3027" y="2905"/>
              <a:ext cx="908" cy="0"/>
            </a:xfrm>
            <a:prstGeom prst="line">
              <a:avLst/>
            </a:prstGeom>
            <a:ln w="28575" cap="flat" cmpd="sng">
              <a:solidFill>
                <a:schemeClr val="tx1"/>
              </a:solidFill>
              <a:prstDash val="solid"/>
              <a:headEnd type="none" w="med" len="med"/>
              <a:tailEnd type="none" w="med" len="med"/>
            </a:ln>
          </p:spPr>
        </p:sp>
        <p:sp>
          <p:nvSpPr>
            <p:cNvPr id="194641" name="Line 25"/>
            <p:cNvSpPr/>
            <p:nvPr/>
          </p:nvSpPr>
          <p:spPr>
            <a:xfrm flipH="1">
              <a:off x="3027" y="3599"/>
              <a:ext cx="908" cy="0"/>
            </a:xfrm>
            <a:prstGeom prst="line">
              <a:avLst/>
            </a:prstGeom>
            <a:ln w="28575" cap="flat" cmpd="sng">
              <a:solidFill>
                <a:schemeClr val="tx1"/>
              </a:solidFill>
              <a:prstDash val="solid"/>
              <a:headEnd type="none" w="med" len="med"/>
              <a:tailEnd type="none" w="med" len="med"/>
            </a:ln>
          </p:spPr>
        </p:sp>
        <p:sp>
          <p:nvSpPr>
            <p:cNvPr id="194642" name="Text Box 26"/>
            <p:cNvSpPr txBox="1"/>
            <p:nvPr/>
          </p:nvSpPr>
          <p:spPr>
            <a:xfrm>
              <a:off x="2427" y="129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1Q</a:t>
              </a:r>
            </a:p>
          </p:txBody>
        </p:sp>
        <p:sp>
          <p:nvSpPr>
            <p:cNvPr id="194643" name="Text Box 27"/>
            <p:cNvSpPr txBox="1"/>
            <p:nvPr/>
          </p:nvSpPr>
          <p:spPr>
            <a:xfrm>
              <a:off x="2427" y="1968"/>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3Q</a:t>
              </a:r>
            </a:p>
          </p:txBody>
        </p:sp>
        <p:sp>
          <p:nvSpPr>
            <p:cNvPr id="194644" name="Text Box 28"/>
            <p:cNvSpPr txBox="1"/>
            <p:nvPr/>
          </p:nvSpPr>
          <p:spPr>
            <a:xfrm>
              <a:off x="2427" y="269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5Q</a:t>
              </a:r>
            </a:p>
          </p:txBody>
        </p:sp>
        <p:sp>
          <p:nvSpPr>
            <p:cNvPr id="194645" name="Text Box 29"/>
            <p:cNvSpPr txBox="1"/>
            <p:nvPr/>
          </p:nvSpPr>
          <p:spPr>
            <a:xfrm>
              <a:off x="2427" y="341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7Q</a:t>
              </a:r>
            </a:p>
          </p:txBody>
        </p:sp>
        <p:sp>
          <p:nvSpPr>
            <p:cNvPr id="194646" name="Text Box 30"/>
            <p:cNvSpPr txBox="1"/>
            <p:nvPr/>
          </p:nvSpPr>
          <p:spPr>
            <a:xfrm>
              <a:off x="2427" y="161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2Q</a:t>
              </a:r>
            </a:p>
          </p:txBody>
        </p:sp>
        <p:sp>
          <p:nvSpPr>
            <p:cNvPr id="194647" name="Text Box 31"/>
            <p:cNvSpPr txBox="1"/>
            <p:nvPr/>
          </p:nvSpPr>
          <p:spPr>
            <a:xfrm>
              <a:off x="2427" y="233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4Q</a:t>
              </a:r>
            </a:p>
          </p:txBody>
        </p:sp>
        <p:sp>
          <p:nvSpPr>
            <p:cNvPr id="194648" name="Text Box 32"/>
            <p:cNvSpPr txBox="1"/>
            <p:nvPr/>
          </p:nvSpPr>
          <p:spPr>
            <a:xfrm>
              <a:off x="2427" y="305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6Q</a:t>
              </a:r>
            </a:p>
          </p:txBody>
        </p:sp>
        <p:sp>
          <p:nvSpPr>
            <p:cNvPr id="194649" name="Text Box 33"/>
            <p:cNvSpPr txBox="1"/>
            <p:nvPr/>
          </p:nvSpPr>
          <p:spPr>
            <a:xfrm>
              <a:off x="2427" y="377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8Q</a:t>
              </a:r>
            </a:p>
          </p:txBody>
        </p:sp>
        <p:sp>
          <p:nvSpPr>
            <p:cNvPr id="194650" name="Line 34"/>
            <p:cNvSpPr/>
            <p:nvPr/>
          </p:nvSpPr>
          <p:spPr>
            <a:xfrm flipH="1">
              <a:off x="199" y="1799"/>
              <a:ext cx="907" cy="0"/>
            </a:xfrm>
            <a:prstGeom prst="line">
              <a:avLst/>
            </a:prstGeom>
            <a:ln w="28575" cap="flat" cmpd="sng">
              <a:solidFill>
                <a:schemeClr val="tx1"/>
              </a:solidFill>
              <a:prstDash val="solid"/>
              <a:headEnd type="none" w="med" len="med"/>
              <a:tailEnd type="none" w="med" len="med"/>
            </a:ln>
          </p:spPr>
        </p:sp>
        <p:sp>
          <p:nvSpPr>
            <p:cNvPr id="194651" name="Line 35"/>
            <p:cNvSpPr/>
            <p:nvPr/>
          </p:nvSpPr>
          <p:spPr>
            <a:xfrm flipH="1">
              <a:off x="3027" y="1799"/>
              <a:ext cx="908" cy="0"/>
            </a:xfrm>
            <a:prstGeom prst="line">
              <a:avLst/>
            </a:prstGeom>
            <a:ln w="28575" cap="flat" cmpd="sng">
              <a:solidFill>
                <a:schemeClr val="tx1"/>
              </a:solidFill>
              <a:prstDash val="solid"/>
              <a:headEnd type="none" w="med" len="med"/>
              <a:tailEnd type="none" w="med" len="med"/>
            </a:ln>
          </p:spPr>
        </p:sp>
        <p:sp>
          <p:nvSpPr>
            <p:cNvPr id="194652" name="Line 36"/>
            <p:cNvSpPr/>
            <p:nvPr/>
          </p:nvSpPr>
          <p:spPr>
            <a:xfrm flipH="1">
              <a:off x="3027" y="3959"/>
              <a:ext cx="908" cy="0"/>
            </a:xfrm>
            <a:prstGeom prst="line">
              <a:avLst/>
            </a:prstGeom>
            <a:ln w="28575" cap="flat" cmpd="sng">
              <a:solidFill>
                <a:schemeClr val="tx1"/>
              </a:solidFill>
              <a:prstDash val="solid"/>
              <a:headEnd type="none" w="med" len="med"/>
              <a:tailEnd type="none" w="med" len="med"/>
            </a:ln>
          </p:spPr>
        </p:sp>
        <p:sp>
          <p:nvSpPr>
            <p:cNvPr id="194653" name="Line 37"/>
            <p:cNvSpPr/>
            <p:nvPr/>
          </p:nvSpPr>
          <p:spPr>
            <a:xfrm flipH="1">
              <a:off x="3027" y="2519"/>
              <a:ext cx="908" cy="0"/>
            </a:xfrm>
            <a:prstGeom prst="line">
              <a:avLst/>
            </a:prstGeom>
            <a:ln w="28575" cap="flat" cmpd="sng">
              <a:solidFill>
                <a:schemeClr val="tx1"/>
              </a:solidFill>
              <a:prstDash val="solid"/>
              <a:headEnd type="none" w="med" len="med"/>
              <a:tailEnd type="none" w="med" len="med"/>
            </a:ln>
          </p:spPr>
        </p:sp>
        <p:sp>
          <p:nvSpPr>
            <p:cNvPr id="194654" name="Line 38"/>
            <p:cNvSpPr/>
            <p:nvPr/>
          </p:nvSpPr>
          <p:spPr>
            <a:xfrm flipH="1">
              <a:off x="3027" y="3237"/>
              <a:ext cx="908" cy="0"/>
            </a:xfrm>
            <a:prstGeom prst="line">
              <a:avLst/>
            </a:prstGeom>
            <a:ln w="28575" cap="flat" cmpd="sng">
              <a:solidFill>
                <a:schemeClr val="tx1"/>
              </a:solidFill>
              <a:prstDash val="solid"/>
              <a:headEnd type="none" w="med" len="med"/>
              <a:tailEnd type="none" w="med" len="med"/>
            </a:ln>
          </p:spPr>
        </p:sp>
        <p:sp>
          <p:nvSpPr>
            <p:cNvPr id="194655" name="Line 39"/>
            <p:cNvSpPr/>
            <p:nvPr/>
          </p:nvSpPr>
          <p:spPr>
            <a:xfrm flipH="1">
              <a:off x="199" y="3239"/>
              <a:ext cx="907" cy="0"/>
            </a:xfrm>
            <a:prstGeom prst="line">
              <a:avLst/>
            </a:prstGeom>
            <a:ln w="28575" cap="flat" cmpd="sng">
              <a:solidFill>
                <a:schemeClr val="tx1"/>
              </a:solidFill>
              <a:prstDash val="solid"/>
              <a:headEnd type="none" w="med" len="med"/>
              <a:tailEnd type="none" w="med" len="med"/>
            </a:ln>
          </p:spPr>
        </p:sp>
        <p:sp>
          <p:nvSpPr>
            <p:cNvPr id="194656" name="Line 40"/>
            <p:cNvSpPr/>
            <p:nvPr/>
          </p:nvSpPr>
          <p:spPr>
            <a:xfrm flipH="1">
              <a:off x="199" y="2519"/>
              <a:ext cx="907" cy="0"/>
            </a:xfrm>
            <a:prstGeom prst="line">
              <a:avLst/>
            </a:prstGeom>
            <a:ln w="28575" cap="flat" cmpd="sng">
              <a:solidFill>
                <a:schemeClr val="tx1"/>
              </a:solidFill>
              <a:prstDash val="solid"/>
              <a:headEnd type="none" w="med" len="med"/>
              <a:tailEnd type="none" w="med" len="med"/>
            </a:ln>
          </p:spPr>
        </p:sp>
        <p:sp>
          <p:nvSpPr>
            <p:cNvPr id="194657" name="Line 41"/>
            <p:cNvSpPr/>
            <p:nvPr/>
          </p:nvSpPr>
          <p:spPr>
            <a:xfrm flipH="1">
              <a:off x="199" y="3959"/>
              <a:ext cx="907" cy="0"/>
            </a:xfrm>
            <a:prstGeom prst="line">
              <a:avLst/>
            </a:prstGeom>
            <a:ln w="28575" cap="flat" cmpd="sng">
              <a:solidFill>
                <a:schemeClr val="tx1"/>
              </a:solidFill>
              <a:prstDash val="solid"/>
              <a:headEnd type="none" w="med" len="med"/>
              <a:tailEnd type="none" w="med" len="med"/>
            </a:ln>
          </p:spPr>
        </p:sp>
        <p:sp>
          <p:nvSpPr>
            <p:cNvPr id="194658" name="Text Box 42"/>
            <p:cNvSpPr txBox="1"/>
            <p:nvPr/>
          </p:nvSpPr>
          <p:spPr>
            <a:xfrm>
              <a:off x="1107" y="269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5D</a:t>
              </a:r>
            </a:p>
          </p:txBody>
        </p:sp>
        <p:sp>
          <p:nvSpPr>
            <p:cNvPr id="194659" name="Text Box 43"/>
            <p:cNvSpPr txBox="1"/>
            <p:nvPr/>
          </p:nvSpPr>
          <p:spPr>
            <a:xfrm>
              <a:off x="1107" y="305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6D</a:t>
              </a:r>
            </a:p>
          </p:txBody>
        </p:sp>
        <p:sp>
          <p:nvSpPr>
            <p:cNvPr id="194660" name="Text Box 44"/>
            <p:cNvSpPr txBox="1"/>
            <p:nvPr/>
          </p:nvSpPr>
          <p:spPr>
            <a:xfrm>
              <a:off x="1107" y="341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7D</a:t>
              </a:r>
            </a:p>
          </p:txBody>
        </p:sp>
        <p:sp>
          <p:nvSpPr>
            <p:cNvPr id="194661" name="Text Box 45"/>
            <p:cNvSpPr txBox="1"/>
            <p:nvPr/>
          </p:nvSpPr>
          <p:spPr>
            <a:xfrm>
              <a:off x="1107" y="3779"/>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8D</a:t>
              </a:r>
            </a:p>
          </p:txBody>
        </p:sp>
        <p:sp>
          <p:nvSpPr>
            <p:cNvPr id="194662" name="Text Box 46"/>
            <p:cNvSpPr txBox="1"/>
            <p:nvPr/>
          </p:nvSpPr>
          <p:spPr>
            <a:xfrm>
              <a:off x="987" y="0"/>
              <a:ext cx="216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74LS377</a:t>
              </a:r>
            </a:p>
          </p:txBody>
        </p:sp>
      </p:grpSp>
      <p:grpSp>
        <p:nvGrpSpPr>
          <p:cNvPr id="194564" name="Group 128"/>
          <p:cNvGrpSpPr/>
          <p:nvPr/>
        </p:nvGrpSpPr>
        <p:grpSpPr>
          <a:xfrm>
            <a:off x="3905623" y="866140"/>
            <a:ext cx="4765302" cy="3679706"/>
            <a:chOff x="-105" y="0"/>
            <a:chExt cx="3799" cy="3288"/>
          </a:xfrm>
        </p:grpSpPr>
        <p:grpSp>
          <p:nvGrpSpPr>
            <p:cNvPr id="194565" name="Group 124"/>
            <p:cNvGrpSpPr/>
            <p:nvPr/>
          </p:nvGrpSpPr>
          <p:grpSpPr>
            <a:xfrm>
              <a:off x="1536" y="216"/>
              <a:ext cx="305" cy="411"/>
              <a:chOff x="0" y="0"/>
              <a:chExt cx="305" cy="411"/>
            </a:xfrm>
          </p:grpSpPr>
          <p:sp>
            <p:nvSpPr>
              <p:cNvPr id="194622" name="Rectangle 50"/>
              <p:cNvSpPr>
                <a:spLocks noChangeArrowheads="1"/>
              </p:cNvSpPr>
              <p:nvPr/>
            </p:nvSpPr>
            <p:spPr bwMode="auto">
              <a:xfrm>
                <a:off x="0" y="0"/>
                <a:ext cx="272" cy="411"/>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3" name="Text Box 51"/>
              <p:cNvSpPr txBox="1">
                <a:spLocks noChangeArrowheads="1"/>
              </p:cNvSpPr>
              <p:nvPr/>
            </p:nvSpPr>
            <p:spPr bwMode="auto">
              <a:xfrm>
                <a:off x="22" y="47"/>
                <a:ext cx="28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p>
            </p:txBody>
          </p:sp>
        </p:grpSp>
        <p:grpSp>
          <p:nvGrpSpPr>
            <p:cNvPr id="194566" name="Group 125"/>
            <p:cNvGrpSpPr/>
            <p:nvPr/>
          </p:nvGrpSpPr>
          <p:grpSpPr>
            <a:xfrm>
              <a:off x="1536" y="723"/>
              <a:ext cx="321" cy="405"/>
              <a:chOff x="0" y="3"/>
              <a:chExt cx="321" cy="405"/>
            </a:xfrm>
          </p:grpSpPr>
          <p:sp>
            <p:nvSpPr>
              <p:cNvPr id="194620" name="Rectangle 53"/>
              <p:cNvSpPr>
                <a:spLocks noChangeArrowheads="1"/>
              </p:cNvSpPr>
              <p:nvPr/>
            </p:nvSpPr>
            <p:spPr bwMode="auto">
              <a:xfrm>
                <a:off x="0" y="3"/>
                <a:ext cx="272" cy="405"/>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21" name="Text Box 54"/>
              <p:cNvSpPr txBox="1">
                <a:spLocks noChangeArrowheads="1"/>
              </p:cNvSpPr>
              <p:nvPr/>
            </p:nvSpPr>
            <p:spPr bwMode="auto">
              <a:xfrm>
                <a:off x="28" y="24"/>
                <a:ext cx="29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p>
            </p:txBody>
          </p:sp>
        </p:grpSp>
        <p:sp>
          <p:nvSpPr>
            <p:cNvPr id="194567" name="Rectangle 56"/>
            <p:cNvSpPr>
              <a:spLocks noChangeArrowheads="1"/>
            </p:cNvSpPr>
            <p:nvPr/>
          </p:nvSpPr>
          <p:spPr bwMode="auto">
            <a:xfrm>
              <a:off x="2690" y="480"/>
              <a:ext cx="435" cy="7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68" name="Text Box 57"/>
            <p:cNvSpPr txBox="1">
              <a:spLocks noChangeArrowheads="1"/>
            </p:cNvSpPr>
            <p:nvPr/>
          </p:nvSpPr>
          <p:spPr bwMode="auto">
            <a:xfrm>
              <a:off x="2677" y="576"/>
              <a:ext cx="136"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D</a:t>
              </a:r>
            </a:p>
          </p:txBody>
        </p:sp>
        <p:sp>
          <p:nvSpPr>
            <p:cNvPr id="194569" name="Text Box 58"/>
            <p:cNvSpPr txBox="1">
              <a:spLocks noChangeArrowheads="1"/>
            </p:cNvSpPr>
            <p:nvPr/>
          </p:nvSpPr>
          <p:spPr bwMode="auto">
            <a:xfrm>
              <a:off x="2951" y="576"/>
              <a:ext cx="137"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Q</a:t>
              </a:r>
            </a:p>
          </p:txBody>
        </p:sp>
        <p:sp>
          <p:nvSpPr>
            <p:cNvPr id="194570" name="AutoShape 59"/>
            <p:cNvSpPr>
              <a:spLocks noChangeArrowheads="1"/>
            </p:cNvSpPr>
            <p:nvPr/>
          </p:nvSpPr>
          <p:spPr bwMode="auto">
            <a:xfrm rot="5400000">
              <a:off x="2678" y="908"/>
              <a:ext cx="70" cy="56"/>
            </a:xfrm>
            <a:prstGeom prst="flowChartExtra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1" name="Text Box 60"/>
            <p:cNvSpPr txBox="1">
              <a:spLocks noChangeArrowheads="1"/>
            </p:cNvSpPr>
            <p:nvPr/>
          </p:nvSpPr>
          <p:spPr bwMode="auto">
            <a:xfrm>
              <a:off x="2713" y="863"/>
              <a:ext cx="412"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CLK</a:t>
              </a:r>
            </a:p>
          </p:txBody>
        </p:sp>
        <p:sp>
          <p:nvSpPr>
            <p:cNvPr id="194572" name="Line 61"/>
            <p:cNvSpPr>
              <a:spLocks noChangeShapeType="1"/>
            </p:cNvSpPr>
            <p:nvPr/>
          </p:nvSpPr>
          <p:spPr bwMode="auto">
            <a:xfrm flipH="1">
              <a:off x="2352" y="672"/>
              <a:ext cx="34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3" name="Line 62"/>
            <p:cNvSpPr>
              <a:spLocks noChangeShapeType="1"/>
            </p:cNvSpPr>
            <p:nvPr/>
          </p:nvSpPr>
          <p:spPr bwMode="auto">
            <a:xfrm>
              <a:off x="3128" y="672"/>
              <a:ext cx="376"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4" name="Oval 64"/>
            <p:cNvSpPr>
              <a:spLocks noChangeArrowheads="1"/>
            </p:cNvSpPr>
            <p:nvPr/>
          </p:nvSpPr>
          <p:spPr bwMode="auto">
            <a:xfrm>
              <a:off x="2614" y="902"/>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5" name="Line 65"/>
            <p:cNvSpPr>
              <a:spLocks noChangeShapeType="1"/>
            </p:cNvSpPr>
            <p:nvPr/>
          </p:nvSpPr>
          <p:spPr bwMode="auto">
            <a:xfrm flipH="1">
              <a:off x="2484" y="936"/>
              <a:ext cx="122"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6" name="Rectangle 67"/>
            <p:cNvSpPr>
              <a:spLocks noChangeArrowheads="1"/>
            </p:cNvSpPr>
            <p:nvPr/>
          </p:nvSpPr>
          <p:spPr bwMode="auto">
            <a:xfrm>
              <a:off x="2064" y="480"/>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577" name="Line 71"/>
            <p:cNvSpPr>
              <a:spLocks noChangeShapeType="1"/>
            </p:cNvSpPr>
            <p:nvPr/>
          </p:nvSpPr>
          <p:spPr bwMode="auto">
            <a:xfrm rot="10800000" flipH="1">
              <a:off x="1286" y="2041"/>
              <a:ext cx="11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8" name="Line 74"/>
            <p:cNvSpPr>
              <a:spLocks noChangeShapeType="1"/>
            </p:cNvSpPr>
            <p:nvPr/>
          </p:nvSpPr>
          <p:spPr bwMode="auto">
            <a:xfrm flipH="1">
              <a:off x="528" y="836"/>
              <a:ext cx="1008"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79" name="Line 75"/>
            <p:cNvSpPr>
              <a:spLocks noChangeShapeType="1"/>
            </p:cNvSpPr>
            <p:nvPr/>
          </p:nvSpPr>
          <p:spPr bwMode="auto">
            <a:xfrm flipH="1">
              <a:off x="778" y="1007"/>
              <a:ext cx="752"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0" name="Line 76"/>
            <p:cNvSpPr>
              <a:spLocks noChangeShapeType="1"/>
            </p:cNvSpPr>
            <p:nvPr/>
          </p:nvSpPr>
          <p:spPr bwMode="auto">
            <a:xfrm flipH="1">
              <a:off x="1392" y="528"/>
              <a:ext cx="144"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1" name="Line 77"/>
            <p:cNvSpPr>
              <a:spLocks noChangeShapeType="1"/>
            </p:cNvSpPr>
            <p:nvPr/>
          </p:nvSpPr>
          <p:spPr bwMode="auto">
            <a:xfrm>
              <a:off x="1392" y="528"/>
              <a:ext cx="0" cy="681"/>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2" name="Line 79"/>
            <p:cNvSpPr>
              <a:spLocks noChangeShapeType="1"/>
            </p:cNvSpPr>
            <p:nvPr/>
          </p:nvSpPr>
          <p:spPr bwMode="auto">
            <a:xfrm>
              <a:off x="1392" y="1296"/>
              <a:ext cx="0" cy="453"/>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3" name="Line 81"/>
            <p:cNvSpPr>
              <a:spLocks noChangeShapeType="1"/>
            </p:cNvSpPr>
            <p:nvPr/>
          </p:nvSpPr>
          <p:spPr bwMode="auto">
            <a:xfrm flipV="1">
              <a:off x="1392" y="1799"/>
              <a:ext cx="0" cy="238"/>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4" name="Line 87"/>
            <p:cNvSpPr>
              <a:spLocks noChangeShapeType="1"/>
            </p:cNvSpPr>
            <p:nvPr/>
          </p:nvSpPr>
          <p:spPr bwMode="auto">
            <a:xfrm flipH="1">
              <a:off x="1392" y="336"/>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5" name="Line 88"/>
            <p:cNvSpPr>
              <a:spLocks noChangeShapeType="1"/>
            </p:cNvSpPr>
            <p:nvPr/>
          </p:nvSpPr>
          <p:spPr bwMode="auto">
            <a:xfrm flipV="1">
              <a:off x="1392" y="0"/>
              <a:ext cx="0" cy="336"/>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6" name="Line 89"/>
            <p:cNvSpPr>
              <a:spLocks noChangeShapeType="1"/>
            </p:cNvSpPr>
            <p:nvPr/>
          </p:nvSpPr>
          <p:spPr bwMode="auto">
            <a:xfrm>
              <a:off x="1392" y="0"/>
              <a:ext cx="1925"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7" name="Line 90"/>
            <p:cNvSpPr>
              <a:spLocks noChangeShapeType="1"/>
            </p:cNvSpPr>
            <p:nvPr/>
          </p:nvSpPr>
          <p:spPr bwMode="auto">
            <a:xfrm>
              <a:off x="3312" y="0"/>
              <a:ext cx="0" cy="672"/>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8" name="Line 101"/>
            <p:cNvSpPr>
              <a:spLocks noChangeShapeType="1"/>
            </p:cNvSpPr>
            <p:nvPr/>
          </p:nvSpPr>
          <p:spPr bwMode="auto">
            <a:xfrm>
              <a:off x="1824" y="432"/>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89" name="Line 102"/>
            <p:cNvSpPr>
              <a:spLocks noChangeShapeType="1"/>
            </p:cNvSpPr>
            <p:nvPr/>
          </p:nvSpPr>
          <p:spPr bwMode="auto">
            <a:xfrm>
              <a:off x="1920" y="432"/>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0" name="Line 103"/>
            <p:cNvSpPr>
              <a:spLocks noChangeShapeType="1"/>
            </p:cNvSpPr>
            <p:nvPr/>
          </p:nvSpPr>
          <p:spPr bwMode="auto">
            <a:xfrm>
              <a:off x="1920" y="624"/>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1" name="Line 105"/>
            <p:cNvSpPr>
              <a:spLocks noChangeShapeType="1"/>
            </p:cNvSpPr>
            <p:nvPr/>
          </p:nvSpPr>
          <p:spPr bwMode="auto">
            <a:xfrm>
              <a:off x="1824" y="936"/>
              <a:ext cx="91"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2" name="Line 106"/>
            <p:cNvSpPr>
              <a:spLocks noChangeShapeType="1"/>
            </p:cNvSpPr>
            <p:nvPr/>
          </p:nvSpPr>
          <p:spPr bwMode="auto">
            <a:xfrm>
              <a:off x="1920" y="768"/>
              <a:ext cx="0" cy="181"/>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3" name="Line 107"/>
            <p:cNvSpPr>
              <a:spLocks noChangeShapeType="1"/>
            </p:cNvSpPr>
            <p:nvPr/>
          </p:nvSpPr>
          <p:spPr bwMode="auto">
            <a:xfrm>
              <a:off x="1920" y="768"/>
              <a:ext cx="144"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4" name="Line 108"/>
            <p:cNvSpPr>
              <a:spLocks noChangeShapeType="1"/>
            </p:cNvSpPr>
            <p:nvPr/>
          </p:nvSpPr>
          <p:spPr bwMode="auto">
            <a:xfrm>
              <a:off x="2489" y="936"/>
              <a:ext cx="0" cy="1587"/>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5" name="Line 109"/>
            <p:cNvSpPr>
              <a:spLocks noChangeShapeType="1"/>
            </p:cNvSpPr>
            <p:nvPr/>
          </p:nvSpPr>
          <p:spPr bwMode="auto">
            <a:xfrm>
              <a:off x="750" y="2511"/>
              <a:ext cx="1746" cy="0"/>
            </a:xfrm>
            <a:prstGeom prst="line">
              <a:avLst/>
            </a:prstGeom>
            <a:noFill/>
            <a:ln w="28575">
              <a:solidFill>
                <a:schemeClr val="accent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596" name="Text Box 110"/>
            <p:cNvSpPr txBox="1">
              <a:spLocks noChangeArrowheads="1"/>
            </p:cNvSpPr>
            <p:nvPr/>
          </p:nvSpPr>
          <p:spPr bwMode="auto">
            <a:xfrm>
              <a:off x="192" y="672"/>
              <a:ext cx="481"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p>
          </p:txBody>
        </p:sp>
        <p:sp>
          <p:nvSpPr>
            <p:cNvPr id="194597" name="Text Box 111"/>
            <p:cNvSpPr txBox="1">
              <a:spLocks noChangeArrowheads="1"/>
            </p:cNvSpPr>
            <p:nvPr/>
          </p:nvSpPr>
          <p:spPr bwMode="auto">
            <a:xfrm>
              <a:off x="0" y="2256"/>
              <a:ext cx="528"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CLK</a:t>
              </a:r>
            </a:p>
          </p:txBody>
        </p:sp>
        <p:sp>
          <p:nvSpPr>
            <p:cNvPr id="194598" name="Text Box 113"/>
            <p:cNvSpPr txBox="1">
              <a:spLocks noChangeArrowheads="1"/>
            </p:cNvSpPr>
            <p:nvPr/>
          </p:nvSpPr>
          <p:spPr bwMode="auto">
            <a:xfrm>
              <a:off x="481" y="2929"/>
              <a:ext cx="2881" cy="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eaLnBrk="1" hangingPunct="1">
                <a:spcBef>
                  <a:spcPct val="50000"/>
                </a:spcBef>
              </a:pPr>
              <a:r>
                <a:rPr lang="zh-CN" altLang="en-US" b="1" dirty="0">
                  <a:solidFill>
                    <a:srgbClr val="FF0000"/>
                  </a:solidFill>
                  <a:latin typeface="Times New Roman" panose="02020603050405020304" pitchFamily="18" charset="0"/>
                  <a:ea typeface="华文新魏" panose="02010800040101010101" pitchFamily="2" charset="-122"/>
                </a:rPr>
                <a:t>时钟使能的 </a:t>
              </a:r>
              <a:r>
                <a:rPr lang="en-US" altLang="zh-CN" b="1">
                  <a:solidFill>
                    <a:srgbClr val="FF0000"/>
                  </a:solidFill>
                  <a:latin typeface="Times New Roman" panose="02020603050405020304" pitchFamily="18" charset="0"/>
                  <a:ea typeface="华文新魏" panose="02010800040101010101" pitchFamily="2" charset="-122"/>
                </a:rPr>
                <a:t>1 </a:t>
              </a:r>
              <a:r>
                <a:rPr lang="zh-CN" altLang="en-US" b="1" dirty="0">
                  <a:solidFill>
                    <a:srgbClr val="FF0000"/>
                  </a:solidFill>
                  <a:latin typeface="Times New Roman" panose="02020603050405020304" pitchFamily="18" charset="0"/>
                  <a:ea typeface="华文新魏" panose="02010800040101010101" pitchFamily="2" charset="-122"/>
                </a:rPr>
                <a:t>位等效逻辑图</a:t>
              </a:r>
            </a:p>
          </p:txBody>
        </p:sp>
        <p:sp>
          <p:nvSpPr>
            <p:cNvPr id="194599" name="Text Box 114"/>
            <p:cNvSpPr txBox="1">
              <a:spLocks noChangeArrowheads="1"/>
            </p:cNvSpPr>
            <p:nvPr/>
          </p:nvSpPr>
          <p:spPr bwMode="auto">
            <a:xfrm>
              <a:off x="2338" y="413"/>
              <a:ext cx="443"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1D</a:t>
              </a:r>
            </a:p>
          </p:txBody>
        </p:sp>
        <p:sp>
          <p:nvSpPr>
            <p:cNvPr id="194600" name="Text Box 115"/>
            <p:cNvSpPr txBox="1">
              <a:spLocks noChangeArrowheads="1"/>
            </p:cNvSpPr>
            <p:nvPr/>
          </p:nvSpPr>
          <p:spPr bwMode="auto">
            <a:xfrm>
              <a:off x="3262" y="613"/>
              <a:ext cx="432"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accent2"/>
                  </a:solidFill>
                  <a:effectLst/>
                  <a:uLnTx/>
                  <a:uFillTx/>
                  <a:latin typeface="Times New Roman" panose="02020603050405020304" pitchFamily="18" charset="0"/>
                  <a:ea typeface="华文新魏" panose="02010800040101010101" pitchFamily="2" charset="-122"/>
                  <a:cs typeface="+mn-cs"/>
                </a:rPr>
                <a:t>1Q</a:t>
              </a:r>
            </a:p>
          </p:txBody>
        </p:sp>
        <p:sp>
          <p:nvSpPr>
            <p:cNvPr id="194601" name="Oval 119"/>
            <p:cNvSpPr>
              <a:spLocks noChangeArrowheads="1"/>
            </p:cNvSpPr>
            <p:nvPr/>
          </p:nvSpPr>
          <p:spPr bwMode="auto">
            <a:xfrm>
              <a:off x="3282" y="654"/>
              <a:ext cx="48"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2" name="Text Box 120"/>
            <p:cNvSpPr txBox="1">
              <a:spLocks noChangeArrowheads="1"/>
            </p:cNvSpPr>
            <p:nvPr/>
          </p:nvSpPr>
          <p:spPr bwMode="auto">
            <a:xfrm>
              <a:off x="2044" y="528"/>
              <a:ext cx="38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p>
          </p:txBody>
        </p:sp>
        <p:sp>
          <p:nvSpPr>
            <p:cNvPr id="194603" name="Rectangle 72"/>
            <p:cNvSpPr>
              <a:spLocks noChangeArrowheads="1"/>
            </p:cNvSpPr>
            <p:nvPr/>
          </p:nvSpPr>
          <p:spPr bwMode="auto">
            <a:xfrm>
              <a:off x="946" y="1818"/>
              <a:ext cx="272" cy="409"/>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4" name="Text Box 73"/>
            <p:cNvSpPr txBox="1">
              <a:spLocks noChangeArrowheads="1"/>
            </p:cNvSpPr>
            <p:nvPr/>
          </p:nvSpPr>
          <p:spPr bwMode="auto">
            <a:xfrm>
              <a:off x="978" y="1842"/>
              <a:ext cx="250"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&amp;</a:t>
              </a:r>
            </a:p>
          </p:txBody>
        </p:sp>
        <p:sp>
          <p:nvSpPr>
            <p:cNvPr id="194605" name="Line 83"/>
            <p:cNvSpPr>
              <a:spLocks noChangeShapeType="1"/>
            </p:cNvSpPr>
            <p:nvPr/>
          </p:nvSpPr>
          <p:spPr bwMode="auto">
            <a:xfrm>
              <a:off x="788" y="1018"/>
              <a:ext cx="0" cy="144"/>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6" name="Line 85"/>
            <p:cNvSpPr>
              <a:spLocks noChangeShapeType="1"/>
            </p:cNvSpPr>
            <p:nvPr/>
          </p:nvSpPr>
          <p:spPr bwMode="auto">
            <a:xfrm>
              <a:off x="788" y="1799"/>
              <a:ext cx="0" cy="226"/>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7" name="Line 86"/>
            <p:cNvSpPr>
              <a:spLocks noChangeShapeType="1"/>
            </p:cNvSpPr>
            <p:nvPr/>
          </p:nvSpPr>
          <p:spPr bwMode="auto">
            <a:xfrm flipH="1">
              <a:off x="644" y="2036"/>
              <a:ext cx="293" cy="0"/>
            </a:xfrm>
            <a:prstGeom prst="line">
              <a:avLst/>
            </a:prstGeom>
            <a:noFill/>
            <a:ln w="28575">
              <a:solidFill>
                <a:srgbClr val="FF66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08" name="Rectangle 92"/>
            <p:cNvSpPr>
              <a:spLocks noChangeArrowheads="1"/>
            </p:cNvSpPr>
            <p:nvPr/>
          </p:nvSpPr>
          <p:spPr bwMode="auto">
            <a:xfrm>
              <a:off x="452" y="1881"/>
              <a:ext cx="219" cy="337"/>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09" name="Text Box 93"/>
            <p:cNvSpPr txBox="1">
              <a:spLocks noChangeArrowheads="1"/>
            </p:cNvSpPr>
            <p:nvPr/>
          </p:nvSpPr>
          <p:spPr bwMode="auto">
            <a:xfrm>
              <a:off x="484" y="1908"/>
              <a:ext cx="307"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p>
          </p:txBody>
        </p:sp>
        <p:sp>
          <p:nvSpPr>
            <p:cNvPr id="194610" name="Oval 94"/>
            <p:cNvSpPr>
              <a:spLocks noChangeArrowheads="1"/>
            </p:cNvSpPr>
            <p:nvPr/>
          </p:nvSpPr>
          <p:spPr bwMode="auto">
            <a:xfrm>
              <a:off x="381" y="2014"/>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1" name="Line 95"/>
            <p:cNvSpPr>
              <a:spLocks noChangeShapeType="1"/>
            </p:cNvSpPr>
            <p:nvPr/>
          </p:nvSpPr>
          <p:spPr bwMode="auto">
            <a:xfrm flipH="1">
              <a:off x="191" y="204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2" name="Rectangle 97"/>
            <p:cNvSpPr>
              <a:spLocks noChangeArrowheads="1"/>
            </p:cNvSpPr>
            <p:nvPr/>
          </p:nvSpPr>
          <p:spPr bwMode="auto">
            <a:xfrm>
              <a:off x="460" y="2352"/>
              <a:ext cx="212" cy="336"/>
            </a:xfrm>
            <a:prstGeom prst="rect">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3" name="Text Box 98"/>
            <p:cNvSpPr txBox="1">
              <a:spLocks noChangeArrowheads="1"/>
            </p:cNvSpPr>
            <p:nvPr/>
          </p:nvSpPr>
          <p:spPr bwMode="auto">
            <a:xfrm>
              <a:off x="492" y="2379"/>
              <a:ext cx="304"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chemeClr val="tx1"/>
                  </a:solidFill>
                  <a:effectLst/>
                  <a:uLnTx/>
                  <a:uFillTx/>
                  <a:latin typeface="Times New Roman" panose="02020603050405020304" pitchFamily="18" charset="0"/>
                  <a:ea typeface="华文新魏" panose="02010800040101010101" pitchFamily="2" charset="-122"/>
                  <a:cs typeface="+mn-cs"/>
                </a:rPr>
                <a:t>1</a:t>
              </a:r>
            </a:p>
          </p:txBody>
        </p:sp>
        <p:sp>
          <p:nvSpPr>
            <p:cNvPr id="194614" name="Oval 99"/>
            <p:cNvSpPr>
              <a:spLocks noChangeArrowheads="1"/>
            </p:cNvSpPr>
            <p:nvPr/>
          </p:nvSpPr>
          <p:spPr bwMode="auto">
            <a:xfrm rot="10800000">
              <a:off x="678" y="2478"/>
              <a:ext cx="70" cy="69"/>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5" name="Line 100"/>
            <p:cNvSpPr>
              <a:spLocks noChangeShapeType="1"/>
            </p:cNvSpPr>
            <p:nvPr/>
          </p:nvSpPr>
          <p:spPr bwMode="auto">
            <a:xfrm flipH="1">
              <a:off x="268" y="2521"/>
              <a:ext cx="190" cy="0"/>
            </a:xfrm>
            <a:prstGeom prst="line">
              <a:avLst/>
            </a:prstGeom>
            <a:noFill/>
            <a:ln w="2857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6" name="Text Box 112"/>
            <p:cNvSpPr txBox="1">
              <a:spLocks noChangeArrowheads="1"/>
            </p:cNvSpPr>
            <p:nvPr/>
          </p:nvSpPr>
          <p:spPr bwMode="auto">
            <a:xfrm>
              <a:off x="-105" y="1776"/>
              <a:ext cx="466"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90170" tIns="46990" rIns="90170" bIns="46990">
              <a:spAutoFit/>
            </a:bodyP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en-US" altLang="zh-CN" sz="1800" b="0" i="0" u="none" strike="noStrike" kern="1200" cap="none" spc="0" normalizeH="0" baseline="0" noProof="0">
                  <a:ln>
                    <a:noFill/>
                  </a:ln>
                  <a:solidFill>
                    <a:srgbClr val="FF9900"/>
                  </a:solidFill>
                  <a:effectLst/>
                  <a:uLnTx/>
                  <a:uFillTx/>
                  <a:latin typeface="Times New Roman" panose="02020603050405020304" pitchFamily="18" charset="0"/>
                  <a:ea typeface="华文新魏" panose="02010800040101010101" pitchFamily="2" charset="-122"/>
                  <a:cs typeface="+mn-cs"/>
                </a:rPr>
                <a:t>/G</a:t>
              </a:r>
            </a:p>
          </p:txBody>
        </p:sp>
        <p:sp>
          <p:nvSpPr>
            <p:cNvPr id="194617" name="Oval 122"/>
            <p:cNvSpPr>
              <a:spLocks noChangeArrowheads="1"/>
            </p:cNvSpPr>
            <p:nvPr/>
          </p:nvSpPr>
          <p:spPr bwMode="auto">
            <a:xfrm>
              <a:off x="1216" y="2006"/>
              <a:ext cx="70" cy="70"/>
            </a:xfrm>
            <a:prstGeom prst="ellipse">
              <a:avLst/>
            </a:prstGeom>
            <a:noFill/>
            <a:ln w="2857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sp>
          <p:nvSpPr>
            <p:cNvPr id="194618" name="Line 123"/>
            <p:cNvSpPr>
              <a:spLocks noChangeShapeType="1"/>
            </p:cNvSpPr>
            <p:nvPr/>
          </p:nvSpPr>
          <p:spPr bwMode="auto">
            <a:xfrm>
              <a:off x="788" y="1257"/>
              <a:ext cx="0" cy="452"/>
            </a:xfrm>
            <a:prstGeom prst="line">
              <a:avLst/>
            </a:prstGeom>
            <a:noFill/>
            <a:ln w="28575">
              <a:solidFill>
                <a:srgbClr val="FF6600"/>
              </a:solidFill>
              <a:prstDash val="lg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zh-CN" altLang="en-US" sz="2000" b="0" i="0" u="none" strike="noStrike" kern="1200" cap="none" spc="0" normalizeH="0" baseline="0" noProof="0">
                <a:ln>
                  <a:noFill/>
                </a:ln>
                <a:solidFill>
                  <a:srgbClr val="FFFF00"/>
                </a:solidFill>
                <a:effectLst/>
                <a:uLnTx/>
                <a:uFillTx/>
                <a:latin typeface="Calibri" panose="020F0502020204030204" pitchFamily="34" charset="0"/>
                <a:ea typeface="宋体" panose="02010600030101010101" pitchFamily="2" charset="-122"/>
                <a:cs typeface="+mn-cs"/>
              </a:endParaRPr>
            </a:p>
          </p:txBody>
        </p:sp>
        <p:sp>
          <p:nvSpPr>
            <p:cNvPr id="194619" name="Oval 127"/>
            <p:cNvSpPr>
              <a:spLocks noChangeArrowheads="1"/>
            </p:cNvSpPr>
            <p:nvPr/>
          </p:nvSpPr>
          <p:spPr bwMode="auto">
            <a:xfrm>
              <a:off x="758" y="2008"/>
              <a:ext cx="47" cy="48"/>
            </a:xfrm>
            <a:prstGeom prst="ellipse">
              <a:avLst/>
            </a:prstGeom>
            <a:solidFill>
              <a:schemeClr val="tx1"/>
            </a:solidFill>
            <a:ln w="28575">
              <a:solidFill>
                <a:schemeClr val="tx1"/>
              </a:solidFill>
              <a:rou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90170" tIns="46990" rIns="90170" bIns="46990" anchor="ctr"/>
            <a:lstStyle>
              <a:lvl1pPr>
                <a:defRPr sz="2000">
                  <a:solidFill>
                    <a:srgbClr val="FFFF00"/>
                  </a:solidFill>
                  <a:latin typeface="Calibri" panose="020F0502020204030204" pitchFamily="34" charset="0"/>
                  <a:ea typeface="宋体" panose="02010600030101010101" pitchFamily="2" charset="-122"/>
                </a:defRPr>
              </a:lvl1pPr>
              <a:lvl2pPr marL="742950" indent="-285750">
                <a:defRPr sz="2000">
                  <a:solidFill>
                    <a:srgbClr val="FFFF00"/>
                  </a:solidFill>
                  <a:latin typeface="Calibri" panose="020F0502020204030204" pitchFamily="34" charset="0"/>
                  <a:ea typeface="宋体" panose="02010600030101010101" pitchFamily="2" charset="-122"/>
                </a:defRPr>
              </a:lvl2pPr>
              <a:lvl3pPr marL="1143000" indent="-228600">
                <a:defRPr sz="2000">
                  <a:solidFill>
                    <a:srgbClr val="FFFF00"/>
                  </a:solidFill>
                  <a:latin typeface="Calibri" panose="020F0502020204030204" pitchFamily="34" charset="0"/>
                  <a:ea typeface="宋体" panose="02010600030101010101" pitchFamily="2" charset="-122"/>
                </a:defRPr>
              </a:lvl3pPr>
              <a:lvl4pPr marL="1600200" indent="-228600">
                <a:defRPr sz="2000">
                  <a:solidFill>
                    <a:srgbClr val="FFFF00"/>
                  </a:solidFill>
                  <a:latin typeface="Calibri" panose="020F0502020204030204" pitchFamily="34" charset="0"/>
                  <a:ea typeface="宋体" panose="02010600030101010101" pitchFamily="2" charset="-122"/>
                </a:defRPr>
              </a:lvl4pPr>
              <a:lvl5pPr marL="2057400" indent="-228600">
                <a:defRPr sz="2000">
                  <a:solidFill>
                    <a:srgbClr val="FFFF00"/>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sz="2000">
                  <a:solidFill>
                    <a:srgbClr val="FFFF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bg1"/>
                </a:solidFill>
                <a:effectLst/>
                <a:uLnTx/>
                <a:uFillTx/>
                <a:latin typeface="Times New Roman" panose="02020603050405020304" pitchFamily="18" charset="0"/>
                <a:ea typeface="华文新魏" panose="02010800040101010101" pitchFamily="2" charset="-122"/>
                <a:cs typeface="+mn-cs"/>
              </a:endParaRPr>
            </a:p>
          </p:txBody>
        </p:sp>
      </p:grpSp>
      <p:sp>
        <p:nvSpPr>
          <p:cNvPr id="2" name="Text Box 113"/>
          <p:cNvSpPr txBox="1">
            <a:spLocks noChangeArrowheads="1"/>
          </p:cNvSpPr>
          <p:nvPr/>
        </p:nvSpPr>
        <p:spPr bwMode="auto">
          <a:xfrm>
            <a:off x="247111" y="4199322"/>
            <a:ext cx="3613803" cy="709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lIns="90170" tIns="46990" rIns="90170" bIns="46990">
            <a:spAutoFit/>
          </a:bodyPr>
          <a:lstStyle/>
          <a:p>
            <a:pPr eaLnBrk="1" hangingPunct="1">
              <a:spcBef>
                <a:spcPct val="50000"/>
              </a:spcBef>
            </a:pPr>
            <a:r>
              <a:rPr lang="zh-CN" b="1" dirty="0">
                <a:solidFill>
                  <a:srgbClr val="FF0000"/>
                </a:solidFill>
                <a:latin typeface="Times New Roman" panose="02020603050405020304" pitchFamily="18" charset="0"/>
                <a:ea typeface="华文新魏" panose="02010800040101010101" pitchFamily="2" charset="-122"/>
              </a:rPr>
              <a:t>这类寄存器只能在时钟信号的有效沿才能存入数据！</a:t>
            </a:r>
          </a:p>
        </p:txBody>
      </p:sp>
      <p:sp>
        <p:nvSpPr>
          <p:cNvPr id="106" name="矩形标注 5">
            <a:extLst>
              <a:ext uri="{FF2B5EF4-FFF2-40B4-BE49-F238E27FC236}">
                <a16:creationId xmlns:a16="http://schemas.microsoft.com/office/drawing/2014/main" id="{D2DBF746-B8CD-44CF-9473-2024FE84FAD7}"/>
              </a:ext>
            </a:extLst>
          </p:cNvPr>
          <p:cNvSpPr/>
          <p:nvPr/>
        </p:nvSpPr>
        <p:spPr>
          <a:xfrm>
            <a:off x="3111616" y="1041073"/>
            <a:ext cx="1136623" cy="360045"/>
          </a:xfrm>
          <a:prstGeom prst="wedgeRectCallout">
            <a:avLst>
              <a:gd name="adj1" fmla="val -98692"/>
              <a:gd name="adj2" fmla="val 7957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透明器件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63"/>
                                        </p:tgtEl>
                                        <p:attrNameLst>
                                          <p:attrName>style.visibility</p:attrName>
                                        </p:attrNameLst>
                                      </p:cBhvr>
                                      <p:to>
                                        <p:strVal val="visible"/>
                                      </p:to>
                                    </p:set>
                                    <p:anim calcmode="lin" valueType="num">
                                      <p:cBhvr additive="base">
                                        <p:cTn id="7" dur="500" fill="hold"/>
                                        <p:tgtEl>
                                          <p:spTgt spid="194563"/>
                                        </p:tgtEl>
                                        <p:attrNameLst>
                                          <p:attrName>ppt_x</p:attrName>
                                        </p:attrNameLst>
                                      </p:cBhvr>
                                      <p:tavLst>
                                        <p:tav tm="0">
                                          <p:val>
                                            <p:strVal val="#ppt_x"/>
                                          </p:val>
                                        </p:tav>
                                        <p:tav tm="100000">
                                          <p:val>
                                            <p:strVal val="#ppt_x"/>
                                          </p:val>
                                        </p:tav>
                                      </p:tavLst>
                                    </p:anim>
                                    <p:anim calcmode="lin" valueType="num">
                                      <p:cBhvr additive="base">
                                        <p:cTn id="8" dur="500" fill="hold"/>
                                        <p:tgtEl>
                                          <p:spTgt spid="1945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4564"/>
                                        </p:tgtEl>
                                        <p:attrNameLst>
                                          <p:attrName>style.visibility</p:attrName>
                                        </p:attrNameLst>
                                      </p:cBhvr>
                                      <p:to>
                                        <p:strVal val="visible"/>
                                      </p:to>
                                    </p:set>
                                    <p:anim calcmode="lin" valueType="num">
                                      <p:cBhvr additive="base">
                                        <p:cTn id="13" dur="500" fill="hold"/>
                                        <p:tgtEl>
                                          <p:spTgt spid="194564"/>
                                        </p:tgtEl>
                                        <p:attrNameLst>
                                          <p:attrName>ppt_x</p:attrName>
                                        </p:attrNameLst>
                                      </p:cBhvr>
                                      <p:tavLst>
                                        <p:tav tm="0">
                                          <p:val>
                                            <p:strVal val="#ppt_x"/>
                                          </p:val>
                                        </p:tav>
                                        <p:tav tm="100000">
                                          <p:val>
                                            <p:strVal val="#ppt_x"/>
                                          </p:val>
                                        </p:tav>
                                      </p:tavLst>
                                    </p:anim>
                                    <p:anim calcmode="lin" valueType="num">
                                      <p:cBhvr additive="base">
                                        <p:cTn id="14" dur="500" fill="hold"/>
                                        <p:tgtEl>
                                          <p:spTgt spid="19456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106" grpId="0" animBg="1"/>
      <p:bldP spid="106" grpId="1"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2"/>
          <p:cNvSpPr>
            <a:spLocks noGrp="1"/>
          </p:cNvSpPr>
          <p:nvPr>
            <p:ph type="title"/>
          </p:nvPr>
        </p:nvSpPr>
        <p:spPr>
          <a:xfrm>
            <a:off x="533400" y="601663"/>
            <a:ext cx="6324600" cy="514350"/>
          </a:xfrm>
          <a:prstGeom prst="rect">
            <a:avLst/>
          </a:prstGeom>
          <a:noFill/>
          <a:ln w="28575">
            <a:noFill/>
          </a:ln>
        </p:spPr>
        <p:txBody>
          <a:bodyPr/>
          <a:lstStyle/>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移位寄存器 </a:t>
            </a:r>
            <a:r>
              <a:rPr lang="en-US" altLang="zh-CN" sz="2000" b="1" i="1">
                <a:latin typeface="华文新魏" panose="02010800040101010101" pitchFamily="2" charset="-122"/>
                <a:ea typeface="华文新魏" panose="02010800040101010101" pitchFamily="2" charset="-122"/>
              </a:rPr>
              <a:t>Shift Registers</a:t>
            </a:r>
            <a:endParaRPr lang="en-US" altLang="zh-CN" sz="2000" b="1">
              <a:latin typeface="华文新魏" panose="02010800040101010101" pitchFamily="2" charset="-122"/>
              <a:ea typeface="华文新魏" panose="02010800040101010101" pitchFamily="2" charset="-122"/>
            </a:endParaRPr>
          </a:p>
        </p:txBody>
      </p:sp>
      <p:sp>
        <p:nvSpPr>
          <p:cNvPr id="195587" name="Text Box 4"/>
          <p:cNvSpPr txBox="1"/>
          <p:nvPr/>
        </p:nvSpPr>
        <p:spPr>
          <a:xfrm>
            <a:off x="533400" y="2137093"/>
            <a:ext cx="6553200" cy="39687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(1) </a:t>
            </a:r>
            <a:r>
              <a:rPr lang="zh-CN" altLang="en-US" b="1" dirty="0">
                <a:solidFill>
                  <a:schemeClr val="tx1"/>
                </a:solidFill>
                <a:latin typeface="华文新魏" panose="02010800040101010101" pitchFamily="2" charset="-122"/>
                <a:ea typeface="华文新魏" panose="02010800040101010101" pitchFamily="2" charset="-122"/>
              </a:rPr>
              <a:t>串入</a:t>
            </a:r>
            <a:r>
              <a:rPr lang="en-US" altLang="zh-CN" b="1">
                <a:solidFill>
                  <a:schemeClr val="tx1"/>
                </a:solidFill>
                <a:latin typeface="华文新魏" panose="02010800040101010101" pitchFamily="2" charset="-122"/>
                <a:ea typeface="华文新魏" panose="02010800040101010101" pitchFamily="2" charset="-122"/>
              </a:rPr>
              <a:t>-</a:t>
            </a:r>
            <a:r>
              <a:rPr lang="zh-CN" altLang="en-US" b="1" dirty="0">
                <a:solidFill>
                  <a:schemeClr val="tx1"/>
                </a:solidFill>
                <a:latin typeface="华文新魏" panose="02010800040101010101" pitchFamily="2" charset="-122"/>
                <a:ea typeface="华文新魏" panose="02010800040101010101" pitchFamily="2" charset="-122"/>
              </a:rPr>
              <a:t>串出结构 </a:t>
            </a:r>
            <a:r>
              <a:rPr lang="en-US" altLang="zh-CN" b="1">
                <a:solidFill>
                  <a:schemeClr val="tx1"/>
                </a:solidFill>
                <a:latin typeface="华文新魏" panose="02010800040101010101" pitchFamily="2" charset="-122"/>
                <a:ea typeface="华文新魏" panose="02010800040101010101" pitchFamily="2" charset="-122"/>
              </a:rPr>
              <a:t>Serial in – Serial out</a:t>
            </a:r>
          </a:p>
        </p:txBody>
      </p:sp>
      <p:grpSp>
        <p:nvGrpSpPr>
          <p:cNvPr id="2" name="组合 1"/>
          <p:cNvGrpSpPr/>
          <p:nvPr/>
        </p:nvGrpSpPr>
        <p:grpSpPr>
          <a:xfrm>
            <a:off x="457200" y="2745740"/>
            <a:ext cx="8534400" cy="2110105"/>
            <a:chOff x="720" y="3420"/>
            <a:chExt cx="13440" cy="3323"/>
          </a:xfrm>
        </p:grpSpPr>
        <p:sp>
          <p:nvSpPr>
            <p:cNvPr id="195588" name="Text Box 6"/>
            <p:cNvSpPr txBox="1"/>
            <p:nvPr/>
          </p:nvSpPr>
          <p:spPr>
            <a:xfrm>
              <a:off x="12480" y="6210"/>
              <a:ext cx="16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CLK</a:t>
              </a:r>
            </a:p>
          </p:txBody>
        </p:sp>
        <p:sp>
          <p:nvSpPr>
            <p:cNvPr id="195589" name="Rectangle 8"/>
            <p:cNvSpPr/>
            <p:nvPr/>
          </p:nvSpPr>
          <p:spPr>
            <a:xfrm rot="-5400000">
              <a:off x="161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0" name="Text Box 9"/>
            <p:cNvSpPr txBox="1"/>
            <p:nvPr/>
          </p:nvSpPr>
          <p:spPr>
            <a:xfrm>
              <a:off x="1488" y="4955"/>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95591" name="Text Box 10"/>
            <p:cNvSpPr txBox="1"/>
            <p:nvPr/>
          </p:nvSpPr>
          <p:spPr>
            <a:xfrm>
              <a:off x="1485" y="4445"/>
              <a:ext cx="38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95592" name="AutoShape 11"/>
            <p:cNvSpPr/>
            <p:nvPr/>
          </p:nvSpPr>
          <p:spPr>
            <a:xfrm>
              <a:off x="2260" y="5290"/>
              <a:ext cx="178" cy="118"/>
            </a:xfrm>
            <a:prstGeom prst="flowChartExtract">
              <a:avLst/>
            </a:prstGeom>
            <a:no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3" name="Text Box 12"/>
            <p:cNvSpPr txBox="1"/>
            <p:nvPr/>
          </p:nvSpPr>
          <p:spPr>
            <a:xfrm>
              <a:off x="2005" y="4845"/>
              <a:ext cx="92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95594" name="Line 13"/>
            <p:cNvSpPr/>
            <p:nvPr/>
          </p:nvSpPr>
          <p:spPr>
            <a:xfrm rot="-5400000">
              <a:off x="1473" y="5668"/>
              <a:ext cx="532" cy="0"/>
            </a:xfrm>
            <a:prstGeom prst="line">
              <a:avLst/>
            </a:prstGeom>
            <a:ln w="28575" cap="flat" cmpd="sng">
              <a:solidFill>
                <a:schemeClr val="tx1"/>
              </a:solidFill>
              <a:prstDash val="solid"/>
              <a:headEnd type="none" w="med" len="med"/>
              <a:tailEnd type="none" w="med" len="med"/>
            </a:ln>
          </p:spPr>
        </p:sp>
        <p:sp>
          <p:nvSpPr>
            <p:cNvPr id="195595" name="Line 14"/>
            <p:cNvSpPr/>
            <p:nvPr/>
          </p:nvSpPr>
          <p:spPr>
            <a:xfrm rot="-5400000">
              <a:off x="1405" y="4144"/>
              <a:ext cx="588" cy="0"/>
            </a:xfrm>
            <a:prstGeom prst="line">
              <a:avLst/>
            </a:prstGeom>
            <a:ln w="28575" cap="flat" cmpd="sng">
              <a:solidFill>
                <a:schemeClr val="tx1"/>
              </a:solidFill>
              <a:prstDash val="solid"/>
              <a:headEnd type="none" w="med" len="med"/>
              <a:tailEnd type="none" w="med" len="med"/>
            </a:ln>
          </p:spPr>
        </p:sp>
        <p:sp>
          <p:nvSpPr>
            <p:cNvPr id="195596" name="Line 15"/>
            <p:cNvSpPr/>
            <p:nvPr/>
          </p:nvSpPr>
          <p:spPr>
            <a:xfrm rot="-5400000">
              <a:off x="1963" y="5798"/>
              <a:ext cx="800" cy="0"/>
            </a:xfrm>
            <a:prstGeom prst="line">
              <a:avLst/>
            </a:prstGeom>
            <a:ln w="28575" cap="flat" cmpd="sng">
              <a:solidFill>
                <a:schemeClr val="tx1"/>
              </a:solidFill>
              <a:prstDash val="solid"/>
              <a:headEnd type="none" w="med" len="med"/>
              <a:tailEnd type="none" w="med" len="med"/>
            </a:ln>
          </p:spPr>
        </p:sp>
        <p:sp>
          <p:nvSpPr>
            <p:cNvPr id="195597" name="Rectangle 16"/>
            <p:cNvSpPr/>
            <p:nvPr/>
          </p:nvSpPr>
          <p:spPr>
            <a:xfrm rot="-5400000">
              <a:off x="425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598" name="Text Box 17"/>
            <p:cNvSpPr txBox="1"/>
            <p:nvPr/>
          </p:nvSpPr>
          <p:spPr>
            <a:xfrm>
              <a:off x="4128" y="4955"/>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95599" name="Text Box 18"/>
            <p:cNvSpPr txBox="1"/>
            <p:nvPr/>
          </p:nvSpPr>
          <p:spPr>
            <a:xfrm>
              <a:off x="4125" y="4445"/>
              <a:ext cx="38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95600" name="AutoShape 19"/>
            <p:cNvSpPr/>
            <p:nvPr/>
          </p:nvSpPr>
          <p:spPr>
            <a:xfrm>
              <a:off x="4900" y="5290"/>
              <a:ext cx="178" cy="118"/>
            </a:xfrm>
            <a:prstGeom prst="flowChartExtract">
              <a:avLst/>
            </a:prstGeom>
            <a:no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01" name="Text Box 20"/>
            <p:cNvSpPr txBox="1"/>
            <p:nvPr/>
          </p:nvSpPr>
          <p:spPr>
            <a:xfrm>
              <a:off x="4645" y="4845"/>
              <a:ext cx="92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95602" name="Line 21"/>
            <p:cNvSpPr/>
            <p:nvPr/>
          </p:nvSpPr>
          <p:spPr>
            <a:xfrm rot="-5400000">
              <a:off x="4063" y="5668"/>
              <a:ext cx="532" cy="0"/>
            </a:xfrm>
            <a:prstGeom prst="line">
              <a:avLst/>
            </a:prstGeom>
            <a:ln w="28575" cap="flat" cmpd="sng">
              <a:solidFill>
                <a:schemeClr val="tx1"/>
              </a:solidFill>
              <a:prstDash val="solid"/>
              <a:headEnd type="none" w="med" len="med"/>
              <a:tailEnd type="none" w="med" len="med"/>
            </a:ln>
          </p:spPr>
        </p:sp>
        <p:sp>
          <p:nvSpPr>
            <p:cNvPr id="195603" name="Line 22"/>
            <p:cNvSpPr/>
            <p:nvPr/>
          </p:nvSpPr>
          <p:spPr>
            <a:xfrm rot="-5400000">
              <a:off x="4057" y="4144"/>
              <a:ext cx="588" cy="0"/>
            </a:xfrm>
            <a:prstGeom prst="line">
              <a:avLst/>
            </a:prstGeom>
            <a:ln w="28575" cap="flat" cmpd="sng">
              <a:solidFill>
                <a:schemeClr val="tx1"/>
              </a:solidFill>
              <a:prstDash val="solid"/>
              <a:headEnd type="none" w="med" len="med"/>
              <a:tailEnd type="none" w="med" len="med"/>
            </a:ln>
          </p:spPr>
        </p:sp>
        <p:sp>
          <p:nvSpPr>
            <p:cNvPr id="195604" name="Line 23"/>
            <p:cNvSpPr/>
            <p:nvPr/>
          </p:nvSpPr>
          <p:spPr>
            <a:xfrm rot="-5400000">
              <a:off x="4603" y="5798"/>
              <a:ext cx="800" cy="0"/>
            </a:xfrm>
            <a:prstGeom prst="line">
              <a:avLst/>
            </a:prstGeom>
            <a:ln w="28575" cap="flat" cmpd="sng">
              <a:solidFill>
                <a:schemeClr val="tx1"/>
              </a:solidFill>
              <a:prstDash val="solid"/>
              <a:headEnd type="none" w="med" len="med"/>
              <a:tailEnd type="none" w="med" len="med"/>
            </a:ln>
          </p:spPr>
        </p:sp>
        <p:sp>
          <p:nvSpPr>
            <p:cNvPr id="195605" name="Line 24"/>
            <p:cNvSpPr/>
            <p:nvPr/>
          </p:nvSpPr>
          <p:spPr>
            <a:xfrm>
              <a:off x="1760" y="5940"/>
              <a:ext cx="1620" cy="0"/>
            </a:xfrm>
            <a:prstGeom prst="line">
              <a:avLst/>
            </a:prstGeom>
            <a:ln w="28575" cap="flat" cmpd="sng">
              <a:solidFill>
                <a:schemeClr val="tx1"/>
              </a:solidFill>
              <a:prstDash val="solid"/>
              <a:headEnd type="none" w="med" len="med"/>
              <a:tailEnd type="none" w="med" len="med"/>
            </a:ln>
          </p:spPr>
        </p:sp>
        <p:sp>
          <p:nvSpPr>
            <p:cNvPr id="195606" name="Line 25"/>
            <p:cNvSpPr/>
            <p:nvPr/>
          </p:nvSpPr>
          <p:spPr>
            <a:xfrm>
              <a:off x="3360" y="3870"/>
              <a:ext cx="0" cy="2070"/>
            </a:xfrm>
            <a:prstGeom prst="line">
              <a:avLst/>
            </a:prstGeom>
            <a:ln w="28575" cap="flat" cmpd="sng">
              <a:solidFill>
                <a:schemeClr val="tx1"/>
              </a:solidFill>
              <a:prstDash val="solid"/>
              <a:headEnd type="none" w="med" len="med"/>
              <a:tailEnd type="none" w="med" len="med"/>
            </a:ln>
          </p:spPr>
        </p:sp>
        <p:sp>
          <p:nvSpPr>
            <p:cNvPr id="195607" name="Line 26"/>
            <p:cNvSpPr/>
            <p:nvPr/>
          </p:nvSpPr>
          <p:spPr>
            <a:xfrm>
              <a:off x="3350" y="3845"/>
              <a:ext cx="1020" cy="0"/>
            </a:xfrm>
            <a:prstGeom prst="line">
              <a:avLst/>
            </a:prstGeom>
            <a:ln w="28575" cap="flat" cmpd="sng">
              <a:solidFill>
                <a:schemeClr val="tx1"/>
              </a:solidFill>
              <a:prstDash val="solid"/>
              <a:headEnd type="none" w="med" len="med"/>
              <a:tailEnd type="none" w="med" len="med"/>
            </a:ln>
          </p:spPr>
        </p:sp>
        <p:sp>
          <p:nvSpPr>
            <p:cNvPr id="195608" name="Line 27"/>
            <p:cNvSpPr/>
            <p:nvPr/>
          </p:nvSpPr>
          <p:spPr>
            <a:xfrm>
              <a:off x="4345" y="5940"/>
              <a:ext cx="1620" cy="0"/>
            </a:xfrm>
            <a:prstGeom prst="line">
              <a:avLst/>
            </a:prstGeom>
            <a:ln w="28575" cap="flat" cmpd="sng">
              <a:solidFill>
                <a:schemeClr val="tx1"/>
              </a:solidFill>
              <a:prstDash val="solid"/>
              <a:headEnd type="none" w="med" len="med"/>
              <a:tailEnd type="none" w="med" len="med"/>
            </a:ln>
          </p:spPr>
        </p:sp>
        <p:sp>
          <p:nvSpPr>
            <p:cNvPr id="195609" name="Line 28"/>
            <p:cNvSpPr/>
            <p:nvPr/>
          </p:nvSpPr>
          <p:spPr>
            <a:xfrm>
              <a:off x="2365" y="6210"/>
              <a:ext cx="10440" cy="0"/>
            </a:xfrm>
            <a:prstGeom prst="line">
              <a:avLst/>
            </a:prstGeom>
            <a:ln w="28575" cap="flat" cmpd="sng">
              <a:solidFill>
                <a:schemeClr val="tx1"/>
              </a:solidFill>
              <a:prstDash val="solid"/>
              <a:headEnd type="none" w="med" len="med"/>
              <a:tailEnd type="none" w="med" len="med"/>
            </a:ln>
          </p:spPr>
        </p:sp>
        <p:sp>
          <p:nvSpPr>
            <p:cNvPr id="195610" name="Rectangle 30"/>
            <p:cNvSpPr/>
            <p:nvPr/>
          </p:nvSpPr>
          <p:spPr>
            <a:xfrm rot="-5400000">
              <a:off x="773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1" name="Text Box 31"/>
            <p:cNvSpPr txBox="1"/>
            <p:nvPr/>
          </p:nvSpPr>
          <p:spPr>
            <a:xfrm>
              <a:off x="7608" y="4955"/>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95612" name="Text Box 32"/>
            <p:cNvSpPr txBox="1"/>
            <p:nvPr/>
          </p:nvSpPr>
          <p:spPr>
            <a:xfrm>
              <a:off x="7605" y="4445"/>
              <a:ext cx="38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95613" name="AutoShape 33"/>
            <p:cNvSpPr/>
            <p:nvPr/>
          </p:nvSpPr>
          <p:spPr>
            <a:xfrm>
              <a:off x="8380" y="5290"/>
              <a:ext cx="178" cy="118"/>
            </a:xfrm>
            <a:prstGeom prst="flowChartExtract">
              <a:avLst/>
            </a:prstGeom>
            <a:no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4" name="Text Box 34"/>
            <p:cNvSpPr txBox="1"/>
            <p:nvPr/>
          </p:nvSpPr>
          <p:spPr>
            <a:xfrm>
              <a:off x="8125" y="4845"/>
              <a:ext cx="92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95615" name="Line 35"/>
            <p:cNvSpPr/>
            <p:nvPr/>
          </p:nvSpPr>
          <p:spPr>
            <a:xfrm rot="-5400000">
              <a:off x="7593" y="5668"/>
              <a:ext cx="532" cy="0"/>
            </a:xfrm>
            <a:prstGeom prst="line">
              <a:avLst/>
            </a:prstGeom>
            <a:ln w="28575" cap="flat" cmpd="sng">
              <a:solidFill>
                <a:schemeClr val="tx1"/>
              </a:solidFill>
              <a:prstDash val="solid"/>
              <a:headEnd type="none" w="med" len="med"/>
              <a:tailEnd type="none" w="med" len="med"/>
            </a:ln>
          </p:spPr>
        </p:sp>
        <p:sp>
          <p:nvSpPr>
            <p:cNvPr id="195616" name="Line 36"/>
            <p:cNvSpPr/>
            <p:nvPr/>
          </p:nvSpPr>
          <p:spPr>
            <a:xfrm rot="-5400000">
              <a:off x="7537" y="4156"/>
              <a:ext cx="588" cy="0"/>
            </a:xfrm>
            <a:prstGeom prst="line">
              <a:avLst/>
            </a:prstGeom>
            <a:ln w="28575" cap="flat" cmpd="sng">
              <a:solidFill>
                <a:schemeClr val="tx1"/>
              </a:solidFill>
              <a:prstDash val="solid"/>
              <a:headEnd type="none" w="med" len="med"/>
              <a:tailEnd type="none" w="med" len="med"/>
            </a:ln>
          </p:spPr>
        </p:sp>
        <p:sp>
          <p:nvSpPr>
            <p:cNvPr id="195617" name="Line 37"/>
            <p:cNvSpPr/>
            <p:nvPr/>
          </p:nvSpPr>
          <p:spPr>
            <a:xfrm rot="-5400000">
              <a:off x="8083" y="5798"/>
              <a:ext cx="800" cy="0"/>
            </a:xfrm>
            <a:prstGeom prst="line">
              <a:avLst/>
            </a:prstGeom>
            <a:ln w="28575" cap="flat" cmpd="sng">
              <a:solidFill>
                <a:schemeClr val="tx1"/>
              </a:solidFill>
              <a:prstDash val="solid"/>
              <a:headEnd type="none" w="med" len="med"/>
              <a:tailEnd type="none" w="med" len="med"/>
            </a:ln>
          </p:spPr>
        </p:sp>
        <p:sp>
          <p:nvSpPr>
            <p:cNvPr id="195618" name="Rectangle 38"/>
            <p:cNvSpPr/>
            <p:nvPr/>
          </p:nvSpPr>
          <p:spPr>
            <a:xfrm rot="-5400000">
              <a:off x="10378" y="4038"/>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19" name="Text Box 39"/>
            <p:cNvSpPr txBox="1"/>
            <p:nvPr/>
          </p:nvSpPr>
          <p:spPr>
            <a:xfrm>
              <a:off x="10248" y="4955"/>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195620" name="Text Box 40"/>
            <p:cNvSpPr txBox="1"/>
            <p:nvPr/>
          </p:nvSpPr>
          <p:spPr>
            <a:xfrm>
              <a:off x="10245" y="4445"/>
              <a:ext cx="38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p>
          </p:txBody>
        </p:sp>
        <p:sp>
          <p:nvSpPr>
            <p:cNvPr id="195621" name="AutoShape 41"/>
            <p:cNvSpPr/>
            <p:nvPr/>
          </p:nvSpPr>
          <p:spPr>
            <a:xfrm>
              <a:off x="11020" y="5290"/>
              <a:ext cx="178" cy="118"/>
            </a:xfrm>
            <a:prstGeom prst="flowChartExtract">
              <a:avLst/>
            </a:prstGeom>
            <a:no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22" name="Text Box 42"/>
            <p:cNvSpPr txBox="1"/>
            <p:nvPr/>
          </p:nvSpPr>
          <p:spPr>
            <a:xfrm>
              <a:off x="10765" y="4845"/>
              <a:ext cx="928"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CLK</a:t>
              </a:r>
            </a:p>
          </p:txBody>
        </p:sp>
        <p:sp>
          <p:nvSpPr>
            <p:cNvPr id="195623" name="Line 43"/>
            <p:cNvSpPr/>
            <p:nvPr/>
          </p:nvSpPr>
          <p:spPr>
            <a:xfrm rot="-5400000">
              <a:off x="10183" y="5668"/>
              <a:ext cx="532" cy="0"/>
            </a:xfrm>
            <a:prstGeom prst="line">
              <a:avLst/>
            </a:prstGeom>
            <a:ln w="28575" cap="flat" cmpd="sng">
              <a:solidFill>
                <a:schemeClr val="tx1"/>
              </a:solidFill>
              <a:prstDash val="solid"/>
              <a:headEnd type="none" w="med" len="med"/>
              <a:tailEnd type="none" w="med" len="med"/>
            </a:ln>
          </p:spPr>
        </p:sp>
        <p:sp>
          <p:nvSpPr>
            <p:cNvPr id="195624" name="Line 44"/>
            <p:cNvSpPr/>
            <p:nvPr/>
          </p:nvSpPr>
          <p:spPr>
            <a:xfrm rot="-5400000">
              <a:off x="10177" y="4156"/>
              <a:ext cx="588" cy="0"/>
            </a:xfrm>
            <a:prstGeom prst="line">
              <a:avLst/>
            </a:prstGeom>
            <a:ln w="28575" cap="flat" cmpd="sng">
              <a:solidFill>
                <a:schemeClr val="tx1"/>
              </a:solidFill>
              <a:prstDash val="solid"/>
              <a:headEnd type="none" w="med" len="med"/>
              <a:tailEnd type="none" w="med" len="med"/>
            </a:ln>
          </p:spPr>
        </p:sp>
        <p:sp>
          <p:nvSpPr>
            <p:cNvPr id="195625" name="Line 45"/>
            <p:cNvSpPr/>
            <p:nvPr/>
          </p:nvSpPr>
          <p:spPr>
            <a:xfrm rot="-5400000">
              <a:off x="10723" y="5798"/>
              <a:ext cx="800" cy="0"/>
            </a:xfrm>
            <a:prstGeom prst="line">
              <a:avLst/>
            </a:prstGeom>
            <a:ln w="28575" cap="flat" cmpd="sng">
              <a:solidFill>
                <a:schemeClr val="tx1"/>
              </a:solidFill>
              <a:prstDash val="solid"/>
              <a:headEnd type="none" w="med" len="med"/>
              <a:tailEnd type="none" w="med" len="med"/>
            </a:ln>
          </p:spPr>
        </p:sp>
        <p:sp>
          <p:nvSpPr>
            <p:cNvPr id="195626" name="Line 46"/>
            <p:cNvSpPr/>
            <p:nvPr/>
          </p:nvSpPr>
          <p:spPr>
            <a:xfrm>
              <a:off x="7855" y="5940"/>
              <a:ext cx="1620" cy="0"/>
            </a:xfrm>
            <a:prstGeom prst="line">
              <a:avLst/>
            </a:prstGeom>
            <a:ln w="28575" cap="flat" cmpd="sng">
              <a:solidFill>
                <a:schemeClr val="tx1"/>
              </a:solidFill>
              <a:prstDash val="solid"/>
              <a:headEnd type="none" w="med" len="med"/>
              <a:tailEnd type="none" w="med" len="med"/>
            </a:ln>
          </p:spPr>
        </p:sp>
        <p:sp>
          <p:nvSpPr>
            <p:cNvPr id="195627" name="Line 47"/>
            <p:cNvSpPr/>
            <p:nvPr/>
          </p:nvSpPr>
          <p:spPr>
            <a:xfrm>
              <a:off x="9480" y="3870"/>
              <a:ext cx="0" cy="2070"/>
            </a:xfrm>
            <a:prstGeom prst="line">
              <a:avLst/>
            </a:prstGeom>
            <a:ln w="28575" cap="flat" cmpd="sng">
              <a:solidFill>
                <a:schemeClr val="tx1"/>
              </a:solidFill>
              <a:prstDash val="solid"/>
              <a:headEnd type="none" w="med" len="med"/>
              <a:tailEnd type="none" w="med" len="med"/>
            </a:ln>
          </p:spPr>
        </p:sp>
        <p:sp>
          <p:nvSpPr>
            <p:cNvPr id="195628" name="Line 48"/>
            <p:cNvSpPr/>
            <p:nvPr/>
          </p:nvSpPr>
          <p:spPr>
            <a:xfrm>
              <a:off x="9470" y="3845"/>
              <a:ext cx="1020" cy="0"/>
            </a:xfrm>
            <a:prstGeom prst="line">
              <a:avLst/>
            </a:prstGeom>
            <a:ln w="28575" cap="flat" cmpd="sng">
              <a:solidFill>
                <a:schemeClr val="tx1"/>
              </a:solidFill>
              <a:prstDash val="solid"/>
              <a:headEnd type="none" w="med" len="med"/>
              <a:tailEnd type="none" w="med" len="med"/>
            </a:ln>
          </p:spPr>
        </p:sp>
        <p:sp>
          <p:nvSpPr>
            <p:cNvPr id="195629" name="Line 49"/>
            <p:cNvSpPr/>
            <p:nvPr/>
          </p:nvSpPr>
          <p:spPr>
            <a:xfrm>
              <a:off x="10440" y="5940"/>
              <a:ext cx="1620" cy="0"/>
            </a:xfrm>
            <a:prstGeom prst="line">
              <a:avLst/>
            </a:prstGeom>
            <a:ln w="28575" cap="flat" cmpd="sng">
              <a:solidFill>
                <a:schemeClr val="tx1"/>
              </a:solidFill>
              <a:prstDash val="solid"/>
              <a:headEnd type="none" w="med" len="med"/>
              <a:tailEnd type="none" w="med" len="med"/>
            </a:ln>
          </p:spPr>
        </p:sp>
        <p:sp>
          <p:nvSpPr>
            <p:cNvPr id="195630" name="Line 50"/>
            <p:cNvSpPr/>
            <p:nvPr/>
          </p:nvSpPr>
          <p:spPr>
            <a:xfrm>
              <a:off x="6120" y="5940"/>
              <a:ext cx="600" cy="0"/>
            </a:xfrm>
            <a:prstGeom prst="line">
              <a:avLst/>
            </a:prstGeom>
            <a:ln w="28575" cap="flat" cmpd="sng">
              <a:solidFill>
                <a:schemeClr val="tx1"/>
              </a:solidFill>
              <a:prstDash val="dash"/>
              <a:headEnd type="none" w="med" len="med"/>
              <a:tailEnd type="none" w="med" len="med"/>
            </a:ln>
          </p:spPr>
        </p:sp>
        <p:sp>
          <p:nvSpPr>
            <p:cNvPr id="195631" name="Text Box 53"/>
            <p:cNvSpPr txBox="1"/>
            <p:nvPr/>
          </p:nvSpPr>
          <p:spPr>
            <a:xfrm>
              <a:off x="12120" y="5670"/>
              <a:ext cx="192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SERIN</a:t>
              </a:r>
            </a:p>
          </p:txBody>
        </p:sp>
        <p:sp>
          <p:nvSpPr>
            <p:cNvPr id="195632" name="Text Box 54"/>
            <p:cNvSpPr txBox="1"/>
            <p:nvPr/>
          </p:nvSpPr>
          <p:spPr>
            <a:xfrm>
              <a:off x="720" y="3420"/>
              <a:ext cx="216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SEROUT</a:t>
              </a:r>
            </a:p>
          </p:txBody>
        </p:sp>
        <p:sp>
          <p:nvSpPr>
            <p:cNvPr id="195633" name="Oval 60"/>
            <p:cNvSpPr/>
            <p:nvPr/>
          </p:nvSpPr>
          <p:spPr>
            <a:xfrm rot="10800000">
              <a:off x="8430" y="617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4" name="Oval 61"/>
            <p:cNvSpPr/>
            <p:nvPr/>
          </p:nvSpPr>
          <p:spPr>
            <a:xfrm rot="10800000">
              <a:off x="11055" y="616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5" name="Oval 62"/>
            <p:cNvSpPr/>
            <p:nvPr/>
          </p:nvSpPr>
          <p:spPr>
            <a:xfrm rot="10800000">
              <a:off x="4940" y="61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6" name="Line 63"/>
            <p:cNvSpPr/>
            <p:nvPr/>
          </p:nvSpPr>
          <p:spPr>
            <a:xfrm>
              <a:off x="6720" y="3833"/>
              <a:ext cx="623" cy="0"/>
            </a:xfrm>
            <a:prstGeom prst="line">
              <a:avLst/>
            </a:prstGeom>
            <a:ln w="28575" cap="flat" cmpd="sng">
              <a:solidFill>
                <a:schemeClr val="tx1"/>
              </a:solidFill>
              <a:prstDash val="dash"/>
              <a:headEnd type="none" w="med" len="med"/>
              <a:tailEnd type="none" w="med" len="med"/>
            </a:ln>
          </p:spPr>
        </p:sp>
        <p:sp>
          <p:nvSpPr>
            <p:cNvPr id="195637" name="Oval 64"/>
            <p:cNvSpPr/>
            <p:nvPr/>
          </p:nvSpPr>
          <p:spPr>
            <a:xfrm rot="10800000">
              <a:off x="6000"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8" name="Oval 65"/>
            <p:cNvSpPr/>
            <p:nvPr/>
          </p:nvSpPr>
          <p:spPr>
            <a:xfrm rot="10800000">
              <a:off x="6298" y="4863"/>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39" name="Oval 66"/>
            <p:cNvSpPr/>
            <p:nvPr/>
          </p:nvSpPr>
          <p:spPr>
            <a:xfrm rot="10800000">
              <a:off x="6623" y="486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195640" name="Line 67"/>
            <p:cNvSpPr/>
            <p:nvPr/>
          </p:nvSpPr>
          <p:spPr>
            <a:xfrm>
              <a:off x="7490" y="3833"/>
              <a:ext cx="360" cy="0"/>
            </a:xfrm>
            <a:prstGeom prst="line">
              <a:avLst/>
            </a:prstGeom>
            <a:ln w="28575" cap="flat" cmpd="sng">
              <a:solidFill>
                <a:schemeClr val="tx1"/>
              </a:solidFill>
              <a:prstDash val="solid"/>
              <a:headEnd type="none" w="med" len="med"/>
              <a:tailEnd type="none" w="med" len="med"/>
            </a:ln>
          </p:spPr>
        </p:sp>
        <p:sp>
          <p:nvSpPr>
            <p:cNvPr id="195641" name="AutoShape 33"/>
            <p:cNvSpPr/>
            <p:nvPr/>
          </p:nvSpPr>
          <p:spPr>
            <a:xfrm>
              <a:off x="8398" y="5260"/>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2" name="AutoShape 33"/>
            <p:cNvSpPr/>
            <p:nvPr/>
          </p:nvSpPr>
          <p:spPr>
            <a:xfrm>
              <a:off x="4910"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3" name="AutoShape 33"/>
            <p:cNvSpPr/>
            <p:nvPr/>
          </p:nvSpPr>
          <p:spPr>
            <a:xfrm>
              <a:off x="11028" y="5275"/>
              <a:ext cx="170" cy="98"/>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195644" name="AutoShape 33"/>
            <p:cNvSpPr/>
            <p:nvPr/>
          </p:nvSpPr>
          <p:spPr>
            <a:xfrm>
              <a:off x="2280" y="5278"/>
              <a:ext cx="170" cy="97"/>
            </a:xfrm>
            <a:prstGeom prst="flowChartExtra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
        <p:nvSpPr>
          <p:cNvPr id="3" name="文本框 2"/>
          <p:cNvSpPr txBox="1"/>
          <p:nvPr/>
        </p:nvSpPr>
        <p:spPr>
          <a:xfrm>
            <a:off x="942975" y="1059180"/>
            <a:ext cx="7861300" cy="645160"/>
          </a:xfrm>
          <a:prstGeom prst="rect">
            <a:avLst/>
          </a:prstGeom>
          <a:noFill/>
        </p:spPr>
        <p:txBody>
          <a:bodyPr wrap="square" rtlCol="0">
            <a:spAutoFit/>
          </a:bodyPr>
          <a:lstStyle/>
          <a:p>
            <a:r>
              <a:rPr lang="zh-CN" altLang="en-US" sz="1800">
                <a:solidFill>
                  <a:schemeClr val="tx1"/>
                </a:solidFill>
                <a:latin typeface="华文新魏" panose="02010800040101010101" pitchFamily="2" charset="-122"/>
                <a:ea typeface="华文新魏" panose="02010800040101010101" pitchFamily="2" charset="-122"/>
              </a:rPr>
              <a:t>既能存储数据，又能对所存储数据在时钟节拍作用下按位顺移的寄存器。</a:t>
            </a:r>
          </a:p>
          <a:p>
            <a:r>
              <a:rPr lang="zh-CN" altLang="en-US" sz="1800">
                <a:solidFill>
                  <a:schemeClr val="tx1"/>
                </a:solidFill>
                <a:latin typeface="华文新魏" panose="02010800040101010101" pitchFamily="2" charset="-122"/>
                <a:ea typeface="华文新魏" panose="02010800040101010101" pitchFamily="2" charset="-122"/>
              </a:rPr>
              <a:t>一般可用于数据串并转换、简单的乘除法等。</a:t>
            </a:r>
          </a:p>
        </p:txBody>
      </p:sp>
      <p:sp>
        <p:nvSpPr>
          <p:cNvPr id="4" name="文本框 3">
            <a:extLst>
              <a:ext uri="{FF2B5EF4-FFF2-40B4-BE49-F238E27FC236}">
                <a16:creationId xmlns:a16="http://schemas.microsoft.com/office/drawing/2014/main" id="{CDDDE6AF-72B0-45E2-8596-568B4AC09CA7}"/>
              </a:ext>
            </a:extLst>
          </p:cNvPr>
          <p:cNvSpPr txBox="1"/>
          <p:nvPr/>
        </p:nvSpPr>
        <p:spPr>
          <a:xfrm>
            <a:off x="6732240" y="2456060"/>
            <a:ext cx="2356547" cy="369332"/>
          </a:xfrm>
          <a:prstGeom prst="rect">
            <a:avLst/>
          </a:prstGeom>
          <a:noFill/>
        </p:spPr>
        <p:txBody>
          <a:bodyPr wrap="square" rtlCol="0">
            <a:spAutoFit/>
          </a:bodyPr>
          <a:lstStyle/>
          <a:p>
            <a:r>
              <a:rPr lang="zh-CN" altLang="en-US" sz="1800" dirty="0">
                <a:solidFill>
                  <a:srgbClr val="0000FF"/>
                </a:solidFill>
              </a:rPr>
              <a:t>对</a:t>
            </a:r>
            <a:r>
              <a:rPr lang="en-US" altLang="zh-CN" sz="1800" dirty="0">
                <a:solidFill>
                  <a:srgbClr val="0000FF"/>
                </a:solidFill>
              </a:rPr>
              <a:t>SERIN</a:t>
            </a:r>
            <a:r>
              <a:rPr lang="zh-CN" altLang="en-US" sz="1800" dirty="0">
                <a:solidFill>
                  <a:srgbClr val="0000FF"/>
                </a:solidFill>
              </a:rPr>
              <a:t>信号产生延迟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5587"/>
                                        </p:tgtEl>
                                        <p:attrNameLst>
                                          <p:attrName>style.visibility</p:attrName>
                                        </p:attrNameLst>
                                      </p:cBhvr>
                                      <p:to>
                                        <p:strVal val="visible"/>
                                      </p:to>
                                    </p:set>
                                    <p:anim calcmode="lin" valueType="num">
                                      <p:cBhvr additive="base">
                                        <p:cTn id="7" dur="500" fill="hold"/>
                                        <p:tgtEl>
                                          <p:spTgt spid="195587"/>
                                        </p:tgtEl>
                                        <p:attrNameLst>
                                          <p:attrName>ppt_x</p:attrName>
                                        </p:attrNameLst>
                                      </p:cBhvr>
                                      <p:tavLst>
                                        <p:tav tm="0">
                                          <p:val>
                                            <p:strVal val="#ppt_x"/>
                                          </p:val>
                                        </p:tav>
                                        <p:tav tm="100000">
                                          <p:val>
                                            <p:strVal val="#ppt_x"/>
                                          </p:val>
                                        </p:tav>
                                      </p:tavLst>
                                    </p:anim>
                                    <p:anim calcmode="lin" valueType="num">
                                      <p:cBhvr additive="base">
                                        <p:cTn id="8" dur="500" fill="hold"/>
                                        <p:tgtEl>
                                          <p:spTgt spid="19558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p:bldP spid="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2"/>
          <p:cNvSpPr>
            <a:spLocks noGrp="1"/>
          </p:cNvSpPr>
          <p:nvPr>
            <p:ph type="title"/>
          </p:nvPr>
        </p:nvSpPr>
        <p:spPr>
          <a:xfrm>
            <a:off x="250825" y="673100"/>
            <a:ext cx="6934200" cy="571500"/>
          </a:xfrm>
          <a:prstGeom prst="rect">
            <a:avLst/>
          </a:prstGeom>
          <a:noFill/>
          <a:ln w="9525">
            <a:noFill/>
          </a:ln>
        </p:spPr>
        <p:txBody>
          <a:bodyPr/>
          <a:lstStyle/>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串入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Serial in – Parallel out</a:t>
            </a:r>
          </a:p>
        </p:txBody>
      </p:sp>
      <p:grpSp>
        <p:nvGrpSpPr>
          <p:cNvPr id="196611" name="Group 3"/>
          <p:cNvGrpSpPr/>
          <p:nvPr/>
        </p:nvGrpSpPr>
        <p:grpSpPr>
          <a:xfrm>
            <a:off x="475933" y="1201738"/>
            <a:ext cx="8155622" cy="3529012"/>
            <a:chOff x="-1" y="0"/>
            <a:chExt cx="12843" cy="5556"/>
          </a:xfrm>
        </p:grpSpPr>
        <p:sp>
          <p:nvSpPr>
            <p:cNvPr id="196612" name="Text Box 5"/>
            <p:cNvSpPr txBox="1"/>
            <p:nvPr/>
          </p:nvSpPr>
          <p:spPr>
            <a:xfrm>
              <a:off x="11642" y="5023"/>
              <a:ext cx="120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CLK</a:t>
              </a:r>
            </a:p>
          </p:txBody>
        </p:sp>
        <p:sp>
          <p:nvSpPr>
            <p:cNvPr id="196613" name="Text Box 6"/>
            <p:cNvSpPr txBox="1"/>
            <p:nvPr/>
          </p:nvSpPr>
          <p:spPr>
            <a:xfrm>
              <a:off x="11042" y="4680"/>
              <a:ext cx="1680" cy="533"/>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SERIN</a:t>
              </a:r>
            </a:p>
          </p:txBody>
        </p:sp>
        <p:sp>
          <p:nvSpPr>
            <p:cNvPr id="196614" name="Line 11"/>
            <p:cNvSpPr/>
            <p:nvPr/>
          </p:nvSpPr>
          <p:spPr>
            <a:xfrm rot="-5400000">
              <a:off x="275" y="4709"/>
              <a:ext cx="531" cy="0"/>
            </a:xfrm>
            <a:prstGeom prst="line">
              <a:avLst/>
            </a:prstGeom>
            <a:ln w="28575" cap="flat" cmpd="sng">
              <a:solidFill>
                <a:schemeClr val="tx1"/>
              </a:solidFill>
              <a:prstDash val="solid"/>
              <a:headEnd type="none" w="med" len="med"/>
              <a:tailEnd type="none" w="med" len="med"/>
            </a:ln>
          </p:spPr>
        </p:sp>
        <p:sp>
          <p:nvSpPr>
            <p:cNvPr id="196615" name="Line 12"/>
            <p:cNvSpPr/>
            <p:nvPr/>
          </p:nvSpPr>
          <p:spPr>
            <a:xfrm rot="-5400000">
              <a:off x="765" y="4838"/>
              <a:ext cx="799" cy="0"/>
            </a:xfrm>
            <a:prstGeom prst="line">
              <a:avLst/>
            </a:prstGeom>
            <a:ln w="28575" cap="flat" cmpd="sng">
              <a:solidFill>
                <a:srgbClr val="FF0000"/>
              </a:solidFill>
              <a:prstDash val="solid"/>
              <a:headEnd type="none" w="med" len="med"/>
              <a:tailEnd type="none" w="med" len="med"/>
            </a:ln>
          </p:spPr>
        </p:sp>
        <p:sp>
          <p:nvSpPr>
            <p:cNvPr id="196616" name="Line 18"/>
            <p:cNvSpPr/>
            <p:nvPr/>
          </p:nvSpPr>
          <p:spPr>
            <a:xfrm rot="-5400000">
              <a:off x="2865" y="4709"/>
              <a:ext cx="531" cy="0"/>
            </a:xfrm>
            <a:prstGeom prst="line">
              <a:avLst/>
            </a:prstGeom>
            <a:ln w="28575" cap="flat" cmpd="sng">
              <a:solidFill>
                <a:schemeClr val="tx1"/>
              </a:solidFill>
              <a:prstDash val="solid"/>
              <a:headEnd type="none" w="med" len="med"/>
              <a:tailEnd type="none" w="med" len="med"/>
            </a:ln>
          </p:spPr>
        </p:sp>
        <p:sp>
          <p:nvSpPr>
            <p:cNvPr id="196617" name="Line 19"/>
            <p:cNvSpPr/>
            <p:nvPr/>
          </p:nvSpPr>
          <p:spPr>
            <a:xfrm rot="-5400000">
              <a:off x="3405" y="4838"/>
              <a:ext cx="799" cy="0"/>
            </a:xfrm>
            <a:prstGeom prst="line">
              <a:avLst/>
            </a:prstGeom>
            <a:ln w="28575" cap="flat" cmpd="sng">
              <a:solidFill>
                <a:srgbClr val="FF0000"/>
              </a:solidFill>
              <a:prstDash val="solid"/>
              <a:headEnd type="none" w="med" len="med"/>
              <a:tailEnd type="none" w="med" len="med"/>
            </a:ln>
          </p:spPr>
        </p:sp>
        <p:sp>
          <p:nvSpPr>
            <p:cNvPr id="196618" name="Line 20"/>
            <p:cNvSpPr/>
            <p:nvPr/>
          </p:nvSpPr>
          <p:spPr>
            <a:xfrm>
              <a:off x="537" y="4981"/>
              <a:ext cx="1620" cy="0"/>
            </a:xfrm>
            <a:prstGeom prst="line">
              <a:avLst/>
            </a:prstGeom>
            <a:ln w="28575" cap="flat" cmpd="sng">
              <a:solidFill>
                <a:schemeClr val="tx1"/>
              </a:solidFill>
              <a:prstDash val="solid"/>
              <a:headEnd type="none" w="med" len="med"/>
              <a:tailEnd type="none" w="med" len="med"/>
            </a:ln>
          </p:spPr>
        </p:sp>
        <p:sp>
          <p:nvSpPr>
            <p:cNvPr id="196619" name="Line 21"/>
            <p:cNvSpPr/>
            <p:nvPr/>
          </p:nvSpPr>
          <p:spPr>
            <a:xfrm>
              <a:off x="2162" y="2910"/>
              <a:ext cx="0" cy="2071"/>
            </a:xfrm>
            <a:prstGeom prst="line">
              <a:avLst/>
            </a:prstGeom>
            <a:ln w="28575" cap="flat" cmpd="sng">
              <a:solidFill>
                <a:schemeClr val="tx1"/>
              </a:solidFill>
              <a:prstDash val="solid"/>
              <a:headEnd type="none" w="med" len="med"/>
              <a:tailEnd type="none" w="med" len="med"/>
            </a:ln>
          </p:spPr>
        </p:sp>
        <p:sp>
          <p:nvSpPr>
            <p:cNvPr id="196620" name="Line 22"/>
            <p:cNvSpPr/>
            <p:nvPr/>
          </p:nvSpPr>
          <p:spPr>
            <a:xfrm>
              <a:off x="2152" y="2910"/>
              <a:ext cx="975" cy="0"/>
            </a:xfrm>
            <a:prstGeom prst="line">
              <a:avLst/>
            </a:prstGeom>
            <a:ln w="28575" cap="flat" cmpd="sng">
              <a:solidFill>
                <a:schemeClr val="tx1"/>
              </a:solidFill>
              <a:prstDash val="solid"/>
              <a:headEnd type="none" w="med" len="med"/>
              <a:tailEnd type="none" w="med" len="med"/>
            </a:ln>
          </p:spPr>
        </p:sp>
        <p:sp>
          <p:nvSpPr>
            <p:cNvPr id="196621" name="Line 23"/>
            <p:cNvSpPr/>
            <p:nvPr/>
          </p:nvSpPr>
          <p:spPr>
            <a:xfrm>
              <a:off x="3122" y="4981"/>
              <a:ext cx="1620" cy="0"/>
            </a:xfrm>
            <a:prstGeom prst="line">
              <a:avLst/>
            </a:prstGeom>
            <a:ln w="28575" cap="flat" cmpd="sng">
              <a:solidFill>
                <a:schemeClr val="tx1"/>
              </a:solidFill>
              <a:prstDash val="solid"/>
              <a:headEnd type="none" w="med" len="med"/>
              <a:tailEnd type="none" w="med" len="med"/>
            </a:ln>
          </p:spPr>
        </p:sp>
        <p:sp>
          <p:nvSpPr>
            <p:cNvPr id="196622" name="Line 24"/>
            <p:cNvSpPr/>
            <p:nvPr/>
          </p:nvSpPr>
          <p:spPr>
            <a:xfrm>
              <a:off x="1167" y="5251"/>
              <a:ext cx="10440" cy="0"/>
            </a:xfrm>
            <a:prstGeom prst="line">
              <a:avLst/>
            </a:prstGeom>
            <a:ln w="28575" cap="flat" cmpd="sng">
              <a:solidFill>
                <a:srgbClr val="FF0000"/>
              </a:solidFill>
              <a:prstDash val="solid"/>
              <a:headEnd type="none" w="med" len="med"/>
              <a:tailEnd type="none" w="med" len="med"/>
            </a:ln>
          </p:spPr>
        </p:sp>
        <p:sp>
          <p:nvSpPr>
            <p:cNvPr id="196623" name="Line 30"/>
            <p:cNvSpPr/>
            <p:nvPr/>
          </p:nvSpPr>
          <p:spPr>
            <a:xfrm rot="-5400000">
              <a:off x="6395" y="4709"/>
              <a:ext cx="531" cy="0"/>
            </a:xfrm>
            <a:prstGeom prst="line">
              <a:avLst/>
            </a:prstGeom>
            <a:ln w="28575" cap="flat" cmpd="sng">
              <a:solidFill>
                <a:schemeClr val="tx1"/>
              </a:solidFill>
              <a:prstDash val="solid"/>
              <a:headEnd type="none" w="med" len="med"/>
              <a:tailEnd type="none" w="med" len="med"/>
            </a:ln>
          </p:spPr>
        </p:sp>
        <p:sp>
          <p:nvSpPr>
            <p:cNvPr id="196624" name="Line 31"/>
            <p:cNvSpPr/>
            <p:nvPr/>
          </p:nvSpPr>
          <p:spPr>
            <a:xfrm rot="-5400000">
              <a:off x="6885" y="4838"/>
              <a:ext cx="799" cy="0"/>
            </a:xfrm>
            <a:prstGeom prst="line">
              <a:avLst/>
            </a:prstGeom>
            <a:ln w="28575" cap="flat" cmpd="sng">
              <a:solidFill>
                <a:srgbClr val="FF0000"/>
              </a:solidFill>
              <a:prstDash val="solid"/>
              <a:headEnd type="none" w="med" len="med"/>
              <a:tailEnd type="none" w="med" len="med"/>
            </a:ln>
          </p:spPr>
        </p:sp>
        <p:sp>
          <p:nvSpPr>
            <p:cNvPr id="196625" name="Line 37"/>
            <p:cNvSpPr/>
            <p:nvPr/>
          </p:nvSpPr>
          <p:spPr>
            <a:xfrm rot="-5400000">
              <a:off x="8985" y="4709"/>
              <a:ext cx="531" cy="0"/>
            </a:xfrm>
            <a:prstGeom prst="line">
              <a:avLst/>
            </a:prstGeom>
            <a:ln w="28575" cap="flat" cmpd="sng">
              <a:solidFill>
                <a:schemeClr val="tx1"/>
              </a:solidFill>
              <a:prstDash val="solid"/>
              <a:headEnd type="none" w="med" len="med"/>
              <a:tailEnd type="none" w="med" len="med"/>
            </a:ln>
          </p:spPr>
        </p:sp>
        <p:sp>
          <p:nvSpPr>
            <p:cNvPr id="196626" name="Line 38"/>
            <p:cNvSpPr/>
            <p:nvPr/>
          </p:nvSpPr>
          <p:spPr>
            <a:xfrm rot="-5400000">
              <a:off x="9525" y="4838"/>
              <a:ext cx="799" cy="0"/>
            </a:xfrm>
            <a:prstGeom prst="line">
              <a:avLst/>
            </a:prstGeom>
            <a:ln w="28575" cap="flat" cmpd="sng">
              <a:solidFill>
                <a:srgbClr val="FF0000"/>
              </a:solidFill>
              <a:prstDash val="solid"/>
              <a:headEnd type="none" w="med" len="med"/>
              <a:tailEnd type="none" w="med" len="med"/>
            </a:ln>
          </p:spPr>
        </p:sp>
        <p:sp>
          <p:nvSpPr>
            <p:cNvPr id="196627" name="Line 39"/>
            <p:cNvSpPr/>
            <p:nvPr/>
          </p:nvSpPr>
          <p:spPr>
            <a:xfrm>
              <a:off x="6657" y="4981"/>
              <a:ext cx="1620" cy="0"/>
            </a:xfrm>
            <a:prstGeom prst="line">
              <a:avLst/>
            </a:prstGeom>
            <a:ln w="28575" cap="flat" cmpd="sng">
              <a:solidFill>
                <a:schemeClr val="tx1"/>
              </a:solidFill>
              <a:prstDash val="solid"/>
              <a:headEnd type="none" w="med" len="med"/>
              <a:tailEnd type="none" w="med" len="med"/>
            </a:ln>
          </p:spPr>
        </p:sp>
        <p:sp>
          <p:nvSpPr>
            <p:cNvPr id="196628" name="Line 40"/>
            <p:cNvSpPr/>
            <p:nvPr/>
          </p:nvSpPr>
          <p:spPr>
            <a:xfrm>
              <a:off x="8282" y="2910"/>
              <a:ext cx="0" cy="2071"/>
            </a:xfrm>
            <a:prstGeom prst="line">
              <a:avLst/>
            </a:prstGeom>
            <a:ln w="28575" cap="flat" cmpd="sng">
              <a:solidFill>
                <a:schemeClr val="tx1"/>
              </a:solidFill>
              <a:prstDash val="solid"/>
              <a:headEnd type="none" w="med" len="med"/>
              <a:tailEnd type="none" w="med" len="med"/>
            </a:ln>
          </p:spPr>
        </p:sp>
        <p:sp>
          <p:nvSpPr>
            <p:cNvPr id="196629" name="Line 41"/>
            <p:cNvSpPr/>
            <p:nvPr/>
          </p:nvSpPr>
          <p:spPr>
            <a:xfrm>
              <a:off x="8272" y="2910"/>
              <a:ext cx="975" cy="0"/>
            </a:xfrm>
            <a:prstGeom prst="line">
              <a:avLst/>
            </a:prstGeom>
            <a:ln w="28575" cap="flat" cmpd="sng">
              <a:solidFill>
                <a:schemeClr val="tx1"/>
              </a:solidFill>
              <a:prstDash val="solid"/>
              <a:headEnd type="none" w="med" len="med"/>
              <a:tailEnd type="none" w="med" len="med"/>
            </a:ln>
          </p:spPr>
        </p:sp>
        <p:sp>
          <p:nvSpPr>
            <p:cNvPr id="196630" name="Line 42"/>
            <p:cNvSpPr/>
            <p:nvPr/>
          </p:nvSpPr>
          <p:spPr>
            <a:xfrm>
              <a:off x="9242" y="4981"/>
              <a:ext cx="1620" cy="0"/>
            </a:xfrm>
            <a:prstGeom prst="line">
              <a:avLst/>
            </a:prstGeom>
            <a:ln w="28575" cap="flat" cmpd="sng">
              <a:solidFill>
                <a:schemeClr val="tx1"/>
              </a:solidFill>
              <a:prstDash val="solid"/>
              <a:headEnd type="none" w="med" len="med"/>
              <a:tailEnd type="none" w="med" len="med"/>
            </a:ln>
          </p:spPr>
        </p:sp>
        <p:sp>
          <p:nvSpPr>
            <p:cNvPr id="196631" name="Line 43"/>
            <p:cNvSpPr/>
            <p:nvPr/>
          </p:nvSpPr>
          <p:spPr>
            <a:xfrm>
              <a:off x="4802" y="4981"/>
              <a:ext cx="600" cy="0"/>
            </a:xfrm>
            <a:prstGeom prst="line">
              <a:avLst/>
            </a:prstGeom>
            <a:ln w="28575" cap="flat" cmpd="sng">
              <a:solidFill>
                <a:schemeClr val="tx1"/>
              </a:solidFill>
              <a:prstDash val="dash"/>
              <a:headEnd type="none" w="med" len="med"/>
              <a:tailEnd type="none" w="med" len="med"/>
            </a:ln>
          </p:spPr>
        </p:sp>
        <p:sp>
          <p:nvSpPr>
            <p:cNvPr id="196632" name="Line 44"/>
            <p:cNvSpPr/>
            <p:nvPr/>
          </p:nvSpPr>
          <p:spPr>
            <a:xfrm>
              <a:off x="4922" y="2910"/>
              <a:ext cx="600" cy="0"/>
            </a:xfrm>
            <a:prstGeom prst="line">
              <a:avLst/>
            </a:prstGeom>
            <a:ln w="28575" cap="flat" cmpd="sng">
              <a:solidFill>
                <a:schemeClr val="tx1"/>
              </a:solidFill>
              <a:prstDash val="dash"/>
              <a:headEnd type="none" w="med" len="med"/>
              <a:tailEnd type="none" w="med" len="med"/>
            </a:ln>
          </p:spPr>
        </p:sp>
        <p:sp>
          <p:nvSpPr>
            <p:cNvPr id="196633" name="Line 53"/>
            <p:cNvSpPr/>
            <p:nvPr/>
          </p:nvSpPr>
          <p:spPr>
            <a:xfrm rot="5400000" flipH="1">
              <a:off x="490" y="782"/>
              <a:ext cx="456" cy="0"/>
            </a:xfrm>
            <a:prstGeom prst="line">
              <a:avLst/>
            </a:prstGeom>
            <a:ln w="28575" cap="flat" cmpd="sng">
              <a:solidFill>
                <a:schemeClr val="tx1"/>
              </a:solidFill>
              <a:prstDash val="solid"/>
              <a:headEnd type="none" w="med" len="med"/>
              <a:tailEnd type="none" w="med" len="med"/>
            </a:ln>
          </p:spPr>
        </p:sp>
        <p:sp>
          <p:nvSpPr>
            <p:cNvPr id="196634" name="Line 54"/>
            <p:cNvSpPr/>
            <p:nvPr/>
          </p:nvSpPr>
          <p:spPr>
            <a:xfrm flipV="1">
              <a:off x="482" y="1560"/>
              <a:ext cx="0" cy="1934"/>
            </a:xfrm>
            <a:prstGeom prst="line">
              <a:avLst/>
            </a:prstGeom>
            <a:ln w="28575" cap="flat" cmpd="sng">
              <a:solidFill>
                <a:schemeClr val="tx1"/>
              </a:solidFill>
              <a:prstDash val="solid"/>
              <a:headEnd type="none" w="med" len="med"/>
              <a:tailEnd type="none" w="med" len="med"/>
            </a:ln>
          </p:spPr>
        </p:sp>
        <p:sp>
          <p:nvSpPr>
            <p:cNvPr id="196635" name="Line 55"/>
            <p:cNvSpPr/>
            <p:nvPr/>
          </p:nvSpPr>
          <p:spPr>
            <a:xfrm>
              <a:off x="962" y="1560"/>
              <a:ext cx="0" cy="540"/>
            </a:xfrm>
            <a:prstGeom prst="line">
              <a:avLst/>
            </a:prstGeom>
            <a:ln w="28575" cap="flat" cmpd="sng">
              <a:solidFill>
                <a:srgbClr val="0000CC"/>
              </a:solidFill>
              <a:prstDash val="solid"/>
              <a:headEnd type="none" w="med" len="med"/>
              <a:tailEnd type="none" w="med" len="med"/>
            </a:ln>
          </p:spPr>
        </p:sp>
        <p:sp>
          <p:nvSpPr>
            <p:cNvPr id="196636" name="Line 61"/>
            <p:cNvSpPr/>
            <p:nvPr/>
          </p:nvSpPr>
          <p:spPr>
            <a:xfrm rot="5400000" flipH="1">
              <a:off x="3130" y="812"/>
              <a:ext cx="456" cy="0"/>
            </a:xfrm>
            <a:prstGeom prst="line">
              <a:avLst/>
            </a:prstGeom>
            <a:ln w="28575" cap="flat" cmpd="sng">
              <a:solidFill>
                <a:schemeClr val="tx1"/>
              </a:solidFill>
              <a:prstDash val="solid"/>
              <a:headEnd type="none" w="med" len="med"/>
              <a:tailEnd type="none" w="med" len="med"/>
            </a:ln>
          </p:spPr>
        </p:sp>
        <p:sp>
          <p:nvSpPr>
            <p:cNvPr id="196637" name="Line 62"/>
            <p:cNvSpPr/>
            <p:nvPr/>
          </p:nvSpPr>
          <p:spPr>
            <a:xfrm flipV="1">
              <a:off x="3122" y="1590"/>
              <a:ext cx="0" cy="1934"/>
            </a:xfrm>
            <a:prstGeom prst="line">
              <a:avLst/>
            </a:prstGeom>
            <a:ln w="28575" cap="flat" cmpd="sng">
              <a:solidFill>
                <a:schemeClr val="tx1"/>
              </a:solidFill>
              <a:prstDash val="solid"/>
              <a:headEnd type="none" w="med" len="med"/>
              <a:tailEnd type="none" w="med" len="med"/>
            </a:ln>
          </p:spPr>
        </p:sp>
        <p:sp>
          <p:nvSpPr>
            <p:cNvPr id="196638" name="Line 63"/>
            <p:cNvSpPr/>
            <p:nvPr/>
          </p:nvSpPr>
          <p:spPr>
            <a:xfrm>
              <a:off x="3602" y="1590"/>
              <a:ext cx="0" cy="540"/>
            </a:xfrm>
            <a:prstGeom prst="line">
              <a:avLst/>
            </a:prstGeom>
            <a:ln w="28575" cap="flat" cmpd="sng">
              <a:solidFill>
                <a:srgbClr val="0000CC"/>
              </a:solidFill>
              <a:prstDash val="solid"/>
              <a:headEnd type="none" w="med" len="med"/>
              <a:tailEnd type="none" w="med" len="med"/>
            </a:ln>
          </p:spPr>
        </p:sp>
        <p:sp>
          <p:nvSpPr>
            <p:cNvPr id="196639" name="Line 69"/>
            <p:cNvSpPr/>
            <p:nvPr/>
          </p:nvSpPr>
          <p:spPr>
            <a:xfrm rot="5400000" flipH="1">
              <a:off x="6610" y="812"/>
              <a:ext cx="456" cy="0"/>
            </a:xfrm>
            <a:prstGeom prst="line">
              <a:avLst/>
            </a:prstGeom>
            <a:ln w="28575" cap="flat" cmpd="sng">
              <a:solidFill>
                <a:schemeClr val="tx1"/>
              </a:solidFill>
              <a:prstDash val="solid"/>
              <a:headEnd type="none" w="med" len="med"/>
              <a:tailEnd type="none" w="med" len="med"/>
            </a:ln>
          </p:spPr>
        </p:sp>
        <p:sp>
          <p:nvSpPr>
            <p:cNvPr id="196640" name="Line 70"/>
            <p:cNvSpPr/>
            <p:nvPr/>
          </p:nvSpPr>
          <p:spPr>
            <a:xfrm flipV="1">
              <a:off x="6602" y="1590"/>
              <a:ext cx="0" cy="1934"/>
            </a:xfrm>
            <a:prstGeom prst="line">
              <a:avLst/>
            </a:prstGeom>
            <a:ln w="28575" cap="flat" cmpd="sng">
              <a:solidFill>
                <a:schemeClr val="tx1"/>
              </a:solidFill>
              <a:prstDash val="solid"/>
              <a:headEnd type="none" w="med" len="med"/>
              <a:tailEnd type="none" w="med" len="med"/>
            </a:ln>
          </p:spPr>
        </p:sp>
        <p:sp>
          <p:nvSpPr>
            <p:cNvPr id="196641" name="Line 71"/>
            <p:cNvSpPr/>
            <p:nvPr/>
          </p:nvSpPr>
          <p:spPr>
            <a:xfrm>
              <a:off x="7082" y="1590"/>
              <a:ext cx="0" cy="540"/>
            </a:xfrm>
            <a:prstGeom prst="line">
              <a:avLst/>
            </a:prstGeom>
            <a:ln w="28575" cap="flat" cmpd="sng">
              <a:solidFill>
                <a:srgbClr val="0000CC"/>
              </a:solidFill>
              <a:prstDash val="solid"/>
              <a:headEnd type="none" w="med" len="med"/>
              <a:tailEnd type="none" w="med" len="med"/>
            </a:ln>
          </p:spPr>
        </p:sp>
        <p:sp>
          <p:nvSpPr>
            <p:cNvPr id="196642" name="Line 77"/>
            <p:cNvSpPr/>
            <p:nvPr/>
          </p:nvSpPr>
          <p:spPr>
            <a:xfrm rot="5400000" flipH="1">
              <a:off x="9250" y="812"/>
              <a:ext cx="456" cy="0"/>
            </a:xfrm>
            <a:prstGeom prst="line">
              <a:avLst/>
            </a:prstGeom>
            <a:ln w="28575" cap="flat" cmpd="sng">
              <a:solidFill>
                <a:schemeClr val="tx1"/>
              </a:solidFill>
              <a:prstDash val="solid"/>
              <a:headEnd type="none" w="med" len="med"/>
              <a:tailEnd type="none" w="med" len="med"/>
            </a:ln>
          </p:spPr>
        </p:sp>
        <p:sp>
          <p:nvSpPr>
            <p:cNvPr id="196643" name="Line 78"/>
            <p:cNvSpPr/>
            <p:nvPr/>
          </p:nvSpPr>
          <p:spPr>
            <a:xfrm flipV="1">
              <a:off x="9242" y="1590"/>
              <a:ext cx="0" cy="1934"/>
            </a:xfrm>
            <a:prstGeom prst="line">
              <a:avLst/>
            </a:prstGeom>
            <a:ln w="28575" cap="flat" cmpd="sng">
              <a:solidFill>
                <a:schemeClr val="tx1"/>
              </a:solidFill>
              <a:prstDash val="solid"/>
              <a:headEnd type="none" w="med" len="med"/>
              <a:tailEnd type="none" w="med" len="med"/>
            </a:ln>
          </p:spPr>
        </p:sp>
        <p:sp>
          <p:nvSpPr>
            <p:cNvPr id="196644" name="Line 79"/>
            <p:cNvSpPr/>
            <p:nvPr/>
          </p:nvSpPr>
          <p:spPr>
            <a:xfrm>
              <a:off x="9722" y="1590"/>
              <a:ext cx="0" cy="540"/>
            </a:xfrm>
            <a:prstGeom prst="line">
              <a:avLst/>
            </a:prstGeom>
            <a:ln w="28575" cap="flat" cmpd="sng">
              <a:solidFill>
                <a:srgbClr val="0000CC"/>
              </a:solidFill>
              <a:prstDash val="solid"/>
              <a:headEnd type="none" w="med" len="med"/>
              <a:tailEnd type="none" w="med" len="med"/>
            </a:ln>
          </p:spPr>
        </p:sp>
        <p:sp>
          <p:nvSpPr>
            <p:cNvPr id="196645" name="Line 80"/>
            <p:cNvSpPr/>
            <p:nvPr/>
          </p:nvSpPr>
          <p:spPr>
            <a:xfrm>
              <a:off x="962" y="2100"/>
              <a:ext cx="3600" cy="0"/>
            </a:xfrm>
            <a:prstGeom prst="line">
              <a:avLst/>
            </a:prstGeom>
            <a:ln w="28575" cap="flat" cmpd="sng">
              <a:solidFill>
                <a:srgbClr val="0000CC"/>
              </a:solidFill>
              <a:prstDash val="solid"/>
              <a:headEnd type="none" w="med" len="med"/>
              <a:tailEnd type="none" w="med" len="med"/>
            </a:ln>
          </p:spPr>
        </p:sp>
        <p:sp>
          <p:nvSpPr>
            <p:cNvPr id="196646" name="Line 81"/>
            <p:cNvSpPr/>
            <p:nvPr/>
          </p:nvSpPr>
          <p:spPr>
            <a:xfrm>
              <a:off x="5762" y="2100"/>
              <a:ext cx="4987" cy="0"/>
            </a:xfrm>
            <a:prstGeom prst="line">
              <a:avLst/>
            </a:prstGeom>
            <a:ln w="28575" cap="flat" cmpd="sng">
              <a:solidFill>
                <a:schemeClr val="tx1"/>
              </a:solidFill>
              <a:prstDash val="solid"/>
              <a:headEnd type="none" w="med" len="med"/>
              <a:tailEnd type="none" w="med" len="med"/>
            </a:ln>
          </p:spPr>
        </p:sp>
        <p:sp>
          <p:nvSpPr>
            <p:cNvPr id="196647" name="Text Box 82"/>
            <p:cNvSpPr txBox="1"/>
            <p:nvPr/>
          </p:nvSpPr>
          <p:spPr>
            <a:xfrm>
              <a:off x="10922" y="1871"/>
              <a:ext cx="720" cy="533"/>
            </a:xfrm>
            <a:prstGeom prst="rect">
              <a:avLst/>
            </a:prstGeom>
            <a:noFill/>
            <a:ln w="28575" cap="flat" cmpd="sng">
              <a:solidFill>
                <a:schemeClr val="tx1"/>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Arial Unicode MS" panose="020B0604020202020204" charset="-122"/>
                  <a:ea typeface="Arial Unicode MS" panose="020B0604020202020204" charset="-122"/>
                </a:rPr>
                <a:t>C</a:t>
              </a:r>
            </a:p>
          </p:txBody>
        </p:sp>
        <p:sp>
          <p:nvSpPr>
            <p:cNvPr id="196648" name="Line 83"/>
            <p:cNvSpPr/>
            <p:nvPr/>
          </p:nvSpPr>
          <p:spPr>
            <a:xfrm>
              <a:off x="4682" y="2091"/>
              <a:ext cx="600" cy="0"/>
            </a:xfrm>
            <a:prstGeom prst="line">
              <a:avLst/>
            </a:prstGeom>
            <a:ln w="28575" cap="flat" cmpd="sng">
              <a:solidFill>
                <a:srgbClr val="0000CC"/>
              </a:solidFill>
              <a:prstDash val="dash"/>
              <a:headEnd type="none" w="med" len="med"/>
              <a:tailEnd type="none" w="med" len="med"/>
            </a:ln>
          </p:spPr>
        </p:sp>
        <p:sp>
          <p:nvSpPr>
            <p:cNvPr id="196649" name="Text Box 84"/>
            <p:cNvSpPr txBox="1"/>
            <p:nvPr/>
          </p:nvSpPr>
          <p:spPr>
            <a:xfrm>
              <a:off x="362" y="0"/>
              <a:ext cx="12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NQ</a:t>
              </a:r>
            </a:p>
          </p:txBody>
        </p:sp>
        <p:sp>
          <p:nvSpPr>
            <p:cNvPr id="196650" name="Text Box 85"/>
            <p:cNvSpPr txBox="1"/>
            <p:nvPr/>
          </p:nvSpPr>
          <p:spPr>
            <a:xfrm>
              <a:off x="2762" y="0"/>
              <a:ext cx="16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(N-1)Q</a:t>
              </a:r>
            </a:p>
          </p:txBody>
        </p:sp>
        <p:sp>
          <p:nvSpPr>
            <p:cNvPr id="196651" name="Text Box 86"/>
            <p:cNvSpPr txBox="1"/>
            <p:nvPr/>
          </p:nvSpPr>
          <p:spPr>
            <a:xfrm>
              <a:off x="6482" y="0"/>
              <a:ext cx="12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2Q</a:t>
              </a:r>
            </a:p>
          </p:txBody>
        </p:sp>
        <p:sp>
          <p:nvSpPr>
            <p:cNvPr id="196652" name="Text Box 87"/>
            <p:cNvSpPr txBox="1"/>
            <p:nvPr/>
          </p:nvSpPr>
          <p:spPr>
            <a:xfrm>
              <a:off x="9122" y="0"/>
              <a:ext cx="12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rgbClr val="FF0000"/>
                  </a:solidFill>
                  <a:latin typeface="Arial Unicode MS" panose="020B0604020202020204" charset="-122"/>
                  <a:ea typeface="Arial Unicode MS" panose="020B0604020202020204" charset="-122"/>
                </a:rPr>
                <a:t>1Q</a:t>
              </a:r>
            </a:p>
          </p:txBody>
        </p:sp>
        <p:sp>
          <p:nvSpPr>
            <p:cNvPr id="196653" name="Oval 90"/>
            <p:cNvSpPr/>
            <p:nvPr/>
          </p:nvSpPr>
          <p:spPr>
            <a:xfrm>
              <a:off x="3752"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4" name="Oval 91"/>
            <p:cNvSpPr/>
            <p:nvPr/>
          </p:nvSpPr>
          <p:spPr>
            <a:xfrm>
              <a:off x="722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5" name="Oval 92"/>
            <p:cNvSpPr/>
            <p:nvPr/>
          </p:nvSpPr>
          <p:spPr>
            <a:xfrm>
              <a:off x="9867" y="5202"/>
              <a:ext cx="120" cy="91"/>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6" name="Oval 93"/>
            <p:cNvSpPr/>
            <p:nvPr/>
          </p:nvSpPr>
          <p:spPr>
            <a:xfrm>
              <a:off x="305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7" name="Oval 94"/>
            <p:cNvSpPr/>
            <p:nvPr/>
          </p:nvSpPr>
          <p:spPr>
            <a:xfrm>
              <a:off x="653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8" name="Oval 95"/>
            <p:cNvSpPr/>
            <p:nvPr/>
          </p:nvSpPr>
          <p:spPr>
            <a:xfrm>
              <a:off x="9172" y="288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59" name="Line 96"/>
            <p:cNvSpPr/>
            <p:nvPr/>
          </p:nvSpPr>
          <p:spPr>
            <a:xfrm>
              <a:off x="5627" y="2918"/>
              <a:ext cx="975" cy="0"/>
            </a:xfrm>
            <a:prstGeom prst="line">
              <a:avLst/>
            </a:prstGeom>
            <a:ln w="28575" cap="flat" cmpd="sng">
              <a:solidFill>
                <a:schemeClr val="tx1"/>
              </a:solidFill>
              <a:prstDash val="solid"/>
              <a:headEnd type="none" w="med" len="med"/>
              <a:tailEnd type="none" w="med" len="med"/>
            </a:ln>
          </p:spPr>
        </p:sp>
        <p:sp>
          <p:nvSpPr>
            <p:cNvPr id="196660" name="Rectangle 7"/>
            <p:cNvSpPr/>
            <p:nvPr/>
          </p:nvSpPr>
          <p:spPr>
            <a:xfrm rot="-5400000">
              <a:off x="42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1" name="Text Box 8"/>
            <p:cNvSpPr txBox="1"/>
            <p:nvPr/>
          </p:nvSpPr>
          <p:spPr>
            <a:xfrm>
              <a:off x="289" y="3996"/>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p>
          </p:txBody>
        </p:sp>
        <p:sp>
          <p:nvSpPr>
            <p:cNvPr id="196662" name="AutoShape 9"/>
            <p:cNvSpPr/>
            <p:nvPr/>
          </p:nvSpPr>
          <p:spPr>
            <a:xfrm>
              <a:off x="106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3" name="Text Box 10"/>
            <p:cNvSpPr txBox="1"/>
            <p:nvPr/>
          </p:nvSpPr>
          <p:spPr>
            <a:xfrm>
              <a:off x="807" y="3765"/>
              <a:ext cx="1706"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p>
          </p:txBody>
        </p:sp>
        <p:sp>
          <p:nvSpPr>
            <p:cNvPr id="196664" name="Rectangle 13"/>
            <p:cNvSpPr/>
            <p:nvPr/>
          </p:nvSpPr>
          <p:spPr>
            <a:xfrm rot="-5400000">
              <a:off x="306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5" name="Text Box 14"/>
            <p:cNvSpPr txBox="1"/>
            <p:nvPr/>
          </p:nvSpPr>
          <p:spPr>
            <a:xfrm>
              <a:off x="2929" y="3996"/>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p>
          </p:txBody>
        </p:sp>
        <p:sp>
          <p:nvSpPr>
            <p:cNvPr id="196666" name="Text Box 15"/>
            <p:cNvSpPr txBox="1"/>
            <p:nvPr/>
          </p:nvSpPr>
          <p:spPr>
            <a:xfrm>
              <a:off x="2927" y="3486"/>
              <a:ext cx="38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p>
          </p:txBody>
        </p:sp>
        <p:sp>
          <p:nvSpPr>
            <p:cNvPr id="196667" name="AutoShape 16"/>
            <p:cNvSpPr/>
            <p:nvPr/>
          </p:nvSpPr>
          <p:spPr>
            <a:xfrm>
              <a:off x="370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68" name="Text Box 17"/>
            <p:cNvSpPr txBox="1"/>
            <p:nvPr/>
          </p:nvSpPr>
          <p:spPr>
            <a:xfrm>
              <a:off x="3447" y="3765"/>
              <a:ext cx="92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p>
          </p:txBody>
        </p:sp>
        <p:sp>
          <p:nvSpPr>
            <p:cNvPr id="196669" name="Rectangle 25"/>
            <p:cNvSpPr/>
            <p:nvPr/>
          </p:nvSpPr>
          <p:spPr>
            <a:xfrm rot="-5400000">
              <a:off x="654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0" name="Text Box 26"/>
            <p:cNvSpPr txBox="1"/>
            <p:nvPr/>
          </p:nvSpPr>
          <p:spPr>
            <a:xfrm>
              <a:off x="6409" y="3996"/>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p>
          </p:txBody>
        </p:sp>
        <p:sp>
          <p:nvSpPr>
            <p:cNvPr id="196671" name="Text Box 27"/>
            <p:cNvSpPr txBox="1"/>
            <p:nvPr/>
          </p:nvSpPr>
          <p:spPr>
            <a:xfrm>
              <a:off x="6407" y="3486"/>
              <a:ext cx="38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p>
          </p:txBody>
        </p:sp>
        <p:sp>
          <p:nvSpPr>
            <p:cNvPr id="196672" name="AutoShape 28"/>
            <p:cNvSpPr/>
            <p:nvPr/>
          </p:nvSpPr>
          <p:spPr>
            <a:xfrm>
              <a:off x="718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3" name="Text Box 29"/>
            <p:cNvSpPr txBox="1"/>
            <p:nvPr/>
          </p:nvSpPr>
          <p:spPr>
            <a:xfrm>
              <a:off x="6927" y="3765"/>
              <a:ext cx="92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p>
          </p:txBody>
        </p:sp>
        <p:sp>
          <p:nvSpPr>
            <p:cNvPr id="196674" name="Rectangle 32"/>
            <p:cNvSpPr/>
            <p:nvPr/>
          </p:nvSpPr>
          <p:spPr>
            <a:xfrm rot="-5400000">
              <a:off x="9181" y="3079"/>
              <a:ext cx="927" cy="177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5" name="Text Box 33"/>
            <p:cNvSpPr txBox="1"/>
            <p:nvPr/>
          </p:nvSpPr>
          <p:spPr>
            <a:xfrm>
              <a:off x="9049" y="3996"/>
              <a:ext cx="38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D</a:t>
              </a:r>
            </a:p>
          </p:txBody>
        </p:sp>
        <p:sp>
          <p:nvSpPr>
            <p:cNvPr id="196676" name="Text Box 34"/>
            <p:cNvSpPr txBox="1"/>
            <p:nvPr/>
          </p:nvSpPr>
          <p:spPr>
            <a:xfrm>
              <a:off x="9047" y="3486"/>
              <a:ext cx="38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p>
          </p:txBody>
        </p:sp>
        <p:sp>
          <p:nvSpPr>
            <p:cNvPr id="196677" name="AutoShape 35"/>
            <p:cNvSpPr/>
            <p:nvPr/>
          </p:nvSpPr>
          <p:spPr>
            <a:xfrm>
              <a:off x="9822" y="4311"/>
              <a:ext cx="177" cy="116"/>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78" name="Text Box 36"/>
            <p:cNvSpPr txBox="1"/>
            <p:nvPr/>
          </p:nvSpPr>
          <p:spPr>
            <a:xfrm>
              <a:off x="9567" y="3765"/>
              <a:ext cx="92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CK</a:t>
              </a:r>
            </a:p>
          </p:txBody>
        </p:sp>
        <p:sp>
          <p:nvSpPr>
            <p:cNvPr id="196679" name="Text Box 45"/>
            <p:cNvSpPr txBox="1"/>
            <p:nvPr/>
          </p:nvSpPr>
          <p:spPr>
            <a:xfrm>
              <a:off x="4802" y="3721"/>
              <a:ext cx="108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sym typeface="Arial Unicode MS" panose="020B0604020202020204" charset="-122"/>
                </a:rPr>
                <a:t>•••</a:t>
              </a:r>
            </a:p>
          </p:txBody>
        </p:sp>
        <p:sp>
          <p:nvSpPr>
            <p:cNvPr id="196680" name="Text Box 47"/>
            <p:cNvSpPr txBox="1"/>
            <p:nvPr/>
          </p:nvSpPr>
          <p:spPr>
            <a:xfrm>
              <a:off x="287" y="3486"/>
              <a:ext cx="387"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Q</a:t>
              </a:r>
            </a:p>
          </p:txBody>
        </p:sp>
        <p:sp>
          <p:nvSpPr>
            <p:cNvPr id="196681" name="Oval 97"/>
            <p:cNvSpPr/>
            <p:nvPr/>
          </p:nvSpPr>
          <p:spPr>
            <a:xfrm>
              <a:off x="3532"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2" name="Oval 98"/>
            <p:cNvSpPr/>
            <p:nvPr/>
          </p:nvSpPr>
          <p:spPr>
            <a:xfrm>
              <a:off x="703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3" name="Oval 99"/>
            <p:cNvSpPr/>
            <p:nvPr/>
          </p:nvSpPr>
          <p:spPr>
            <a:xfrm>
              <a:off x="9677" y="2051"/>
              <a:ext cx="120" cy="90"/>
            </a:xfrm>
            <a:prstGeom prst="ellipse">
              <a:avLst/>
            </a:prstGeom>
            <a:solidFill>
              <a:schemeClr val="tx1"/>
            </a:solidFill>
            <a:ln w="28575" cap="flat" cmpd="sng">
              <a:solidFill>
                <a:srgbClr val="0000CC"/>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4" name="Rectangle 49"/>
            <p:cNvSpPr/>
            <p:nvPr/>
          </p:nvSpPr>
          <p:spPr>
            <a:xfrm>
              <a:off x="242" y="102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5" name="Text Box 50"/>
            <p:cNvSpPr txBox="1"/>
            <p:nvPr/>
          </p:nvSpPr>
          <p:spPr>
            <a:xfrm>
              <a:off x="417" y="1020"/>
              <a:ext cx="6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p>
          </p:txBody>
        </p:sp>
        <p:sp>
          <p:nvSpPr>
            <p:cNvPr id="196686" name="Rectangle 57"/>
            <p:cNvSpPr/>
            <p:nvPr/>
          </p:nvSpPr>
          <p:spPr>
            <a:xfrm>
              <a:off x="288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7" name="Text Box 58"/>
            <p:cNvSpPr txBox="1"/>
            <p:nvPr/>
          </p:nvSpPr>
          <p:spPr>
            <a:xfrm>
              <a:off x="3057" y="1050"/>
              <a:ext cx="6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p>
          </p:txBody>
        </p:sp>
        <p:sp>
          <p:nvSpPr>
            <p:cNvPr id="196688" name="Rectangle 65"/>
            <p:cNvSpPr/>
            <p:nvPr/>
          </p:nvSpPr>
          <p:spPr>
            <a:xfrm>
              <a:off x="636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89" name="Text Box 66"/>
            <p:cNvSpPr txBox="1"/>
            <p:nvPr/>
          </p:nvSpPr>
          <p:spPr>
            <a:xfrm>
              <a:off x="6537" y="1050"/>
              <a:ext cx="6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p>
          </p:txBody>
        </p:sp>
        <p:sp>
          <p:nvSpPr>
            <p:cNvPr id="196690" name="Rectangle 73"/>
            <p:cNvSpPr/>
            <p:nvPr/>
          </p:nvSpPr>
          <p:spPr>
            <a:xfrm>
              <a:off x="9002" y="1050"/>
              <a:ext cx="960"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Arial Unicode MS" panose="020B0604020202020204" charset="-122"/>
                <a:ea typeface="Arial Unicode MS" panose="020B0604020202020204" charset="-122"/>
              </a:endParaRPr>
            </a:p>
          </p:txBody>
        </p:sp>
        <p:sp>
          <p:nvSpPr>
            <p:cNvPr id="196691" name="Text Box 74"/>
            <p:cNvSpPr txBox="1"/>
            <p:nvPr/>
          </p:nvSpPr>
          <p:spPr>
            <a:xfrm>
              <a:off x="9177" y="1050"/>
              <a:ext cx="60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Arial Unicode MS" panose="020B0604020202020204" charset="-122"/>
                  <a:ea typeface="Arial Unicode MS" panose="020B0604020202020204" charset="-122"/>
                </a:rPr>
                <a:t>&amp;</a:t>
              </a:r>
            </a:p>
          </p:txBody>
        </p:sp>
      </p:grpSp>
      <p:sp>
        <p:nvSpPr>
          <p:cNvPr id="84" name="矩形标注 5">
            <a:extLst>
              <a:ext uri="{FF2B5EF4-FFF2-40B4-BE49-F238E27FC236}">
                <a16:creationId xmlns:a16="http://schemas.microsoft.com/office/drawing/2014/main" id="{D4E4DD04-63ED-4F86-8CFF-9F63213E4098}"/>
              </a:ext>
            </a:extLst>
          </p:cNvPr>
          <p:cNvSpPr/>
          <p:nvPr/>
        </p:nvSpPr>
        <p:spPr>
          <a:xfrm>
            <a:off x="7987041" y="1502271"/>
            <a:ext cx="1049456" cy="360045"/>
          </a:xfrm>
          <a:prstGeom prst="wedgeRectCallout">
            <a:avLst>
              <a:gd name="adj1" fmla="val -84927"/>
              <a:gd name="adj2" fmla="val 180969"/>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采样脉冲</a:t>
            </a:r>
            <a:endPar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6611"/>
                                        </p:tgtEl>
                                        <p:attrNameLst>
                                          <p:attrName>style.visibility</p:attrName>
                                        </p:attrNameLst>
                                      </p:cBhvr>
                                      <p:to>
                                        <p:strVal val="visible"/>
                                      </p:to>
                                    </p:set>
                                    <p:anim calcmode="lin" valueType="num">
                                      <p:cBhvr additive="base">
                                        <p:cTn id="7" dur="500" fill="hold"/>
                                        <p:tgtEl>
                                          <p:spTgt spid="196611"/>
                                        </p:tgtEl>
                                        <p:attrNameLst>
                                          <p:attrName>ppt_x</p:attrName>
                                        </p:attrNameLst>
                                      </p:cBhvr>
                                      <p:tavLst>
                                        <p:tav tm="0">
                                          <p:val>
                                            <p:strVal val="#ppt_x"/>
                                          </p:val>
                                        </p:tav>
                                        <p:tav tm="100000">
                                          <p:val>
                                            <p:strVal val="#ppt_x"/>
                                          </p:val>
                                        </p:tav>
                                      </p:tavLst>
                                    </p:anim>
                                    <p:anim calcmode="lin" valueType="num">
                                      <p:cBhvr additive="base">
                                        <p:cTn id="8" dur="500" fill="hold"/>
                                        <p:tgtEl>
                                          <p:spTgt spid="1966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p:cNvSpPr>
          <p:nvPr>
            <p:ph type="title"/>
          </p:nvPr>
        </p:nvSpPr>
        <p:spPr>
          <a:xfrm>
            <a:off x="395605" y="555308"/>
            <a:ext cx="7391400" cy="457200"/>
          </a:xfrm>
          <a:prstGeom prst="rect">
            <a:avLst/>
          </a:prstGeom>
          <a:noFill/>
          <a:ln w="9525">
            <a:noFill/>
          </a:ln>
        </p:spPr>
        <p:txBody>
          <a:bodyPr/>
          <a:lstStyle/>
          <a:p>
            <a:pPr eaLnBrk="1" hangingPunct="1"/>
            <a:r>
              <a:rPr lang="en-US" altLang="zh-CN" sz="2000" b="1">
                <a:latin typeface="华文新魏" panose="02010800040101010101" pitchFamily="2" charset="-122"/>
                <a:ea typeface="华文新魏" panose="02010800040101010101" pitchFamily="2" charset="-122"/>
              </a:rPr>
              <a:t>(3)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串出结构  </a:t>
            </a:r>
            <a:r>
              <a:rPr lang="en-US" altLang="zh-CN" sz="2000" b="1">
                <a:latin typeface="华文新魏" panose="02010800040101010101" pitchFamily="2" charset="-122"/>
                <a:ea typeface="华文新魏" panose="02010800040101010101" pitchFamily="2" charset="-122"/>
              </a:rPr>
              <a:t>Parallel in – serial out </a:t>
            </a:r>
          </a:p>
        </p:txBody>
      </p:sp>
      <p:sp>
        <p:nvSpPr>
          <p:cNvPr id="197635" name="Text Box 7"/>
          <p:cNvSpPr txBox="1"/>
          <p:nvPr/>
        </p:nvSpPr>
        <p:spPr>
          <a:xfrm>
            <a:off x="3749675" y="514350"/>
            <a:ext cx="1143000" cy="400050"/>
          </a:xfrm>
          <a:prstGeom prst="rect">
            <a:avLst/>
          </a:prstGeom>
          <a:noFill/>
          <a:ln w="28575">
            <a:noFill/>
          </a:ln>
        </p:spPr>
        <p:txBody>
          <a:bodyPr>
            <a:spAutoFit/>
          </a:bodyPr>
          <a:lstStyle/>
          <a:p>
            <a:pPr eaLnBrk="1" hangingPunct="1">
              <a:spcBef>
                <a:spcPct val="50000"/>
              </a:spcBef>
              <a:buFont typeface="Arial" panose="020B0604020202020204" pitchFamily="34" charset="0"/>
            </a:pPr>
            <a:endParaRPr lang="zh-CN" altLang="en-US" dirty="0">
              <a:solidFill>
                <a:schemeClr val="tx1"/>
              </a:solidFill>
              <a:latin typeface="Calibri" panose="020F0502020204030204" pitchFamily="34" charset="0"/>
            </a:endParaRPr>
          </a:p>
        </p:txBody>
      </p:sp>
      <p:grpSp>
        <p:nvGrpSpPr>
          <p:cNvPr id="3" name="组合 2"/>
          <p:cNvGrpSpPr/>
          <p:nvPr/>
        </p:nvGrpSpPr>
        <p:grpSpPr>
          <a:xfrm>
            <a:off x="505460" y="861695"/>
            <a:ext cx="7966075" cy="4017010"/>
            <a:chOff x="796" y="1357"/>
            <a:chExt cx="12545" cy="6326"/>
          </a:xfrm>
        </p:grpSpPr>
        <p:grpSp>
          <p:nvGrpSpPr>
            <p:cNvPr id="197636" name="Group 4"/>
            <p:cNvGrpSpPr/>
            <p:nvPr/>
          </p:nvGrpSpPr>
          <p:grpSpPr>
            <a:xfrm>
              <a:off x="796" y="1357"/>
              <a:ext cx="12545" cy="6326"/>
              <a:chOff x="581" y="-101"/>
              <a:chExt cx="13579" cy="7279"/>
            </a:xfrm>
          </p:grpSpPr>
          <p:sp>
            <p:nvSpPr>
              <p:cNvPr id="197637" name="Rectangle 6"/>
              <p:cNvSpPr/>
              <p:nvPr/>
            </p:nvSpPr>
            <p:spPr>
              <a:xfrm>
                <a:off x="5665" y="48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38" name="Text Box 8"/>
              <p:cNvSpPr txBox="1"/>
              <p:nvPr/>
            </p:nvSpPr>
            <p:spPr>
              <a:xfrm>
                <a:off x="5640" y="427"/>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39" name="Rectangle 13"/>
              <p:cNvSpPr/>
              <p:nvPr/>
            </p:nvSpPr>
            <p:spPr>
              <a:xfrm>
                <a:off x="5665" y="147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0" name="Text Box 14"/>
              <p:cNvSpPr txBox="1"/>
              <p:nvPr/>
            </p:nvSpPr>
            <p:spPr>
              <a:xfrm>
                <a:off x="5640" y="1418"/>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41" name="Rectangle 16"/>
              <p:cNvSpPr/>
              <p:nvPr/>
            </p:nvSpPr>
            <p:spPr>
              <a:xfrm>
                <a:off x="7825" y="664"/>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2" name="Text Box 17"/>
              <p:cNvSpPr txBox="1"/>
              <p:nvPr/>
            </p:nvSpPr>
            <p:spPr>
              <a:xfrm>
                <a:off x="7775" y="664"/>
                <a:ext cx="1105"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p>
            </p:txBody>
          </p:sp>
          <p:sp>
            <p:nvSpPr>
              <p:cNvPr id="197643" name="Line 18"/>
              <p:cNvSpPr/>
              <p:nvPr/>
            </p:nvSpPr>
            <p:spPr>
              <a:xfrm>
                <a:off x="6385" y="844"/>
                <a:ext cx="1440" cy="0"/>
              </a:xfrm>
              <a:prstGeom prst="line">
                <a:avLst/>
              </a:prstGeom>
              <a:ln w="28575" cap="flat" cmpd="sng">
                <a:solidFill>
                  <a:schemeClr val="tx1"/>
                </a:solidFill>
                <a:prstDash val="solid"/>
                <a:headEnd type="none" w="med" len="med"/>
                <a:tailEnd type="none" w="med" len="med"/>
              </a:ln>
            </p:spPr>
          </p:sp>
          <p:sp>
            <p:nvSpPr>
              <p:cNvPr id="197644" name="Line 20"/>
              <p:cNvSpPr/>
              <p:nvPr/>
            </p:nvSpPr>
            <p:spPr>
              <a:xfrm>
                <a:off x="7105" y="1204"/>
                <a:ext cx="720" cy="0"/>
              </a:xfrm>
              <a:prstGeom prst="line">
                <a:avLst/>
              </a:prstGeom>
              <a:ln w="28575" cap="flat" cmpd="sng">
                <a:solidFill>
                  <a:schemeClr val="tx1"/>
                </a:solidFill>
                <a:prstDash val="solid"/>
                <a:headEnd type="none" w="med" len="med"/>
                <a:tailEnd type="none" w="med" len="med"/>
              </a:ln>
            </p:spPr>
          </p:sp>
          <p:sp>
            <p:nvSpPr>
              <p:cNvPr id="197645" name="Line 21"/>
              <p:cNvSpPr/>
              <p:nvPr/>
            </p:nvSpPr>
            <p:spPr>
              <a:xfrm>
                <a:off x="7105" y="1204"/>
                <a:ext cx="0" cy="630"/>
              </a:xfrm>
              <a:prstGeom prst="line">
                <a:avLst/>
              </a:prstGeom>
              <a:ln w="28575" cap="flat" cmpd="sng">
                <a:solidFill>
                  <a:schemeClr val="tx1"/>
                </a:solidFill>
                <a:prstDash val="solid"/>
                <a:headEnd type="none" w="med" len="med"/>
                <a:tailEnd type="none" w="med" len="med"/>
              </a:ln>
            </p:spPr>
          </p:sp>
          <p:sp>
            <p:nvSpPr>
              <p:cNvPr id="197646" name="Line 22"/>
              <p:cNvSpPr/>
              <p:nvPr/>
            </p:nvSpPr>
            <p:spPr>
              <a:xfrm>
                <a:off x="6385" y="1815"/>
                <a:ext cx="720" cy="0"/>
              </a:xfrm>
              <a:prstGeom prst="line">
                <a:avLst/>
              </a:prstGeom>
              <a:ln w="28575" cap="flat" cmpd="sng">
                <a:solidFill>
                  <a:schemeClr val="tx1"/>
                </a:solidFill>
                <a:prstDash val="solid"/>
                <a:headEnd type="none" w="med" len="med"/>
                <a:tailEnd type="none" w="med" len="med"/>
              </a:ln>
            </p:spPr>
          </p:sp>
          <p:sp>
            <p:nvSpPr>
              <p:cNvPr id="197647" name="Line 24"/>
              <p:cNvSpPr/>
              <p:nvPr/>
            </p:nvSpPr>
            <p:spPr>
              <a:xfrm>
                <a:off x="8545" y="1024"/>
                <a:ext cx="1560" cy="0"/>
              </a:xfrm>
              <a:prstGeom prst="line">
                <a:avLst/>
              </a:prstGeom>
              <a:ln w="28575" cap="flat" cmpd="sng">
                <a:solidFill>
                  <a:schemeClr val="tx1"/>
                </a:solidFill>
                <a:prstDash val="solid"/>
                <a:headEnd type="none" w="med" len="med"/>
                <a:tailEnd type="none" w="med" len="med"/>
              </a:ln>
            </p:spPr>
          </p:sp>
          <p:sp>
            <p:nvSpPr>
              <p:cNvPr id="197648" name="Rectangle 23"/>
              <p:cNvSpPr/>
              <p:nvPr/>
            </p:nvSpPr>
            <p:spPr>
              <a:xfrm>
                <a:off x="10105" y="795"/>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49" name="Oval 25"/>
              <p:cNvSpPr/>
              <p:nvPr/>
            </p:nvSpPr>
            <p:spPr>
              <a:xfrm>
                <a:off x="9915" y="1549"/>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50" name="Text Box 26"/>
              <p:cNvSpPr txBox="1"/>
              <p:nvPr/>
            </p:nvSpPr>
            <p:spPr>
              <a:xfrm>
                <a:off x="9965" y="1291"/>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p>
            </p:txBody>
          </p:sp>
          <p:sp>
            <p:nvSpPr>
              <p:cNvPr id="197651" name="Text Box 27"/>
              <p:cNvSpPr txBox="1"/>
              <p:nvPr/>
            </p:nvSpPr>
            <p:spPr>
              <a:xfrm>
                <a:off x="10875" y="699"/>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p>
            </p:txBody>
          </p:sp>
          <p:sp>
            <p:nvSpPr>
              <p:cNvPr id="197652" name="Text Box 28"/>
              <p:cNvSpPr txBox="1"/>
              <p:nvPr/>
            </p:nvSpPr>
            <p:spPr>
              <a:xfrm>
                <a:off x="10060" y="733"/>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97653" name="Line 29"/>
              <p:cNvSpPr/>
              <p:nvPr/>
            </p:nvSpPr>
            <p:spPr>
              <a:xfrm>
                <a:off x="11305" y="1009"/>
                <a:ext cx="600" cy="0"/>
              </a:xfrm>
              <a:prstGeom prst="line">
                <a:avLst/>
              </a:prstGeom>
              <a:ln w="28575" cap="flat" cmpd="sng">
                <a:solidFill>
                  <a:schemeClr val="tx1"/>
                </a:solidFill>
                <a:prstDash val="solid"/>
                <a:headEnd type="none" w="med" len="med"/>
                <a:tailEnd type="none" w="med" len="med"/>
              </a:ln>
            </p:spPr>
          </p:sp>
          <p:sp>
            <p:nvSpPr>
              <p:cNvPr id="197654" name="Line 31"/>
              <p:cNvSpPr/>
              <p:nvPr/>
            </p:nvSpPr>
            <p:spPr>
              <a:xfrm>
                <a:off x="9435" y="1616"/>
                <a:ext cx="480" cy="0"/>
              </a:xfrm>
              <a:prstGeom prst="line">
                <a:avLst/>
              </a:prstGeom>
              <a:ln w="28575" cap="flat" cmpd="sng">
                <a:solidFill>
                  <a:schemeClr val="tx1"/>
                </a:solidFill>
                <a:prstDash val="solid"/>
                <a:headEnd type="none" w="med" len="med"/>
                <a:tailEnd type="none" w="med" len="med"/>
              </a:ln>
            </p:spPr>
          </p:sp>
          <p:sp>
            <p:nvSpPr>
              <p:cNvPr id="197655" name="Line 32"/>
              <p:cNvSpPr/>
              <p:nvPr/>
            </p:nvSpPr>
            <p:spPr>
              <a:xfrm>
                <a:off x="11880" y="1005"/>
                <a:ext cx="0" cy="1403"/>
              </a:xfrm>
              <a:prstGeom prst="line">
                <a:avLst/>
              </a:prstGeom>
              <a:ln w="28575" cap="flat" cmpd="sng">
                <a:solidFill>
                  <a:schemeClr val="tx1"/>
                </a:solidFill>
                <a:prstDash val="solid"/>
                <a:headEnd type="none" w="med" len="med"/>
                <a:tailEnd type="none" w="med" len="med"/>
              </a:ln>
            </p:spPr>
          </p:sp>
          <p:sp>
            <p:nvSpPr>
              <p:cNvPr id="197656" name="Line 33"/>
              <p:cNvSpPr/>
              <p:nvPr/>
            </p:nvSpPr>
            <p:spPr>
              <a:xfrm>
                <a:off x="5185" y="2374"/>
                <a:ext cx="6720" cy="0"/>
              </a:xfrm>
              <a:prstGeom prst="line">
                <a:avLst/>
              </a:prstGeom>
              <a:ln w="28575" cap="flat" cmpd="sng">
                <a:solidFill>
                  <a:schemeClr val="tx1"/>
                </a:solidFill>
                <a:prstDash val="solid"/>
                <a:headEnd type="none" w="med" len="med"/>
                <a:tailEnd type="none" w="med" len="med"/>
              </a:ln>
            </p:spPr>
          </p:sp>
          <p:sp>
            <p:nvSpPr>
              <p:cNvPr id="197657" name="Line 34"/>
              <p:cNvSpPr/>
              <p:nvPr/>
            </p:nvSpPr>
            <p:spPr>
              <a:xfrm>
                <a:off x="3505" y="2010"/>
                <a:ext cx="2160" cy="0"/>
              </a:xfrm>
              <a:prstGeom prst="line">
                <a:avLst/>
              </a:prstGeom>
              <a:ln w="28575" cap="flat" cmpd="sng">
                <a:solidFill>
                  <a:schemeClr val="tx1"/>
                </a:solidFill>
                <a:prstDash val="solid"/>
                <a:headEnd type="none" w="med" len="med"/>
                <a:tailEnd type="none" w="med" len="med"/>
              </a:ln>
            </p:spPr>
          </p:sp>
          <p:sp>
            <p:nvSpPr>
              <p:cNvPr id="197658" name="Line 35"/>
              <p:cNvSpPr/>
              <p:nvPr/>
            </p:nvSpPr>
            <p:spPr>
              <a:xfrm>
                <a:off x="4825" y="1039"/>
                <a:ext cx="840" cy="0"/>
              </a:xfrm>
              <a:prstGeom prst="line">
                <a:avLst/>
              </a:prstGeom>
              <a:ln w="28575" cap="flat" cmpd="sng">
                <a:solidFill>
                  <a:schemeClr val="tx1"/>
                </a:solidFill>
                <a:prstDash val="solid"/>
                <a:headEnd type="none" w="med" len="med"/>
                <a:tailEnd type="none" w="med" len="med"/>
              </a:ln>
            </p:spPr>
          </p:sp>
          <p:sp>
            <p:nvSpPr>
              <p:cNvPr id="197659" name="Line 36"/>
              <p:cNvSpPr/>
              <p:nvPr/>
            </p:nvSpPr>
            <p:spPr>
              <a:xfrm>
                <a:off x="2545" y="1676"/>
                <a:ext cx="3120" cy="0"/>
              </a:xfrm>
              <a:prstGeom prst="line">
                <a:avLst/>
              </a:prstGeom>
              <a:ln w="28575" cap="flat" cmpd="sng">
                <a:solidFill>
                  <a:schemeClr val="tx1"/>
                </a:solidFill>
                <a:prstDash val="solid"/>
                <a:headEnd type="none" w="med" len="med"/>
                <a:tailEnd type="none" w="med" len="med"/>
              </a:ln>
            </p:spPr>
          </p:sp>
          <p:sp>
            <p:nvSpPr>
              <p:cNvPr id="197660" name="Rectangle 40"/>
              <p:cNvSpPr/>
              <p:nvPr/>
            </p:nvSpPr>
            <p:spPr>
              <a:xfrm>
                <a:off x="5665" y="252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1" name="Text Box 41"/>
              <p:cNvSpPr txBox="1"/>
              <p:nvPr/>
            </p:nvSpPr>
            <p:spPr>
              <a:xfrm>
                <a:off x="5640" y="2464"/>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62" name="Rectangle 43"/>
              <p:cNvSpPr/>
              <p:nvPr/>
            </p:nvSpPr>
            <p:spPr>
              <a:xfrm>
                <a:off x="5665" y="35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3" name="Text Box 44"/>
              <p:cNvSpPr txBox="1"/>
              <p:nvPr/>
            </p:nvSpPr>
            <p:spPr>
              <a:xfrm>
                <a:off x="5640" y="3454"/>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64" name="Rectangle 46"/>
              <p:cNvSpPr/>
              <p:nvPr/>
            </p:nvSpPr>
            <p:spPr>
              <a:xfrm>
                <a:off x="7825" y="2700"/>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65" name="Text Box 47"/>
              <p:cNvSpPr txBox="1"/>
              <p:nvPr/>
            </p:nvSpPr>
            <p:spPr>
              <a:xfrm>
                <a:off x="7775" y="2700"/>
                <a:ext cx="1105"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p>
            </p:txBody>
          </p:sp>
          <p:sp>
            <p:nvSpPr>
              <p:cNvPr id="197666" name="Line 48"/>
              <p:cNvSpPr/>
              <p:nvPr/>
            </p:nvSpPr>
            <p:spPr>
              <a:xfrm>
                <a:off x="6385" y="2881"/>
                <a:ext cx="1440" cy="0"/>
              </a:xfrm>
              <a:prstGeom prst="line">
                <a:avLst/>
              </a:prstGeom>
              <a:ln w="28575" cap="flat" cmpd="sng">
                <a:solidFill>
                  <a:schemeClr val="tx1"/>
                </a:solidFill>
                <a:prstDash val="solid"/>
                <a:headEnd type="none" w="med" len="med"/>
                <a:tailEnd type="none" w="med" len="med"/>
              </a:ln>
            </p:spPr>
          </p:sp>
          <p:sp>
            <p:nvSpPr>
              <p:cNvPr id="197667" name="Line 49"/>
              <p:cNvSpPr/>
              <p:nvPr/>
            </p:nvSpPr>
            <p:spPr>
              <a:xfrm>
                <a:off x="7105" y="3241"/>
                <a:ext cx="720" cy="0"/>
              </a:xfrm>
              <a:prstGeom prst="line">
                <a:avLst/>
              </a:prstGeom>
              <a:ln w="28575" cap="flat" cmpd="sng">
                <a:solidFill>
                  <a:schemeClr val="tx1"/>
                </a:solidFill>
                <a:prstDash val="solid"/>
                <a:headEnd type="none" w="med" len="med"/>
                <a:tailEnd type="none" w="med" len="med"/>
              </a:ln>
            </p:spPr>
          </p:sp>
          <p:sp>
            <p:nvSpPr>
              <p:cNvPr id="197668" name="Line 50"/>
              <p:cNvSpPr/>
              <p:nvPr/>
            </p:nvSpPr>
            <p:spPr>
              <a:xfrm>
                <a:off x="7105" y="3241"/>
                <a:ext cx="0" cy="630"/>
              </a:xfrm>
              <a:prstGeom prst="line">
                <a:avLst/>
              </a:prstGeom>
              <a:ln w="28575" cap="flat" cmpd="sng">
                <a:solidFill>
                  <a:schemeClr val="tx1"/>
                </a:solidFill>
                <a:prstDash val="solid"/>
                <a:headEnd type="none" w="med" len="med"/>
                <a:tailEnd type="none" w="med" len="med"/>
              </a:ln>
            </p:spPr>
          </p:sp>
          <p:sp>
            <p:nvSpPr>
              <p:cNvPr id="197669" name="Line 51"/>
              <p:cNvSpPr/>
              <p:nvPr/>
            </p:nvSpPr>
            <p:spPr>
              <a:xfrm>
                <a:off x="6385" y="3852"/>
                <a:ext cx="720" cy="0"/>
              </a:xfrm>
              <a:prstGeom prst="line">
                <a:avLst/>
              </a:prstGeom>
              <a:ln w="28575" cap="flat" cmpd="sng">
                <a:solidFill>
                  <a:schemeClr val="tx1"/>
                </a:solidFill>
                <a:prstDash val="solid"/>
                <a:headEnd type="none" w="med" len="med"/>
                <a:tailEnd type="none" w="med" len="med"/>
              </a:ln>
            </p:spPr>
          </p:sp>
          <p:sp>
            <p:nvSpPr>
              <p:cNvPr id="197670" name="Line 52"/>
              <p:cNvSpPr/>
              <p:nvPr/>
            </p:nvSpPr>
            <p:spPr>
              <a:xfrm>
                <a:off x="8545" y="3061"/>
                <a:ext cx="1560" cy="0"/>
              </a:xfrm>
              <a:prstGeom prst="line">
                <a:avLst/>
              </a:prstGeom>
              <a:ln w="28575" cap="flat" cmpd="sng">
                <a:solidFill>
                  <a:schemeClr val="tx1"/>
                </a:solidFill>
                <a:prstDash val="solid"/>
                <a:headEnd type="none" w="med" len="med"/>
                <a:tailEnd type="none" w="med" len="med"/>
              </a:ln>
            </p:spPr>
          </p:sp>
          <p:sp>
            <p:nvSpPr>
              <p:cNvPr id="197671" name="Rectangle 54"/>
              <p:cNvSpPr/>
              <p:nvPr/>
            </p:nvSpPr>
            <p:spPr>
              <a:xfrm>
                <a:off x="10105" y="2832"/>
                <a:ext cx="120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2" name="Oval 55"/>
              <p:cNvSpPr/>
              <p:nvPr/>
            </p:nvSpPr>
            <p:spPr>
              <a:xfrm>
                <a:off x="9915" y="3586"/>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73" name="Text Box 56"/>
              <p:cNvSpPr txBox="1"/>
              <p:nvPr/>
            </p:nvSpPr>
            <p:spPr>
              <a:xfrm>
                <a:off x="9965" y="3328"/>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p>
            </p:txBody>
          </p:sp>
          <p:sp>
            <p:nvSpPr>
              <p:cNvPr id="197674" name="Text Box 57"/>
              <p:cNvSpPr txBox="1"/>
              <p:nvPr/>
            </p:nvSpPr>
            <p:spPr>
              <a:xfrm>
                <a:off x="10875" y="2736"/>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p>
            </p:txBody>
          </p:sp>
          <p:sp>
            <p:nvSpPr>
              <p:cNvPr id="197675" name="Text Box 58"/>
              <p:cNvSpPr txBox="1"/>
              <p:nvPr/>
            </p:nvSpPr>
            <p:spPr>
              <a:xfrm>
                <a:off x="10060" y="2769"/>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97676" name="Line 59"/>
              <p:cNvSpPr/>
              <p:nvPr/>
            </p:nvSpPr>
            <p:spPr>
              <a:xfrm>
                <a:off x="11305" y="3046"/>
                <a:ext cx="600" cy="0"/>
              </a:xfrm>
              <a:prstGeom prst="line">
                <a:avLst/>
              </a:prstGeom>
              <a:ln w="28575" cap="flat" cmpd="sng">
                <a:solidFill>
                  <a:schemeClr val="tx1"/>
                </a:solidFill>
                <a:prstDash val="solid"/>
                <a:headEnd type="none" w="med" len="med"/>
                <a:tailEnd type="none" w="med" len="med"/>
              </a:ln>
            </p:spPr>
          </p:sp>
          <p:sp>
            <p:nvSpPr>
              <p:cNvPr id="197677" name="Line 60"/>
              <p:cNvSpPr/>
              <p:nvPr/>
            </p:nvSpPr>
            <p:spPr>
              <a:xfrm>
                <a:off x="9435" y="3653"/>
                <a:ext cx="480" cy="0"/>
              </a:xfrm>
              <a:prstGeom prst="line">
                <a:avLst/>
              </a:prstGeom>
              <a:ln w="28575" cap="flat" cmpd="sng">
                <a:solidFill>
                  <a:schemeClr val="tx1"/>
                </a:solidFill>
                <a:prstDash val="solid"/>
                <a:headEnd type="none" w="med" len="med"/>
                <a:tailEnd type="none" w="med" len="med"/>
              </a:ln>
            </p:spPr>
          </p:sp>
          <p:sp>
            <p:nvSpPr>
              <p:cNvPr id="197678" name="Line 61"/>
              <p:cNvSpPr/>
              <p:nvPr/>
            </p:nvSpPr>
            <p:spPr>
              <a:xfrm>
                <a:off x="11880" y="3042"/>
                <a:ext cx="0" cy="1403"/>
              </a:xfrm>
              <a:prstGeom prst="line">
                <a:avLst/>
              </a:prstGeom>
              <a:ln w="28575" cap="flat" cmpd="sng">
                <a:solidFill>
                  <a:schemeClr val="tx1"/>
                </a:solidFill>
                <a:prstDash val="solid"/>
                <a:headEnd type="none" w="med" len="med"/>
                <a:tailEnd type="none" w="med" len="med"/>
              </a:ln>
            </p:spPr>
          </p:sp>
          <p:sp>
            <p:nvSpPr>
              <p:cNvPr id="197679" name="Line 62"/>
              <p:cNvSpPr/>
              <p:nvPr/>
            </p:nvSpPr>
            <p:spPr>
              <a:xfrm>
                <a:off x="5185" y="4411"/>
                <a:ext cx="6720" cy="0"/>
              </a:xfrm>
              <a:prstGeom prst="line">
                <a:avLst/>
              </a:prstGeom>
              <a:ln w="28575">
                <a:noFill/>
              </a:ln>
            </p:spPr>
          </p:sp>
          <p:sp>
            <p:nvSpPr>
              <p:cNvPr id="197680" name="Line 63"/>
              <p:cNvSpPr/>
              <p:nvPr/>
            </p:nvSpPr>
            <p:spPr>
              <a:xfrm>
                <a:off x="3505" y="4047"/>
                <a:ext cx="2160" cy="0"/>
              </a:xfrm>
              <a:prstGeom prst="line">
                <a:avLst/>
              </a:prstGeom>
              <a:ln w="28575" cap="flat" cmpd="sng">
                <a:solidFill>
                  <a:schemeClr val="tx1"/>
                </a:solidFill>
                <a:prstDash val="solid"/>
                <a:headEnd type="none" w="med" len="med"/>
                <a:tailEnd type="none" w="med" len="med"/>
              </a:ln>
            </p:spPr>
          </p:sp>
          <p:sp>
            <p:nvSpPr>
              <p:cNvPr id="197681" name="Line 64"/>
              <p:cNvSpPr/>
              <p:nvPr/>
            </p:nvSpPr>
            <p:spPr>
              <a:xfrm>
                <a:off x="4825" y="3076"/>
                <a:ext cx="840" cy="0"/>
              </a:xfrm>
              <a:prstGeom prst="line">
                <a:avLst/>
              </a:prstGeom>
              <a:ln w="28575" cap="flat" cmpd="sng">
                <a:solidFill>
                  <a:schemeClr val="tx1"/>
                </a:solidFill>
                <a:prstDash val="solid"/>
                <a:headEnd type="none" w="med" len="med"/>
                <a:tailEnd type="none" w="med" len="med"/>
              </a:ln>
            </p:spPr>
          </p:sp>
          <p:sp>
            <p:nvSpPr>
              <p:cNvPr id="197682" name="Line 65"/>
              <p:cNvSpPr/>
              <p:nvPr/>
            </p:nvSpPr>
            <p:spPr>
              <a:xfrm>
                <a:off x="2545" y="3713"/>
                <a:ext cx="3120" cy="0"/>
              </a:xfrm>
              <a:prstGeom prst="line">
                <a:avLst/>
              </a:prstGeom>
              <a:ln w="28575" cap="flat" cmpd="sng">
                <a:solidFill>
                  <a:schemeClr val="tx1"/>
                </a:solidFill>
                <a:prstDash val="solid"/>
                <a:headEnd type="none" w="med" len="med"/>
                <a:tailEnd type="none" w="med" len="med"/>
              </a:ln>
            </p:spPr>
          </p:sp>
          <p:sp>
            <p:nvSpPr>
              <p:cNvPr id="197683" name="Rectangle 68"/>
              <p:cNvSpPr/>
              <p:nvPr/>
            </p:nvSpPr>
            <p:spPr>
              <a:xfrm>
                <a:off x="5665" y="513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4" name="Text Box 69"/>
              <p:cNvSpPr txBox="1"/>
              <p:nvPr/>
            </p:nvSpPr>
            <p:spPr>
              <a:xfrm>
                <a:off x="5640" y="5075"/>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85" name="Rectangle 71"/>
              <p:cNvSpPr/>
              <p:nvPr/>
            </p:nvSpPr>
            <p:spPr>
              <a:xfrm>
                <a:off x="5665" y="6121"/>
                <a:ext cx="720" cy="72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6" name="Text Box 72"/>
              <p:cNvSpPr txBox="1"/>
              <p:nvPr/>
            </p:nvSpPr>
            <p:spPr>
              <a:xfrm>
                <a:off x="5753" y="6178"/>
                <a:ext cx="72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&amp;</a:t>
                </a:r>
              </a:p>
            </p:txBody>
          </p:sp>
          <p:sp>
            <p:nvSpPr>
              <p:cNvPr id="197687" name="Rectangle 74"/>
              <p:cNvSpPr/>
              <p:nvPr/>
            </p:nvSpPr>
            <p:spPr>
              <a:xfrm>
                <a:off x="7825" y="5311"/>
                <a:ext cx="720" cy="72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88" name="Text Box 75"/>
              <p:cNvSpPr txBox="1"/>
              <p:nvPr/>
            </p:nvSpPr>
            <p:spPr>
              <a:xfrm>
                <a:off x="7775" y="5311"/>
                <a:ext cx="1105"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p>
            </p:txBody>
          </p:sp>
          <p:sp>
            <p:nvSpPr>
              <p:cNvPr id="197689" name="Line 76"/>
              <p:cNvSpPr/>
              <p:nvPr/>
            </p:nvSpPr>
            <p:spPr>
              <a:xfrm>
                <a:off x="6385" y="5491"/>
                <a:ext cx="1440" cy="0"/>
              </a:xfrm>
              <a:prstGeom prst="line">
                <a:avLst/>
              </a:prstGeom>
              <a:ln w="28575" cap="flat" cmpd="sng">
                <a:solidFill>
                  <a:schemeClr val="tx1"/>
                </a:solidFill>
                <a:prstDash val="solid"/>
                <a:headEnd type="none" w="med" len="med"/>
                <a:tailEnd type="none" w="med" len="med"/>
              </a:ln>
            </p:spPr>
          </p:sp>
          <p:sp>
            <p:nvSpPr>
              <p:cNvPr id="197690" name="Line 77"/>
              <p:cNvSpPr/>
              <p:nvPr/>
            </p:nvSpPr>
            <p:spPr>
              <a:xfrm>
                <a:off x="7105" y="5851"/>
                <a:ext cx="720" cy="0"/>
              </a:xfrm>
              <a:prstGeom prst="line">
                <a:avLst/>
              </a:prstGeom>
              <a:ln w="28575" cap="flat" cmpd="sng">
                <a:solidFill>
                  <a:schemeClr val="tx1"/>
                </a:solidFill>
                <a:prstDash val="solid"/>
                <a:headEnd type="none" w="med" len="med"/>
                <a:tailEnd type="none" w="med" len="med"/>
              </a:ln>
            </p:spPr>
          </p:sp>
          <p:sp>
            <p:nvSpPr>
              <p:cNvPr id="197691" name="Line 78"/>
              <p:cNvSpPr/>
              <p:nvPr/>
            </p:nvSpPr>
            <p:spPr>
              <a:xfrm>
                <a:off x="7105" y="5851"/>
                <a:ext cx="0" cy="630"/>
              </a:xfrm>
              <a:prstGeom prst="line">
                <a:avLst/>
              </a:prstGeom>
              <a:ln w="28575" cap="flat" cmpd="sng">
                <a:solidFill>
                  <a:schemeClr val="tx1"/>
                </a:solidFill>
                <a:prstDash val="solid"/>
                <a:headEnd type="none" w="med" len="med"/>
                <a:tailEnd type="none" w="med" len="med"/>
              </a:ln>
            </p:spPr>
          </p:sp>
          <p:sp>
            <p:nvSpPr>
              <p:cNvPr id="197692" name="Line 79"/>
              <p:cNvSpPr/>
              <p:nvPr/>
            </p:nvSpPr>
            <p:spPr>
              <a:xfrm>
                <a:off x="6385" y="6463"/>
                <a:ext cx="720" cy="0"/>
              </a:xfrm>
              <a:prstGeom prst="line">
                <a:avLst/>
              </a:prstGeom>
              <a:ln w="28575" cap="flat" cmpd="sng">
                <a:solidFill>
                  <a:schemeClr val="tx1"/>
                </a:solidFill>
                <a:prstDash val="solid"/>
                <a:headEnd type="none" w="med" len="med"/>
                <a:tailEnd type="none" w="med" len="med"/>
              </a:ln>
            </p:spPr>
          </p:sp>
          <p:sp>
            <p:nvSpPr>
              <p:cNvPr id="197693" name="Line 80"/>
              <p:cNvSpPr/>
              <p:nvPr/>
            </p:nvSpPr>
            <p:spPr>
              <a:xfrm>
                <a:off x="8545" y="5671"/>
                <a:ext cx="1560" cy="0"/>
              </a:xfrm>
              <a:prstGeom prst="line">
                <a:avLst/>
              </a:prstGeom>
              <a:ln w="28575" cap="flat" cmpd="sng">
                <a:solidFill>
                  <a:schemeClr val="tx1"/>
                </a:solidFill>
                <a:prstDash val="solid"/>
                <a:headEnd type="none" w="med" len="med"/>
                <a:tailEnd type="none" w="med" len="med"/>
              </a:ln>
            </p:spPr>
          </p:sp>
          <p:sp>
            <p:nvSpPr>
              <p:cNvPr id="197694" name="Rectangle 82"/>
              <p:cNvSpPr/>
              <p:nvPr/>
            </p:nvSpPr>
            <p:spPr>
              <a:xfrm>
                <a:off x="10105" y="5442"/>
                <a:ext cx="1200" cy="1081"/>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5" name="Oval 83"/>
              <p:cNvSpPr/>
              <p:nvPr/>
            </p:nvSpPr>
            <p:spPr>
              <a:xfrm>
                <a:off x="9915" y="6196"/>
                <a:ext cx="175" cy="132"/>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696" name="Text Box 84"/>
              <p:cNvSpPr txBox="1"/>
              <p:nvPr/>
            </p:nvSpPr>
            <p:spPr>
              <a:xfrm>
                <a:off x="9960" y="5951"/>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&gt;CLK</a:t>
                </a:r>
              </a:p>
            </p:txBody>
          </p:sp>
          <p:sp>
            <p:nvSpPr>
              <p:cNvPr id="197697" name="Text Box 85"/>
              <p:cNvSpPr txBox="1"/>
              <p:nvPr/>
            </p:nvSpPr>
            <p:spPr>
              <a:xfrm>
                <a:off x="10875" y="5346"/>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Q</a:t>
                </a:r>
              </a:p>
            </p:txBody>
          </p:sp>
          <p:sp>
            <p:nvSpPr>
              <p:cNvPr id="197698" name="Text Box 86"/>
              <p:cNvSpPr txBox="1"/>
              <p:nvPr/>
            </p:nvSpPr>
            <p:spPr>
              <a:xfrm>
                <a:off x="10060" y="5380"/>
                <a:ext cx="67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D</a:t>
                </a:r>
              </a:p>
            </p:txBody>
          </p:sp>
          <p:sp>
            <p:nvSpPr>
              <p:cNvPr id="197699" name="Line 87"/>
              <p:cNvSpPr/>
              <p:nvPr/>
            </p:nvSpPr>
            <p:spPr>
              <a:xfrm>
                <a:off x="11305" y="5656"/>
                <a:ext cx="600" cy="0"/>
              </a:xfrm>
              <a:prstGeom prst="line">
                <a:avLst/>
              </a:prstGeom>
              <a:ln w="28575" cap="flat" cmpd="sng">
                <a:solidFill>
                  <a:schemeClr val="tx1"/>
                </a:solidFill>
                <a:prstDash val="solid"/>
                <a:headEnd type="none" w="med" len="med"/>
                <a:tailEnd type="none" w="med" len="med"/>
              </a:ln>
            </p:spPr>
          </p:sp>
          <p:sp>
            <p:nvSpPr>
              <p:cNvPr id="197700" name="Line 88"/>
              <p:cNvSpPr/>
              <p:nvPr/>
            </p:nvSpPr>
            <p:spPr>
              <a:xfrm>
                <a:off x="9396" y="6253"/>
                <a:ext cx="518" cy="12"/>
              </a:xfrm>
              <a:prstGeom prst="line">
                <a:avLst/>
              </a:prstGeom>
              <a:ln w="28575" cap="flat" cmpd="sng">
                <a:solidFill>
                  <a:schemeClr val="tx1"/>
                </a:solidFill>
                <a:prstDash val="solid"/>
                <a:headEnd type="none" w="med" len="med"/>
                <a:tailEnd type="none" w="med" len="med"/>
              </a:ln>
            </p:spPr>
          </p:sp>
          <p:sp>
            <p:nvSpPr>
              <p:cNvPr id="197701" name="Line 91"/>
              <p:cNvSpPr/>
              <p:nvPr/>
            </p:nvSpPr>
            <p:spPr>
              <a:xfrm>
                <a:off x="3505" y="6658"/>
                <a:ext cx="2160" cy="0"/>
              </a:xfrm>
              <a:prstGeom prst="line">
                <a:avLst/>
              </a:prstGeom>
              <a:ln w="28575" cap="flat" cmpd="sng">
                <a:solidFill>
                  <a:schemeClr val="tx1"/>
                </a:solidFill>
                <a:prstDash val="solid"/>
                <a:headEnd type="none" w="med" len="med"/>
                <a:tailEnd type="none" w="med" len="med"/>
              </a:ln>
            </p:spPr>
          </p:sp>
          <p:sp>
            <p:nvSpPr>
              <p:cNvPr id="197702" name="Line 92"/>
              <p:cNvSpPr/>
              <p:nvPr/>
            </p:nvSpPr>
            <p:spPr>
              <a:xfrm>
                <a:off x="4825" y="5686"/>
                <a:ext cx="840" cy="0"/>
              </a:xfrm>
              <a:prstGeom prst="line">
                <a:avLst/>
              </a:prstGeom>
              <a:ln w="28575" cap="flat" cmpd="sng">
                <a:solidFill>
                  <a:schemeClr val="tx1"/>
                </a:solidFill>
                <a:prstDash val="solid"/>
                <a:headEnd type="none" w="med" len="med"/>
                <a:tailEnd type="none" w="med" len="med"/>
              </a:ln>
            </p:spPr>
          </p:sp>
          <p:sp>
            <p:nvSpPr>
              <p:cNvPr id="197703" name="Line 93"/>
              <p:cNvSpPr/>
              <p:nvPr/>
            </p:nvSpPr>
            <p:spPr>
              <a:xfrm>
                <a:off x="2545" y="6324"/>
                <a:ext cx="3120" cy="0"/>
              </a:xfrm>
              <a:prstGeom prst="line">
                <a:avLst/>
              </a:prstGeom>
              <a:ln w="28575" cap="flat" cmpd="sng">
                <a:solidFill>
                  <a:schemeClr val="tx1"/>
                </a:solidFill>
                <a:prstDash val="solid"/>
                <a:headEnd type="none" w="med" len="med"/>
                <a:tailEnd type="none" w="med" len="med"/>
              </a:ln>
            </p:spPr>
          </p:sp>
          <p:sp>
            <p:nvSpPr>
              <p:cNvPr id="197704" name="Rectangle 94"/>
              <p:cNvSpPr/>
              <p:nvPr/>
            </p:nvSpPr>
            <p:spPr>
              <a:xfrm>
                <a:off x="3952" y="34"/>
                <a:ext cx="488" cy="540"/>
              </a:xfrm>
              <a:prstGeom prst="rect">
                <a:avLst/>
              </a:prstGeom>
              <a:solidFill>
                <a:schemeClr val="accent1"/>
              </a:solidFill>
              <a:ln w="28575">
                <a:noFill/>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5" name="Oval 95"/>
              <p:cNvSpPr/>
              <p:nvPr/>
            </p:nvSpPr>
            <p:spPr>
              <a:xfrm>
                <a:off x="3782" y="214"/>
                <a:ext cx="175" cy="131"/>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06" name="Line 97"/>
              <p:cNvSpPr/>
              <p:nvPr/>
            </p:nvSpPr>
            <p:spPr>
              <a:xfrm>
                <a:off x="2685" y="285"/>
                <a:ext cx="1132" cy="0"/>
              </a:xfrm>
              <a:prstGeom prst="line">
                <a:avLst/>
              </a:prstGeom>
              <a:ln w="28575" cap="flat" cmpd="sng">
                <a:solidFill>
                  <a:schemeClr val="tx1"/>
                </a:solidFill>
                <a:prstDash val="solid"/>
                <a:headEnd type="none" w="med" len="med"/>
                <a:tailEnd type="none" w="med" len="med"/>
              </a:ln>
            </p:spPr>
          </p:sp>
          <p:sp>
            <p:nvSpPr>
              <p:cNvPr id="197707" name="Text Box 98"/>
              <p:cNvSpPr txBox="1"/>
              <p:nvPr/>
            </p:nvSpPr>
            <p:spPr>
              <a:xfrm>
                <a:off x="581" y="-80"/>
                <a:ext cx="276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Calibri" panose="020F0502020204030204" pitchFamily="34" charset="0"/>
                  </a:rPr>
                  <a:t>LOAD/SHIFT</a:t>
                </a:r>
              </a:p>
            </p:txBody>
          </p:sp>
          <p:sp>
            <p:nvSpPr>
              <p:cNvPr id="197708" name="Line 99"/>
              <p:cNvSpPr/>
              <p:nvPr/>
            </p:nvSpPr>
            <p:spPr>
              <a:xfrm>
                <a:off x="4800" y="304"/>
                <a:ext cx="0" cy="5401"/>
              </a:xfrm>
              <a:prstGeom prst="line">
                <a:avLst/>
              </a:prstGeom>
              <a:ln w="28575" cap="flat" cmpd="sng">
                <a:solidFill>
                  <a:schemeClr val="tx1"/>
                </a:solidFill>
                <a:prstDash val="solid"/>
                <a:headEnd type="none" w="med" len="med"/>
                <a:tailEnd type="none" w="med" len="med"/>
              </a:ln>
            </p:spPr>
          </p:sp>
          <p:sp>
            <p:nvSpPr>
              <p:cNvPr id="197709" name="Line 100"/>
              <p:cNvSpPr/>
              <p:nvPr/>
            </p:nvSpPr>
            <p:spPr>
              <a:xfrm>
                <a:off x="4487" y="304"/>
                <a:ext cx="313" cy="0"/>
              </a:xfrm>
              <a:prstGeom prst="line">
                <a:avLst/>
              </a:prstGeom>
              <a:ln w="28575" cap="flat" cmpd="sng">
                <a:solidFill>
                  <a:schemeClr val="tx1"/>
                </a:solidFill>
                <a:prstDash val="solid"/>
                <a:headEnd type="none" w="med" len="med"/>
                <a:tailEnd type="none" w="med" len="med"/>
              </a:ln>
            </p:spPr>
          </p:sp>
          <p:sp>
            <p:nvSpPr>
              <p:cNvPr id="197710" name="Line 101"/>
              <p:cNvSpPr/>
              <p:nvPr/>
            </p:nvSpPr>
            <p:spPr>
              <a:xfrm flipH="1">
                <a:off x="9396" y="188"/>
                <a:ext cx="50" cy="6095"/>
              </a:xfrm>
              <a:prstGeom prst="line">
                <a:avLst/>
              </a:prstGeom>
              <a:ln w="28575" cap="flat" cmpd="sng">
                <a:solidFill>
                  <a:schemeClr val="tx1"/>
                </a:solidFill>
                <a:prstDash val="solid"/>
                <a:headEnd type="none" w="med" len="med"/>
                <a:tailEnd type="none" w="med" len="med"/>
              </a:ln>
            </p:spPr>
          </p:sp>
          <p:sp>
            <p:nvSpPr>
              <p:cNvPr id="197711" name="Line 102"/>
              <p:cNvSpPr/>
              <p:nvPr/>
            </p:nvSpPr>
            <p:spPr>
              <a:xfrm>
                <a:off x="8355" y="208"/>
                <a:ext cx="1080" cy="0"/>
              </a:xfrm>
              <a:prstGeom prst="line">
                <a:avLst/>
              </a:prstGeom>
              <a:ln w="28575" cap="flat" cmpd="sng">
                <a:solidFill>
                  <a:schemeClr val="tx1"/>
                </a:solidFill>
                <a:prstDash val="solid"/>
                <a:headEnd type="none" w="med" len="med"/>
                <a:tailEnd type="none" w="med" len="med"/>
              </a:ln>
            </p:spPr>
          </p:sp>
          <p:sp>
            <p:nvSpPr>
              <p:cNvPr id="197712" name="Text Box 103"/>
              <p:cNvSpPr txBox="1"/>
              <p:nvPr/>
            </p:nvSpPr>
            <p:spPr>
              <a:xfrm>
                <a:off x="7513" y="-101"/>
                <a:ext cx="144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Calibri" panose="020F0502020204030204" pitchFamily="34" charset="0"/>
                  </a:rPr>
                  <a:t>CLK</a:t>
                </a:r>
              </a:p>
            </p:txBody>
          </p:sp>
          <p:sp>
            <p:nvSpPr>
              <p:cNvPr id="197713" name="Line 104"/>
              <p:cNvSpPr/>
              <p:nvPr/>
            </p:nvSpPr>
            <p:spPr>
              <a:xfrm>
                <a:off x="5160" y="5334"/>
                <a:ext cx="480" cy="0"/>
              </a:xfrm>
              <a:prstGeom prst="line">
                <a:avLst/>
              </a:prstGeom>
              <a:ln w="28575" cap="flat" cmpd="sng">
                <a:solidFill>
                  <a:schemeClr val="tx1"/>
                </a:solidFill>
                <a:prstDash val="solid"/>
                <a:headEnd type="none" w="med" len="med"/>
                <a:tailEnd type="none" w="med" len="med"/>
              </a:ln>
            </p:spPr>
          </p:sp>
          <p:sp>
            <p:nvSpPr>
              <p:cNvPr id="197714" name="Line 105"/>
              <p:cNvSpPr/>
              <p:nvPr/>
            </p:nvSpPr>
            <p:spPr>
              <a:xfrm>
                <a:off x="5212" y="2374"/>
                <a:ext cx="0" cy="360"/>
              </a:xfrm>
              <a:prstGeom prst="line">
                <a:avLst/>
              </a:prstGeom>
              <a:ln w="28575" cap="flat" cmpd="sng">
                <a:solidFill>
                  <a:schemeClr val="tx1"/>
                </a:solidFill>
                <a:prstDash val="solid"/>
                <a:headEnd type="none" w="med" len="med"/>
                <a:tailEnd type="none" w="med" len="med"/>
              </a:ln>
            </p:spPr>
          </p:sp>
          <p:sp>
            <p:nvSpPr>
              <p:cNvPr id="197715" name="Line 106"/>
              <p:cNvSpPr/>
              <p:nvPr/>
            </p:nvSpPr>
            <p:spPr>
              <a:xfrm>
                <a:off x="2785" y="664"/>
                <a:ext cx="2872" cy="0"/>
              </a:xfrm>
              <a:prstGeom prst="line">
                <a:avLst/>
              </a:prstGeom>
              <a:ln w="28575" cap="flat" cmpd="sng">
                <a:solidFill>
                  <a:schemeClr val="tx1"/>
                </a:solidFill>
                <a:prstDash val="solid"/>
                <a:headEnd type="none" w="med" len="med"/>
                <a:tailEnd type="none" w="med" len="med"/>
              </a:ln>
            </p:spPr>
          </p:sp>
          <p:sp>
            <p:nvSpPr>
              <p:cNvPr id="197716" name="Text Box 107"/>
              <p:cNvSpPr txBox="1"/>
              <p:nvPr/>
            </p:nvSpPr>
            <p:spPr>
              <a:xfrm>
                <a:off x="1418" y="370"/>
                <a:ext cx="156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dirty="0">
                    <a:solidFill>
                      <a:schemeClr val="tx1"/>
                    </a:solidFill>
                    <a:latin typeface="Calibri" panose="020F0502020204030204" pitchFamily="34" charset="0"/>
                  </a:rPr>
                  <a:t>SERIN</a:t>
                </a:r>
              </a:p>
            </p:txBody>
          </p:sp>
          <p:sp>
            <p:nvSpPr>
              <p:cNvPr id="197717" name="Text Box 108"/>
              <p:cNvSpPr txBox="1"/>
              <p:nvPr/>
            </p:nvSpPr>
            <p:spPr>
              <a:xfrm>
                <a:off x="1440" y="1436"/>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1D</a:t>
                </a:r>
              </a:p>
            </p:txBody>
          </p:sp>
          <p:sp>
            <p:nvSpPr>
              <p:cNvPr id="197718" name="Text Box 109"/>
              <p:cNvSpPr txBox="1"/>
              <p:nvPr/>
            </p:nvSpPr>
            <p:spPr>
              <a:xfrm>
                <a:off x="1465" y="3439"/>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2D</a:t>
                </a:r>
              </a:p>
            </p:txBody>
          </p:sp>
          <p:sp>
            <p:nvSpPr>
              <p:cNvPr id="197719" name="Text Box 110"/>
              <p:cNvSpPr txBox="1"/>
              <p:nvPr/>
            </p:nvSpPr>
            <p:spPr>
              <a:xfrm>
                <a:off x="1440" y="6065"/>
                <a:ext cx="120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ND</a:t>
                </a:r>
              </a:p>
            </p:txBody>
          </p:sp>
          <p:sp>
            <p:nvSpPr>
              <p:cNvPr id="197720" name="Line 111"/>
              <p:cNvSpPr/>
              <p:nvPr/>
            </p:nvSpPr>
            <p:spPr>
              <a:xfrm>
                <a:off x="3480" y="285"/>
                <a:ext cx="0" cy="6391"/>
              </a:xfrm>
              <a:prstGeom prst="line">
                <a:avLst/>
              </a:prstGeom>
              <a:ln w="28575" cap="flat" cmpd="sng">
                <a:solidFill>
                  <a:schemeClr val="tx1"/>
                </a:solidFill>
                <a:prstDash val="solid"/>
                <a:headEnd type="none" w="med" len="med"/>
                <a:tailEnd type="none" w="med" len="med"/>
              </a:ln>
            </p:spPr>
          </p:sp>
          <p:sp>
            <p:nvSpPr>
              <p:cNvPr id="197721" name="Line 112"/>
              <p:cNvSpPr/>
              <p:nvPr/>
            </p:nvSpPr>
            <p:spPr>
              <a:xfrm>
                <a:off x="5185" y="5345"/>
                <a:ext cx="480" cy="0"/>
              </a:xfrm>
              <a:prstGeom prst="line">
                <a:avLst/>
              </a:prstGeom>
              <a:ln w="28575">
                <a:noFill/>
              </a:ln>
            </p:spPr>
          </p:sp>
          <p:sp>
            <p:nvSpPr>
              <p:cNvPr id="197722" name="Text Box 113"/>
              <p:cNvSpPr txBox="1"/>
              <p:nvPr/>
            </p:nvSpPr>
            <p:spPr>
              <a:xfrm>
                <a:off x="3879" y="4286"/>
                <a:ext cx="682" cy="2892"/>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p>
            </p:txBody>
          </p:sp>
          <p:sp>
            <p:nvSpPr>
              <p:cNvPr id="197723" name="Text Box 114"/>
              <p:cNvSpPr txBox="1"/>
              <p:nvPr/>
            </p:nvSpPr>
            <p:spPr>
              <a:xfrm>
                <a:off x="10409" y="4211"/>
                <a:ext cx="682" cy="2855"/>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p>
            </p:txBody>
          </p:sp>
          <p:sp>
            <p:nvSpPr>
              <p:cNvPr id="197724" name="Text Box 115"/>
              <p:cNvSpPr txBox="1"/>
              <p:nvPr/>
            </p:nvSpPr>
            <p:spPr>
              <a:xfrm>
                <a:off x="5706" y="4286"/>
                <a:ext cx="682" cy="2438"/>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a:t>
                </a:r>
              </a:p>
            </p:txBody>
          </p:sp>
          <p:sp>
            <p:nvSpPr>
              <p:cNvPr id="197725" name="Text Box 116"/>
              <p:cNvSpPr txBox="1"/>
              <p:nvPr/>
            </p:nvSpPr>
            <p:spPr>
              <a:xfrm>
                <a:off x="11880" y="5435"/>
                <a:ext cx="2280" cy="614"/>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Calibri" panose="020F0502020204030204" pitchFamily="34" charset="0"/>
                  </a:rPr>
                  <a:t>SEROUT</a:t>
                </a:r>
              </a:p>
            </p:txBody>
          </p:sp>
          <p:sp>
            <p:nvSpPr>
              <p:cNvPr id="197726" name="Oval 118"/>
              <p:cNvSpPr/>
              <p:nvPr/>
            </p:nvSpPr>
            <p:spPr>
              <a:xfrm>
                <a:off x="3432" y="251"/>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7" name="Oval 119"/>
              <p:cNvSpPr/>
              <p:nvPr/>
            </p:nvSpPr>
            <p:spPr>
              <a:xfrm>
                <a:off x="3422" y="1962"/>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8" name="Oval 120"/>
              <p:cNvSpPr/>
              <p:nvPr/>
            </p:nvSpPr>
            <p:spPr>
              <a:xfrm>
                <a:off x="3430" y="3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29" name="Oval 121"/>
              <p:cNvSpPr/>
              <p:nvPr/>
            </p:nvSpPr>
            <p:spPr>
              <a:xfrm>
                <a:off x="4741" y="99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0" name="Oval 122"/>
              <p:cNvSpPr/>
              <p:nvPr/>
            </p:nvSpPr>
            <p:spPr>
              <a:xfrm>
                <a:off x="4751" y="302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1" name="Oval 123"/>
              <p:cNvSpPr/>
              <p:nvPr/>
            </p:nvSpPr>
            <p:spPr>
              <a:xfrm>
                <a:off x="9360" y="1576"/>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2" name="Oval 124"/>
              <p:cNvSpPr/>
              <p:nvPr/>
            </p:nvSpPr>
            <p:spPr>
              <a:xfrm>
                <a:off x="9360" y="3610"/>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Calibri" panose="020F0502020204030204" pitchFamily="34" charset="0"/>
                </a:endParaRPr>
              </a:p>
            </p:txBody>
          </p:sp>
          <p:sp>
            <p:nvSpPr>
              <p:cNvPr id="197733" name="Text Box 125"/>
              <p:cNvSpPr txBox="1"/>
              <p:nvPr/>
            </p:nvSpPr>
            <p:spPr>
              <a:xfrm>
                <a:off x="3982" y="17"/>
                <a:ext cx="480" cy="614"/>
              </a:xfrm>
              <a:prstGeom prst="rect">
                <a:avLst/>
              </a:prstGeom>
              <a:noFill/>
              <a:ln w="28575" cap="flat" cmpd="sng">
                <a:solidFill>
                  <a:schemeClr val="tx1"/>
                </a:solidFill>
                <a:prstDash val="solid"/>
                <a:miter/>
                <a:headEnd type="none" w="med" len="med"/>
                <a:tailEnd type="none" w="med" len="med"/>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p>
            </p:txBody>
          </p:sp>
        </p:grpSp>
        <p:sp>
          <p:nvSpPr>
            <p:cNvPr id="2" name="Line 105"/>
            <p:cNvSpPr/>
            <p:nvPr/>
          </p:nvSpPr>
          <p:spPr>
            <a:xfrm>
              <a:off x="5048" y="5766"/>
              <a:ext cx="0" cy="313"/>
            </a:xfrm>
            <a:prstGeom prst="line">
              <a:avLst/>
            </a:prstGeom>
            <a:ln w="28575" cap="flat" cmpd="sng">
              <a:solidFill>
                <a:schemeClr val="tx1"/>
              </a:solidFill>
              <a:prstDash val="solid"/>
              <a:headEnd type="none" w="med" len="med"/>
              <a:tailEnd type="none" w="med" len="med"/>
            </a:ln>
          </p:spPr>
        </p:sp>
      </p:grpSp>
      <p:sp>
        <p:nvSpPr>
          <p:cNvPr id="4" name="Line 112"/>
          <p:cNvSpPr/>
          <p:nvPr/>
        </p:nvSpPr>
        <p:spPr>
          <a:xfrm>
            <a:off x="3223863" y="2415330"/>
            <a:ext cx="281606" cy="0"/>
          </a:xfrm>
          <a:prstGeom prst="line">
            <a:avLst/>
          </a:prstGeom>
          <a:ln w="28575"/>
        </p:spPr>
        <p:style>
          <a:lnRef idx="1">
            <a:schemeClr val="accent4"/>
          </a:lnRef>
          <a:fillRef idx="0">
            <a:schemeClr val="accent4"/>
          </a:fillRef>
          <a:effectRef idx="0">
            <a:schemeClr val="accent4"/>
          </a:effectRef>
          <a:fontRef idx="minor">
            <a:schemeClr val="tx1"/>
          </a:fontRef>
        </p:style>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p:cNvSpPr>
          <p:nvPr>
            <p:ph type="title"/>
          </p:nvPr>
        </p:nvSpPr>
        <p:spPr>
          <a:xfrm>
            <a:off x="534988" y="768350"/>
            <a:ext cx="6702425" cy="1228725"/>
          </a:xfrm>
          <a:prstGeom prst="rect">
            <a:avLst/>
          </a:prstGeom>
          <a:noFill/>
          <a:ln w="9525">
            <a:noFill/>
          </a:ln>
        </p:spPr>
        <p:txBody>
          <a:bodyPr/>
          <a:lstStyle/>
          <a:p>
            <a:pPr eaLnBrk="1" hangingPunct="1">
              <a:lnSpc>
                <a:spcPct val="150000"/>
              </a:lnSpc>
            </a:pPr>
            <a:r>
              <a:rPr lang="en-US" altLang="zh-CN" sz="2000" b="1">
                <a:latin typeface="华文新魏" panose="02010800040101010101" pitchFamily="2" charset="-122"/>
                <a:ea typeface="华文新魏" panose="02010800040101010101" pitchFamily="2" charset="-122"/>
              </a:rPr>
              <a:t>(4) </a:t>
            </a:r>
            <a:r>
              <a:rPr lang="zh-CN" altLang="en-US" sz="2000" b="1" dirty="0">
                <a:latin typeface="华文新魏" panose="02010800040101010101" pitchFamily="2" charset="-122"/>
                <a:ea typeface="华文新魏" panose="02010800040101010101" pitchFamily="2" charset="-122"/>
              </a:rPr>
              <a:t>并入</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并出结构 </a:t>
            </a:r>
            <a:r>
              <a:rPr lang="en-US" altLang="zh-CN" sz="2000" b="1">
                <a:latin typeface="华文新魏" panose="02010800040101010101" pitchFamily="2" charset="-122"/>
                <a:ea typeface="华文新魏" panose="02010800040101010101" pitchFamily="2" charset="-122"/>
              </a:rPr>
              <a:t>Parallel in – parallel out </a:t>
            </a:r>
          </a:p>
        </p:txBody>
      </p:sp>
      <p:sp>
        <p:nvSpPr>
          <p:cNvPr id="198659" name="Text Box 4"/>
          <p:cNvSpPr txBox="1"/>
          <p:nvPr/>
        </p:nvSpPr>
        <p:spPr>
          <a:xfrm>
            <a:off x="962025" y="1658938"/>
            <a:ext cx="6994525" cy="1938020"/>
          </a:xfrm>
          <a:prstGeom prst="rect">
            <a:avLst/>
          </a:prstGeom>
          <a:noFill/>
          <a:ln w="9525">
            <a:noFill/>
          </a:ln>
        </p:spPr>
        <p:txBody>
          <a:bodyPr>
            <a:spAutoFit/>
          </a:bodyPr>
          <a:lstStyle/>
          <a:p>
            <a:pPr eaLnBrk="1" hangingPunct="1">
              <a:lnSpc>
                <a:spcPct val="150000"/>
              </a:lnSpc>
              <a:spcBef>
                <a:spcPct val="50000"/>
              </a:spcBef>
              <a:buFont typeface="Arial" panose="020B0604020202020204" pitchFamily="34" charset="0"/>
            </a:pPr>
            <a:r>
              <a:rPr lang="en-US" altLang="zh-CN" dirty="0">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该结构即是将上页图中的各个触发器</a:t>
            </a:r>
            <a:r>
              <a:rPr lang="en-US" altLang="zh-CN" b="1" dirty="0">
                <a:solidFill>
                  <a:srgbClr val="FF0000"/>
                </a:solidFill>
                <a:latin typeface="华文新魏" panose="02010800040101010101" pitchFamily="2" charset="-122"/>
                <a:ea typeface="华文新魏" panose="02010800040101010101" pitchFamily="2" charset="-122"/>
              </a:rPr>
              <a:t>Q</a:t>
            </a:r>
            <a:r>
              <a:rPr lang="zh-CN" altLang="en-US" b="1" dirty="0">
                <a:solidFill>
                  <a:srgbClr val="FF0000"/>
                </a:solidFill>
                <a:latin typeface="华文新魏" panose="02010800040101010101" pitchFamily="2" charset="-122"/>
                <a:ea typeface="华文新魏" panose="02010800040101010101" pitchFamily="2" charset="-122"/>
              </a:rPr>
              <a:t>端</a:t>
            </a:r>
            <a:r>
              <a:rPr lang="zh-CN" altLang="en-US" b="1" dirty="0">
                <a:solidFill>
                  <a:schemeClr val="tx1"/>
                </a:solidFill>
                <a:latin typeface="华文新魏" panose="02010800040101010101" pitchFamily="2" charset="-122"/>
                <a:ea typeface="华文新魏" panose="02010800040101010101" pitchFamily="2" charset="-122"/>
              </a:rPr>
              <a:t>均引出，其它部分完全相同。当需要并行输出功能时，只需要外加</a:t>
            </a:r>
            <a:r>
              <a:rPr lang="zh-CN" altLang="en-US" b="1" dirty="0">
                <a:solidFill>
                  <a:srgbClr val="FF0000"/>
                </a:solidFill>
                <a:latin typeface="华文新魏" panose="02010800040101010101" pitchFamily="2" charset="-122"/>
                <a:ea typeface="华文新魏" panose="02010800040101010101" pitchFamily="2" charset="-122"/>
              </a:rPr>
              <a:t>读出控制门，</a:t>
            </a:r>
            <a:r>
              <a:rPr lang="zh-CN" altLang="en-US" b="1" dirty="0">
                <a:solidFill>
                  <a:schemeClr val="tx1"/>
                </a:solidFill>
                <a:latin typeface="华文新魏" panose="02010800040101010101" pitchFamily="2" charset="-122"/>
                <a:ea typeface="华文新魏" panose="02010800040101010101" pitchFamily="2" charset="-122"/>
              </a:rPr>
              <a:t>在读出控制脉冲的作用下将寄存器中数据并行输出。</a:t>
            </a:r>
            <a:r>
              <a:rPr lang="zh-CN" altLang="en-US" b="1" u="sng" dirty="0">
                <a:solidFill>
                  <a:schemeClr val="tx1"/>
                </a:solidFill>
                <a:latin typeface="华文新魏" panose="02010800040101010101" pitchFamily="2" charset="-122"/>
                <a:ea typeface="华文新魏" panose="02010800040101010101" pitchFamily="2" charset="-122"/>
              </a:rPr>
              <a:t>这种结构的移位寄存器的功能覆盖了前三种，因此通用性更强。</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Text Box 108"/>
          <p:cNvSpPr txBox="1"/>
          <p:nvPr/>
        </p:nvSpPr>
        <p:spPr>
          <a:xfrm>
            <a:off x="6026150" y="4183063"/>
            <a:ext cx="376238" cy="33337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Calibri" panose="020F0502020204030204" pitchFamily="34" charset="0"/>
              </a:rPr>
              <a:t>C</a:t>
            </a:r>
          </a:p>
        </p:txBody>
      </p:sp>
      <p:grpSp>
        <p:nvGrpSpPr>
          <p:cNvPr id="199683" name="Group 3"/>
          <p:cNvGrpSpPr/>
          <p:nvPr/>
        </p:nvGrpSpPr>
        <p:grpSpPr>
          <a:xfrm>
            <a:off x="252413" y="555625"/>
            <a:ext cx="6838950" cy="3960813"/>
            <a:chOff x="0" y="0"/>
            <a:chExt cx="10771" cy="6239"/>
          </a:xfrm>
        </p:grpSpPr>
        <p:sp>
          <p:nvSpPr>
            <p:cNvPr id="199687" name="Text Box 5"/>
            <p:cNvSpPr txBox="1"/>
            <p:nvPr/>
          </p:nvSpPr>
          <p:spPr>
            <a:xfrm>
              <a:off x="3775" y="241"/>
              <a:ext cx="1482" cy="582"/>
            </a:xfrm>
            <a:prstGeom prst="rect">
              <a:avLst/>
            </a:prstGeom>
            <a:noFill/>
            <a:ln w="28575">
              <a:noFill/>
            </a:ln>
          </p:spPr>
          <p:txBody>
            <a:bodyPr>
              <a:spAutoFit/>
            </a:bodyPr>
            <a:lstStyle/>
            <a:p>
              <a:pPr eaLnBrk="1" hangingPunct="1">
                <a:spcBef>
                  <a:spcPct val="50000"/>
                </a:spcBef>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8" name="Rectangle 6"/>
            <p:cNvSpPr/>
            <p:nvPr/>
          </p:nvSpPr>
          <p:spPr>
            <a:xfrm>
              <a:off x="3775" y="76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89" name="Text Box 7"/>
            <p:cNvSpPr txBox="1"/>
            <p:nvPr/>
          </p:nvSpPr>
          <p:spPr>
            <a:xfrm>
              <a:off x="3754" y="718"/>
              <a:ext cx="593"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690" name="Rectangle 8"/>
            <p:cNvSpPr/>
            <p:nvPr/>
          </p:nvSpPr>
          <p:spPr>
            <a:xfrm>
              <a:off x="3775" y="158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1" name="Text Box 9"/>
            <p:cNvSpPr txBox="1"/>
            <p:nvPr/>
          </p:nvSpPr>
          <p:spPr>
            <a:xfrm>
              <a:off x="3754" y="1542"/>
              <a:ext cx="593"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692" name="Rectangle 10"/>
            <p:cNvSpPr/>
            <p:nvPr/>
          </p:nvSpPr>
          <p:spPr>
            <a:xfrm>
              <a:off x="5554" y="915"/>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693" name="Text Box 11"/>
            <p:cNvSpPr txBox="1"/>
            <p:nvPr/>
          </p:nvSpPr>
          <p:spPr>
            <a:xfrm>
              <a:off x="5513" y="915"/>
              <a:ext cx="91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p>
          </p:txBody>
        </p:sp>
        <p:sp>
          <p:nvSpPr>
            <p:cNvPr id="199694" name="Line 12"/>
            <p:cNvSpPr/>
            <p:nvPr/>
          </p:nvSpPr>
          <p:spPr>
            <a:xfrm>
              <a:off x="4368" y="1065"/>
              <a:ext cx="1186" cy="0"/>
            </a:xfrm>
            <a:prstGeom prst="line">
              <a:avLst/>
            </a:prstGeom>
            <a:ln w="28575" cap="flat" cmpd="sng">
              <a:solidFill>
                <a:schemeClr val="tx1"/>
              </a:solidFill>
              <a:prstDash val="solid"/>
              <a:headEnd type="none" w="med" len="med"/>
              <a:tailEnd type="none" w="med" len="med"/>
            </a:ln>
          </p:spPr>
        </p:sp>
        <p:sp>
          <p:nvSpPr>
            <p:cNvPr id="199695" name="Line 13"/>
            <p:cNvSpPr/>
            <p:nvPr/>
          </p:nvSpPr>
          <p:spPr>
            <a:xfrm>
              <a:off x="4961" y="1364"/>
              <a:ext cx="593" cy="0"/>
            </a:xfrm>
            <a:prstGeom prst="line">
              <a:avLst/>
            </a:prstGeom>
            <a:ln w="28575" cap="flat" cmpd="sng">
              <a:solidFill>
                <a:schemeClr val="tx1"/>
              </a:solidFill>
              <a:prstDash val="solid"/>
              <a:headEnd type="none" w="med" len="med"/>
              <a:tailEnd type="none" w="med" len="med"/>
            </a:ln>
          </p:spPr>
        </p:sp>
        <p:sp>
          <p:nvSpPr>
            <p:cNvPr id="199696" name="Line 14"/>
            <p:cNvSpPr/>
            <p:nvPr/>
          </p:nvSpPr>
          <p:spPr>
            <a:xfrm>
              <a:off x="4961" y="1364"/>
              <a:ext cx="0" cy="525"/>
            </a:xfrm>
            <a:prstGeom prst="line">
              <a:avLst/>
            </a:prstGeom>
            <a:ln w="28575" cap="flat" cmpd="sng">
              <a:solidFill>
                <a:schemeClr val="tx1"/>
              </a:solidFill>
              <a:prstDash val="solid"/>
              <a:headEnd type="none" w="med" len="med"/>
              <a:tailEnd type="none" w="med" len="med"/>
            </a:ln>
          </p:spPr>
        </p:sp>
        <p:sp>
          <p:nvSpPr>
            <p:cNvPr id="199697" name="Line 15"/>
            <p:cNvSpPr/>
            <p:nvPr/>
          </p:nvSpPr>
          <p:spPr>
            <a:xfrm>
              <a:off x="4368" y="1873"/>
              <a:ext cx="593" cy="0"/>
            </a:xfrm>
            <a:prstGeom prst="line">
              <a:avLst/>
            </a:prstGeom>
            <a:ln w="28575" cap="flat" cmpd="sng">
              <a:solidFill>
                <a:schemeClr val="tx1"/>
              </a:solidFill>
              <a:prstDash val="solid"/>
              <a:headEnd type="none" w="med" len="med"/>
              <a:tailEnd type="none" w="med" len="med"/>
            </a:ln>
          </p:spPr>
        </p:sp>
        <p:sp>
          <p:nvSpPr>
            <p:cNvPr id="199698" name="Line 16"/>
            <p:cNvSpPr/>
            <p:nvPr/>
          </p:nvSpPr>
          <p:spPr>
            <a:xfrm>
              <a:off x="6147" y="1215"/>
              <a:ext cx="1285" cy="0"/>
            </a:xfrm>
            <a:prstGeom prst="line">
              <a:avLst/>
            </a:prstGeom>
            <a:ln w="28575" cap="flat" cmpd="sng">
              <a:solidFill>
                <a:schemeClr val="tx1"/>
              </a:solidFill>
              <a:prstDash val="solid"/>
              <a:headEnd type="none" w="med" len="med"/>
              <a:tailEnd type="none" w="med" len="med"/>
            </a:ln>
          </p:spPr>
        </p:sp>
        <p:sp>
          <p:nvSpPr>
            <p:cNvPr id="199699" name="Rectangle 17"/>
            <p:cNvSpPr/>
            <p:nvPr/>
          </p:nvSpPr>
          <p:spPr>
            <a:xfrm>
              <a:off x="7432" y="1024"/>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0" name="Oval 18"/>
            <p:cNvSpPr/>
            <p:nvPr/>
          </p:nvSpPr>
          <p:spPr>
            <a:xfrm>
              <a:off x="7275" y="1651"/>
              <a:ext cx="144" cy="110"/>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01" name="Text Box 19"/>
            <p:cNvSpPr txBox="1"/>
            <p:nvPr/>
          </p:nvSpPr>
          <p:spPr>
            <a:xfrm>
              <a:off x="7296" y="1446"/>
              <a:ext cx="989"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p>
          </p:txBody>
        </p:sp>
        <p:sp>
          <p:nvSpPr>
            <p:cNvPr id="199702" name="Text Box 20"/>
            <p:cNvSpPr txBox="1"/>
            <p:nvPr/>
          </p:nvSpPr>
          <p:spPr>
            <a:xfrm>
              <a:off x="8066" y="1052"/>
              <a:ext cx="55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p>
          </p:txBody>
        </p:sp>
        <p:sp>
          <p:nvSpPr>
            <p:cNvPr id="199703" name="Text Box 21"/>
            <p:cNvSpPr txBox="1"/>
            <p:nvPr/>
          </p:nvSpPr>
          <p:spPr>
            <a:xfrm>
              <a:off x="7395" y="1080"/>
              <a:ext cx="55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p>
          </p:txBody>
        </p:sp>
        <p:sp>
          <p:nvSpPr>
            <p:cNvPr id="199704" name="Line 22"/>
            <p:cNvSpPr/>
            <p:nvPr/>
          </p:nvSpPr>
          <p:spPr>
            <a:xfrm>
              <a:off x="8420" y="1202"/>
              <a:ext cx="1400" cy="0"/>
            </a:xfrm>
            <a:prstGeom prst="line">
              <a:avLst/>
            </a:prstGeom>
            <a:ln w="28575" cap="flat" cmpd="sng">
              <a:solidFill>
                <a:schemeClr val="tx1"/>
              </a:solidFill>
              <a:prstDash val="solid"/>
              <a:headEnd type="none" w="med" len="med"/>
              <a:tailEnd type="none" w="med" len="med"/>
            </a:ln>
          </p:spPr>
        </p:sp>
        <p:sp>
          <p:nvSpPr>
            <p:cNvPr id="199705" name="Line 23"/>
            <p:cNvSpPr/>
            <p:nvPr/>
          </p:nvSpPr>
          <p:spPr>
            <a:xfrm>
              <a:off x="6880" y="1708"/>
              <a:ext cx="395" cy="0"/>
            </a:xfrm>
            <a:prstGeom prst="line">
              <a:avLst/>
            </a:prstGeom>
            <a:ln w="28575" cap="flat" cmpd="sng">
              <a:solidFill>
                <a:schemeClr val="tx1"/>
              </a:solidFill>
              <a:prstDash val="solid"/>
              <a:headEnd type="none" w="med" len="med"/>
              <a:tailEnd type="none" w="med" len="med"/>
            </a:ln>
          </p:spPr>
        </p:sp>
        <p:sp>
          <p:nvSpPr>
            <p:cNvPr id="199706" name="Line 24"/>
            <p:cNvSpPr/>
            <p:nvPr/>
          </p:nvSpPr>
          <p:spPr>
            <a:xfrm>
              <a:off x="8696" y="1199"/>
              <a:ext cx="0" cy="1167"/>
            </a:xfrm>
            <a:prstGeom prst="line">
              <a:avLst/>
            </a:prstGeom>
            <a:ln w="28575" cap="flat" cmpd="sng">
              <a:solidFill>
                <a:schemeClr val="tx1"/>
              </a:solidFill>
              <a:prstDash val="solid"/>
              <a:headEnd type="none" w="med" len="med"/>
              <a:tailEnd type="none" w="med" len="med"/>
            </a:ln>
          </p:spPr>
        </p:sp>
        <p:sp>
          <p:nvSpPr>
            <p:cNvPr id="199707" name="Line 25"/>
            <p:cNvSpPr/>
            <p:nvPr/>
          </p:nvSpPr>
          <p:spPr>
            <a:xfrm>
              <a:off x="3379" y="2338"/>
              <a:ext cx="5350" cy="0"/>
            </a:xfrm>
            <a:prstGeom prst="line">
              <a:avLst/>
            </a:prstGeom>
            <a:ln w="28575" cap="flat" cmpd="sng">
              <a:solidFill>
                <a:schemeClr val="tx1"/>
              </a:solidFill>
              <a:prstDash val="solid"/>
              <a:headEnd type="none" w="med" len="med"/>
              <a:tailEnd type="none" w="med" len="med"/>
            </a:ln>
          </p:spPr>
        </p:sp>
        <p:sp>
          <p:nvSpPr>
            <p:cNvPr id="199708" name="Line 26"/>
            <p:cNvSpPr/>
            <p:nvPr/>
          </p:nvSpPr>
          <p:spPr>
            <a:xfrm>
              <a:off x="1996" y="2035"/>
              <a:ext cx="1779" cy="0"/>
            </a:xfrm>
            <a:prstGeom prst="line">
              <a:avLst/>
            </a:prstGeom>
            <a:ln w="28575" cap="flat" cmpd="sng">
              <a:solidFill>
                <a:srgbClr val="FF0000"/>
              </a:solidFill>
              <a:prstDash val="solid"/>
              <a:headEnd type="none" w="med" len="med"/>
              <a:tailEnd type="none" w="med" len="med"/>
            </a:ln>
          </p:spPr>
        </p:sp>
        <p:sp>
          <p:nvSpPr>
            <p:cNvPr id="199709" name="Line 27"/>
            <p:cNvSpPr/>
            <p:nvPr/>
          </p:nvSpPr>
          <p:spPr>
            <a:xfrm>
              <a:off x="3083" y="1227"/>
              <a:ext cx="692" cy="0"/>
            </a:xfrm>
            <a:prstGeom prst="line">
              <a:avLst/>
            </a:prstGeom>
            <a:ln w="28575" cap="flat" cmpd="sng">
              <a:solidFill>
                <a:srgbClr val="FF0000"/>
              </a:solidFill>
              <a:prstDash val="solid"/>
              <a:headEnd type="none" w="med" len="med"/>
              <a:tailEnd type="none" w="med" len="med"/>
            </a:ln>
          </p:spPr>
        </p:sp>
        <p:sp>
          <p:nvSpPr>
            <p:cNvPr id="199710" name="Line 28"/>
            <p:cNvSpPr/>
            <p:nvPr/>
          </p:nvSpPr>
          <p:spPr>
            <a:xfrm>
              <a:off x="1205" y="1757"/>
              <a:ext cx="2570" cy="0"/>
            </a:xfrm>
            <a:prstGeom prst="line">
              <a:avLst/>
            </a:prstGeom>
            <a:ln w="28575" cap="flat" cmpd="sng">
              <a:solidFill>
                <a:schemeClr val="tx1"/>
              </a:solidFill>
              <a:prstDash val="solid"/>
              <a:headEnd type="none" w="med" len="med"/>
              <a:tailEnd type="none" w="med" len="med"/>
            </a:ln>
          </p:spPr>
        </p:sp>
        <p:sp>
          <p:nvSpPr>
            <p:cNvPr id="199711" name="Rectangle 29"/>
            <p:cNvSpPr/>
            <p:nvPr/>
          </p:nvSpPr>
          <p:spPr>
            <a:xfrm>
              <a:off x="3775" y="2460"/>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2" name="Text Box 30"/>
            <p:cNvSpPr txBox="1"/>
            <p:nvPr/>
          </p:nvSpPr>
          <p:spPr>
            <a:xfrm>
              <a:off x="3754" y="2413"/>
              <a:ext cx="593"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713" name="Rectangle 31"/>
            <p:cNvSpPr/>
            <p:nvPr/>
          </p:nvSpPr>
          <p:spPr>
            <a:xfrm>
              <a:off x="3775" y="3283"/>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4" name="Text Box 32"/>
            <p:cNvSpPr txBox="1"/>
            <p:nvPr/>
          </p:nvSpPr>
          <p:spPr>
            <a:xfrm>
              <a:off x="3754" y="3236"/>
              <a:ext cx="593"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715" name="Rectangle 33"/>
            <p:cNvSpPr/>
            <p:nvPr/>
          </p:nvSpPr>
          <p:spPr>
            <a:xfrm>
              <a:off x="5554" y="2609"/>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16" name="Text Box 34"/>
            <p:cNvSpPr txBox="1"/>
            <p:nvPr/>
          </p:nvSpPr>
          <p:spPr>
            <a:xfrm>
              <a:off x="5513" y="2609"/>
              <a:ext cx="91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p>
          </p:txBody>
        </p:sp>
        <p:sp>
          <p:nvSpPr>
            <p:cNvPr id="199717" name="Line 35"/>
            <p:cNvSpPr/>
            <p:nvPr/>
          </p:nvSpPr>
          <p:spPr>
            <a:xfrm>
              <a:off x="4368" y="2759"/>
              <a:ext cx="1186" cy="0"/>
            </a:xfrm>
            <a:prstGeom prst="line">
              <a:avLst/>
            </a:prstGeom>
            <a:ln w="28575" cap="flat" cmpd="sng">
              <a:solidFill>
                <a:schemeClr val="tx1"/>
              </a:solidFill>
              <a:prstDash val="solid"/>
              <a:headEnd type="none" w="med" len="med"/>
              <a:tailEnd type="none" w="med" len="med"/>
            </a:ln>
          </p:spPr>
        </p:sp>
        <p:sp>
          <p:nvSpPr>
            <p:cNvPr id="199718" name="Line 36"/>
            <p:cNvSpPr/>
            <p:nvPr/>
          </p:nvSpPr>
          <p:spPr>
            <a:xfrm>
              <a:off x="4961" y="3059"/>
              <a:ext cx="593" cy="0"/>
            </a:xfrm>
            <a:prstGeom prst="line">
              <a:avLst/>
            </a:prstGeom>
            <a:ln w="28575" cap="flat" cmpd="sng">
              <a:solidFill>
                <a:schemeClr val="tx1"/>
              </a:solidFill>
              <a:prstDash val="solid"/>
              <a:headEnd type="none" w="med" len="med"/>
              <a:tailEnd type="none" w="med" len="med"/>
            </a:ln>
          </p:spPr>
        </p:sp>
        <p:sp>
          <p:nvSpPr>
            <p:cNvPr id="199719" name="Line 37"/>
            <p:cNvSpPr/>
            <p:nvPr/>
          </p:nvSpPr>
          <p:spPr>
            <a:xfrm>
              <a:off x="4961" y="3059"/>
              <a:ext cx="0" cy="524"/>
            </a:xfrm>
            <a:prstGeom prst="line">
              <a:avLst/>
            </a:prstGeom>
            <a:ln w="28575" cap="flat" cmpd="sng">
              <a:solidFill>
                <a:schemeClr val="tx1"/>
              </a:solidFill>
              <a:prstDash val="solid"/>
              <a:headEnd type="none" w="med" len="med"/>
              <a:tailEnd type="none" w="med" len="med"/>
            </a:ln>
          </p:spPr>
        </p:sp>
        <p:sp>
          <p:nvSpPr>
            <p:cNvPr id="199720" name="Line 38"/>
            <p:cNvSpPr/>
            <p:nvPr/>
          </p:nvSpPr>
          <p:spPr>
            <a:xfrm>
              <a:off x="4368" y="3567"/>
              <a:ext cx="593" cy="0"/>
            </a:xfrm>
            <a:prstGeom prst="line">
              <a:avLst/>
            </a:prstGeom>
            <a:ln w="28575" cap="flat" cmpd="sng">
              <a:solidFill>
                <a:schemeClr val="tx1"/>
              </a:solidFill>
              <a:prstDash val="solid"/>
              <a:headEnd type="none" w="med" len="med"/>
              <a:tailEnd type="none" w="med" len="med"/>
            </a:ln>
          </p:spPr>
        </p:sp>
        <p:sp>
          <p:nvSpPr>
            <p:cNvPr id="199721" name="Line 39"/>
            <p:cNvSpPr/>
            <p:nvPr/>
          </p:nvSpPr>
          <p:spPr>
            <a:xfrm>
              <a:off x="6147" y="2909"/>
              <a:ext cx="1285" cy="0"/>
            </a:xfrm>
            <a:prstGeom prst="line">
              <a:avLst/>
            </a:prstGeom>
            <a:ln w="28575" cap="flat" cmpd="sng">
              <a:solidFill>
                <a:schemeClr val="tx1"/>
              </a:solidFill>
              <a:prstDash val="solid"/>
              <a:headEnd type="none" w="med" len="med"/>
              <a:tailEnd type="none" w="med" len="med"/>
            </a:ln>
          </p:spPr>
        </p:sp>
        <p:sp>
          <p:nvSpPr>
            <p:cNvPr id="199722" name="Rectangle 40"/>
            <p:cNvSpPr/>
            <p:nvPr/>
          </p:nvSpPr>
          <p:spPr>
            <a:xfrm>
              <a:off x="7432" y="2718"/>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3" name="Oval 41"/>
            <p:cNvSpPr/>
            <p:nvPr/>
          </p:nvSpPr>
          <p:spPr>
            <a:xfrm>
              <a:off x="7275" y="3346"/>
              <a:ext cx="144" cy="109"/>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24" name="Text Box 42"/>
            <p:cNvSpPr txBox="1"/>
            <p:nvPr/>
          </p:nvSpPr>
          <p:spPr>
            <a:xfrm>
              <a:off x="7288" y="3144"/>
              <a:ext cx="989"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p>
          </p:txBody>
        </p:sp>
        <p:sp>
          <p:nvSpPr>
            <p:cNvPr id="199725" name="Text Box 43"/>
            <p:cNvSpPr txBox="1"/>
            <p:nvPr/>
          </p:nvSpPr>
          <p:spPr>
            <a:xfrm>
              <a:off x="8066" y="2747"/>
              <a:ext cx="55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p>
          </p:txBody>
        </p:sp>
        <p:sp>
          <p:nvSpPr>
            <p:cNvPr id="199726" name="Text Box 44"/>
            <p:cNvSpPr txBox="1"/>
            <p:nvPr/>
          </p:nvSpPr>
          <p:spPr>
            <a:xfrm>
              <a:off x="7395" y="2775"/>
              <a:ext cx="55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p>
          </p:txBody>
        </p:sp>
        <p:sp>
          <p:nvSpPr>
            <p:cNvPr id="199727" name="Line 45"/>
            <p:cNvSpPr/>
            <p:nvPr/>
          </p:nvSpPr>
          <p:spPr>
            <a:xfrm>
              <a:off x="8420" y="2896"/>
              <a:ext cx="1400" cy="0"/>
            </a:xfrm>
            <a:prstGeom prst="line">
              <a:avLst/>
            </a:prstGeom>
            <a:ln w="28575" cap="flat" cmpd="sng">
              <a:solidFill>
                <a:schemeClr val="tx1"/>
              </a:solidFill>
              <a:prstDash val="solid"/>
              <a:headEnd type="none" w="med" len="med"/>
              <a:tailEnd type="none" w="med" len="med"/>
            </a:ln>
          </p:spPr>
        </p:sp>
        <p:sp>
          <p:nvSpPr>
            <p:cNvPr id="199728" name="Line 46"/>
            <p:cNvSpPr/>
            <p:nvPr/>
          </p:nvSpPr>
          <p:spPr>
            <a:xfrm>
              <a:off x="6880" y="3402"/>
              <a:ext cx="395" cy="0"/>
            </a:xfrm>
            <a:prstGeom prst="line">
              <a:avLst/>
            </a:prstGeom>
            <a:ln w="28575" cap="flat" cmpd="sng">
              <a:solidFill>
                <a:schemeClr val="tx1"/>
              </a:solidFill>
              <a:prstDash val="solid"/>
              <a:headEnd type="none" w="med" len="med"/>
              <a:tailEnd type="none" w="med" len="med"/>
            </a:ln>
          </p:spPr>
        </p:sp>
        <p:sp>
          <p:nvSpPr>
            <p:cNvPr id="199729" name="Line 47"/>
            <p:cNvSpPr/>
            <p:nvPr/>
          </p:nvSpPr>
          <p:spPr>
            <a:xfrm>
              <a:off x="8696" y="2893"/>
              <a:ext cx="0" cy="1167"/>
            </a:xfrm>
            <a:prstGeom prst="line">
              <a:avLst/>
            </a:prstGeom>
            <a:ln w="28575" cap="flat" cmpd="sng">
              <a:solidFill>
                <a:schemeClr val="tx1"/>
              </a:solidFill>
              <a:prstDash val="solid"/>
              <a:headEnd type="none" w="med" len="med"/>
              <a:tailEnd type="none" w="med" len="med"/>
            </a:ln>
          </p:spPr>
        </p:sp>
        <p:sp>
          <p:nvSpPr>
            <p:cNvPr id="199730" name="Line 48"/>
            <p:cNvSpPr/>
            <p:nvPr/>
          </p:nvSpPr>
          <p:spPr>
            <a:xfrm>
              <a:off x="3379" y="4032"/>
              <a:ext cx="5350" cy="0"/>
            </a:xfrm>
            <a:prstGeom prst="line">
              <a:avLst/>
            </a:prstGeom>
            <a:ln w="28575" cap="flat" cmpd="sng">
              <a:solidFill>
                <a:schemeClr val="tx1"/>
              </a:solidFill>
              <a:prstDash val="solid"/>
              <a:headEnd type="none" w="med" len="med"/>
              <a:tailEnd type="none" w="med" len="med"/>
            </a:ln>
          </p:spPr>
        </p:sp>
        <p:sp>
          <p:nvSpPr>
            <p:cNvPr id="199731" name="Line 49"/>
            <p:cNvSpPr/>
            <p:nvPr/>
          </p:nvSpPr>
          <p:spPr>
            <a:xfrm>
              <a:off x="1996" y="3729"/>
              <a:ext cx="1779" cy="0"/>
            </a:xfrm>
            <a:prstGeom prst="line">
              <a:avLst/>
            </a:prstGeom>
            <a:ln w="28575" cap="flat" cmpd="sng">
              <a:solidFill>
                <a:srgbClr val="FF0000"/>
              </a:solidFill>
              <a:prstDash val="solid"/>
              <a:headEnd type="none" w="med" len="med"/>
              <a:tailEnd type="none" w="med" len="med"/>
            </a:ln>
          </p:spPr>
        </p:sp>
        <p:sp>
          <p:nvSpPr>
            <p:cNvPr id="199732" name="Line 50"/>
            <p:cNvSpPr/>
            <p:nvPr/>
          </p:nvSpPr>
          <p:spPr>
            <a:xfrm>
              <a:off x="3083" y="2921"/>
              <a:ext cx="692" cy="0"/>
            </a:xfrm>
            <a:prstGeom prst="line">
              <a:avLst/>
            </a:prstGeom>
            <a:ln w="28575" cap="flat" cmpd="sng">
              <a:solidFill>
                <a:srgbClr val="FF0000"/>
              </a:solidFill>
              <a:prstDash val="solid"/>
              <a:headEnd type="none" w="med" len="med"/>
              <a:tailEnd type="none" w="med" len="med"/>
            </a:ln>
          </p:spPr>
        </p:sp>
        <p:sp>
          <p:nvSpPr>
            <p:cNvPr id="199733" name="Line 51"/>
            <p:cNvSpPr/>
            <p:nvPr/>
          </p:nvSpPr>
          <p:spPr>
            <a:xfrm>
              <a:off x="1205" y="3452"/>
              <a:ext cx="2570" cy="0"/>
            </a:xfrm>
            <a:prstGeom prst="line">
              <a:avLst/>
            </a:prstGeom>
            <a:ln w="28575" cap="flat" cmpd="sng">
              <a:solidFill>
                <a:schemeClr val="tx1"/>
              </a:solidFill>
              <a:prstDash val="solid"/>
              <a:headEnd type="none" w="med" len="med"/>
              <a:tailEnd type="none" w="med" len="med"/>
            </a:ln>
          </p:spPr>
        </p:sp>
        <p:sp>
          <p:nvSpPr>
            <p:cNvPr id="199734" name="Rectangle 52"/>
            <p:cNvSpPr/>
            <p:nvPr/>
          </p:nvSpPr>
          <p:spPr>
            <a:xfrm>
              <a:off x="3775" y="463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5" name="Text Box 53"/>
            <p:cNvSpPr txBox="1"/>
            <p:nvPr/>
          </p:nvSpPr>
          <p:spPr>
            <a:xfrm>
              <a:off x="3754" y="4584"/>
              <a:ext cx="593"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grpSp>
          <p:nvGrpSpPr>
            <p:cNvPr id="199736" name="Group 54"/>
            <p:cNvGrpSpPr/>
            <p:nvPr/>
          </p:nvGrpSpPr>
          <p:grpSpPr>
            <a:xfrm>
              <a:off x="3754" y="5408"/>
              <a:ext cx="614" cy="646"/>
              <a:chOff x="0" y="0"/>
              <a:chExt cx="298" cy="414"/>
            </a:xfrm>
          </p:grpSpPr>
          <p:sp>
            <p:nvSpPr>
              <p:cNvPr id="199811" name="Rectangle 55"/>
              <p:cNvSpPr/>
              <p:nvPr/>
            </p:nvSpPr>
            <p:spPr>
              <a:xfrm>
                <a:off x="10" y="30"/>
                <a:ext cx="288" cy="384"/>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12" name="Text Box 56"/>
              <p:cNvSpPr txBox="1"/>
              <p:nvPr/>
            </p:nvSpPr>
            <p:spPr>
              <a:xfrm>
                <a:off x="0" y="0"/>
                <a:ext cx="288" cy="37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grpSp>
        <p:sp>
          <p:nvSpPr>
            <p:cNvPr id="199737" name="Rectangle 57"/>
            <p:cNvSpPr/>
            <p:nvPr/>
          </p:nvSpPr>
          <p:spPr>
            <a:xfrm>
              <a:off x="5554" y="4781"/>
              <a:ext cx="593" cy="5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38" name="Text Box 58"/>
            <p:cNvSpPr txBox="1"/>
            <p:nvPr/>
          </p:nvSpPr>
          <p:spPr>
            <a:xfrm>
              <a:off x="5513" y="4781"/>
              <a:ext cx="91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≥1</a:t>
              </a:r>
            </a:p>
          </p:txBody>
        </p:sp>
        <p:sp>
          <p:nvSpPr>
            <p:cNvPr id="199739" name="Line 59"/>
            <p:cNvSpPr/>
            <p:nvPr/>
          </p:nvSpPr>
          <p:spPr>
            <a:xfrm>
              <a:off x="4368" y="4931"/>
              <a:ext cx="1186" cy="0"/>
            </a:xfrm>
            <a:prstGeom prst="line">
              <a:avLst/>
            </a:prstGeom>
            <a:ln w="28575" cap="flat" cmpd="sng">
              <a:solidFill>
                <a:schemeClr val="tx1"/>
              </a:solidFill>
              <a:prstDash val="solid"/>
              <a:headEnd type="none" w="med" len="med"/>
              <a:tailEnd type="none" w="med" len="med"/>
            </a:ln>
          </p:spPr>
        </p:sp>
        <p:sp>
          <p:nvSpPr>
            <p:cNvPr id="199740" name="Line 60"/>
            <p:cNvSpPr/>
            <p:nvPr/>
          </p:nvSpPr>
          <p:spPr>
            <a:xfrm>
              <a:off x="4961" y="5230"/>
              <a:ext cx="593" cy="0"/>
            </a:xfrm>
            <a:prstGeom prst="line">
              <a:avLst/>
            </a:prstGeom>
            <a:ln w="28575" cap="flat" cmpd="sng">
              <a:solidFill>
                <a:schemeClr val="tx1"/>
              </a:solidFill>
              <a:prstDash val="solid"/>
              <a:headEnd type="none" w="med" len="med"/>
              <a:tailEnd type="none" w="med" len="med"/>
            </a:ln>
          </p:spPr>
        </p:sp>
        <p:sp>
          <p:nvSpPr>
            <p:cNvPr id="199741" name="Line 61"/>
            <p:cNvSpPr/>
            <p:nvPr/>
          </p:nvSpPr>
          <p:spPr>
            <a:xfrm>
              <a:off x="4961" y="5230"/>
              <a:ext cx="0" cy="524"/>
            </a:xfrm>
            <a:prstGeom prst="line">
              <a:avLst/>
            </a:prstGeom>
            <a:ln w="28575" cap="flat" cmpd="sng">
              <a:solidFill>
                <a:schemeClr val="tx1"/>
              </a:solidFill>
              <a:prstDash val="solid"/>
              <a:headEnd type="none" w="med" len="med"/>
              <a:tailEnd type="none" w="med" len="med"/>
            </a:ln>
          </p:spPr>
        </p:sp>
        <p:sp>
          <p:nvSpPr>
            <p:cNvPr id="199742" name="Line 62"/>
            <p:cNvSpPr/>
            <p:nvPr/>
          </p:nvSpPr>
          <p:spPr>
            <a:xfrm>
              <a:off x="4368" y="5739"/>
              <a:ext cx="593" cy="0"/>
            </a:xfrm>
            <a:prstGeom prst="line">
              <a:avLst/>
            </a:prstGeom>
            <a:ln w="28575" cap="flat" cmpd="sng">
              <a:solidFill>
                <a:schemeClr val="tx1"/>
              </a:solidFill>
              <a:prstDash val="solid"/>
              <a:headEnd type="none" w="med" len="med"/>
              <a:tailEnd type="none" w="med" len="med"/>
            </a:ln>
          </p:spPr>
        </p:sp>
        <p:sp>
          <p:nvSpPr>
            <p:cNvPr id="199743" name="Line 63"/>
            <p:cNvSpPr/>
            <p:nvPr/>
          </p:nvSpPr>
          <p:spPr>
            <a:xfrm>
              <a:off x="6147" y="5080"/>
              <a:ext cx="1285" cy="0"/>
            </a:xfrm>
            <a:prstGeom prst="line">
              <a:avLst/>
            </a:prstGeom>
            <a:ln w="28575" cap="flat" cmpd="sng">
              <a:solidFill>
                <a:schemeClr val="tx1"/>
              </a:solidFill>
              <a:prstDash val="solid"/>
              <a:headEnd type="none" w="med" len="med"/>
              <a:tailEnd type="none" w="med" len="med"/>
            </a:ln>
          </p:spPr>
        </p:sp>
        <p:sp>
          <p:nvSpPr>
            <p:cNvPr id="199744" name="Rectangle 64"/>
            <p:cNvSpPr/>
            <p:nvPr/>
          </p:nvSpPr>
          <p:spPr>
            <a:xfrm>
              <a:off x="7432" y="4890"/>
              <a:ext cx="988" cy="89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5" name="Oval 65"/>
            <p:cNvSpPr/>
            <p:nvPr/>
          </p:nvSpPr>
          <p:spPr>
            <a:xfrm>
              <a:off x="7275" y="5517"/>
              <a:ext cx="144" cy="109"/>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46" name="Text Box 66"/>
            <p:cNvSpPr txBox="1"/>
            <p:nvPr/>
          </p:nvSpPr>
          <p:spPr>
            <a:xfrm>
              <a:off x="7292" y="5326"/>
              <a:ext cx="996"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&gt;CLK</a:t>
              </a:r>
            </a:p>
          </p:txBody>
        </p:sp>
        <p:sp>
          <p:nvSpPr>
            <p:cNvPr id="199747" name="Text Box 67"/>
            <p:cNvSpPr txBox="1"/>
            <p:nvPr/>
          </p:nvSpPr>
          <p:spPr>
            <a:xfrm>
              <a:off x="8066" y="4918"/>
              <a:ext cx="55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Q</a:t>
              </a:r>
            </a:p>
          </p:txBody>
        </p:sp>
        <p:sp>
          <p:nvSpPr>
            <p:cNvPr id="199748" name="Text Box 68"/>
            <p:cNvSpPr txBox="1"/>
            <p:nvPr/>
          </p:nvSpPr>
          <p:spPr>
            <a:xfrm>
              <a:off x="7395" y="4946"/>
              <a:ext cx="55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Calibri" panose="020F0502020204030204" pitchFamily="34" charset="0"/>
                </a:rPr>
                <a:t>D</a:t>
              </a:r>
            </a:p>
          </p:txBody>
        </p:sp>
        <p:sp>
          <p:nvSpPr>
            <p:cNvPr id="199749" name="Line 69"/>
            <p:cNvSpPr/>
            <p:nvPr/>
          </p:nvSpPr>
          <p:spPr>
            <a:xfrm>
              <a:off x="8420" y="5068"/>
              <a:ext cx="1400" cy="0"/>
            </a:xfrm>
            <a:prstGeom prst="line">
              <a:avLst/>
            </a:prstGeom>
            <a:ln w="28575" cap="flat" cmpd="sng">
              <a:solidFill>
                <a:schemeClr val="tx1"/>
              </a:solidFill>
              <a:prstDash val="solid"/>
              <a:headEnd type="none" w="med" len="med"/>
              <a:tailEnd type="none" w="med" len="med"/>
            </a:ln>
          </p:spPr>
        </p:sp>
        <p:sp>
          <p:nvSpPr>
            <p:cNvPr id="199750" name="Line 70"/>
            <p:cNvSpPr/>
            <p:nvPr/>
          </p:nvSpPr>
          <p:spPr>
            <a:xfrm>
              <a:off x="6880" y="5573"/>
              <a:ext cx="395" cy="0"/>
            </a:xfrm>
            <a:prstGeom prst="line">
              <a:avLst/>
            </a:prstGeom>
            <a:ln w="28575" cap="flat" cmpd="sng">
              <a:solidFill>
                <a:schemeClr val="tx1"/>
              </a:solidFill>
              <a:prstDash val="solid"/>
              <a:headEnd type="none" w="med" len="med"/>
              <a:tailEnd type="none" w="med" len="med"/>
            </a:ln>
          </p:spPr>
        </p:sp>
        <p:sp>
          <p:nvSpPr>
            <p:cNvPr id="199751" name="Line 71"/>
            <p:cNvSpPr/>
            <p:nvPr/>
          </p:nvSpPr>
          <p:spPr>
            <a:xfrm>
              <a:off x="1996" y="5901"/>
              <a:ext cx="1779" cy="0"/>
            </a:xfrm>
            <a:prstGeom prst="line">
              <a:avLst/>
            </a:prstGeom>
            <a:ln w="28575" cap="flat" cmpd="sng">
              <a:solidFill>
                <a:srgbClr val="FF0000"/>
              </a:solidFill>
              <a:prstDash val="solid"/>
              <a:headEnd type="none" w="med" len="med"/>
              <a:tailEnd type="none" w="med" len="med"/>
            </a:ln>
          </p:spPr>
        </p:sp>
        <p:sp>
          <p:nvSpPr>
            <p:cNvPr id="199752" name="Line 72"/>
            <p:cNvSpPr/>
            <p:nvPr/>
          </p:nvSpPr>
          <p:spPr>
            <a:xfrm>
              <a:off x="3083" y="5093"/>
              <a:ext cx="692" cy="0"/>
            </a:xfrm>
            <a:prstGeom prst="line">
              <a:avLst/>
            </a:prstGeom>
            <a:ln w="28575" cap="flat" cmpd="sng">
              <a:solidFill>
                <a:srgbClr val="FF0000"/>
              </a:solidFill>
              <a:prstDash val="solid"/>
              <a:headEnd type="none" w="med" len="med"/>
              <a:tailEnd type="none" w="med" len="med"/>
            </a:ln>
          </p:spPr>
        </p:sp>
        <p:sp>
          <p:nvSpPr>
            <p:cNvPr id="199753" name="Line 73"/>
            <p:cNvSpPr/>
            <p:nvPr/>
          </p:nvSpPr>
          <p:spPr>
            <a:xfrm>
              <a:off x="1205" y="5623"/>
              <a:ext cx="2570" cy="0"/>
            </a:xfrm>
            <a:prstGeom prst="line">
              <a:avLst/>
            </a:prstGeom>
            <a:ln w="28575" cap="flat" cmpd="sng">
              <a:solidFill>
                <a:schemeClr val="tx1"/>
              </a:solidFill>
              <a:prstDash val="solid"/>
              <a:headEnd type="none" w="med" len="med"/>
              <a:tailEnd type="none" w="med" len="med"/>
            </a:ln>
          </p:spPr>
        </p:sp>
        <p:sp>
          <p:nvSpPr>
            <p:cNvPr id="199754" name="Rectangle 74"/>
            <p:cNvSpPr/>
            <p:nvPr/>
          </p:nvSpPr>
          <p:spPr>
            <a:xfrm>
              <a:off x="2404" y="391"/>
              <a:ext cx="402" cy="449"/>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5" name="Oval 75"/>
            <p:cNvSpPr/>
            <p:nvPr/>
          </p:nvSpPr>
          <p:spPr>
            <a:xfrm>
              <a:off x="2224" y="541"/>
              <a:ext cx="144" cy="109"/>
            </a:xfrm>
            <a:prstGeom prst="ellipse">
              <a:avLst/>
            </a:prstGeom>
            <a:no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56" name="Line 76"/>
            <p:cNvSpPr/>
            <p:nvPr/>
          </p:nvSpPr>
          <p:spPr>
            <a:xfrm>
              <a:off x="1320" y="600"/>
              <a:ext cx="933" cy="0"/>
            </a:xfrm>
            <a:prstGeom prst="line">
              <a:avLst/>
            </a:prstGeom>
            <a:ln w="28575" cap="flat" cmpd="sng">
              <a:solidFill>
                <a:srgbClr val="FF0000"/>
              </a:solidFill>
              <a:prstDash val="solid"/>
              <a:headEnd type="none" w="med" len="med"/>
              <a:tailEnd type="none" w="med" len="med"/>
            </a:ln>
          </p:spPr>
        </p:sp>
        <p:sp>
          <p:nvSpPr>
            <p:cNvPr id="199757" name="Text Box 77"/>
            <p:cNvSpPr txBox="1"/>
            <p:nvPr/>
          </p:nvSpPr>
          <p:spPr>
            <a:xfrm>
              <a:off x="0" y="0"/>
              <a:ext cx="3629"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rgbClr val="FF0000"/>
                  </a:solidFill>
                  <a:latin typeface="Calibri" panose="020F0502020204030204" pitchFamily="34" charset="0"/>
                </a:rPr>
                <a:t>LOAD/SHIFT</a:t>
              </a:r>
            </a:p>
          </p:txBody>
        </p:sp>
        <p:sp>
          <p:nvSpPr>
            <p:cNvPr id="199758" name="Line 78"/>
            <p:cNvSpPr/>
            <p:nvPr/>
          </p:nvSpPr>
          <p:spPr>
            <a:xfrm>
              <a:off x="3062" y="616"/>
              <a:ext cx="0" cy="4492"/>
            </a:xfrm>
            <a:prstGeom prst="line">
              <a:avLst/>
            </a:prstGeom>
            <a:ln w="28575" cap="flat" cmpd="sng">
              <a:solidFill>
                <a:srgbClr val="FF0000"/>
              </a:solidFill>
              <a:prstDash val="solid"/>
              <a:headEnd type="none" w="med" len="med"/>
              <a:tailEnd type="none" w="med" len="med"/>
            </a:ln>
          </p:spPr>
        </p:sp>
        <p:sp>
          <p:nvSpPr>
            <p:cNvPr id="199759" name="Line 79"/>
            <p:cNvSpPr/>
            <p:nvPr/>
          </p:nvSpPr>
          <p:spPr>
            <a:xfrm>
              <a:off x="2805" y="616"/>
              <a:ext cx="257" cy="0"/>
            </a:xfrm>
            <a:prstGeom prst="line">
              <a:avLst/>
            </a:prstGeom>
            <a:ln w="28575">
              <a:noFill/>
            </a:ln>
          </p:spPr>
        </p:sp>
        <p:sp>
          <p:nvSpPr>
            <p:cNvPr id="199760" name="Line 80"/>
            <p:cNvSpPr/>
            <p:nvPr/>
          </p:nvSpPr>
          <p:spPr>
            <a:xfrm>
              <a:off x="6859" y="556"/>
              <a:ext cx="0" cy="5017"/>
            </a:xfrm>
            <a:prstGeom prst="line">
              <a:avLst/>
            </a:prstGeom>
            <a:ln w="28575" cap="flat" cmpd="sng">
              <a:solidFill>
                <a:schemeClr val="tx1"/>
              </a:solidFill>
              <a:prstDash val="solid"/>
              <a:headEnd type="none" w="med" len="med"/>
              <a:tailEnd type="none" w="med" len="med"/>
            </a:ln>
          </p:spPr>
        </p:sp>
        <p:sp>
          <p:nvSpPr>
            <p:cNvPr id="199761" name="Line 81"/>
            <p:cNvSpPr/>
            <p:nvPr/>
          </p:nvSpPr>
          <p:spPr>
            <a:xfrm>
              <a:off x="5990" y="556"/>
              <a:ext cx="890" cy="0"/>
            </a:xfrm>
            <a:prstGeom prst="line">
              <a:avLst/>
            </a:prstGeom>
            <a:ln w="28575">
              <a:noFill/>
            </a:ln>
          </p:spPr>
        </p:sp>
        <p:sp>
          <p:nvSpPr>
            <p:cNvPr id="199762" name="Text Box 82"/>
            <p:cNvSpPr txBox="1"/>
            <p:nvPr/>
          </p:nvSpPr>
          <p:spPr>
            <a:xfrm>
              <a:off x="4875" y="227"/>
              <a:ext cx="1186"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CLK</a:t>
              </a:r>
            </a:p>
          </p:txBody>
        </p:sp>
        <p:sp>
          <p:nvSpPr>
            <p:cNvPr id="199763" name="Line 83"/>
            <p:cNvSpPr/>
            <p:nvPr/>
          </p:nvSpPr>
          <p:spPr>
            <a:xfrm>
              <a:off x="3359" y="2637"/>
              <a:ext cx="395" cy="0"/>
            </a:xfrm>
            <a:prstGeom prst="line">
              <a:avLst/>
            </a:prstGeom>
            <a:ln w="28575" cap="flat" cmpd="sng">
              <a:solidFill>
                <a:schemeClr val="tx1"/>
              </a:solidFill>
              <a:prstDash val="solid"/>
              <a:headEnd type="none" w="med" len="med"/>
              <a:tailEnd type="none" w="med" len="med"/>
            </a:ln>
          </p:spPr>
        </p:sp>
        <p:sp>
          <p:nvSpPr>
            <p:cNvPr id="199764" name="Line 84"/>
            <p:cNvSpPr/>
            <p:nvPr/>
          </p:nvSpPr>
          <p:spPr>
            <a:xfrm>
              <a:off x="3359" y="2338"/>
              <a:ext cx="0" cy="299"/>
            </a:xfrm>
            <a:prstGeom prst="line">
              <a:avLst/>
            </a:prstGeom>
            <a:ln w="28575" cap="flat" cmpd="sng">
              <a:solidFill>
                <a:schemeClr val="tx1"/>
              </a:solidFill>
              <a:prstDash val="solid"/>
              <a:headEnd type="none" w="med" len="med"/>
              <a:tailEnd type="none" w="med" len="med"/>
            </a:ln>
          </p:spPr>
        </p:sp>
        <p:sp>
          <p:nvSpPr>
            <p:cNvPr id="199765" name="Line 85"/>
            <p:cNvSpPr/>
            <p:nvPr/>
          </p:nvSpPr>
          <p:spPr>
            <a:xfrm>
              <a:off x="1403" y="915"/>
              <a:ext cx="2366" cy="0"/>
            </a:xfrm>
            <a:prstGeom prst="line">
              <a:avLst/>
            </a:prstGeom>
            <a:ln w="28575" cap="flat" cmpd="sng">
              <a:solidFill>
                <a:schemeClr val="tx1"/>
              </a:solidFill>
              <a:prstDash val="solid"/>
              <a:headEnd type="none" w="med" len="med"/>
              <a:tailEnd type="none" w="med" len="med"/>
            </a:ln>
          </p:spPr>
        </p:sp>
        <p:sp>
          <p:nvSpPr>
            <p:cNvPr id="199766" name="Text Box 86"/>
            <p:cNvSpPr txBox="1"/>
            <p:nvPr/>
          </p:nvSpPr>
          <p:spPr>
            <a:xfrm>
              <a:off x="394" y="734"/>
              <a:ext cx="128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SERIN</a:t>
              </a:r>
            </a:p>
          </p:txBody>
        </p:sp>
        <p:sp>
          <p:nvSpPr>
            <p:cNvPr id="199767" name="Text Box 87"/>
            <p:cNvSpPr txBox="1"/>
            <p:nvPr/>
          </p:nvSpPr>
          <p:spPr>
            <a:xfrm>
              <a:off x="295" y="1558"/>
              <a:ext cx="988"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1D</a:t>
              </a:r>
            </a:p>
          </p:txBody>
        </p:sp>
        <p:sp>
          <p:nvSpPr>
            <p:cNvPr id="199768" name="Text Box 88"/>
            <p:cNvSpPr txBox="1"/>
            <p:nvPr/>
          </p:nvSpPr>
          <p:spPr>
            <a:xfrm>
              <a:off x="316" y="3224"/>
              <a:ext cx="988"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2D</a:t>
              </a:r>
            </a:p>
          </p:txBody>
        </p:sp>
        <p:sp>
          <p:nvSpPr>
            <p:cNvPr id="199769" name="Text Box 89"/>
            <p:cNvSpPr txBox="1"/>
            <p:nvPr/>
          </p:nvSpPr>
          <p:spPr>
            <a:xfrm>
              <a:off x="295" y="5408"/>
              <a:ext cx="988"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Calibri" panose="020F0502020204030204" pitchFamily="34" charset="0"/>
                </a:rPr>
                <a:t>ND</a:t>
              </a:r>
            </a:p>
          </p:txBody>
        </p:sp>
        <p:sp>
          <p:nvSpPr>
            <p:cNvPr id="199770" name="Line 90"/>
            <p:cNvSpPr/>
            <p:nvPr/>
          </p:nvSpPr>
          <p:spPr>
            <a:xfrm>
              <a:off x="1975" y="600"/>
              <a:ext cx="0" cy="5317"/>
            </a:xfrm>
            <a:prstGeom prst="line">
              <a:avLst/>
            </a:prstGeom>
            <a:ln w="28575" cap="flat" cmpd="sng">
              <a:solidFill>
                <a:srgbClr val="FF0000"/>
              </a:solidFill>
              <a:prstDash val="solid"/>
              <a:headEnd type="none" w="med" len="med"/>
              <a:tailEnd type="none" w="med" len="med"/>
            </a:ln>
          </p:spPr>
        </p:sp>
        <p:sp>
          <p:nvSpPr>
            <p:cNvPr id="199771" name="Line 91"/>
            <p:cNvSpPr/>
            <p:nvPr/>
          </p:nvSpPr>
          <p:spPr>
            <a:xfrm>
              <a:off x="3379" y="4809"/>
              <a:ext cx="396" cy="0"/>
            </a:xfrm>
            <a:prstGeom prst="line">
              <a:avLst/>
            </a:prstGeom>
            <a:ln w="28575" cap="flat" cmpd="sng">
              <a:solidFill>
                <a:schemeClr val="tx1"/>
              </a:solidFill>
              <a:prstDash val="solid"/>
              <a:headEnd type="none" w="med" len="med"/>
              <a:tailEnd type="none" w="med" len="med"/>
            </a:ln>
          </p:spPr>
        </p:sp>
        <p:sp>
          <p:nvSpPr>
            <p:cNvPr id="199772" name="Text Box 92"/>
            <p:cNvSpPr txBox="1"/>
            <p:nvPr/>
          </p:nvSpPr>
          <p:spPr>
            <a:xfrm>
              <a:off x="2195" y="3966"/>
              <a:ext cx="727" cy="1020"/>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p>
          </p:txBody>
        </p:sp>
        <p:sp>
          <p:nvSpPr>
            <p:cNvPr id="199773" name="Text Box 93"/>
            <p:cNvSpPr txBox="1"/>
            <p:nvPr/>
          </p:nvSpPr>
          <p:spPr>
            <a:xfrm>
              <a:off x="7517" y="4241"/>
              <a:ext cx="727" cy="1228"/>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p>
          </p:txBody>
        </p:sp>
        <p:sp>
          <p:nvSpPr>
            <p:cNvPr id="199774" name="Text Box 94"/>
            <p:cNvSpPr txBox="1"/>
            <p:nvPr/>
          </p:nvSpPr>
          <p:spPr>
            <a:xfrm>
              <a:off x="3621" y="3872"/>
              <a:ext cx="727" cy="2367"/>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p>
          </p:txBody>
        </p:sp>
        <p:sp>
          <p:nvSpPr>
            <p:cNvPr id="199775" name="Text Box 95"/>
            <p:cNvSpPr txBox="1"/>
            <p:nvPr/>
          </p:nvSpPr>
          <p:spPr>
            <a:xfrm>
              <a:off x="8399" y="4682"/>
              <a:ext cx="89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NQ</a:t>
              </a:r>
            </a:p>
          </p:txBody>
        </p:sp>
        <p:sp>
          <p:nvSpPr>
            <p:cNvPr id="199776" name="Oval 96"/>
            <p:cNvSpPr/>
            <p:nvPr/>
          </p:nvSpPr>
          <p:spPr>
            <a:xfrm>
              <a:off x="1918" y="572"/>
              <a:ext cx="98"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77" name="Oval 97"/>
            <p:cNvSpPr/>
            <p:nvPr/>
          </p:nvSpPr>
          <p:spPr>
            <a:xfrm>
              <a:off x="1955" y="1995"/>
              <a:ext cx="98"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8" name="Oval 98"/>
            <p:cNvSpPr/>
            <p:nvPr/>
          </p:nvSpPr>
          <p:spPr>
            <a:xfrm>
              <a:off x="1934" y="3689"/>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rgbClr val="FF0000"/>
                </a:solidFill>
                <a:latin typeface="Calibri" panose="020F0502020204030204" pitchFamily="34" charset="0"/>
              </a:endParaRPr>
            </a:p>
          </p:txBody>
        </p:sp>
        <p:sp>
          <p:nvSpPr>
            <p:cNvPr id="199779" name="Oval 99"/>
            <p:cNvSpPr/>
            <p:nvPr/>
          </p:nvSpPr>
          <p:spPr>
            <a:xfrm>
              <a:off x="3012" y="1190"/>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0" name="Oval 100"/>
            <p:cNvSpPr/>
            <p:nvPr/>
          </p:nvSpPr>
          <p:spPr>
            <a:xfrm>
              <a:off x="3021" y="2878"/>
              <a:ext cx="99" cy="74"/>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1" name="Oval 101"/>
            <p:cNvSpPr/>
            <p:nvPr/>
          </p:nvSpPr>
          <p:spPr>
            <a:xfrm>
              <a:off x="6818" y="1664"/>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2" name="Oval 102"/>
            <p:cNvSpPr/>
            <p:nvPr/>
          </p:nvSpPr>
          <p:spPr>
            <a:xfrm>
              <a:off x="6818" y="3386"/>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3" name="Text Box 103"/>
            <p:cNvSpPr txBox="1"/>
            <p:nvPr/>
          </p:nvSpPr>
          <p:spPr>
            <a:xfrm>
              <a:off x="2346" y="377"/>
              <a:ext cx="395"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Calibri" panose="020F0502020204030204" pitchFamily="34" charset="0"/>
                </a:rPr>
                <a:t>1</a:t>
              </a:r>
            </a:p>
          </p:txBody>
        </p:sp>
        <p:sp>
          <p:nvSpPr>
            <p:cNvPr id="199784" name="Oval 105"/>
            <p:cNvSpPr/>
            <p:nvPr/>
          </p:nvSpPr>
          <p:spPr>
            <a:xfrm>
              <a:off x="8655" y="1177"/>
              <a:ext cx="99" cy="75"/>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5" name="Oval 106"/>
            <p:cNvSpPr/>
            <p:nvPr/>
          </p:nvSpPr>
          <p:spPr>
            <a:xfrm>
              <a:off x="8655" y="2878"/>
              <a:ext cx="99" cy="74"/>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86" name="Line 107"/>
            <p:cNvSpPr/>
            <p:nvPr/>
          </p:nvSpPr>
          <p:spPr>
            <a:xfrm>
              <a:off x="9388" y="1514"/>
              <a:ext cx="0" cy="2122"/>
            </a:xfrm>
            <a:prstGeom prst="line">
              <a:avLst/>
            </a:prstGeom>
            <a:ln w="28575" cap="flat" cmpd="sng">
              <a:solidFill>
                <a:srgbClr val="FF0000"/>
              </a:solidFill>
              <a:prstDash val="solid"/>
              <a:headEnd type="none" w="med" len="med"/>
              <a:tailEnd type="none" w="med" len="med"/>
            </a:ln>
          </p:spPr>
        </p:sp>
        <p:sp>
          <p:nvSpPr>
            <p:cNvPr id="199787" name="Line 109"/>
            <p:cNvSpPr/>
            <p:nvPr/>
          </p:nvSpPr>
          <p:spPr>
            <a:xfrm>
              <a:off x="9585" y="6157"/>
              <a:ext cx="396" cy="0"/>
            </a:xfrm>
            <a:prstGeom prst="line">
              <a:avLst/>
            </a:prstGeom>
            <a:ln w="28575" cap="flat" cmpd="sng">
              <a:solidFill>
                <a:srgbClr val="FF0000"/>
              </a:solidFill>
              <a:prstDash val="solid"/>
              <a:headEnd type="none" w="med" len="med"/>
              <a:tailEnd type="none" w="med" len="med"/>
            </a:ln>
          </p:spPr>
        </p:sp>
        <p:sp>
          <p:nvSpPr>
            <p:cNvPr id="199788" name="Line 110"/>
            <p:cNvSpPr/>
            <p:nvPr/>
          </p:nvSpPr>
          <p:spPr>
            <a:xfrm flipV="1">
              <a:off x="9981" y="5931"/>
              <a:ext cx="0" cy="225"/>
            </a:xfrm>
            <a:prstGeom prst="line">
              <a:avLst/>
            </a:prstGeom>
            <a:ln w="28575" cap="flat" cmpd="sng">
              <a:solidFill>
                <a:srgbClr val="FF0000"/>
              </a:solidFill>
              <a:prstDash val="solid"/>
              <a:headEnd type="none" w="med" len="med"/>
              <a:tailEnd type="none" w="med" len="med"/>
            </a:ln>
          </p:spPr>
        </p:sp>
        <p:sp>
          <p:nvSpPr>
            <p:cNvPr id="199789" name="Line 111"/>
            <p:cNvSpPr/>
            <p:nvPr/>
          </p:nvSpPr>
          <p:spPr>
            <a:xfrm>
              <a:off x="9981" y="5932"/>
              <a:ext cx="395" cy="0"/>
            </a:xfrm>
            <a:prstGeom prst="line">
              <a:avLst/>
            </a:prstGeom>
            <a:ln w="28575" cap="flat" cmpd="sng">
              <a:solidFill>
                <a:srgbClr val="FF0000"/>
              </a:solidFill>
              <a:prstDash val="solid"/>
              <a:headEnd type="none" w="med" len="med"/>
              <a:tailEnd type="none" w="med" len="med"/>
            </a:ln>
          </p:spPr>
        </p:sp>
        <p:sp>
          <p:nvSpPr>
            <p:cNvPr id="199790" name="Line 112"/>
            <p:cNvSpPr/>
            <p:nvPr/>
          </p:nvSpPr>
          <p:spPr>
            <a:xfrm>
              <a:off x="10376" y="6157"/>
              <a:ext cx="395" cy="0"/>
            </a:xfrm>
            <a:prstGeom prst="line">
              <a:avLst/>
            </a:prstGeom>
            <a:ln w="28575" cap="flat" cmpd="sng">
              <a:solidFill>
                <a:srgbClr val="FF0000"/>
              </a:solidFill>
              <a:prstDash val="solid"/>
              <a:headEnd type="none" w="med" len="med"/>
              <a:tailEnd type="none" w="med" len="med"/>
            </a:ln>
          </p:spPr>
        </p:sp>
        <p:sp>
          <p:nvSpPr>
            <p:cNvPr id="199791" name="Line 113"/>
            <p:cNvSpPr/>
            <p:nvPr/>
          </p:nvSpPr>
          <p:spPr>
            <a:xfrm flipV="1">
              <a:off x="10376" y="5931"/>
              <a:ext cx="0" cy="225"/>
            </a:xfrm>
            <a:prstGeom prst="line">
              <a:avLst/>
            </a:prstGeom>
            <a:ln w="28575" cap="flat" cmpd="sng">
              <a:solidFill>
                <a:srgbClr val="FF0000"/>
              </a:solidFill>
              <a:prstDash val="solid"/>
              <a:headEnd type="none" w="med" len="med"/>
              <a:tailEnd type="none" w="med" len="med"/>
            </a:ln>
          </p:spPr>
        </p:sp>
        <p:sp>
          <p:nvSpPr>
            <p:cNvPr id="199792" name="Line 114"/>
            <p:cNvSpPr/>
            <p:nvPr/>
          </p:nvSpPr>
          <p:spPr>
            <a:xfrm>
              <a:off x="9388" y="1514"/>
              <a:ext cx="467" cy="0"/>
            </a:xfrm>
            <a:prstGeom prst="line">
              <a:avLst/>
            </a:prstGeom>
            <a:ln w="28575" cap="flat" cmpd="sng">
              <a:solidFill>
                <a:srgbClr val="FF0000"/>
              </a:solidFill>
              <a:prstDash val="solid"/>
              <a:headEnd type="none" w="med" len="med"/>
              <a:tailEnd type="none" w="med" len="med"/>
            </a:ln>
          </p:spPr>
        </p:sp>
        <p:sp>
          <p:nvSpPr>
            <p:cNvPr id="199793" name="Line 115"/>
            <p:cNvSpPr/>
            <p:nvPr/>
          </p:nvSpPr>
          <p:spPr>
            <a:xfrm>
              <a:off x="9388" y="3236"/>
              <a:ext cx="467" cy="0"/>
            </a:xfrm>
            <a:prstGeom prst="line">
              <a:avLst/>
            </a:prstGeom>
            <a:ln w="28575" cap="flat" cmpd="sng">
              <a:solidFill>
                <a:srgbClr val="FF0000"/>
              </a:solidFill>
              <a:prstDash val="solid"/>
              <a:headEnd type="none" w="med" len="med"/>
              <a:tailEnd type="none" w="med" len="med"/>
            </a:ln>
          </p:spPr>
        </p:sp>
        <p:sp>
          <p:nvSpPr>
            <p:cNvPr id="199794" name="Line 116"/>
            <p:cNvSpPr/>
            <p:nvPr/>
          </p:nvSpPr>
          <p:spPr>
            <a:xfrm>
              <a:off x="9388" y="5408"/>
              <a:ext cx="467" cy="0"/>
            </a:xfrm>
            <a:prstGeom prst="line">
              <a:avLst/>
            </a:prstGeom>
            <a:ln w="28575" cap="flat" cmpd="sng">
              <a:solidFill>
                <a:srgbClr val="FF0000"/>
              </a:solidFill>
              <a:prstDash val="solid"/>
              <a:headEnd type="none" w="med" len="med"/>
              <a:tailEnd type="none" w="med" len="med"/>
            </a:ln>
          </p:spPr>
        </p:sp>
        <p:sp>
          <p:nvSpPr>
            <p:cNvPr id="199795" name="Text Box 117"/>
            <p:cNvSpPr txBox="1"/>
            <p:nvPr/>
          </p:nvSpPr>
          <p:spPr>
            <a:xfrm>
              <a:off x="9592" y="3761"/>
              <a:ext cx="727" cy="1228"/>
            </a:xfrm>
            <a:prstGeom prst="rect">
              <a:avLst/>
            </a:prstGeom>
            <a:noFill/>
            <a:ln w="28575">
              <a:noFill/>
            </a:ln>
          </p:spPr>
          <p:txBody>
            <a:bodyPr vert="eaVert">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t>
              </a:r>
            </a:p>
          </p:txBody>
        </p:sp>
        <p:sp>
          <p:nvSpPr>
            <p:cNvPr id="199796" name="Oval 118"/>
            <p:cNvSpPr/>
            <p:nvPr/>
          </p:nvSpPr>
          <p:spPr>
            <a:xfrm>
              <a:off x="9336" y="3197"/>
              <a:ext cx="99" cy="75"/>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7" name="Oval 119"/>
            <p:cNvSpPr/>
            <p:nvPr/>
          </p:nvSpPr>
          <p:spPr>
            <a:xfrm>
              <a:off x="9330" y="5364"/>
              <a:ext cx="99" cy="75"/>
            </a:xfrm>
            <a:prstGeom prst="ellipse">
              <a:avLst/>
            </a:prstGeom>
            <a:solidFill>
              <a:srgbClr val="FF9900"/>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798" name="Line 120"/>
            <p:cNvSpPr/>
            <p:nvPr/>
          </p:nvSpPr>
          <p:spPr>
            <a:xfrm>
              <a:off x="9388" y="4442"/>
              <a:ext cx="0" cy="1415"/>
            </a:xfrm>
            <a:prstGeom prst="line">
              <a:avLst/>
            </a:prstGeom>
            <a:ln w="28575" cap="flat" cmpd="sng">
              <a:solidFill>
                <a:srgbClr val="FF0000"/>
              </a:solidFill>
              <a:prstDash val="solid"/>
              <a:headEnd type="none" w="med" len="med"/>
              <a:tailEnd type="none" w="med" len="med"/>
            </a:ln>
          </p:spPr>
        </p:sp>
        <p:sp>
          <p:nvSpPr>
            <p:cNvPr id="199799" name="Line 121"/>
            <p:cNvSpPr/>
            <p:nvPr/>
          </p:nvSpPr>
          <p:spPr>
            <a:xfrm>
              <a:off x="9388" y="3706"/>
              <a:ext cx="0" cy="530"/>
            </a:xfrm>
            <a:prstGeom prst="line">
              <a:avLst/>
            </a:prstGeom>
            <a:ln w="28575" cap="flat" cmpd="sng">
              <a:solidFill>
                <a:srgbClr val="FF0000"/>
              </a:solidFill>
              <a:prstDash val="dash"/>
              <a:headEnd type="none" w="med" len="med"/>
              <a:tailEnd type="none" w="med" len="med"/>
            </a:ln>
          </p:spPr>
        </p:sp>
        <p:sp>
          <p:nvSpPr>
            <p:cNvPr id="199800" name="Text Box 122"/>
            <p:cNvSpPr txBox="1"/>
            <p:nvPr/>
          </p:nvSpPr>
          <p:spPr>
            <a:xfrm>
              <a:off x="8420" y="2397"/>
              <a:ext cx="89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2Q</a:t>
              </a:r>
            </a:p>
          </p:txBody>
        </p:sp>
        <p:sp>
          <p:nvSpPr>
            <p:cNvPr id="199801" name="Text Box 123"/>
            <p:cNvSpPr txBox="1"/>
            <p:nvPr/>
          </p:nvSpPr>
          <p:spPr>
            <a:xfrm>
              <a:off x="8504" y="680"/>
              <a:ext cx="89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Calibri" panose="020F0502020204030204" pitchFamily="34" charset="0"/>
                </a:rPr>
                <a:t>1Q</a:t>
              </a:r>
            </a:p>
          </p:txBody>
        </p:sp>
        <p:sp>
          <p:nvSpPr>
            <p:cNvPr id="199802" name="Line 124"/>
            <p:cNvSpPr/>
            <p:nvPr/>
          </p:nvSpPr>
          <p:spPr>
            <a:xfrm>
              <a:off x="10351" y="1316"/>
              <a:ext cx="395" cy="0"/>
            </a:xfrm>
            <a:prstGeom prst="line">
              <a:avLst/>
            </a:prstGeom>
            <a:ln w="28575" cap="flat" cmpd="sng">
              <a:solidFill>
                <a:schemeClr val="tx1"/>
              </a:solidFill>
              <a:prstDash val="solid"/>
              <a:headEnd type="none" w="med" len="med"/>
              <a:tailEnd type="none" w="med" len="med"/>
            </a:ln>
          </p:spPr>
        </p:sp>
        <p:sp>
          <p:nvSpPr>
            <p:cNvPr id="199803" name="Line 125"/>
            <p:cNvSpPr/>
            <p:nvPr/>
          </p:nvSpPr>
          <p:spPr>
            <a:xfrm>
              <a:off x="10346" y="3082"/>
              <a:ext cx="395" cy="0"/>
            </a:xfrm>
            <a:prstGeom prst="line">
              <a:avLst/>
            </a:prstGeom>
            <a:ln w="28575" cap="flat" cmpd="sng">
              <a:solidFill>
                <a:schemeClr val="tx1"/>
              </a:solidFill>
              <a:prstDash val="solid"/>
              <a:headEnd type="none" w="med" len="med"/>
              <a:tailEnd type="none" w="med" len="med"/>
            </a:ln>
          </p:spPr>
        </p:sp>
        <p:sp>
          <p:nvSpPr>
            <p:cNvPr id="199804" name="Line 126"/>
            <p:cNvSpPr/>
            <p:nvPr/>
          </p:nvSpPr>
          <p:spPr>
            <a:xfrm>
              <a:off x="10351" y="5253"/>
              <a:ext cx="395" cy="0"/>
            </a:xfrm>
            <a:prstGeom prst="line">
              <a:avLst/>
            </a:prstGeom>
            <a:ln w="28575" cap="flat" cmpd="sng">
              <a:solidFill>
                <a:schemeClr val="tx1"/>
              </a:solidFill>
              <a:prstDash val="solid"/>
              <a:headEnd type="none" w="med" len="med"/>
              <a:tailEnd type="none" w="med" len="med"/>
            </a:ln>
          </p:spPr>
        </p:sp>
        <p:sp>
          <p:nvSpPr>
            <p:cNvPr id="199805" name="Rectangle 128"/>
            <p:cNvSpPr/>
            <p:nvPr/>
          </p:nvSpPr>
          <p:spPr>
            <a:xfrm>
              <a:off x="9783" y="99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6" name="Rectangle 129"/>
            <p:cNvSpPr/>
            <p:nvPr/>
          </p:nvSpPr>
          <p:spPr>
            <a:xfrm>
              <a:off x="9783" y="2750"/>
              <a:ext cx="560" cy="636"/>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7" name="Rectangle 130"/>
            <p:cNvSpPr/>
            <p:nvPr/>
          </p:nvSpPr>
          <p:spPr>
            <a:xfrm>
              <a:off x="9783" y="4921"/>
              <a:ext cx="560" cy="637"/>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800" dirty="0">
                <a:solidFill>
                  <a:schemeClr val="tx1"/>
                </a:solidFill>
                <a:latin typeface="Calibri" panose="020F0502020204030204" pitchFamily="34" charset="0"/>
              </a:endParaRPr>
            </a:p>
          </p:txBody>
        </p:sp>
        <p:sp>
          <p:nvSpPr>
            <p:cNvPr id="199808" name="Text Box 131"/>
            <p:cNvSpPr txBox="1"/>
            <p:nvPr/>
          </p:nvSpPr>
          <p:spPr>
            <a:xfrm>
              <a:off x="9783" y="1049"/>
              <a:ext cx="791"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809" name="Text Box 132"/>
            <p:cNvSpPr txBox="1"/>
            <p:nvPr/>
          </p:nvSpPr>
          <p:spPr>
            <a:xfrm>
              <a:off x="9783" y="2772"/>
              <a:ext cx="791"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sp>
          <p:nvSpPr>
            <p:cNvPr id="199810" name="Text Box 133"/>
            <p:cNvSpPr txBox="1"/>
            <p:nvPr/>
          </p:nvSpPr>
          <p:spPr>
            <a:xfrm>
              <a:off x="9783" y="4959"/>
              <a:ext cx="791" cy="582"/>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800">
                  <a:solidFill>
                    <a:schemeClr val="tx1"/>
                  </a:solidFill>
                  <a:latin typeface="Calibri" panose="020F0502020204030204" pitchFamily="34" charset="0"/>
                </a:rPr>
                <a:t>&amp;</a:t>
              </a:r>
            </a:p>
          </p:txBody>
        </p:sp>
      </p:grpSp>
      <p:sp>
        <p:nvSpPr>
          <p:cNvPr id="199684" name="Rectangle 2"/>
          <p:cNvSpPr>
            <a:spLocks noGrp="1"/>
          </p:cNvSpPr>
          <p:nvPr>
            <p:ph type="title"/>
          </p:nvPr>
        </p:nvSpPr>
        <p:spPr>
          <a:xfrm>
            <a:off x="5830888" y="4513263"/>
            <a:ext cx="2667000" cy="285750"/>
          </a:xfrm>
          <a:prstGeom prst="rect">
            <a:avLst/>
          </a:prstGeom>
          <a:noFill/>
          <a:ln w="9525">
            <a:noFill/>
          </a:ln>
        </p:spPr>
        <p:txBody>
          <a:bodyPr/>
          <a:lstStyle/>
          <a:p>
            <a:pPr eaLnBrk="1" hangingPunct="1"/>
            <a:r>
              <a:rPr lang="zh-CN" altLang="en-US" sz="2000" b="1" dirty="0">
                <a:solidFill>
                  <a:srgbClr val="FF0000"/>
                </a:solidFill>
                <a:latin typeface="华文新魏" panose="02010800040101010101" pitchFamily="2" charset="-122"/>
                <a:ea typeface="华文新魏" panose="02010800040101010101" pitchFamily="2" charset="-122"/>
              </a:rPr>
              <a:t>外加读出控制门</a:t>
            </a:r>
          </a:p>
        </p:txBody>
      </p:sp>
      <p:sp>
        <p:nvSpPr>
          <p:cNvPr id="199685" name="Line 76"/>
          <p:cNvSpPr/>
          <p:nvPr/>
        </p:nvSpPr>
        <p:spPr>
          <a:xfrm flipV="1">
            <a:off x="2032000" y="942975"/>
            <a:ext cx="176213" cy="0"/>
          </a:xfrm>
          <a:prstGeom prst="line">
            <a:avLst/>
          </a:prstGeom>
          <a:ln w="28575" cap="flat" cmpd="sng">
            <a:solidFill>
              <a:srgbClr val="FF0000"/>
            </a:solidFill>
            <a:prstDash val="solid"/>
            <a:headEnd type="none" w="med" len="med"/>
            <a:tailEnd type="none" w="med" len="med"/>
          </a:ln>
        </p:spPr>
      </p:sp>
      <p:sp>
        <p:nvSpPr>
          <p:cNvPr id="199686" name="Line 35"/>
          <p:cNvSpPr/>
          <p:nvPr/>
        </p:nvSpPr>
        <p:spPr>
          <a:xfrm>
            <a:off x="3867150" y="919163"/>
            <a:ext cx="754063" cy="0"/>
          </a:xfrm>
          <a:prstGeom prst="line">
            <a:avLst/>
          </a:prstGeom>
          <a:ln w="28575" cap="flat" cmpd="sng">
            <a:solidFill>
              <a:schemeClr val="tx1"/>
            </a:solidFill>
            <a:prstDash val="solid"/>
            <a:headEnd type="none" w="med" len="med"/>
            <a:tailEnd type="non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9682"/>
                                        </p:tgtEl>
                                        <p:attrNameLst>
                                          <p:attrName>style.visibility</p:attrName>
                                        </p:attrNameLst>
                                      </p:cBhvr>
                                      <p:to>
                                        <p:strVal val="visible"/>
                                      </p:to>
                                    </p:set>
                                    <p:anim calcmode="lin" valueType="num">
                                      <p:cBhvr additive="base">
                                        <p:cTn id="7" dur="500" fill="hold"/>
                                        <p:tgtEl>
                                          <p:spTgt spid="199682"/>
                                        </p:tgtEl>
                                        <p:attrNameLst>
                                          <p:attrName>ppt_x</p:attrName>
                                        </p:attrNameLst>
                                      </p:cBhvr>
                                      <p:tavLst>
                                        <p:tav tm="0">
                                          <p:val>
                                            <p:strVal val="#ppt_x"/>
                                          </p:val>
                                        </p:tav>
                                        <p:tav tm="100000">
                                          <p:val>
                                            <p:strVal val="#ppt_x"/>
                                          </p:val>
                                        </p:tav>
                                      </p:tavLst>
                                    </p:anim>
                                    <p:anim calcmode="lin" valueType="num">
                                      <p:cBhvr additive="base">
                                        <p:cTn id="8" dur="500" fill="hold"/>
                                        <p:tgtEl>
                                          <p:spTgt spid="19968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99683"/>
                                        </p:tgtEl>
                                        <p:attrNameLst>
                                          <p:attrName>style.visibility</p:attrName>
                                        </p:attrNameLst>
                                      </p:cBhvr>
                                      <p:to>
                                        <p:strVal val="visible"/>
                                      </p:to>
                                    </p:set>
                                    <p:anim calcmode="lin" valueType="num">
                                      <p:cBhvr additive="base">
                                        <p:cTn id="11" dur="500" fill="hold"/>
                                        <p:tgtEl>
                                          <p:spTgt spid="199683"/>
                                        </p:tgtEl>
                                        <p:attrNameLst>
                                          <p:attrName>ppt_x</p:attrName>
                                        </p:attrNameLst>
                                      </p:cBhvr>
                                      <p:tavLst>
                                        <p:tav tm="0">
                                          <p:val>
                                            <p:strVal val="#ppt_x"/>
                                          </p:val>
                                        </p:tav>
                                        <p:tav tm="100000">
                                          <p:val>
                                            <p:strVal val="#ppt_x"/>
                                          </p:val>
                                        </p:tav>
                                      </p:tavLst>
                                    </p:anim>
                                    <p:anim calcmode="lin" valueType="num">
                                      <p:cBhvr additive="base">
                                        <p:cTn id="12" dur="500" fill="hold"/>
                                        <p:tgtEl>
                                          <p:spTgt spid="19968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9684"/>
                                        </p:tgtEl>
                                        <p:attrNameLst>
                                          <p:attrName>style.visibility</p:attrName>
                                        </p:attrNameLst>
                                      </p:cBhvr>
                                      <p:to>
                                        <p:strVal val="visible"/>
                                      </p:to>
                                    </p:set>
                                    <p:anim calcmode="lin" valueType="num">
                                      <p:cBhvr additive="base">
                                        <p:cTn id="15" dur="500" fill="hold"/>
                                        <p:tgtEl>
                                          <p:spTgt spid="199684"/>
                                        </p:tgtEl>
                                        <p:attrNameLst>
                                          <p:attrName>ppt_x</p:attrName>
                                        </p:attrNameLst>
                                      </p:cBhvr>
                                      <p:tavLst>
                                        <p:tav tm="0">
                                          <p:val>
                                            <p:strVal val="#ppt_x"/>
                                          </p:val>
                                        </p:tav>
                                        <p:tav tm="100000">
                                          <p:val>
                                            <p:strVal val="#ppt_x"/>
                                          </p:val>
                                        </p:tav>
                                      </p:tavLst>
                                    </p:anim>
                                    <p:anim calcmode="lin" valueType="num">
                                      <p:cBhvr additive="base">
                                        <p:cTn id="16" dur="500" fill="hold"/>
                                        <p:tgtEl>
                                          <p:spTgt spid="19968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9685"/>
                                        </p:tgtEl>
                                        <p:attrNameLst>
                                          <p:attrName>style.visibility</p:attrName>
                                        </p:attrNameLst>
                                      </p:cBhvr>
                                      <p:to>
                                        <p:strVal val="visible"/>
                                      </p:to>
                                    </p:set>
                                    <p:anim calcmode="lin" valueType="num">
                                      <p:cBhvr additive="base">
                                        <p:cTn id="19" dur="500" fill="hold"/>
                                        <p:tgtEl>
                                          <p:spTgt spid="199685"/>
                                        </p:tgtEl>
                                        <p:attrNameLst>
                                          <p:attrName>ppt_x</p:attrName>
                                        </p:attrNameLst>
                                      </p:cBhvr>
                                      <p:tavLst>
                                        <p:tav tm="0">
                                          <p:val>
                                            <p:strVal val="#ppt_x"/>
                                          </p:val>
                                        </p:tav>
                                        <p:tav tm="100000">
                                          <p:val>
                                            <p:strVal val="#ppt_x"/>
                                          </p:val>
                                        </p:tav>
                                      </p:tavLst>
                                    </p:anim>
                                    <p:anim calcmode="lin" valueType="num">
                                      <p:cBhvr additive="base">
                                        <p:cTn id="20" dur="500" fill="hold"/>
                                        <p:tgtEl>
                                          <p:spTgt spid="199685"/>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9686"/>
                                        </p:tgtEl>
                                        <p:attrNameLst>
                                          <p:attrName>style.visibility</p:attrName>
                                        </p:attrNameLst>
                                      </p:cBhvr>
                                      <p:to>
                                        <p:strVal val="visible"/>
                                      </p:to>
                                    </p:set>
                                    <p:anim calcmode="lin" valueType="num">
                                      <p:cBhvr additive="base">
                                        <p:cTn id="23" dur="500" fill="hold"/>
                                        <p:tgtEl>
                                          <p:spTgt spid="199686"/>
                                        </p:tgtEl>
                                        <p:attrNameLst>
                                          <p:attrName>ppt_x</p:attrName>
                                        </p:attrNameLst>
                                      </p:cBhvr>
                                      <p:tavLst>
                                        <p:tav tm="0">
                                          <p:val>
                                            <p:strVal val="#ppt_x"/>
                                          </p:val>
                                        </p:tav>
                                        <p:tav tm="100000">
                                          <p:val>
                                            <p:strVal val="#ppt_x"/>
                                          </p:val>
                                        </p:tav>
                                      </p:tavLst>
                                    </p:anim>
                                    <p:anim calcmode="lin" valueType="num">
                                      <p:cBhvr additive="base">
                                        <p:cTn id="24" dur="500" fill="hold"/>
                                        <p:tgtEl>
                                          <p:spTgt spid="199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2" grpId="0"/>
      <p:bldP spid="199682" grpId="1"/>
      <p:bldP spid="199684" grpId="0"/>
      <p:bldP spid="199684"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2"/>
          <p:cNvSpPr>
            <a:spLocks noGrp="1"/>
          </p:cNvSpPr>
          <p:nvPr>
            <p:ph type="title"/>
          </p:nvPr>
        </p:nvSpPr>
        <p:spPr>
          <a:xfrm>
            <a:off x="614363" y="473075"/>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MSI </a:t>
            </a:r>
            <a:r>
              <a:rPr lang="zh-CN" altLang="en-US" sz="2000" b="1" dirty="0">
                <a:latin typeface="华文新魏" panose="02010800040101010101" pitchFamily="2" charset="-122"/>
                <a:ea typeface="华文新魏" panose="02010800040101010101" pitchFamily="2" charset="-122"/>
              </a:rPr>
              <a:t>移位寄存器举例 </a:t>
            </a:r>
            <a:r>
              <a:rPr lang="en-US" altLang="zh-CN" sz="2000" b="1">
                <a:latin typeface="华文新魏" panose="02010800040101010101" pitchFamily="2" charset="-122"/>
                <a:ea typeface="华文新魏" panose="02010800040101010101" pitchFamily="2" charset="-122"/>
              </a:rPr>
              <a:t>     </a:t>
            </a:r>
          </a:p>
        </p:txBody>
      </p:sp>
      <p:sp>
        <p:nvSpPr>
          <p:cNvPr id="200707" name="Text Box 4"/>
          <p:cNvSpPr txBox="1"/>
          <p:nvPr/>
        </p:nvSpPr>
        <p:spPr>
          <a:xfrm>
            <a:off x="681355" y="986790"/>
            <a:ext cx="5257800" cy="2359660"/>
          </a:xfrm>
          <a:prstGeom prst="rect">
            <a:avLst/>
          </a:prstGeom>
          <a:noFill/>
          <a:ln w="9525">
            <a:noFill/>
          </a:ln>
        </p:spPr>
        <p:txBody>
          <a:bodyPr>
            <a:spAutoFit/>
          </a:bodyPr>
          <a:lstStyle/>
          <a:p>
            <a:pPr eaLnBrk="1" hangingPunct="1">
              <a:lnSpc>
                <a:spcPct val="85000"/>
              </a:lnSpc>
              <a:spcBef>
                <a:spcPct val="20000"/>
              </a:spcBef>
              <a:buFont typeface="Arial" panose="020B0604020202020204" pitchFamily="34" charset="0"/>
              <a:buChar char="•"/>
            </a:pPr>
            <a:r>
              <a:rPr lang="en-US" altLang="zh-CN" sz="180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R</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是右移串行输入端；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L</a:t>
            </a:r>
            <a:r>
              <a:rPr lang="en-US" altLang="zh-CN" sz="1800" b="1" baseline="-25000">
                <a:solidFill>
                  <a:schemeClr val="tx1"/>
                </a:solidFill>
                <a:uFillTx/>
                <a:latin typeface="华文新魏" panose="02010800040101010101" pitchFamily="2" charset="-122"/>
                <a:ea typeface="华文新魏" panose="02010800040101010101" pitchFamily="2" charset="-122"/>
              </a:rPr>
              <a:t>IN</a:t>
            </a:r>
            <a:r>
              <a:rPr lang="zh-CN" altLang="en-US" sz="1800" b="1" dirty="0">
                <a:solidFill>
                  <a:schemeClr val="tx1"/>
                </a:solidFill>
                <a:latin typeface="华文新魏" panose="02010800040101010101" pitchFamily="2" charset="-122"/>
                <a:ea typeface="华文新魏" panose="02010800040101010101" pitchFamily="2" charset="-122"/>
              </a:rPr>
              <a:t>是左移串行输入端；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D</a:t>
            </a:r>
            <a:r>
              <a:rPr lang="zh-CN" altLang="en-US" sz="1800" b="1" dirty="0">
                <a:solidFill>
                  <a:schemeClr val="tx1"/>
                </a:solidFill>
                <a:latin typeface="华文新魏" panose="02010800040101010101" pitchFamily="2" charset="-122"/>
                <a:ea typeface="华文新魏" panose="02010800040101010101" pitchFamily="2" charset="-122"/>
              </a:rPr>
              <a:t>是并行输入端；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是右移串行输出端； </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是左移串行输出端；  </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A</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B</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C</a:t>
            </a:r>
            <a:r>
              <a:rPr lang="zh-CN" altLang="en-US" sz="1800" b="1" dirty="0">
                <a:solidFill>
                  <a:schemeClr val="tx1"/>
                </a:solidFill>
                <a:latin typeface="华文新魏" panose="02010800040101010101" pitchFamily="2" charset="-122"/>
                <a:ea typeface="华文新魏" panose="02010800040101010101" pitchFamily="2" charset="-122"/>
              </a:rPr>
              <a:t>、</a:t>
            </a:r>
            <a:r>
              <a:rPr lang="en-US" altLang="zh-CN" sz="1800" b="1">
                <a:solidFill>
                  <a:schemeClr val="tx1"/>
                </a:solidFill>
                <a:latin typeface="华文新魏" panose="02010800040101010101" pitchFamily="2" charset="-122"/>
                <a:ea typeface="华文新魏" panose="02010800040101010101" pitchFamily="2" charset="-122"/>
              </a:rPr>
              <a:t>Q</a:t>
            </a:r>
            <a:r>
              <a:rPr lang="en-US" altLang="zh-CN" sz="1800" b="1" baseline="-25000">
                <a:solidFill>
                  <a:schemeClr val="tx1"/>
                </a:solidFill>
                <a:latin typeface="华文新魏" panose="02010800040101010101" pitchFamily="2" charset="-122"/>
                <a:ea typeface="华文新魏" panose="02010800040101010101" pitchFamily="2" charset="-122"/>
              </a:rPr>
              <a:t>D</a:t>
            </a:r>
            <a:r>
              <a:rPr lang="en-US" altLang="zh-CN" sz="1800" b="1">
                <a:solidFill>
                  <a:schemeClr val="tx1"/>
                </a:solidFill>
                <a:latin typeface="华文新魏" panose="02010800040101010101" pitchFamily="2" charset="-122"/>
                <a:ea typeface="华文新魏" panose="02010800040101010101" pitchFamily="2" charset="-122"/>
              </a:rPr>
              <a:t> </a:t>
            </a:r>
            <a:r>
              <a:rPr lang="zh-CN" altLang="en-US" sz="1800" b="1" dirty="0">
                <a:solidFill>
                  <a:schemeClr val="tx1"/>
                </a:solidFill>
                <a:latin typeface="华文新魏" panose="02010800040101010101" pitchFamily="2" charset="-122"/>
                <a:ea typeface="华文新魏" panose="02010800040101010101" pitchFamily="2" charset="-122"/>
              </a:rPr>
              <a:t>是并行输出端；</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/CLR</a:t>
            </a:r>
            <a:r>
              <a:rPr lang="zh-CN" altLang="en-US" sz="1800" b="1" dirty="0">
                <a:solidFill>
                  <a:schemeClr val="tx1"/>
                </a:solidFill>
                <a:latin typeface="华文新魏" panose="02010800040101010101" pitchFamily="2" charset="-122"/>
                <a:ea typeface="华文新魏" panose="02010800040101010101" pitchFamily="2" charset="-122"/>
              </a:rPr>
              <a:t>是异步的寄存器清“</a:t>
            </a:r>
            <a:r>
              <a:rPr lang="en-US" altLang="zh-CN" sz="1800" b="1">
                <a:solidFill>
                  <a:schemeClr val="tx1"/>
                </a:solidFill>
                <a:latin typeface="华文新魏" panose="02010800040101010101" pitchFamily="2" charset="-122"/>
                <a:ea typeface="华文新魏" panose="02010800040101010101" pitchFamily="2" charset="-122"/>
              </a:rPr>
              <a:t>0”</a:t>
            </a:r>
            <a:r>
              <a:rPr lang="zh-CN" altLang="en-US" sz="1800" b="1" dirty="0">
                <a:solidFill>
                  <a:schemeClr val="tx1"/>
                </a:solidFill>
                <a:latin typeface="华文新魏" panose="02010800040101010101" pitchFamily="2" charset="-122"/>
                <a:ea typeface="华文新魏" panose="02010800040101010101" pitchFamily="2" charset="-122"/>
              </a:rPr>
              <a:t>信号；</a:t>
            </a:r>
          </a:p>
          <a:p>
            <a:pPr eaLnBrk="1" hangingPunct="1">
              <a:lnSpc>
                <a:spcPct val="85000"/>
              </a:lnSpc>
              <a:spcBef>
                <a:spcPct val="20000"/>
              </a:spcBef>
              <a:buFont typeface="Arial" panose="020B0604020202020204" pitchFamily="34" charset="0"/>
              <a:buChar char="•"/>
            </a:pPr>
            <a:r>
              <a:rPr lang="zh-CN" altLang="en-US" sz="1800" b="1" dirty="0">
                <a:solidFill>
                  <a:schemeClr val="tx1"/>
                </a:solidFill>
                <a:latin typeface="华文新魏" panose="02010800040101010101" pitchFamily="2" charset="-122"/>
                <a:ea typeface="华文新魏" panose="02010800040101010101" pitchFamily="2" charset="-122"/>
              </a:rPr>
              <a:t>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1 </a:t>
            </a:r>
            <a:r>
              <a:rPr lang="en-US" altLang="zh-CN" sz="1800" b="1">
                <a:solidFill>
                  <a:schemeClr val="tx1"/>
                </a:solidFill>
                <a:latin typeface="华文新魏" panose="02010800040101010101" pitchFamily="2" charset="-122"/>
                <a:ea typeface="华文新魏" panose="02010800040101010101" pitchFamily="2" charset="-122"/>
              </a:rPr>
              <a:t>S</a:t>
            </a:r>
            <a:r>
              <a:rPr lang="en-US" altLang="zh-CN" sz="1800" b="1" baseline="-25000">
                <a:solidFill>
                  <a:schemeClr val="tx1"/>
                </a:solidFill>
                <a:latin typeface="华文新魏" panose="02010800040101010101" pitchFamily="2" charset="-122"/>
                <a:ea typeface="华文新魏" panose="02010800040101010101" pitchFamily="2" charset="-122"/>
              </a:rPr>
              <a:t>0 </a:t>
            </a:r>
            <a:r>
              <a:rPr lang="zh-CN" altLang="en-US" sz="1800" b="1" dirty="0">
                <a:solidFill>
                  <a:schemeClr val="tx1"/>
                </a:solidFill>
                <a:latin typeface="华文新魏" panose="02010800040101010101" pitchFamily="2" charset="-122"/>
                <a:ea typeface="华文新魏" panose="02010800040101010101" pitchFamily="2" charset="-122"/>
              </a:rPr>
              <a:t>是工作方式控制。</a:t>
            </a:r>
          </a:p>
        </p:txBody>
      </p:sp>
      <p:sp>
        <p:nvSpPr>
          <p:cNvPr id="200708" name="Text Box 144"/>
          <p:cNvSpPr txBox="1"/>
          <p:nvPr/>
        </p:nvSpPr>
        <p:spPr>
          <a:xfrm>
            <a:off x="958850" y="3617913"/>
            <a:ext cx="3429000" cy="36830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dirty="0">
                <a:solidFill>
                  <a:schemeClr val="tx1"/>
                </a:solidFill>
                <a:latin typeface="华文新魏" panose="02010800040101010101" pitchFamily="2" charset="-122"/>
                <a:ea typeface="华文新魏" panose="02010800040101010101" pitchFamily="2" charset="-122"/>
              </a:rPr>
              <a:t>寄存器状态表</a:t>
            </a:r>
          </a:p>
        </p:txBody>
      </p:sp>
      <p:graphicFrame>
        <p:nvGraphicFramePr>
          <p:cNvPr id="200709" name="表格 200708"/>
          <p:cNvGraphicFramePr/>
          <p:nvPr>
            <p:custDataLst>
              <p:tags r:id="rId1"/>
            </p:custDataLst>
            <p:extLst>
              <p:ext uri="{D42A27DB-BD31-4B8C-83A1-F6EECF244321}">
                <p14:modId xmlns:p14="http://schemas.microsoft.com/office/powerpoint/2010/main" val="3607171647"/>
              </p:ext>
            </p:extLst>
          </p:nvPr>
        </p:nvGraphicFramePr>
        <p:xfrm>
          <a:off x="3989070" y="3030319"/>
          <a:ext cx="5046663" cy="1557655"/>
        </p:xfrm>
        <a:graphic>
          <a:graphicData uri="http://schemas.openxmlformats.org/drawingml/2006/table">
            <a:tbl>
              <a:tblPr/>
              <a:tblGrid>
                <a:gridCol w="1009650">
                  <a:extLst>
                    <a:ext uri="{9D8B030D-6E8A-4147-A177-3AD203B41FA5}">
                      <a16:colId xmlns:a16="http://schemas.microsoft.com/office/drawing/2014/main" val="20000"/>
                    </a:ext>
                  </a:extLst>
                </a:gridCol>
                <a:gridCol w="941388">
                  <a:extLst>
                    <a:ext uri="{9D8B030D-6E8A-4147-A177-3AD203B41FA5}">
                      <a16:colId xmlns:a16="http://schemas.microsoft.com/office/drawing/2014/main" val="20001"/>
                    </a:ext>
                  </a:extLst>
                </a:gridCol>
                <a:gridCol w="3095625">
                  <a:extLst>
                    <a:ext uri="{9D8B030D-6E8A-4147-A177-3AD203B41FA5}">
                      <a16:colId xmlns:a16="http://schemas.microsoft.com/office/drawing/2014/main" val="20002"/>
                    </a:ext>
                  </a:extLst>
                </a:gridCol>
              </a:tblGrid>
              <a:tr h="347980">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功能</a:t>
                      </a: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FFCC"/>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50000"/>
                        </a:spcBef>
                        <a:buNone/>
                      </a:pP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1</a:t>
                      </a:r>
                      <a:r>
                        <a:rPr lang="en-US" altLang="zh-CN" sz="1800" b="1">
                          <a:latin typeface="华文新魏" panose="02010800040101010101" pitchFamily="2" charset="-122"/>
                          <a:ea typeface="华文新魏" panose="02010800040101010101" pitchFamily="2" charset="-122"/>
                        </a:rPr>
                        <a:t>S</a:t>
                      </a:r>
                      <a:r>
                        <a:rPr lang="en-US" altLang="zh-CN" sz="1800" b="1" baseline="-25000">
                          <a:latin typeface="华文新魏" panose="02010800040101010101" pitchFamily="2" charset="-122"/>
                          <a:ea typeface="华文新魏" panose="02010800040101010101" pitchFamily="2" charset="-122"/>
                        </a:rPr>
                        <a:t>0</a:t>
                      </a: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FFCCFF"/>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A</a:t>
                      </a:r>
                      <a:r>
                        <a:rPr lang="en-US" altLang="zh-CN" sz="1800" b="1" baseline="30000">
                          <a:latin typeface="华文新魏" panose="02010800040101010101" pitchFamily="2" charset="-122"/>
                          <a:ea typeface="华文新魏" panose="02010800040101010101" pitchFamily="2" charset="-122"/>
                        </a:rPr>
                        <a:t>n+1    </a:t>
                      </a:r>
                      <a:r>
                        <a:rPr lang="en-US" altLang="zh-CN" sz="1800" b="1" err="1">
                          <a:latin typeface="华文新魏" panose="02010800040101010101" pitchFamily="2" charset="-122"/>
                          <a:ea typeface="华文新魏" panose="02010800040101010101" pitchFamily="2" charset="-122"/>
                        </a:rPr>
                        <a:t>Q</a:t>
                      </a:r>
                      <a:r>
                        <a:rPr lang="en-US" altLang="zh-CN" sz="1800" b="1" baseline="-25000" err="1">
                          <a:latin typeface="华文新魏" panose="02010800040101010101" pitchFamily="2" charset="-122"/>
                          <a:ea typeface="华文新魏" panose="02010800040101010101" pitchFamily="2" charset="-122"/>
                        </a:rPr>
                        <a:t>B</a:t>
                      </a:r>
                      <a:r>
                        <a:rPr lang="en-US" altLang="zh-CN" sz="1800" b="1" baseline="30000" err="1">
                          <a:latin typeface="华文新魏" panose="02010800040101010101" pitchFamily="2" charset="-122"/>
                          <a:ea typeface="华文新魏" panose="02010800040101010101" pitchFamily="2" charset="-122"/>
                        </a:rPr>
                        <a:t>n</a:t>
                      </a:r>
                      <a:r>
                        <a:rPr lang="en-US" altLang="zh-CN" sz="1800" b="1" baseline="30000">
                          <a:latin typeface="华文新魏" panose="02010800040101010101" pitchFamily="2" charset="-122"/>
                          <a:ea typeface="华文新魏" panose="02010800040101010101" pitchFamily="2" charset="-122"/>
                        </a:rPr>
                        <a:t>+ 1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C</a:t>
                      </a:r>
                      <a:r>
                        <a:rPr lang="en-US" altLang="zh-CN" sz="1800" b="1" baseline="30000">
                          <a:latin typeface="华文新魏" panose="02010800040101010101" pitchFamily="2" charset="-122"/>
                          <a:ea typeface="华文新魏" panose="02010800040101010101" pitchFamily="2" charset="-122"/>
                        </a:rPr>
                        <a:t>n+1     </a:t>
                      </a:r>
                      <a:r>
                        <a:rPr lang="en-US" altLang="zh-CN" sz="1800" b="1">
                          <a:latin typeface="华文新魏" panose="02010800040101010101" pitchFamily="2" charset="-122"/>
                          <a:ea typeface="华文新魏" panose="02010800040101010101" pitchFamily="2" charset="-122"/>
                        </a:rPr>
                        <a:t>Q</a:t>
                      </a:r>
                      <a:r>
                        <a:rPr lang="en-US" altLang="zh-CN" sz="1800" b="1" baseline="-25000">
                          <a:latin typeface="华文新魏" panose="02010800040101010101" pitchFamily="2" charset="-122"/>
                          <a:ea typeface="华文新魏" panose="02010800040101010101" pitchFamily="2" charset="-122"/>
                        </a:rPr>
                        <a:t>D</a:t>
                      </a:r>
                      <a:r>
                        <a:rPr lang="en-US" altLang="zh-CN" sz="1800" b="1" baseline="30000">
                          <a:latin typeface="华文新魏" panose="02010800040101010101" pitchFamily="2" charset="-122"/>
                          <a:ea typeface="华文新魏" panose="02010800040101010101" pitchFamily="2" charset="-122"/>
                        </a:rPr>
                        <a:t>n+1</a:t>
                      </a:r>
                      <a:endParaRPr lang="en-US" altLang="zh-CN" sz="1800" b="1" baseline="-2500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solidFill>
                      <a:srgbClr val="DDDDFF"/>
                    </a:solidFill>
                  </a:tcPr>
                </a:tc>
                <a:extLst>
                  <a:ext uri="{0D108BD9-81ED-4DB2-BD59-A6C34878D82A}">
                    <a16:rowId xmlns:a16="http://schemas.microsoft.com/office/drawing/2014/main" val="10000"/>
                  </a:ext>
                </a:extLst>
              </a:tr>
              <a:tr h="1209675">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保持</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右移</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左移</a:t>
                      </a:r>
                    </a:p>
                    <a:p>
                      <a:pPr marL="0" lvl="0" indent="0" eaLnBrk="1" hangingPunct="1">
                        <a:lnSpc>
                          <a:spcPct val="85000"/>
                        </a:lnSpc>
                        <a:spcBef>
                          <a:spcPct val="20000"/>
                        </a:spcBef>
                        <a:buNone/>
                      </a:pPr>
                      <a:r>
                        <a:rPr lang="zh-CN" altLang="en-US" sz="1800" b="1" dirty="0">
                          <a:latin typeface="华文新魏" panose="02010800040101010101" pitchFamily="2" charset="-122"/>
                          <a:ea typeface="华文新魏" panose="02010800040101010101" pitchFamily="2" charset="-122"/>
                        </a:rPr>
                        <a:t>置数</a:t>
                      </a:r>
                    </a:p>
                  </a:txBody>
                  <a:tcPr marT="34290" marB="34290" anchor="ctr" anchorCtr="1">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0  0</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0  1</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1  0</a:t>
                      </a:r>
                    </a:p>
                    <a:p>
                      <a:pPr marL="0" lvl="0" indent="0" eaLnBrk="1" hangingPunct="1">
                        <a:lnSpc>
                          <a:spcPct val="85000"/>
                        </a:lnSpc>
                        <a:spcBef>
                          <a:spcPct val="20000"/>
                        </a:spcBef>
                        <a:buNone/>
                      </a:pPr>
                      <a:r>
                        <a:rPr lang="en-US" altLang="zh-CN" sz="1800" b="1">
                          <a:latin typeface="华文新魏" panose="02010800040101010101" pitchFamily="2" charset="-122"/>
                          <a:ea typeface="华文新魏" panose="02010800040101010101" pitchFamily="2" charset="-122"/>
                        </a:rPr>
                        <a:t>1  1</a:t>
                      </a:r>
                    </a:p>
                  </a:txBody>
                  <a:tcPr marT="34290" marB="34290" anchor="ctr" anchorCtr="1">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tc>
                  <a:txBody>
                    <a:bodyPr/>
                    <a:lstStyle>
                      <a:lvl1pPr marL="171450" lvl="0" indent="-171450" algn="l" defTabSz="685800" rtl="0" eaLnBrk="0" fontAlgn="base" hangingPunct="0">
                        <a:lnSpc>
                          <a:spcPct val="90000"/>
                        </a:lnSpc>
                        <a:spcBef>
                          <a:spcPts val="750"/>
                        </a:spcBef>
                        <a:spcAft>
                          <a:spcPct val="0"/>
                        </a:spcAft>
                        <a:buClrTx/>
                        <a:buSzTx/>
                        <a:buFont typeface="Arial" panose="020B0604020202020204" pitchFamily="34" charset="0"/>
                        <a:buChar char="•"/>
                        <a:defRPr sz="1900" kern="1200">
                          <a:solidFill>
                            <a:schemeClr val="tx1"/>
                          </a:solidFill>
                          <a:latin typeface="+mn-lt"/>
                          <a:ea typeface="+mn-ea"/>
                          <a:cs typeface="+mn-cs"/>
                        </a:defRPr>
                      </a:lvl1pPr>
                      <a:lvl2pPr marL="514350" lvl="1" indent="-171450" algn="l" defTabSz="685800" rtl="0" eaLnBrk="0" fontAlgn="base" hangingPunct="0">
                        <a:lnSpc>
                          <a:spcPct val="90000"/>
                        </a:lnSpc>
                        <a:spcBef>
                          <a:spcPts val="375"/>
                        </a:spcBef>
                        <a:spcAft>
                          <a:spcPct val="0"/>
                        </a:spcAft>
                        <a:buClrTx/>
                        <a:buSzTx/>
                        <a:buFont typeface="Arial" panose="020B0604020202020204" pitchFamily="34" charset="0"/>
                        <a:buChar char="•"/>
                        <a:defRPr sz="2400" kern="1200">
                          <a:solidFill>
                            <a:schemeClr val="tx1"/>
                          </a:solidFill>
                          <a:latin typeface="+mn-lt"/>
                          <a:ea typeface="+mn-ea"/>
                          <a:cs typeface="+mn-cs"/>
                        </a:defRPr>
                      </a:lvl2pPr>
                      <a:lvl3pPr marL="857250" lvl="2"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300" kern="1200">
                          <a:solidFill>
                            <a:schemeClr val="tx1"/>
                          </a:solidFill>
                          <a:latin typeface="+mn-lt"/>
                          <a:ea typeface="+mn-ea"/>
                          <a:cs typeface="+mn-cs"/>
                        </a:defRPr>
                      </a:lvl3pPr>
                      <a:lvl4pPr marL="1200150" lvl="3"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4pPr>
                      <a:lvl5pPr marL="1543050" lvl="4" indent="-171450" algn="l" defTabSz="685800" rtl="0" eaLnBrk="0" fontAlgn="base" hangingPunct="0">
                        <a:lnSpc>
                          <a:spcPct val="90000"/>
                        </a:lnSpc>
                        <a:spcBef>
                          <a:spcPts val="375"/>
                        </a:spcBef>
                        <a:spcAft>
                          <a:spcPct val="0"/>
                        </a:spcAft>
                        <a:buClrTx/>
                        <a:buSzTx/>
                        <a:buFont typeface="Arial" panose="020B0604020202020204" pitchFamily="34" charset="0"/>
                        <a:buChar char="•"/>
                        <a:defRPr sz="1100" kern="1200">
                          <a:solidFill>
                            <a:schemeClr val="tx1"/>
                          </a:solidFill>
                          <a:latin typeface="+mn-lt"/>
                          <a:ea typeface="+mn-ea"/>
                          <a:cs typeface="+mn-cs"/>
                        </a:defRPr>
                      </a:lvl5pPr>
                    </a:lstStyle>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A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D</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R</a:t>
                      </a:r>
                      <a:r>
                        <a:rPr lang="en-US" altLang="zh-CN" sz="1800" b="1" baseline="-25000" dirty="0">
                          <a:latin typeface="华文新魏" panose="02010800040101010101" pitchFamily="2" charset="-122"/>
                          <a:ea typeface="华文新魏" panose="02010800040101010101" pitchFamily="2" charset="-122"/>
                        </a:rPr>
                        <a:t>IN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A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B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C          </a:t>
                      </a:r>
                      <a:r>
                        <a:rPr lang="en-US" altLang="zh-CN" sz="1800" b="1" dirty="0">
                          <a:latin typeface="华文新魏" panose="02010800040101010101" pitchFamily="2" charset="-122"/>
                          <a:ea typeface="华文新魏" panose="02010800040101010101" pitchFamily="2" charset="-122"/>
                        </a:rPr>
                        <a:t>Q</a:t>
                      </a:r>
                      <a:r>
                        <a:rPr lang="en-US" altLang="zh-CN" sz="1800" b="1" baseline="-25000" dirty="0">
                          <a:latin typeface="华文新魏" panose="02010800040101010101" pitchFamily="2" charset="-122"/>
                          <a:ea typeface="华文新魏" panose="02010800040101010101" pitchFamily="2" charset="-122"/>
                        </a:rPr>
                        <a:t>D        </a:t>
                      </a:r>
                      <a:r>
                        <a:rPr lang="en-US" altLang="zh-CN" sz="1800" b="1" dirty="0">
                          <a:latin typeface="华文新魏" panose="02010800040101010101" pitchFamily="2" charset="-122"/>
                          <a:ea typeface="华文新魏" panose="02010800040101010101" pitchFamily="2" charset="-122"/>
                        </a:rPr>
                        <a:t>L</a:t>
                      </a:r>
                      <a:r>
                        <a:rPr lang="en-US" altLang="zh-CN" sz="1800" b="1" baseline="-25000" dirty="0">
                          <a:latin typeface="华文新魏" panose="02010800040101010101" pitchFamily="2" charset="-122"/>
                          <a:ea typeface="华文新魏" panose="02010800040101010101" pitchFamily="2" charset="-122"/>
                        </a:rPr>
                        <a:t>IN</a:t>
                      </a:r>
                    </a:p>
                    <a:p>
                      <a:pPr marL="0" lvl="0" indent="0" eaLnBrk="1" hangingPunct="1">
                        <a:lnSpc>
                          <a:spcPct val="85000"/>
                        </a:lnSpc>
                        <a:spcBef>
                          <a:spcPct val="20000"/>
                        </a:spcBef>
                        <a:buNone/>
                      </a:pPr>
                      <a:r>
                        <a:rPr lang="en-US" altLang="zh-CN" sz="1800" b="1" dirty="0">
                          <a:latin typeface="华文新魏" panose="02010800040101010101" pitchFamily="2" charset="-122"/>
                          <a:ea typeface="华文新魏" panose="02010800040101010101" pitchFamily="2" charset="-122"/>
                        </a:rPr>
                        <a:t>A           </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B</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C </a:t>
                      </a:r>
                      <a:r>
                        <a:rPr lang="en-US" altLang="zh-CN" sz="1800" b="1" baseline="-25000" dirty="0">
                          <a:latin typeface="华文新魏" panose="02010800040101010101" pitchFamily="2" charset="-122"/>
                          <a:ea typeface="华文新魏" panose="02010800040101010101" pitchFamily="2" charset="-122"/>
                        </a:rPr>
                        <a:t>          </a:t>
                      </a:r>
                      <a:r>
                        <a:rPr lang="en-US" altLang="zh-CN" sz="1800" b="1" dirty="0">
                          <a:latin typeface="华文新魏" panose="02010800040101010101" pitchFamily="2" charset="-122"/>
                          <a:ea typeface="华文新魏" panose="02010800040101010101" pitchFamily="2" charset="-122"/>
                        </a:rPr>
                        <a:t>D</a:t>
                      </a:r>
                      <a:endParaRPr lang="en-US" altLang="zh-CN" sz="1800" b="1" baseline="-25000" dirty="0">
                        <a:latin typeface="华文新魏" panose="02010800040101010101" pitchFamily="2" charset="-122"/>
                        <a:ea typeface="华文新魏" panose="02010800040101010101" pitchFamily="2" charset="-122"/>
                      </a:endParaRPr>
                    </a:p>
                  </a:txBody>
                  <a:tcPr marT="34290" marB="34290" anchor="ctr" anchorCtr="1">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bl>
          </a:graphicData>
        </a:graphic>
      </p:graphicFrame>
      <p:grpSp>
        <p:nvGrpSpPr>
          <p:cNvPr id="200723" name="Group 19"/>
          <p:cNvGrpSpPr/>
          <p:nvPr/>
        </p:nvGrpSpPr>
        <p:grpSpPr>
          <a:xfrm>
            <a:off x="5887720" y="371158"/>
            <a:ext cx="1910080" cy="2365375"/>
            <a:chOff x="257" y="0"/>
            <a:chExt cx="3008" cy="3723"/>
          </a:xfrm>
        </p:grpSpPr>
        <p:sp>
          <p:nvSpPr>
            <p:cNvPr id="200724" name="Rectangle 190"/>
            <p:cNvSpPr/>
            <p:nvPr/>
          </p:nvSpPr>
          <p:spPr>
            <a:xfrm>
              <a:off x="745" y="644"/>
              <a:ext cx="1920" cy="3060"/>
            </a:xfrm>
            <a:prstGeom prst="rect">
              <a:avLst/>
            </a:prstGeom>
            <a:solidFill>
              <a:srgbClr val="99CCFF"/>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25" name="Text Box 191"/>
            <p:cNvSpPr txBox="1"/>
            <p:nvPr/>
          </p:nvSpPr>
          <p:spPr>
            <a:xfrm>
              <a:off x="575" y="495"/>
              <a:ext cx="156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&gt; CLK</a:t>
              </a:r>
            </a:p>
          </p:txBody>
        </p:sp>
        <p:sp>
          <p:nvSpPr>
            <p:cNvPr id="200726" name="Text Box 192"/>
            <p:cNvSpPr txBox="1"/>
            <p:nvPr/>
          </p:nvSpPr>
          <p:spPr>
            <a:xfrm>
              <a:off x="675" y="789"/>
              <a:ext cx="127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CLR</a:t>
              </a:r>
            </a:p>
          </p:txBody>
        </p:sp>
        <p:sp>
          <p:nvSpPr>
            <p:cNvPr id="200727" name="Text Box 193"/>
            <p:cNvSpPr txBox="1"/>
            <p:nvPr/>
          </p:nvSpPr>
          <p:spPr>
            <a:xfrm>
              <a:off x="745" y="1121"/>
              <a:ext cx="79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1</a:t>
              </a:r>
            </a:p>
          </p:txBody>
        </p:sp>
        <p:sp>
          <p:nvSpPr>
            <p:cNvPr id="200728" name="Text Box 194"/>
            <p:cNvSpPr txBox="1"/>
            <p:nvPr/>
          </p:nvSpPr>
          <p:spPr>
            <a:xfrm>
              <a:off x="745" y="13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S</a:t>
              </a:r>
              <a:r>
                <a:rPr lang="en-US" altLang="zh-CN" sz="1600" baseline="-25000">
                  <a:solidFill>
                    <a:schemeClr val="tx1"/>
                  </a:solidFill>
                  <a:latin typeface="黑体" panose="02010609060101010101" pitchFamily="2" charset="-122"/>
                  <a:ea typeface="黑体" panose="02010609060101010101" pitchFamily="2" charset="-122"/>
                </a:rPr>
                <a:t>0</a:t>
              </a:r>
            </a:p>
          </p:txBody>
        </p:sp>
        <p:sp>
          <p:nvSpPr>
            <p:cNvPr id="200729" name="Text Box 195"/>
            <p:cNvSpPr txBox="1"/>
            <p:nvPr/>
          </p:nvSpPr>
          <p:spPr>
            <a:xfrm>
              <a:off x="675" y="1713"/>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R</a:t>
              </a:r>
              <a:r>
                <a:rPr lang="en-US" altLang="zh-CN" sz="1600" baseline="-25000">
                  <a:solidFill>
                    <a:schemeClr val="tx1"/>
                  </a:solidFill>
                  <a:latin typeface="黑体" panose="02010609060101010101" pitchFamily="2" charset="-122"/>
                  <a:ea typeface="黑体" panose="02010609060101010101" pitchFamily="2" charset="-122"/>
                </a:rPr>
                <a:t>IN</a:t>
              </a:r>
            </a:p>
          </p:txBody>
        </p:sp>
        <p:sp>
          <p:nvSpPr>
            <p:cNvPr id="200730" name="Text Box 196"/>
            <p:cNvSpPr txBox="1"/>
            <p:nvPr/>
          </p:nvSpPr>
          <p:spPr>
            <a:xfrm>
              <a:off x="700" y="1979"/>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A</a:t>
              </a:r>
            </a:p>
          </p:txBody>
        </p:sp>
        <p:sp>
          <p:nvSpPr>
            <p:cNvPr id="200731" name="Text Box 197"/>
            <p:cNvSpPr txBox="1"/>
            <p:nvPr/>
          </p:nvSpPr>
          <p:spPr>
            <a:xfrm>
              <a:off x="700" y="2302"/>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B</a:t>
              </a:r>
            </a:p>
          </p:txBody>
        </p:sp>
        <p:sp>
          <p:nvSpPr>
            <p:cNvPr id="200732" name="Text Box 198"/>
            <p:cNvSpPr txBox="1"/>
            <p:nvPr/>
          </p:nvSpPr>
          <p:spPr>
            <a:xfrm>
              <a:off x="695" y="25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C</a:t>
              </a:r>
            </a:p>
          </p:txBody>
        </p:sp>
        <p:sp>
          <p:nvSpPr>
            <p:cNvPr id="200733" name="Text Box 199"/>
            <p:cNvSpPr txBox="1"/>
            <p:nvPr/>
          </p:nvSpPr>
          <p:spPr>
            <a:xfrm>
              <a:off x="695" y="2898"/>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D</a:t>
              </a:r>
            </a:p>
          </p:txBody>
        </p:sp>
        <p:sp>
          <p:nvSpPr>
            <p:cNvPr id="200734" name="Text Box 200"/>
            <p:cNvSpPr txBox="1"/>
            <p:nvPr/>
          </p:nvSpPr>
          <p:spPr>
            <a:xfrm>
              <a:off x="2090" y="1994"/>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A</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5" name="Text Box 201"/>
            <p:cNvSpPr txBox="1"/>
            <p:nvPr/>
          </p:nvSpPr>
          <p:spPr>
            <a:xfrm>
              <a:off x="2090" y="2302"/>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B</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6" name="Text Box 202"/>
            <p:cNvSpPr txBox="1"/>
            <p:nvPr/>
          </p:nvSpPr>
          <p:spPr>
            <a:xfrm>
              <a:off x="2090" y="25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C</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7" name="Text Box 203"/>
            <p:cNvSpPr txBox="1"/>
            <p:nvPr/>
          </p:nvSpPr>
          <p:spPr>
            <a:xfrm>
              <a:off x="2090" y="2898"/>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Q</a:t>
              </a:r>
              <a:r>
                <a:rPr lang="en-US" altLang="zh-CN" sz="1600" baseline="-25000">
                  <a:solidFill>
                    <a:schemeClr val="tx1"/>
                  </a:solidFill>
                  <a:latin typeface="黑体" panose="02010609060101010101" pitchFamily="2" charset="-122"/>
                  <a:ea typeface="黑体" panose="02010609060101010101" pitchFamily="2" charset="-122"/>
                </a:rPr>
                <a:t>D</a:t>
              </a:r>
              <a:endParaRPr lang="en-US" altLang="zh-CN" sz="1600">
                <a:solidFill>
                  <a:schemeClr val="tx1"/>
                </a:solidFill>
                <a:latin typeface="黑体" panose="02010609060101010101" pitchFamily="2" charset="-122"/>
                <a:ea typeface="黑体" panose="02010609060101010101" pitchFamily="2" charset="-122"/>
              </a:endParaRPr>
            </a:p>
          </p:txBody>
        </p:sp>
        <p:sp>
          <p:nvSpPr>
            <p:cNvPr id="200738" name="Line 205"/>
            <p:cNvSpPr/>
            <p:nvPr/>
          </p:nvSpPr>
          <p:spPr>
            <a:xfrm>
              <a:off x="2665" y="2419"/>
              <a:ext cx="600" cy="0"/>
            </a:xfrm>
            <a:prstGeom prst="line">
              <a:avLst/>
            </a:prstGeom>
            <a:ln w="28575" cap="flat" cmpd="sng">
              <a:solidFill>
                <a:schemeClr val="tx1"/>
              </a:solidFill>
              <a:prstDash val="solid"/>
              <a:headEnd type="none" w="med" len="med"/>
              <a:tailEnd type="none" w="med" len="med"/>
            </a:ln>
          </p:spPr>
        </p:sp>
        <p:sp>
          <p:nvSpPr>
            <p:cNvPr id="200739" name="Line 206"/>
            <p:cNvSpPr/>
            <p:nvPr/>
          </p:nvSpPr>
          <p:spPr>
            <a:xfrm>
              <a:off x="262" y="2193"/>
              <a:ext cx="488" cy="0"/>
            </a:xfrm>
            <a:prstGeom prst="line">
              <a:avLst/>
            </a:prstGeom>
            <a:ln w="28575" cap="flat" cmpd="sng">
              <a:solidFill>
                <a:schemeClr val="tx1"/>
              </a:solidFill>
              <a:prstDash val="solid"/>
              <a:headEnd type="none" w="med" len="med"/>
              <a:tailEnd type="none" w="med" len="med"/>
            </a:ln>
          </p:spPr>
        </p:sp>
        <p:sp>
          <p:nvSpPr>
            <p:cNvPr id="200740" name="Line 207"/>
            <p:cNvSpPr/>
            <p:nvPr/>
          </p:nvSpPr>
          <p:spPr>
            <a:xfrm>
              <a:off x="265" y="2463"/>
              <a:ext cx="487" cy="0"/>
            </a:xfrm>
            <a:prstGeom prst="line">
              <a:avLst/>
            </a:prstGeom>
            <a:ln w="28575" cap="flat" cmpd="sng">
              <a:solidFill>
                <a:schemeClr val="tx1"/>
              </a:solidFill>
              <a:prstDash val="solid"/>
              <a:headEnd type="none" w="med" len="med"/>
              <a:tailEnd type="none" w="med" len="med"/>
            </a:ln>
          </p:spPr>
        </p:sp>
        <p:sp>
          <p:nvSpPr>
            <p:cNvPr id="200741" name="Line 208"/>
            <p:cNvSpPr/>
            <p:nvPr/>
          </p:nvSpPr>
          <p:spPr>
            <a:xfrm>
              <a:off x="265" y="2789"/>
              <a:ext cx="487" cy="0"/>
            </a:xfrm>
            <a:prstGeom prst="line">
              <a:avLst/>
            </a:prstGeom>
            <a:ln w="28575" cap="flat" cmpd="sng">
              <a:solidFill>
                <a:schemeClr val="tx1"/>
              </a:solidFill>
              <a:prstDash val="solid"/>
              <a:headEnd type="none" w="med" len="med"/>
              <a:tailEnd type="none" w="med" len="med"/>
            </a:ln>
          </p:spPr>
        </p:sp>
        <p:sp>
          <p:nvSpPr>
            <p:cNvPr id="200742" name="Line 209"/>
            <p:cNvSpPr/>
            <p:nvPr/>
          </p:nvSpPr>
          <p:spPr>
            <a:xfrm>
              <a:off x="265" y="3078"/>
              <a:ext cx="487" cy="0"/>
            </a:xfrm>
            <a:prstGeom prst="line">
              <a:avLst/>
            </a:prstGeom>
            <a:ln w="28575" cap="flat" cmpd="sng">
              <a:solidFill>
                <a:schemeClr val="tx1"/>
              </a:solidFill>
              <a:prstDash val="solid"/>
              <a:headEnd type="none" w="med" len="med"/>
              <a:tailEnd type="none" w="med" len="med"/>
            </a:ln>
          </p:spPr>
        </p:sp>
        <p:sp>
          <p:nvSpPr>
            <p:cNvPr id="200743" name="Line 211"/>
            <p:cNvSpPr/>
            <p:nvPr/>
          </p:nvSpPr>
          <p:spPr>
            <a:xfrm>
              <a:off x="2665" y="2745"/>
              <a:ext cx="600" cy="0"/>
            </a:xfrm>
            <a:prstGeom prst="line">
              <a:avLst/>
            </a:prstGeom>
            <a:ln w="28575" cap="flat" cmpd="sng">
              <a:solidFill>
                <a:schemeClr val="tx1"/>
              </a:solidFill>
              <a:prstDash val="solid"/>
              <a:headEnd type="none" w="med" len="med"/>
              <a:tailEnd type="none" w="med" len="med"/>
            </a:ln>
          </p:spPr>
        </p:sp>
        <p:sp>
          <p:nvSpPr>
            <p:cNvPr id="200744" name="Line 212"/>
            <p:cNvSpPr/>
            <p:nvPr/>
          </p:nvSpPr>
          <p:spPr>
            <a:xfrm>
              <a:off x="2665" y="3034"/>
              <a:ext cx="600" cy="0"/>
            </a:xfrm>
            <a:prstGeom prst="line">
              <a:avLst/>
            </a:prstGeom>
            <a:ln w="28575" cap="flat" cmpd="sng">
              <a:solidFill>
                <a:schemeClr val="tx1"/>
              </a:solidFill>
              <a:prstDash val="solid"/>
              <a:headEnd type="none" w="med" len="med"/>
              <a:tailEnd type="none" w="med" len="med"/>
            </a:ln>
          </p:spPr>
        </p:sp>
        <p:sp>
          <p:nvSpPr>
            <p:cNvPr id="200745" name="Line 213"/>
            <p:cNvSpPr/>
            <p:nvPr/>
          </p:nvSpPr>
          <p:spPr>
            <a:xfrm>
              <a:off x="2665" y="3322"/>
              <a:ext cx="600" cy="0"/>
            </a:xfrm>
            <a:prstGeom prst="line">
              <a:avLst/>
            </a:prstGeom>
            <a:ln w="28575" cap="flat" cmpd="sng">
              <a:solidFill>
                <a:schemeClr val="tx1"/>
              </a:solidFill>
              <a:prstDash val="solid"/>
              <a:headEnd type="none" w="med" len="med"/>
              <a:tailEnd type="none" w="med" len="med"/>
            </a:ln>
          </p:spPr>
        </p:sp>
        <p:sp>
          <p:nvSpPr>
            <p:cNvPr id="200746" name="Oval 214"/>
            <p:cNvSpPr/>
            <p:nvPr/>
          </p:nvSpPr>
          <p:spPr>
            <a:xfrm>
              <a:off x="630" y="993"/>
              <a:ext cx="120" cy="126"/>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600" dirty="0">
                <a:solidFill>
                  <a:schemeClr val="tx1"/>
                </a:solidFill>
                <a:latin typeface="黑体" panose="02010609060101010101" pitchFamily="2" charset="-122"/>
                <a:ea typeface="黑体" panose="02010609060101010101" pitchFamily="2" charset="-122"/>
              </a:endParaRPr>
            </a:p>
          </p:txBody>
        </p:sp>
        <p:sp>
          <p:nvSpPr>
            <p:cNvPr id="200747" name="Line 215"/>
            <p:cNvSpPr/>
            <p:nvPr/>
          </p:nvSpPr>
          <p:spPr>
            <a:xfrm>
              <a:off x="257" y="1330"/>
              <a:ext cx="488" cy="0"/>
            </a:xfrm>
            <a:prstGeom prst="line">
              <a:avLst/>
            </a:prstGeom>
            <a:ln w="28575" cap="flat" cmpd="sng">
              <a:solidFill>
                <a:schemeClr val="tx1"/>
              </a:solidFill>
              <a:prstDash val="solid"/>
              <a:headEnd type="none" w="med" len="med"/>
              <a:tailEnd type="none" w="med" len="med"/>
            </a:ln>
          </p:spPr>
        </p:sp>
        <p:sp>
          <p:nvSpPr>
            <p:cNvPr id="200748" name="Line 216"/>
            <p:cNvSpPr/>
            <p:nvPr/>
          </p:nvSpPr>
          <p:spPr>
            <a:xfrm flipV="1">
              <a:off x="263" y="758"/>
              <a:ext cx="482" cy="7"/>
            </a:xfrm>
            <a:prstGeom prst="line">
              <a:avLst/>
            </a:prstGeom>
            <a:ln w="28575" cap="flat" cmpd="sng">
              <a:solidFill>
                <a:schemeClr val="tx1"/>
              </a:solidFill>
              <a:prstDash val="solid"/>
              <a:headEnd type="none" w="med" len="med"/>
              <a:tailEnd type="none" w="med" len="med"/>
            </a:ln>
          </p:spPr>
        </p:sp>
        <p:sp>
          <p:nvSpPr>
            <p:cNvPr id="200749" name="Line 217"/>
            <p:cNvSpPr/>
            <p:nvPr/>
          </p:nvSpPr>
          <p:spPr>
            <a:xfrm>
              <a:off x="257" y="1582"/>
              <a:ext cx="488" cy="0"/>
            </a:xfrm>
            <a:prstGeom prst="line">
              <a:avLst/>
            </a:prstGeom>
            <a:ln w="28575" cap="flat" cmpd="sng">
              <a:solidFill>
                <a:schemeClr val="tx1"/>
              </a:solidFill>
              <a:prstDash val="solid"/>
              <a:headEnd type="none" w="med" len="med"/>
              <a:tailEnd type="none" w="med" len="med"/>
            </a:ln>
          </p:spPr>
        </p:sp>
        <p:sp>
          <p:nvSpPr>
            <p:cNvPr id="200750" name="Text Box 218"/>
            <p:cNvSpPr txBox="1"/>
            <p:nvPr/>
          </p:nvSpPr>
          <p:spPr>
            <a:xfrm>
              <a:off x="745" y="0"/>
              <a:ext cx="204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b="1">
                  <a:solidFill>
                    <a:schemeClr val="tx1"/>
                  </a:solidFill>
                  <a:latin typeface="黑体" panose="02010609060101010101" pitchFamily="2" charset="-122"/>
                  <a:ea typeface="黑体" panose="02010609060101010101" pitchFamily="2" charset="-122"/>
                </a:rPr>
                <a:t>74LS194</a:t>
              </a:r>
            </a:p>
          </p:txBody>
        </p:sp>
        <p:sp>
          <p:nvSpPr>
            <p:cNvPr id="200751" name="Line 219"/>
            <p:cNvSpPr/>
            <p:nvPr/>
          </p:nvSpPr>
          <p:spPr>
            <a:xfrm flipV="1">
              <a:off x="266" y="1044"/>
              <a:ext cx="365" cy="7"/>
            </a:xfrm>
            <a:prstGeom prst="line">
              <a:avLst/>
            </a:prstGeom>
            <a:ln w="28575" cap="flat" cmpd="sng">
              <a:solidFill>
                <a:schemeClr val="tx1"/>
              </a:solidFill>
              <a:prstDash val="solid"/>
              <a:headEnd type="none" w="med" len="med"/>
              <a:tailEnd type="none" w="med" len="med"/>
            </a:ln>
          </p:spPr>
        </p:sp>
        <p:sp>
          <p:nvSpPr>
            <p:cNvPr id="200752" name="Line 222"/>
            <p:cNvSpPr/>
            <p:nvPr/>
          </p:nvSpPr>
          <p:spPr>
            <a:xfrm>
              <a:off x="257" y="1930"/>
              <a:ext cx="488" cy="0"/>
            </a:xfrm>
            <a:prstGeom prst="line">
              <a:avLst/>
            </a:prstGeom>
            <a:ln w="28575" cap="flat" cmpd="sng">
              <a:solidFill>
                <a:schemeClr val="tx1"/>
              </a:solidFill>
              <a:prstDash val="solid"/>
              <a:headEnd type="none" w="med" len="med"/>
              <a:tailEnd type="none" w="med" len="med"/>
            </a:ln>
          </p:spPr>
        </p:sp>
        <p:sp>
          <p:nvSpPr>
            <p:cNvPr id="200753" name="Line 224"/>
            <p:cNvSpPr/>
            <p:nvPr/>
          </p:nvSpPr>
          <p:spPr>
            <a:xfrm>
              <a:off x="265" y="3370"/>
              <a:ext cx="487" cy="0"/>
            </a:xfrm>
            <a:prstGeom prst="line">
              <a:avLst/>
            </a:prstGeom>
            <a:ln w="28575" cap="flat" cmpd="sng">
              <a:solidFill>
                <a:schemeClr val="tx1"/>
              </a:solidFill>
              <a:prstDash val="solid"/>
              <a:headEnd type="none" w="med" len="med"/>
              <a:tailEnd type="none" w="med" len="med"/>
            </a:ln>
          </p:spPr>
        </p:sp>
        <p:sp>
          <p:nvSpPr>
            <p:cNvPr id="200754" name="Text Box 225"/>
            <p:cNvSpPr txBox="1"/>
            <p:nvPr/>
          </p:nvSpPr>
          <p:spPr>
            <a:xfrm>
              <a:off x="675" y="3190"/>
              <a:ext cx="1030" cy="533"/>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600">
                  <a:solidFill>
                    <a:schemeClr val="tx1"/>
                  </a:solidFill>
                  <a:latin typeface="黑体" panose="02010609060101010101" pitchFamily="2" charset="-122"/>
                  <a:ea typeface="黑体" panose="02010609060101010101" pitchFamily="2" charset="-122"/>
                </a:rPr>
                <a:t>L</a:t>
              </a:r>
              <a:r>
                <a:rPr lang="en-US" altLang="zh-CN" sz="1600" baseline="-25000">
                  <a:solidFill>
                    <a:schemeClr val="tx1"/>
                  </a:solidFill>
                  <a:latin typeface="黑体" panose="02010609060101010101" pitchFamily="2" charset="-122"/>
                  <a:ea typeface="黑体" panose="02010609060101010101" pitchFamily="2" charset="-122"/>
                </a:rPr>
                <a:t>IN</a:t>
              </a:r>
            </a:p>
          </p:txBody>
        </p:sp>
      </p:grpSp>
      <p:sp>
        <p:nvSpPr>
          <p:cNvPr id="2" name="Text Box 144"/>
          <p:cNvSpPr txBox="1"/>
          <p:nvPr/>
        </p:nvSpPr>
        <p:spPr>
          <a:xfrm>
            <a:off x="252095" y="4534535"/>
            <a:ext cx="5752465" cy="368300"/>
          </a:xfrm>
          <a:prstGeom prst="rect">
            <a:avLst/>
          </a:prstGeom>
          <a:noFill/>
          <a:ln w="9525">
            <a:noFill/>
          </a:ln>
        </p:spPr>
        <p:txBody>
          <a:bodyPr wrap="square">
            <a:spAutoFit/>
          </a:bodyPr>
          <a:lstStyle/>
          <a:p>
            <a:pPr eaLnBrk="1" hangingPunct="1">
              <a:spcBef>
                <a:spcPct val="50000"/>
              </a:spcBef>
              <a:buFont typeface="Arial" panose="020B0604020202020204" pitchFamily="34" charset="0"/>
            </a:pPr>
            <a:r>
              <a:rPr lang="zh-CN" altLang="en-US" sz="1800" b="1">
                <a:solidFill>
                  <a:schemeClr val="tx1"/>
                </a:solidFill>
                <a:latin typeface="华文新魏" panose="02010800040101010101" pitchFamily="2" charset="-122"/>
                <a:ea typeface="华文新魏" panose="02010800040101010101" pitchFamily="2" charset="-122"/>
              </a:rPr>
              <a:t>因</a:t>
            </a:r>
            <a:r>
              <a:rPr lang="en-US" altLang="zh-CN" sz="1800" b="1">
                <a:solidFill>
                  <a:schemeClr val="tx1"/>
                </a:solidFill>
                <a:latin typeface="华文新魏" panose="02010800040101010101" pitchFamily="2" charset="-122"/>
                <a:ea typeface="华文新魏" panose="02010800040101010101" pitchFamily="2" charset="-122"/>
              </a:rPr>
              <a:t>74LS194</a:t>
            </a:r>
            <a:r>
              <a:rPr lang="zh-CN" altLang="en-US" sz="1800" b="1">
                <a:solidFill>
                  <a:schemeClr val="tx1"/>
                </a:solidFill>
                <a:latin typeface="华文新魏" panose="02010800040101010101" pitchFamily="2" charset="-122"/>
                <a:ea typeface="华文新魏" panose="02010800040101010101" pitchFamily="2" charset="-122"/>
              </a:rPr>
              <a:t>具有多种移位功能是一种通用的移位</a:t>
            </a:r>
            <a:r>
              <a:rPr lang="zh-CN" altLang="en-US" sz="1800" b="1" dirty="0">
                <a:solidFill>
                  <a:schemeClr val="tx1"/>
                </a:solidFill>
                <a:latin typeface="华文新魏" panose="02010800040101010101" pitchFamily="2" charset="-122"/>
                <a:ea typeface="华文新魏" panose="02010800040101010101" pitchFamily="2" charset="-122"/>
              </a:rPr>
              <a:t>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0723"/>
                                        </p:tgtEl>
                                        <p:attrNameLst>
                                          <p:attrName>style.visibility</p:attrName>
                                        </p:attrNameLst>
                                      </p:cBhvr>
                                      <p:to>
                                        <p:strVal val="visible"/>
                                      </p:to>
                                    </p:set>
                                    <p:anim calcmode="lin" valueType="num">
                                      <p:cBhvr additive="base">
                                        <p:cTn id="7" dur="500" fill="hold"/>
                                        <p:tgtEl>
                                          <p:spTgt spid="200723"/>
                                        </p:tgtEl>
                                        <p:attrNameLst>
                                          <p:attrName>ppt_x</p:attrName>
                                        </p:attrNameLst>
                                      </p:cBhvr>
                                      <p:tavLst>
                                        <p:tav tm="0">
                                          <p:val>
                                            <p:strVal val="#ppt_x"/>
                                          </p:val>
                                        </p:tav>
                                        <p:tav tm="100000">
                                          <p:val>
                                            <p:strVal val="#ppt_x"/>
                                          </p:val>
                                        </p:tav>
                                      </p:tavLst>
                                    </p:anim>
                                    <p:anim calcmode="lin" valueType="num">
                                      <p:cBhvr additive="base">
                                        <p:cTn id="8" dur="500" fill="hold"/>
                                        <p:tgtEl>
                                          <p:spTgt spid="2007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0707"/>
                                        </p:tgtEl>
                                        <p:attrNameLst>
                                          <p:attrName>style.visibility</p:attrName>
                                        </p:attrNameLst>
                                      </p:cBhvr>
                                      <p:to>
                                        <p:strVal val="visible"/>
                                      </p:to>
                                    </p:set>
                                    <p:anim calcmode="lin" valueType="num">
                                      <p:cBhvr additive="base">
                                        <p:cTn id="13" dur="500" fill="hold"/>
                                        <p:tgtEl>
                                          <p:spTgt spid="200707"/>
                                        </p:tgtEl>
                                        <p:attrNameLst>
                                          <p:attrName>ppt_x</p:attrName>
                                        </p:attrNameLst>
                                      </p:cBhvr>
                                      <p:tavLst>
                                        <p:tav tm="0">
                                          <p:val>
                                            <p:strVal val="#ppt_x"/>
                                          </p:val>
                                        </p:tav>
                                        <p:tav tm="100000">
                                          <p:val>
                                            <p:strVal val="#ppt_x"/>
                                          </p:val>
                                        </p:tav>
                                      </p:tavLst>
                                    </p:anim>
                                    <p:anim calcmode="lin" valueType="num">
                                      <p:cBhvr additive="base">
                                        <p:cTn id="14" dur="500" fill="hold"/>
                                        <p:tgtEl>
                                          <p:spTgt spid="20070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00708"/>
                                        </p:tgtEl>
                                        <p:attrNameLst>
                                          <p:attrName>style.visibility</p:attrName>
                                        </p:attrNameLst>
                                      </p:cBhvr>
                                      <p:to>
                                        <p:strVal val="visible"/>
                                      </p:to>
                                    </p:set>
                                    <p:anim calcmode="lin" valueType="num">
                                      <p:cBhvr additive="base">
                                        <p:cTn id="19" dur="500" fill="hold"/>
                                        <p:tgtEl>
                                          <p:spTgt spid="200708"/>
                                        </p:tgtEl>
                                        <p:attrNameLst>
                                          <p:attrName>ppt_x</p:attrName>
                                        </p:attrNameLst>
                                      </p:cBhvr>
                                      <p:tavLst>
                                        <p:tav tm="0">
                                          <p:val>
                                            <p:strVal val="#ppt_x"/>
                                          </p:val>
                                        </p:tav>
                                        <p:tav tm="100000">
                                          <p:val>
                                            <p:strVal val="#ppt_x"/>
                                          </p:val>
                                        </p:tav>
                                      </p:tavLst>
                                    </p:anim>
                                    <p:anim calcmode="lin" valueType="num">
                                      <p:cBhvr additive="base">
                                        <p:cTn id="20" dur="500" fill="hold"/>
                                        <p:tgtEl>
                                          <p:spTgt spid="20070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00709"/>
                                        </p:tgtEl>
                                        <p:attrNameLst>
                                          <p:attrName>style.visibility</p:attrName>
                                        </p:attrNameLst>
                                      </p:cBhvr>
                                      <p:to>
                                        <p:strVal val="visible"/>
                                      </p:to>
                                    </p:set>
                                    <p:anim calcmode="lin" valueType="num">
                                      <p:cBhvr additive="base">
                                        <p:cTn id="25" dur="500" fill="hold"/>
                                        <p:tgtEl>
                                          <p:spTgt spid="200709"/>
                                        </p:tgtEl>
                                        <p:attrNameLst>
                                          <p:attrName>ppt_x</p:attrName>
                                        </p:attrNameLst>
                                      </p:cBhvr>
                                      <p:tavLst>
                                        <p:tav tm="0">
                                          <p:val>
                                            <p:strVal val="#ppt_x"/>
                                          </p:val>
                                        </p:tav>
                                        <p:tav tm="100000">
                                          <p:val>
                                            <p:strVal val="#ppt_x"/>
                                          </p:val>
                                        </p:tav>
                                      </p:tavLst>
                                    </p:anim>
                                    <p:anim calcmode="lin" valueType="num">
                                      <p:cBhvr additive="base">
                                        <p:cTn id="26" dur="500" fill="hold"/>
                                        <p:tgtEl>
                                          <p:spTgt spid="20070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707" grpId="0"/>
      <p:bldP spid="200708" grpId="0"/>
      <p:bldP spid="2" grpId="0"/>
      <p:bldP spid="2"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p:cNvSpPr>
          <p:nvPr>
            <p:ph type="title"/>
          </p:nvPr>
        </p:nvSpPr>
        <p:spPr>
          <a:xfrm>
            <a:off x="339725" y="530225"/>
            <a:ext cx="6553200" cy="800100"/>
          </a:xfrm>
          <a:prstGeom prst="rect">
            <a:avLst/>
          </a:prstGeom>
          <a:noFill/>
          <a:ln w="28575">
            <a:noFill/>
          </a:ln>
        </p:spPr>
        <p:txBody>
          <a:bodyPr/>
          <a:lstStyle/>
          <a:p>
            <a:pPr eaLnBrk="1" hangingPunct="1"/>
            <a:r>
              <a:rPr lang="en-US" altLang="zh-CN" sz="2000" b="1">
                <a:latin typeface="华文新魏" panose="02010800040101010101" pitchFamily="2" charset="-122"/>
                <a:ea typeface="华文新魏" panose="02010800040101010101" pitchFamily="2" charset="-122"/>
              </a:rPr>
              <a:t>3)  MSI</a:t>
            </a:r>
            <a:r>
              <a:rPr lang="zh-CN" altLang="en-US" sz="2000" b="1" dirty="0">
                <a:latin typeface="华文新魏" panose="02010800040101010101" pitchFamily="2" charset="-122"/>
                <a:ea typeface="华文新魏" panose="02010800040101010101" pitchFamily="2" charset="-122"/>
              </a:rPr>
              <a:t>寄存器应用举例</a:t>
            </a:r>
            <a:r>
              <a:rPr lang="en-US" altLang="zh-CN" sz="2000" b="1" baseline="30000">
                <a:latin typeface="华文新魏" panose="02010800040101010101" pitchFamily="2" charset="-122"/>
                <a:ea typeface="华文新魏" panose="02010800040101010101" pitchFamily="2" charset="-122"/>
              </a:rPr>
              <a:t>*</a:t>
            </a:r>
            <a:br>
              <a:rPr lang="zh-CN" altLang="en-US" sz="2000" b="1" dirty="0">
                <a:latin typeface="华文新魏" panose="02010800040101010101" pitchFamily="2" charset="-122"/>
                <a:ea typeface="华文新魏" panose="02010800040101010101" pitchFamily="2" charset="-122"/>
              </a:rPr>
            </a:br>
            <a:r>
              <a:rPr lang="zh-CN" altLang="en-US" sz="2000" b="1" dirty="0">
                <a:latin typeface="华文新魏" panose="02010800040101010101" pitchFamily="2" charset="-122"/>
                <a:ea typeface="华文新魏" panose="02010800040101010101" pitchFamily="2" charset="-122"/>
              </a:rPr>
              <a:t>     </a:t>
            </a:r>
            <a:r>
              <a:rPr lang="en-US" altLang="zh-CN" sz="2000" b="1">
                <a:latin typeface="华文新魏" panose="02010800040101010101" pitchFamily="2" charset="-122"/>
                <a:ea typeface="华文新魏" panose="02010800040101010101" pitchFamily="2" charset="-122"/>
              </a:rPr>
              <a:t>(1) </a:t>
            </a:r>
            <a:r>
              <a:rPr lang="zh-CN" altLang="en-US" sz="2000" b="1" dirty="0">
                <a:latin typeface="华文新魏" panose="02010800040101010101" pitchFamily="2" charset="-122"/>
                <a:ea typeface="华文新魏" panose="02010800040101010101" pitchFamily="2" charset="-122"/>
              </a:rPr>
              <a:t>数据串并行的转换</a:t>
            </a:r>
          </a:p>
        </p:txBody>
      </p:sp>
      <p:sp>
        <p:nvSpPr>
          <p:cNvPr id="201731" name="Text Box 148"/>
          <p:cNvSpPr txBox="1"/>
          <p:nvPr/>
        </p:nvSpPr>
        <p:spPr>
          <a:xfrm>
            <a:off x="3082925" y="4332288"/>
            <a:ext cx="4114800" cy="368300"/>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800" b="1" dirty="0">
                <a:solidFill>
                  <a:schemeClr val="tx1"/>
                </a:solidFill>
                <a:latin typeface="华文新魏" panose="02010800040101010101" pitchFamily="2" charset="-122"/>
                <a:ea typeface="华文新魏" panose="02010800040101010101" pitchFamily="2" charset="-122"/>
              </a:rPr>
              <a:t>两个模块间数据传送图</a:t>
            </a:r>
          </a:p>
        </p:txBody>
      </p:sp>
      <p:grpSp>
        <p:nvGrpSpPr>
          <p:cNvPr id="201732" name="Group 4"/>
          <p:cNvGrpSpPr/>
          <p:nvPr/>
        </p:nvGrpSpPr>
        <p:grpSpPr>
          <a:xfrm>
            <a:off x="960438" y="1203325"/>
            <a:ext cx="7283450" cy="2968625"/>
            <a:chOff x="0" y="0"/>
            <a:chExt cx="11760" cy="4899"/>
          </a:xfrm>
        </p:grpSpPr>
        <p:sp>
          <p:nvSpPr>
            <p:cNvPr id="201733" name="Text Box 9"/>
            <p:cNvSpPr txBox="1"/>
            <p:nvPr/>
          </p:nvSpPr>
          <p:spPr>
            <a:xfrm>
              <a:off x="9360" y="3549"/>
              <a:ext cx="240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p>
          </p:txBody>
        </p:sp>
        <p:sp>
          <p:nvSpPr>
            <p:cNvPr id="201734" name="Rectangle 14"/>
            <p:cNvSpPr/>
            <p:nvPr/>
          </p:nvSpPr>
          <p:spPr>
            <a:xfrm>
              <a:off x="204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5" name="Text Box 15"/>
            <p:cNvSpPr txBox="1"/>
            <p:nvPr/>
          </p:nvSpPr>
          <p:spPr>
            <a:xfrm>
              <a:off x="1553" y="1029"/>
              <a:ext cx="2323" cy="528"/>
            </a:xfrm>
            <a:prstGeom prst="rect">
              <a:avLst/>
            </a:prstGeom>
            <a:noFill/>
            <a:ln w="28575">
              <a:noFill/>
            </a:ln>
          </p:spPr>
          <p:txBody>
            <a:bodyPr>
              <a:spAutoFit/>
            </a:bodyPr>
            <a:lstStyle/>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p>
          </p:txBody>
        </p:sp>
        <p:sp>
          <p:nvSpPr>
            <p:cNvPr id="201736" name="Rectangle 18"/>
            <p:cNvSpPr/>
            <p:nvPr/>
          </p:nvSpPr>
          <p:spPr>
            <a:xfrm>
              <a:off x="2040" y="3551"/>
              <a:ext cx="1440" cy="12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37" name="Text Box 19"/>
            <p:cNvSpPr txBox="1"/>
            <p:nvPr/>
          </p:nvSpPr>
          <p:spPr>
            <a:xfrm>
              <a:off x="1818" y="3603"/>
              <a:ext cx="1833" cy="786"/>
            </a:xfrm>
            <a:prstGeom prst="rect">
              <a:avLst/>
            </a:prstGeom>
            <a:noFill/>
            <a:ln w="28575">
              <a:noFill/>
            </a:ln>
          </p:spPr>
          <p:txBody>
            <a:bodyPr>
              <a:spAutoFit/>
            </a:bodyPr>
            <a:lstStyle/>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p>
            <a:p>
              <a:pPr algn="ctr" eaLnBrk="1" hangingPunct="1">
                <a:lnSpc>
                  <a:spcPct val="6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并－串</a:t>
              </a:r>
            </a:p>
          </p:txBody>
        </p:sp>
        <p:sp>
          <p:nvSpPr>
            <p:cNvPr id="201738" name="Text Box 20"/>
            <p:cNvSpPr txBox="1"/>
            <p:nvPr/>
          </p:nvSpPr>
          <p:spPr>
            <a:xfrm>
              <a:off x="2295" y="4240"/>
              <a:ext cx="156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p>
          </p:txBody>
        </p:sp>
        <p:sp>
          <p:nvSpPr>
            <p:cNvPr id="201739" name="Line 21"/>
            <p:cNvSpPr/>
            <p:nvPr/>
          </p:nvSpPr>
          <p:spPr>
            <a:xfrm>
              <a:off x="2722" y="1929"/>
              <a:ext cx="0" cy="1614"/>
            </a:xfrm>
            <a:prstGeom prst="line">
              <a:avLst/>
            </a:prstGeom>
            <a:ln w="28575" cap="flat" cmpd="sng">
              <a:solidFill>
                <a:schemeClr val="tx1"/>
              </a:solidFill>
              <a:prstDash val="solid"/>
              <a:headEnd type="none" w="med" len="med"/>
              <a:tailEnd type="triangle" w="med" len="med"/>
            </a:ln>
          </p:spPr>
        </p:sp>
        <p:sp>
          <p:nvSpPr>
            <p:cNvPr id="201740" name="Line 22"/>
            <p:cNvSpPr/>
            <p:nvPr/>
          </p:nvSpPr>
          <p:spPr>
            <a:xfrm rot="8100000">
              <a:off x="2457" y="2649"/>
              <a:ext cx="480" cy="0"/>
            </a:xfrm>
            <a:prstGeom prst="line">
              <a:avLst/>
            </a:prstGeom>
            <a:ln w="28575" cap="flat" cmpd="sng">
              <a:solidFill>
                <a:schemeClr val="tx1"/>
              </a:solidFill>
              <a:prstDash val="solid"/>
              <a:headEnd type="none" w="med" len="med"/>
              <a:tailEnd type="none" w="med" len="med"/>
            </a:ln>
          </p:spPr>
        </p:sp>
        <p:sp>
          <p:nvSpPr>
            <p:cNvPr id="201741" name="Rectangle 25"/>
            <p:cNvSpPr/>
            <p:nvPr/>
          </p:nvSpPr>
          <p:spPr>
            <a:xfrm>
              <a:off x="7560" y="8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2" name="Text Box 26"/>
            <p:cNvSpPr txBox="1"/>
            <p:nvPr/>
          </p:nvSpPr>
          <p:spPr>
            <a:xfrm>
              <a:off x="7299" y="1010"/>
              <a:ext cx="2019" cy="528"/>
            </a:xfrm>
            <a:prstGeom prst="rect">
              <a:avLst/>
            </a:prstGeom>
            <a:noFill/>
            <a:ln w="28575">
              <a:noFill/>
            </a:ln>
          </p:spPr>
          <p:txBody>
            <a:bodyPr>
              <a:spAutoFit/>
            </a:bodyPr>
            <a:lstStyle/>
            <a:p>
              <a:pPr algn="ct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控制电路</a:t>
              </a:r>
            </a:p>
          </p:txBody>
        </p:sp>
        <p:sp>
          <p:nvSpPr>
            <p:cNvPr id="201743" name="Rectangle 29"/>
            <p:cNvSpPr/>
            <p:nvPr/>
          </p:nvSpPr>
          <p:spPr>
            <a:xfrm>
              <a:off x="7560" y="3549"/>
              <a:ext cx="1440" cy="108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4" name="Text Box 30"/>
            <p:cNvSpPr txBox="1"/>
            <p:nvPr/>
          </p:nvSpPr>
          <p:spPr>
            <a:xfrm>
              <a:off x="7410" y="3639"/>
              <a:ext cx="1754" cy="724"/>
            </a:xfrm>
            <a:prstGeom prst="rect">
              <a:avLst/>
            </a:prstGeom>
            <a:noFill/>
            <a:ln w="28575">
              <a:noFill/>
            </a:ln>
          </p:spPr>
          <p:txBody>
            <a:bodyPr>
              <a:spAutoFit/>
            </a:bodyPr>
            <a:lstStyle/>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数据 </a:t>
              </a:r>
            </a:p>
            <a:p>
              <a:pPr algn="ctr" eaLnBrk="1" hangingPunct="1">
                <a:lnSpc>
                  <a:spcPct val="50000"/>
                </a:lnSpc>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串－并</a:t>
              </a:r>
            </a:p>
          </p:txBody>
        </p:sp>
        <p:sp>
          <p:nvSpPr>
            <p:cNvPr id="201745" name="Text Box 31"/>
            <p:cNvSpPr txBox="1"/>
            <p:nvPr/>
          </p:nvSpPr>
          <p:spPr>
            <a:xfrm>
              <a:off x="7861" y="4179"/>
              <a:ext cx="156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dirty="0">
                  <a:solidFill>
                    <a:schemeClr val="tx1"/>
                  </a:solidFill>
                  <a:latin typeface="华文新魏" panose="02010800040101010101" pitchFamily="2" charset="-122"/>
                  <a:ea typeface="华文新魏" panose="02010800040101010101" pitchFamily="2" charset="-122"/>
                </a:rPr>
                <a:t>转换</a:t>
              </a:r>
            </a:p>
          </p:txBody>
        </p:sp>
        <p:sp>
          <p:nvSpPr>
            <p:cNvPr id="201746" name="Line 32"/>
            <p:cNvSpPr/>
            <p:nvPr/>
          </p:nvSpPr>
          <p:spPr>
            <a:xfrm>
              <a:off x="8242" y="1929"/>
              <a:ext cx="0" cy="1661"/>
            </a:xfrm>
            <a:prstGeom prst="line">
              <a:avLst/>
            </a:prstGeom>
            <a:ln w="28575" cap="flat" cmpd="sng">
              <a:solidFill>
                <a:schemeClr val="tx1"/>
              </a:solidFill>
              <a:prstDash val="solid"/>
              <a:headEnd type="none" w="med" len="med"/>
              <a:tailEnd type="triangle" w="med" len="med"/>
            </a:ln>
          </p:spPr>
        </p:sp>
        <p:sp>
          <p:nvSpPr>
            <p:cNvPr id="201747" name="Line 33"/>
            <p:cNvSpPr/>
            <p:nvPr/>
          </p:nvSpPr>
          <p:spPr>
            <a:xfrm rot="8100000">
              <a:off x="7977" y="2649"/>
              <a:ext cx="480" cy="0"/>
            </a:xfrm>
            <a:prstGeom prst="line">
              <a:avLst/>
            </a:prstGeom>
            <a:ln w="28575" cap="flat" cmpd="sng">
              <a:solidFill>
                <a:schemeClr val="tx1"/>
              </a:solidFill>
              <a:prstDash val="solid"/>
              <a:headEnd type="none" w="med" len="med"/>
              <a:tailEnd type="none" w="med" len="med"/>
            </a:ln>
          </p:spPr>
        </p:sp>
        <p:sp>
          <p:nvSpPr>
            <p:cNvPr id="201748" name="AutoShape 34"/>
            <p:cNvSpPr/>
            <p:nvPr/>
          </p:nvSpPr>
          <p:spPr>
            <a:xfrm>
              <a:off x="7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49" name="AutoShape 35"/>
            <p:cNvSpPr/>
            <p:nvPr/>
          </p:nvSpPr>
          <p:spPr>
            <a:xfrm>
              <a:off x="9120" y="3999"/>
              <a:ext cx="1080" cy="270"/>
            </a:xfrm>
            <a:prstGeom prst="rightArrow">
              <a:avLst>
                <a:gd name="adj1" fmla="val 50000"/>
                <a:gd name="adj2" fmla="val 100000"/>
              </a:avLst>
            </a:prstGeom>
            <a:solidFill>
              <a:schemeClr val="bg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华文新魏" panose="02010800040101010101" pitchFamily="2" charset="-122"/>
                <a:ea typeface="华文新魏" panose="02010800040101010101" pitchFamily="2" charset="-122"/>
              </a:endParaRPr>
            </a:p>
          </p:txBody>
        </p:sp>
        <p:sp>
          <p:nvSpPr>
            <p:cNvPr id="201750" name="Text Box 36"/>
            <p:cNvSpPr txBox="1"/>
            <p:nvPr/>
          </p:nvSpPr>
          <p:spPr>
            <a:xfrm>
              <a:off x="0" y="3550"/>
              <a:ext cx="2058"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b="1" dirty="0">
                  <a:solidFill>
                    <a:schemeClr val="tx1"/>
                  </a:solidFill>
                  <a:latin typeface="华文新魏" panose="02010800040101010101" pitchFamily="2" charset="-122"/>
                  <a:ea typeface="华文新魏" panose="02010800040101010101" pitchFamily="2" charset="-122"/>
                </a:rPr>
                <a:t>并行数据</a:t>
              </a:r>
            </a:p>
          </p:txBody>
        </p:sp>
        <p:sp>
          <p:nvSpPr>
            <p:cNvPr id="201751" name="Text Box 131"/>
            <p:cNvSpPr txBox="1"/>
            <p:nvPr/>
          </p:nvSpPr>
          <p:spPr>
            <a:xfrm>
              <a:off x="1800" y="39"/>
              <a:ext cx="180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b="1" dirty="0">
                  <a:solidFill>
                    <a:srgbClr val="FF0000"/>
                  </a:solidFill>
                  <a:latin typeface="华文新魏" panose="02010800040101010101" pitchFamily="2" charset="-122"/>
                  <a:ea typeface="华文新魏" panose="02010800040101010101" pitchFamily="2" charset="-122"/>
                </a:rPr>
                <a:t>源模块</a:t>
              </a:r>
            </a:p>
          </p:txBody>
        </p:sp>
        <p:sp>
          <p:nvSpPr>
            <p:cNvPr id="201752" name="Text Box 132"/>
            <p:cNvSpPr txBox="1"/>
            <p:nvPr/>
          </p:nvSpPr>
          <p:spPr>
            <a:xfrm>
              <a:off x="7162" y="0"/>
              <a:ext cx="2559"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sz="1400" b="1" dirty="0">
                  <a:solidFill>
                    <a:srgbClr val="0000CC"/>
                  </a:solidFill>
                  <a:latin typeface="华文新魏" panose="02010800040101010101" pitchFamily="2" charset="-122"/>
                  <a:ea typeface="华文新魏" panose="02010800040101010101" pitchFamily="2" charset="-122"/>
                </a:rPr>
                <a:t>目的模块</a:t>
              </a:r>
            </a:p>
          </p:txBody>
        </p:sp>
        <p:sp>
          <p:nvSpPr>
            <p:cNvPr id="201753" name="Line 134"/>
            <p:cNvSpPr/>
            <p:nvPr/>
          </p:nvSpPr>
          <p:spPr>
            <a:xfrm>
              <a:off x="3480" y="1119"/>
              <a:ext cx="1982" cy="0"/>
            </a:xfrm>
            <a:prstGeom prst="line">
              <a:avLst/>
            </a:prstGeom>
            <a:ln w="28575" cap="flat" cmpd="sng">
              <a:solidFill>
                <a:schemeClr val="tx1"/>
              </a:solidFill>
              <a:prstDash val="solid"/>
              <a:headEnd type="none" w="med" len="med"/>
              <a:tailEnd type="none" w="med" len="med"/>
            </a:ln>
          </p:spPr>
        </p:sp>
        <p:sp>
          <p:nvSpPr>
            <p:cNvPr id="201754" name="Line 135"/>
            <p:cNvSpPr/>
            <p:nvPr/>
          </p:nvSpPr>
          <p:spPr>
            <a:xfrm>
              <a:off x="5975" y="1119"/>
              <a:ext cx="1587" cy="0"/>
            </a:xfrm>
            <a:prstGeom prst="line">
              <a:avLst/>
            </a:prstGeom>
            <a:ln w="28575" cap="flat" cmpd="sng">
              <a:solidFill>
                <a:schemeClr val="tx1"/>
              </a:solidFill>
              <a:prstDash val="solid"/>
              <a:headEnd type="none" w="med" len="med"/>
              <a:tailEnd type="triangle" w="med" len="med"/>
            </a:ln>
          </p:spPr>
        </p:sp>
        <p:sp>
          <p:nvSpPr>
            <p:cNvPr id="201755" name="Freeform 136"/>
            <p:cNvSpPr/>
            <p:nvPr/>
          </p:nvSpPr>
          <p:spPr>
            <a:xfrm flipH="1">
              <a:off x="552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201756" name="Freeform 137"/>
            <p:cNvSpPr/>
            <p:nvPr/>
          </p:nvSpPr>
          <p:spPr>
            <a:xfrm flipH="1">
              <a:off x="5760" y="84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201757" name="Line 139"/>
            <p:cNvSpPr/>
            <p:nvPr/>
          </p:nvSpPr>
          <p:spPr>
            <a:xfrm>
              <a:off x="3480" y="1659"/>
              <a:ext cx="1982" cy="0"/>
            </a:xfrm>
            <a:prstGeom prst="line">
              <a:avLst/>
            </a:prstGeom>
            <a:ln w="28575" cap="flat" cmpd="sng">
              <a:solidFill>
                <a:schemeClr val="accent2"/>
              </a:solidFill>
              <a:prstDash val="solid"/>
              <a:headEnd type="none" w="med" len="med"/>
              <a:tailEnd type="none" w="med" len="med"/>
            </a:ln>
          </p:spPr>
        </p:sp>
        <p:sp>
          <p:nvSpPr>
            <p:cNvPr id="201758" name="Line 140"/>
            <p:cNvSpPr/>
            <p:nvPr/>
          </p:nvSpPr>
          <p:spPr>
            <a:xfrm>
              <a:off x="5955" y="1659"/>
              <a:ext cx="1587" cy="0"/>
            </a:xfrm>
            <a:prstGeom prst="line">
              <a:avLst/>
            </a:prstGeom>
            <a:ln w="28575" cap="flat" cmpd="sng">
              <a:solidFill>
                <a:schemeClr val="accent2"/>
              </a:solidFill>
              <a:prstDash val="solid"/>
              <a:headEnd type="none" w="med" len="med"/>
              <a:tailEnd type="triangle" w="med" len="med"/>
            </a:ln>
          </p:spPr>
        </p:sp>
        <p:sp>
          <p:nvSpPr>
            <p:cNvPr id="201759" name="Freeform 141"/>
            <p:cNvSpPr/>
            <p:nvPr/>
          </p:nvSpPr>
          <p:spPr>
            <a:xfrm flipH="1">
              <a:off x="552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lstStyle/>
            <a:p>
              <a:endParaRPr lang="zh-CN" altLang="en-US"/>
            </a:p>
          </p:txBody>
        </p:sp>
        <p:sp>
          <p:nvSpPr>
            <p:cNvPr id="201760" name="Freeform 142"/>
            <p:cNvSpPr/>
            <p:nvPr/>
          </p:nvSpPr>
          <p:spPr>
            <a:xfrm flipH="1">
              <a:off x="5760" y="138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accent2">
                  <a:alpha val="100000"/>
                </a:schemeClr>
              </a:solidFill>
              <a:prstDash val="solid"/>
              <a:miter lim="800000"/>
              <a:headEnd type="none" w="med" len="med"/>
              <a:tailEnd type="none" w="med" len="med"/>
            </a:ln>
          </p:spPr>
          <p:txBody>
            <a:bodyPr/>
            <a:lstStyle/>
            <a:p>
              <a:endParaRPr lang="zh-CN" altLang="en-US"/>
            </a:p>
          </p:txBody>
        </p:sp>
        <p:sp>
          <p:nvSpPr>
            <p:cNvPr id="201761" name="Line 144"/>
            <p:cNvSpPr/>
            <p:nvPr/>
          </p:nvSpPr>
          <p:spPr>
            <a:xfrm>
              <a:off x="3480" y="4089"/>
              <a:ext cx="1982" cy="0"/>
            </a:xfrm>
            <a:prstGeom prst="line">
              <a:avLst/>
            </a:prstGeom>
            <a:ln w="28575" cap="flat" cmpd="sng">
              <a:solidFill>
                <a:schemeClr val="tx1"/>
              </a:solidFill>
              <a:prstDash val="solid"/>
              <a:headEnd type="none" w="med" len="med"/>
              <a:tailEnd type="none" w="med" len="med"/>
            </a:ln>
          </p:spPr>
        </p:sp>
        <p:sp>
          <p:nvSpPr>
            <p:cNvPr id="201762" name="Line 145"/>
            <p:cNvSpPr/>
            <p:nvPr/>
          </p:nvSpPr>
          <p:spPr>
            <a:xfrm>
              <a:off x="5955" y="4089"/>
              <a:ext cx="1587" cy="0"/>
            </a:xfrm>
            <a:prstGeom prst="line">
              <a:avLst/>
            </a:prstGeom>
            <a:ln w="28575" cap="flat" cmpd="sng">
              <a:solidFill>
                <a:schemeClr val="tx1"/>
              </a:solidFill>
              <a:prstDash val="solid"/>
              <a:headEnd type="none" w="med" len="med"/>
              <a:tailEnd type="triangle" w="med" len="med"/>
            </a:ln>
          </p:spPr>
        </p:sp>
        <p:sp>
          <p:nvSpPr>
            <p:cNvPr id="201763" name="Freeform 146"/>
            <p:cNvSpPr/>
            <p:nvPr/>
          </p:nvSpPr>
          <p:spPr>
            <a:xfrm flipH="1">
              <a:off x="552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201764" name="Freeform 147"/>
            <p:cNvSpPr/>
            <p:nvPr/>
          </p:nvSpPr>
          <p:spPr>
            <a:xfrm flipH="1">
              <a:off x="5760" y="3819"/>
              <a:ext cx="120" cy="450"/>
            </a:xfrm>
            <a:custGeom>
              <a:avLst/>
              <a:gdLst>
                <a:gd name="txL" fmla="*/ 0 w 48"/>
                <a:gd name="txT" fmla="*/ 0 h 288"/>
                <a:gd name="txR" fmla="*/ 48 w 48"/>
                <a:gd name="txB" fmla="*/ 288 h 288"/>
              </a:gdLst>
              <a:ahLst/>
              <a:cxnLst>
                <a:cxn ang="0">
                  <a:pos x="0" y="0"/>
                </a:cxn>
                <a:cxn ang="0">
                  <a:pos x="7153333" y="3363"/>
                </a:cxn>
                <a:cxn ang="0">
                  <a:pos x="0" y="7202"/>
                </a:cxn>
                <a:cxn ang="0">
                  <a:pos x="7153333" y="10598"/>
                </a:cxn>
              </a:cxnLst>
              <a:rect l="txL" t="txT" r="txR" b="txB"/>
              <a:pathLst>
                <a:path w="48" h="288">
                  <a:moveTo>
                    <a:pt x="0" y="0"/>
                  </a:moveTo>
                  <a:cubicBezTo>
                    <a:pt x="24" y="32"/>
                    <a:pt x="48" y="64"/>
                    <a:pt x="48" y="96"/>
                  </a:cubicBezTo>
                  <a:cubicBezTo>
                    <a:pt x="48" y="128"/>
                    <a:pt x="0" y="160"/>
                    <a:pt x="0" y="192"/>
                  </a:cubicBezTo>
                  <a:cubicBezTo>
                    <a:pt x="0" y="224"/>
                    <a:pt x="40" y="272"/>
                    <a:pt x="48" y="288"/>
                  </a:cubicBezTo>
                </a:path>
              </a:pathLst>
            </a:custGeom>
            <a:noFill/>
            <a:ln w="28575" cap="flat" cmpd="sng">
              <a:solidFill>
                <a:schemeClr val="tx1">
                  <a:alpha val="100000"/>
                </a:schemeClr>
              </a:solidFill>
              <a:prstDash val="solid"/>
              <a:miter lim="800000"/>
              <a:headEnd type="none" w="med" len="med"/>
              <a:tailEnd type="none" w="med" len="med"/>
            </a:ln>
          </p:spPr>
          <p:txBody>
            <a:bodyPr/>
            <a:lstStyle/>
            <a:p>
              <a:endParaRPr lang="zh-CN" altLang="en-US"/>
            </a:p>
          </p:txBody>
        </p:sp>
        <p:sp>
          <p:nvSpPr>
            <p:cNvPr id="201765" name="Text Box 149"/>
            <p:cNvSpPr txBox="1"/>
            <p:nvPr/>
          </p:nvSpPr>
          <p:spPr>
            <a:xfrm>
              <a:off x="4080" y="584"/>
              <a:ext cx="144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CLK</a:t>
              </a:r>
            </a:p>
          </p:txBody>
        </p:sp>
        <p:sp>
          <p:nvSpPr>
            <p:cNvPr id="201766" name="Text Box 150"/>
            <p:cNvSpPr txBox="1"/>
            <p:nvPr/>
          </p:nvSpPr>
          <p:spPr>
            <a:xfrm>
              <a:off x="2760" y="2486"/>
              <a:ext cx="156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7</a:t>
              </a:r>
            </a:p>
          </p:txBody>
        </p:sp>
        <p:sp>
          <p:nvSpPr>
            <p:cNvPr id="201767" name="Text Box 151"/>
            <p:cNvSpPr txBox="1"/>
            <p:nvPr/>
          </p:nvSpPr>
          <p:spPr>
            <a:xfrm>
              <a:off x="4080" y="3571"/>
              <a:ext cx="240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SDATA</a:t>
              </a:r>
            </a:p>
          </p:txBody>
        </p:sp>
        <p:sp>
          <p:nvSpPr>
            <p:cNvPr id="201768" name="Line 300"/>
            <p:cNvSpPr/>
            <p:nvPr/>
          </p:nvSpPr>
          <p:spPr>
            <a:xfrm>
              <a:off x="240" y="669"/>
              <a:ext cx="3840" cy="0"/>
            </a:xfrm>
            <a:prstGeom prst="line">
              <a:avLst/>
            </a:prstGeom>
            <a:ln w="28575" cap="flat" cmpd="sng">
              <a:solidFill>
                <a:srgbClr val="FF0000"/>
              </a:solidFill>
              <a:prstDash val="lgDash"/>
              <a:headEnd type="none" w="med" len="med"/>
              <a:tailEnd type="none" w="med" len="med"/>
            </a:ln>
          </p:spPr>
        </p:sp>
        <p:sp>
          <p:nvSpPr>
            <p:cNvPr id="201769" name="Line 301"/>
            <p:cNvSpPr/>
            <p:nvPr/>
          </p:nvSpPr>
          <p:spPr>
            <a:xfrm>
              <a:off x="240" y="4899"/>
              <a:ext cx="3840" cy="0"/>
            </a:xfrm>
            <a:prstGeom prst="line">
              <a:avLst/>
            </a:prstGeom>
            <a:ln w="28575" cap="flat" cmpd="sng">
              <a:solidFill>
                <a:srgbClr val="FF0000"/>
              </a:solidFill>
              <a:prstDash val="lgDash"/>
              <a:headEnd type="none" w="med" len="med"/>
              <a:tailEnd type="none" w="med" len="med"/>
            </a:ln>
          </p:spPr>
        </p:sp>
        <p:sp>
          <p:nvSpPr>
            <p:cNvPr id="201770" name="Line 302"/>
            <p:cNvSpPr/>
            <p:nvPr/>
          </p:nvSpPr>
          <p:spPr>
            <a:xfrm flipH="1">
              <a:off x="4080" y="669"/>
              <a:ext cx="0" cy="4230"/>
            </a:xfrm>
            <a:prstGeom prst="line">
              <a:avLst/>
            </a:prstGeom>
            <a:ln w="28575" cap="flat" cmpd="sng">
              <a:solidFill>
                <a:srgbClr val="FF0000"/>
              </a:solidFill>
              <a:prstDash val="lgDash"/>
              <a:headEnd type="none" w="med" len="med"/>
              <a:tailEnd type="none" w="med" len="med"/>
            </a:ln>
          </p:spPr>
        </p:sp>
        <p:sp>
          <p:nvSpPr>
            <p:cNvPr id="201771" name="Line 303"/>
            <p:cNvSpPr/>
            <p:nvPr/>
          </p:nvSpPr>
          <p:spPr>
            <a:xfrm>
              <a:off x="6960" y="669"/>
              <a:ext cx="3840" cy="0"/>
            </a:xfrm>
            <a:prstGeom prst="line">
              <a:avLst/>
            </a:prstGeom>
            <a:ln w="28575" cap="flat" cmpd="sng">
              <a:solidFill>
                <a:srgbClr val="0000CC"/>
              </a:solidFill>
              <a:prstDash val="lgDash"/>
              <a:headEnd type="none" w="med" len="med"/>
              <a:tailEnd type="none" w="med" len="med"/>
            </a:ln>
          </p:spPr>
        </p:sp>
        <p:sp>
          <p:nvSpPr>
            <p:cNvPr id="201772" name="Line 304"/>
            <p:cNvSpPr/>
            <p:nvPr/>
          </p:nvSpPr>
          <p:spPr>
            <a:xfrm>
              <a:off x="6960" y="4899"/>
              <a:ext cx="3840" cy="0"/>
            </a:xfrm>
            <a:prstGeom prst="line">
              <a:avLst/>
            </a:prstGeom>
            <a:ln w="28575" cap="flat" cmpd="sng">
              <a:solidFill>
                <a:srgbClr val="0000CC"/>
              </a:solidFill>
              <a:prstDash val="lgDash"/>
              <a:headEnd type="none" w="med" len="med"/>
              <a:tailEnd type="none" w="med" len="med"/>
            </a:ln>
          </p:spPr>
        </p:sp>
        <p:sp>
          <p:nvSpPr>
            <p:cNvPr id="201773" name="Line 305"/>
            <p:cNvSpPr/>
            <p:nvPr/>
          </p:nvSpPr>
          <p:spPr>
            <a:xfrm flipH="1">
              <a:off x="6960" y="669"/>
              <a:ext cx="0" cy="4230"/>
            </a:xfrm>
            <a:prstGeom prst="line">
              <a:avLst/>
            </a:prstGeom>
            <a:ln w="28575" cap="flat" cmpd="sng">
              <a:solidFill>
                <a:srgbClr val="0000CC"/>
              </a:solidFill>
              <a:prstDash val="lgDash"/>
              <a:headEnd type="none" w="med" len="med"/>
              <a:tailEnd type="none" w="med" len="med"/>
            </a:ln>
          </p:spPr>
        </p:sp>
        <p:sp>
          <p:nvSpPr>
            <p:cNvPr id="201774" name="Text Box 307"/>
            <p:cNvSpPr txBox="1"/>
            <p:nvPr/>
          </p:nvSpPr>
          <p:spPr>
            <a:xfrm>
              <a:off x="8400" y="2487"/>
              <a:ext cx="156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华文新魏" panose="02010800040101010101" pitchFamily="2" charset="-122"/>
                  <a:ea typeface="华文新魏" panose="02010800040101010101" pitchFamily="2" charset="-122"/>
                </a:rPr>
                <a:t>/BIT</a:t>
              </a:r>
              <a:r>
                <a:rPr lang="en-US" altLang="zh-CN" sz="1400" b="1" baseline="-25000">
                  <a:solidFill>
                    <a:schemeClr val="tx1"/>
                  </a:solidFill>
                  <a:latin typeface="华文新魏" panose="02010800040101010101" pitchFamily="2" charset="-122"/>
                  <a:ea typeface="华文新魏" panose="02010800040101010101" pitchFamily="2" charset="-122"/>
                </a:rPr>
                <a:t>0</a:t>
              </a:r>
            </a:p>
          </p:txBody>
        </p:sp>
        <p:sp>
          <p:nvSpPr>
            <p:cNvPr id="201775" name="Text Box 308"/>
            <p:cNvSpPr txBox="1"/>
            <p:nvPr/>
          </p:nvSpPr>
          <p:spPr>
            <a:xfrm>
              <a:off x="4080" y="1140"/>
              <a:ext cx="1560" cy="508"/>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accent2"/>
                  </a:solidFill>
                  <a:latin typeface="华文新魏" panose="02010800040101010101" pitchFamily="2" charset="-122"/>
                  <a:ea typeface="华文新魏" panose="02010800040101010101" pitchFamily="2" charset="-122"/>
                </a:rPr>
                <a:t>/SYNC</a:t>
              </a:r>
            </a:p>
          </p:txBody>
        </p:sp>
      </p:grpSp>
      <p:sp>
        <p:nvSpPr>
          <p:cNvPr id="49" name="矩形标注 5">
            <a:extLst>
              <a:ext uri="{FF2B5EF4-FFF2-40B4-BE49-F238E27FC236}">
                <a16:creationId xmlns:a16="http://schemas.microsoft.com/office/drawing/2014/main" id="{1BD355FF-8CA3-4416-A4BF-9A9E22C9FCA3}"/>
              </a:ext>
            </a:extLst>
          </p:cNvPr>
          <p:cNvSpPr/>
          <p:nvPr/>
        </p:nvSpPr>
        <p:spPr>
          <a:xfrm>
            <a:off x="3747843" y="904631"/>
            <a:ext cx="1040181" cy="360045"/>
          </a:xfrm>
          <a:prstGeom prst="wedgeRectCallout">
            <a:avLst>
              <a:gd name="adj1" fmla="val -44829"/>
              <a:gd name="adj2" fmla="val 13075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rPr>
              <a:t>同步传输</a:t>
            </a:r>
            <a:endParaRPr kumimoji="0" lang="zh-CN" altLang="zh-CN"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p:cNvSpPr>
          <p:nvPr>
            <p:ph type="title"/>
          </p:nvPr>
        </p:nvSpPr>
        <p:spPr>
          <a:xfrm>
            <a:off x="690563" y="485775"/>
            <a:ext cx="7010400" cy="514350"/>
          </a:xfrm>
          <a:prstGeom prst="rect">
            <a:avLst/>
          </a:prstGeom>
          <a:noFill/>
          <a:ln w="28575">
            <a:noFill/>
          </a:ln>
        </p:spPr>
        <p:txBody>
          <a:bodyPr/>
          <a:lstStyle/>
          <a:p>
            <a:pPr eaLnBrk="1" hangingPunct="1"/>
            <a:r>
              <a:rPr lang="en-US" altLang="zh-CN" sz="2000" b="1">
                <a:latin typeface="华文新魏" panose="02010800040101010101" pitchFamily="2" charset="-122"/>
                <a:ea typeface="华文新魏" panose="02010800040101010101" pitchFamily="2" charset="-122"/>
              </a:rPr>
              <a:t>(2) </a:t>
            </a:r>
            <a:r>
              <a:rPr lang="zh-CN" altLang="en-US" sz="2000" b="1" dirty="0">
                <a:latin typeface="华文新魏" panose="02010800040101010101" pitchFamily="2" charset="-122"/>
                <a:ea typeface="华文新魏" panose="02010800040101010101" pitchFamily="2" charset="-122"/>
              </a:rPr>
              <a:t>移位型</a:t>
            </a:r>
            <a:r>
              <a:rPr lang="en-US" altLang="zh-CN" sz="2000" b="1">
                <a:latin typeface="华文新魏" panose="02010800040101010101" pitchFamily="2" charset="-122"/>
                <a:ea typeface="华文新魏" panose="02010800040101010101" pitchFamily="2" charset="-122"/>
              </a:rPr>
              <a:t>(</a:t>
            </a:r>
            <a:r>
              <a:rPr lang="en-US" altLang="zh-CN" sz="2000" b="1" i="1">
                <a:latin typeface="华文新魏" panose="02010800040101010101" pitchFamily="2" charset="-122"/>
                <a:ea typeface="华文新魏" panose="02010800040101010101" pitchFamily="2" charset="-122"/>
              </a:rPr>
              <a:t>Ring/Twisted</a:t>
            </a:r>
            <a:r>
              <a:rPr lang="en-US" altLang="zh-CN" sz="2000" b="1">
                <a:latin typeface="华文新魏" panose="02010800040101010101" pitchFamily="2" charset="-122"/>
                <a:ea typeface="华文新魏" panose="02010800040101010101" pitchFamily="2" charset="-122"/>
              </a:rPr>
              <a:t>)</a:t>
            </a:r>
            <a:r>
              <a:rPr lang="zh-CN" altLang="en-US" sz="2000" b="1" dirty="0">
                <a:latin typeface="华文新魏" panose="02010800040101010101" pitchFamily="2" charset="-122"/>
                <a:ea typeface="华文新魏" panose="02010800040101010101" pitchFamily="2" charset="-122"/>
              </a:rPr>
              <a:t>节拍分配器</a:t>
            </a:r>
          </a:p>
        </p:txBody>
      </p:sp>
      <p:sp>
        <p:nvSpPr>
          <p:cNvPr id="202755" name="Rectangle 4"/>
          <p:cNvSpPr/>
          <p:nvPr/>
        </p:nvSpPr>
        <p:spPr>
          <a:xfrm>
            <a:off x="1049020" y="842963"/>
            <a:ext cx="6096000" cy="457200"/>
          </a:xfrm>
          <a:prstGeom prst="rect">
            <a:avLst/>
          </a:prstGeom>
          <a:noFill/>
          <a:ln w="28575">
            <a:noFill/>
          </a:ln>
        </p:spPr>
        <p:txBody>
          <a:bodyPr/>
          <a:lstStyle/>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由移位寄存器和逻辑门组成。</a:t>
            </a:r>
          </a:p>
        </p:txBody>
      </p:sp>
      <p:sp>
        <p:nvSpPr>
          <p:cNvPr id="202756" name="Text Box 106"/>
          <p:cNvSpPr txBox="1"/>
          <p:nvPr/>
        </p:nvSpPr>
        <p:spPr>
          <a:xfrm>
            <a:off x="2424113" y="4371975"/>
            <a:ext cx="6019800" cy="400050"/>
          </a:xfrm>
          <a:prstGeom prst="rect">
            <a:avLst/>
          </a:prstGeom>
          <a:noFill/>
          <a:ln w="28575">
            <a:noFill/>
          </a:ln>
        </p:spPr>
        <p:txBody>
          <a:bodyPr>
            <a:spAutoFit/>
          </a:bodyPr>
          <a:lstStyle/>
          <a:p>
            <a:pPr eaLnBrk="1" hangingPunct="1">
              <a:spcBef>
                <a:spcPct val="50000"/>
              </a:spcBef>
              <a:buFont typeface="Arial" panose="020B0604020202020204" pitchFamily="34" charset="0"/>
            </a:pPr>
            <a:r>
              <a:rPr lang="zh-CN" altLang="en-US" b="1" dirty="0">
                <a:solidFill>
                  <a:schemeClr val="tx1"/>
                </a:solidFill>
                <a:latin typeface="华文新魏" panose="02010800040101010101" pitchFamily="2" charset="-122"/>
                <a:ea typeface="华文新魏" panose="02010800040101010101" pitchFamily="2" charset="-122"/>
              </a:rPr>
              <a:t>四输出移位型节拍分配器逻辑图</a:t>
            </a: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grpSp>
        <p:nvGrpSpPr>
          <p:cNvPr id="202758" name="Group 6"/>
          <p:cNvGrpSpPr/>
          <p:nvPr/>
        </p:nvGrpSpPr>
        <p:grpSpPr>
          <a:xfrm>
            <a:off x="1050925" y="1227138"/>
            <a:ext cx="7553325" cy="3119437"/>
            <a:chOff x="0" y="0"/>
            <a:chExt cx="11895" cy="4913"/>
          </a:xfrm>
        </p:grpSpPr>
        <p:sp>
          <p:nvSpPr>
            <p:cNvPr id="202767" name="Line 7"/>
            <p:cNvSpPr/>
            <p:nvPr/>
          </p:nvSpPr>
          <p:spPr>
            <a:xfrm rot="-5400000" flipH="1">
              <a:off x="-44" y="2787"/>
              <a:ext cx="1076" cy="0"/>
            </a:xfrm>
            <a:prstGeom prst="line">
              <a:avLst/>
            </a:prstGeom>
            <a:ln w="28575" cap="flat" cmpd="sng">
              <a:solidFill>
                <a:schemeClr val="tx1"/>
              </a:solidFill>
              <a:prstDash val="solid"/>
              <a:headEnd type="none" w="med" len="med"/>
              <a:tailEnd type="none" w="med" len="med"/>
            </a:ln>
          </p:spPr>
        </p:sp>
        <p:sp>
          <p:nvSpPr>
            <p:cNvPr id="202768" name="Line 8"/>
            <p:cNvSpPr/>
            <p:nvPr/>
          </p:nvSpPr>
          <p:spPr>
            <a:xfrm rot="-5400000">
              <a:off x="77" y="885"/>
              <a:ext cx="850" cy="0"/>
            </a:xfrm>
            <a:prstGeom prst="line">
              <a:avLst/>
            </a:prstGeom>
            <a:ln w="28575" cap="flat" cmpd="sng">
              <a:solidFill>
                <a:schemeClr val="tx1"/>
              </a:solidFill>
              <a:prstDash val="solid"/>
              <a:headEnd type="none" w="med" len="med"/>
              <a:tailEnd type="none" w="med" len="med"/>
            </a:ln>
          </p:spPr>
        </p:sp>
        <p:sp>
          <p:nvSpPr>
            <p:cNvPr id="202769" name="Line 9"/>
            <p:cNvSpPr/>
            <p:nvPr/>
          </p:nvSpPr>
          <p:spPr>
            <a:xfrm rot="-5400000" flipH="1">
              <a:off x="1023" y="2754"/>
              <a:ext cx="1021" cy="0"/>
            </a:xfrm>
            <a:prstGeom prst="line">
              <a:avLst/>
            </a:prstGeom>
            <a:ln w="28575" cap="flat" cmpd="sng">
              <a:solidFill>
                <a:srgbClr val="0000CC"/>
              </a:solidFill>
              <a:prstDash val="solid"/>
              <a:headEnd type="none" w="med" len="med"/>
              <a:tailEnd type="none" w="med" len="med"/>
            </a:ln>
          </p:spPr>
        </p:sp>
        <p:sp>
          <p:nvSpPr>
            <p:cNvPr id="202770" name="Rectangle 11"/>
            <p:cNvSpPr/>
            <p:nvPr/>
          </p:nvSpPr>
          <p:spPr>
            <a:xfrm rot="-5400000">
              <a:off x="461"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1" name="Text Box 12"/>
            <p:cNvSpPr txBox="1"/>
            <p:nvPr/>
          </p:nvSpPr>
          <p:spPr>
            <a:xfrm>
              <a:off x="330" y="1962"/>
              <a:ext cx="35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2772" name="Text Box 13"/>
            <p:cNvSpPr txBox="1"/>
            <p:nvPr/>
          </p:nvSpPr>
          <p:spPr>
            <a:xfrm>
              <a:off x="330" y="1307"/>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773" name="AutoShape 14"/>
            <p:cNvSpPr/>
            <p:nvPr/>
          </p:nvSpPr>
          <p:spPr>
            <a:xfrm>
              <a:off x="1445"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74" name="Text Box 15"/>
            <p:cNvSpPr txBox="1"/>
            <p:nvPr/>
          </p:nvSpPr>
          <p:spPr>
            <a:xfrm>
              <a:off x="1102" y="1872"/>
              <a:ext cx="11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2775" name="Text Box 16"/>
            <p:cNvSpPr txBox="1"/>
            <p:nvPr/>
          </p:nvSpPr>
          <p:spPr>
            <a:xfrm>
              <a:off x="1321" y="1300"/>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776" name="Text Box 17"/>
            <p:cNvSpPr txBox="1"/>
            <p:nvPr/>
          </p:nvSpPr>
          <p:spPr>
            <a:xfrm>
              <a:off x="1101" y="1603"/>
              <a:ext cx="1388"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202777" name="Line 19"/>
            <p:cNvSpPr/>
            <p:nvPr/>
          </p:nvSpPr>
          <p:spPr>
            <a:xfrm rot="-10800000" flipH="1">
              <a:off x="1955" y="1758"/>
              <a:ext cx="378" cy="0"/>
            </a:xfrm>
            <a:prstGeom prst="line">
              <a:avLst/>
            </a:prstGeom>
            <a:ln w="28575" cap="flat" cmpd="sng">
              <a:solidFill>
                <a:srgbClr val="FF0000"/>
              </a:solidFill>
              <a:prstDash val="solid"/>
              <a:headEnd type="none" w="med" len="med"/>
              <a:tailEnd type="none" w="med" len="med"/>
            </a:ln>
          </p:spPr>
        </p:sp>
        <p:sp>
          <p:nvSpPr>
            <p:cNvPr id="202778" name="Line 20"/>
            <p:cNvSpPr/>
            <p:nvPr/>
          </p:nvSpPr>
          <p:spPr>
            <a:xfrm>
              <a:off x="1541" y="3258"/>
              <a:ext cx="9032" cy="0"/>
            </a:xfrm>
            <a:prstGeom prst="line">
              <a:avLst/>
            </a:prstGeom>
            <a:ln w="28575" cap="flat" cmpd="sng">
              <a:solidFill>
                <a:srgbClr val="0000CC"/>
              </a:solidFill>
              <a:prstDash val="solid"/>
              <a:headEnd type="none" w="med" len="med"/>
              <a:tailEnd type="none" w="med" len="med"/>
            </a:ln>
          </p:spPr>
        </p:sp>
        <p:sp>
          <p:nvSpPr>
            <p:cNvPr id="202779" name="Line 21"/>
            <p:cNvSpPr/>
            <p:nvPr/>
          </p:nvSpPr>
          <p:spPr>
            <a:xfrm>
              <a:off x="2312" y="1752"/>
              <a:ext cx="2" cy="1232"/>
            </a:xfrm>
            <a:prstGeom prst="line">
              <a:avLst/>
            </a:prstGeom>
            <a:ln w="28575" cap="flat" cmpd="sng">
              <a:solidFill>
                <a:srgbClr val="FF0000"/>
              </a:solidFill>
              <a:prstDash val="solid"/>
              <a:headEnd type="none" w="med" len="med"/>
              <a:tailEnd type="none" w="med" len="med"/>
            </a:ln>
          </p:spPr>
        </p:sp>
        <p:sp>
          <p:nvSpPr>
            <p:cNvPr id="202780" name="Line 22"/>
            <p:cNvSpPr/>
            <p:nvPr/>
          </p:nvSpPr>
          <p:spPr>
            <a:xfrm rot="-5400000" flipH="1">
              <a:off x="2875" y="2505"/>
              <a:ext cx="527" cy="0"/>
            </a:xfrm>
            <a:prstGeom prst="line">
              <a:avLst/>
            </a:prstGeom>
            <a:ln w="28575" cap="flat" cmpd="sng">
              <a:solidFill>
                <a:schemeClr val="tx1"/>
              </a:solidFill>
              <a:prstDash val="solid"/>
              <a:headEnd type="none" w="med" len="med"/>
              <a:tailEnd type="none" w="med" len="med"/>
            </a:ln>
          </p:spPr>
        </p:sp>
        <p:sp>
          <p:nvSpPr>
            <p:cNvPr id="202781" name="Line 23"/>
            <p:cNvSpPr/>
            <p:nvPr/>
          </p:nvSpPr>
          <p:spPr>
            <a:xfrm rot="-5340000">
              <a:off x="2728" y="885"/>
              <a:ext cx="850" cy="0"/>
            </a:xfrm>
            <a:prstGeom prst="line">
              <a:avLst/>
            </a:prstGeom>
            <a:ln w="28575" cap="flat" cmpd="sng">
              <a:solidFill>
                <a:schemeClr val="tx1"/>
              </a:solidFill>
              <a:prstDash val="solid"/>
              <a:headEnd type="none" w="med" len="med"/>
              <a:tailEnd type="none" w="med" len="med"/>
            </a:ln>
          </p:spPr>
        </p:sp>
        <p:sp>
          <p:nvSpPr>
            <p:cNvPr id="202782" name="Rectangle 25"/>
            <p:cNvSpPr/>
            <p:nvPr/>
          </p:nvSpPr>
          <p:spPr>
            <a:xfrm rot="-5400000">
              <a:off x="3118" y="1084"/>
              <a:ext cx="1134"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3" name="Text Box 26"/>
            <p:cNvSpPr txBox="1"/>
            <p:nvPr/>
          </p:nvSpPr>
          <p:spPr>
            <a:xfrm>
              <a:off x="2984" y="1962"/>
              <a:ext cx="354"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2784" name="Text Box 27"/>
            <p:cNvSpPr txBox="1"/>
            <p:nvPr/>
          </p:nvSpPr>
          <p:spPr>
            <a:xfrm>
              <a:off x="2984" y="1307"/>
              <a:ext cx="356"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785" name="AutoShape 28"/>
            <p:cNvSpPr/>
            <p:nvPr/>
          </p:nvSpPr>
          <p:spPr>
            <a:xfrm>
              <a:off x="4111" y="2340"/>
              <a:ext cx="164" cy="117"/>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86" name="Text Box 29"/>
            <p:cNvSpPr txBox="1"/>
            <p:nvPr/>
          </p:nvSpPr>
          <p:spPr>
            <a:xfrm>
              <a:off x="3755" y="1872"/>
              <a:ext cx="145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2787" name="Text Box 30"/>
            <p:cNvSpPr txBox="1"/>
            <p:nvPr/>
          </p:nvSpPr>
          <p:spPr>
            <a:xfrm>
              <a:off x="3976" y="1300"/>
              <a:ext cx="356"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788" name="Text Box 31"/>
            <p:cNvSpPr txBox="1"/>
            <p:nvPr/>
          </p:nvSpPr>
          <p:spPr>
            <a:xfrm>
              <a:off x="3756" y="1603"/>
              <a:ext cx="144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202789" name="Line 33"/>
            <p:cNvSpPr/>
            <p:nvPr/>
          </p:nvSpPr>
          <p:spPr>
            <a:xfrm rot="-10800000" flipH="1">
              <a:off x="4627" y="1767"/>
              <a:ext cx="379" cy="0"/>
            </a:xfrm>
            <a:prstGeom prst="line">
              <a:avLst/>
            </a:prstGeom>
            <a:ln w="28575" cap="flat" cmpd="sng">
              <a:solidFill>
                <a:srgbClr val="FF0000"/>
              </a:solidFill>
              <a:prstDash val="solid"/>
              <a:headEnd type="none" w="med" len="med"/>
              <a:tailEnd type="none" w="med" len="med"/>
            </a:ln>
          </p:spPr>
        </p:sp>
        <p:sp>
          <p:nvSpPr>
            <p:cNvPr id="202790" name="Line 34"/>
            <p:cNvSpPr/>
            <p:nvPr/>
          </p:nvSpPr>
          <p:spPr>
            <a:xfrm flipH="1">
              <a:off x="2590" y="2765"/>
              <a:ext cx="550" cy="0"/>
            </a:xfrm>
            <a:prstGeom prst="line">
              <a:avLst/>
            </a:prstGeom>
            <a:ln w="28575" cap="flat" cmpd="sng">
              <a:solidFill>
                <a:schemeClr val="tx1"/>
              </a:solidFill>
              <a:prstDash val="solid"/>
              <a:headEnd type="none" w="med" len="med"/>
              <a:tailEnd type="none" w="med" len="med"/>
            </a:ln>
          </p:spPr>
        </p:sp>
        <p:sp>
          <p:nvSpPr>
            <p:cNvPr id="202791" name="Line 35"/>
            <p:cNvSpPr/>
            <p:nvPr/>
          </p:nvSpPr>
          <p:spPr>
            <a:xfrm>
              <a:off x="4983" y="1752"/>
              <a:ext cx="2" cy="1232"/>
            </a:xfrm>
            <a:prstGeom prst="line">
              <a:avLst/>
            </a:prstGeom>
            <a:ln w="28575" cap="flat" cmpd="sng">
              <a:solidFill>
                <a:srgbClr val="FF0000"/>
              </a:solidFill>
              <a:prstDash val="solid"/>
              <a:headEnd type="none" w="med" len="med"/>
              <a:tailEnd type="none" w="med" len="med"/>
            </a:ln>
          </p:spPr>
        </p:sp>
        <p:sp>
          <p:nvSpPr>
            <p:cNvPr id="202792" name="Line 36"/>
            <p:cNvSpPr/>
            <p:nvPr/>
          </p:nvSpPr>
          <p:spPr>
            <a:xfrm>
              <a:off x="3145" y="684"/>
              <a:ext cx="2093" cy="0"/>
            </a:xfrm>
            <a:prstGeom prst="line">
              <a:avLst/>
            </a:prstGeom>
            <a:ln w="28575" cap="flat" cmpd="sng">
              <a:solidFill>
                <a:schemeClr val="tx1"/>
              </a:solidFill>
              <a:prstDash val="solid"/>
              <a:headEnd type="none" w="med" len="med"/>
              <a:tailEnd type="none" w="med" len="med"/>
            </a:ln>
          </p:spPr>
        </p:sp>
        <p:sp>
          <p:nvSpPr>
            <p:cNvPr id="202793" name="Line 37"/>
            <p:cNvSpPr/>
            <p:nvPr/>
          </p:nvSpPr>
          <p:spPr>
            <a:xfrm>
              <a:off x="509" y="684"/>
              <a:ext cx="2093" cy="0"/>
            </a:xfrm>
            <a:prstGeom prst="line">
              <a:avLst/>
            </a:prstGeom>
            <a:ln w="28575" cap="flat" cmpd="sng">
              <a:solidFill>
                <a:schemeClr val="tx1"/>
              </a:solidFill>
              <a:prstDash val="solid"/>
              <a:headEnd type="none" w="med" len="med"/>
              <a:tailEnd type="none" w="med" len="med"/>
            </a:ln>
          </p:spPr>
        </p:sp>
        <p:sp>
          <p:nvSpPr>
            <p:cNvPr id="202794" name="Line 39"/>
            <p:cNvSpPr/>
            <p:nvPr/>
          </p:nvSpPr>
          <p:spPr>
            <a:xfrm rot="-5400000" flipH="1">
              <a:off x="5502" y="2505"/>
              <a:ext cx="527" cy="0"/>
            </a:xfrm>
            <a:prstGeom prst="line">
              <a:avLst/>
            </a:prstGeom>
            <a:ln w="28575" cap="flat" cmpd="sng">
              <a:solidFill>
                <a:schemeClr val="tx1"/>
              </a:solidFill>
              <a:prstDash val="solid"/>
              <a:headEnd type="none" w="med" len="med"/>
              <a:tailEnd type="none" w="med" len="med"/>
            </a:ln>
          </p:spPr>
        </p:sp>
        <p:sp>
          <p:nvSpPr>
            <p:cNvPr id="202795" name="Line 40"/>
            <p:cNvSpPr/>
            <p:nvPr/>
          </p:nvSpPr>
          <p:spPr>
            <a:xfrm rot="-5400000">
              <a:off x="5355" y="885"/>
              <a:ext cx="850" cy="0"/>
            </a:xfrm>
            <a:prstGeom prst="line">
              <a:avLst/>
            </a:prstGeom>
            <a:ln w="28575" cap="flat" cmpd="sng">
              <a:solidFill>
                <a:schemeClr val="tx1"/>
              </a:solidFill>
              <a:prstDash val="solid"/>
              <a:headEnd type="none" w="med" len="med"/>
              <a:tailEnd type="none" w="med" len="med"/>
            </a:ln>
          </p:spPr>
        </p:sp>
        <p:sp>
          <p:nvSpPr>
            <p:cNvPr id="202796" name="Rectangle 42"/>
            <p:cNvSpPr/>
            <p:nvPr/>
          </p:nvSpPr>
          <p:spPr>
            <a:xfrm rot="-5400000">
              <a:off x="5743"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97" name="Text Box 43"/>
            <p:cNvSpPr txBox="1"/>
            <p:nvPr/>
          </p:nvSpPr>
          <p:spPr>
            <a:xfrm>
              <a:off x="5612" y="1962"/>
              <a:ext cx="35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2798" name="Text Box 44"/>
            <p:cNvSpPr txBox="1"/>
            <p:nvPr/>
          </p:nvSpPr>
          <p:spPr>
            <a:xfrm>
              <a:off x="5612" y="1307"/>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799" name="AutoShape 45"/>
            <p:cNvSpPr/>
            <p:nvPr/>
          </p:nvSpPr>
          <p:spPr>
            <a:xfrm>
              <a:off x="6727" y="2352"/>
              <a:ext cx="163" cy="117"/>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00" name="Text Box 46"/>
            <p:cNvSpPr txBox="1"/>
            <p:nvPr/>
          </p:nvSpPr>
          <p:spPr>
            <a:xfrm>
              <a:off x="6384" y="1872"/>
              <a:ext cx="120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2801" name="Text Box 47"/>
            <p:cNvSpPr txBox="1"/>
            <p:nvPr/>
          </p:nvSpPr>
          <p:spPr>
            <a:xfrm>
              <a:off x="6603" y="1300"/>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802" name="Text Box 48"/>
            <p:cNvSpPr txBox="1"/>
            <p:nvPr/>
          </p:nvSpPr>
          <p:spPr>
            <a:xfrm>
              <a:off x="6383" y="1603"/>
              <a:ext cx="1206"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202803" name="Line 50"/>
            <p:cNvSpPr/>
            <p:nvPr/>
          </p:nvSpPr>
          <p:spPr>
            <a:xfrm rot="-10800000" flipH="1">
              <a:off x="7255" y="1767"/>
              <a:ext cx="378" cy="0"/>
            </a:xfrm>
            <a:prstGeom prst="line">
              <a:avLst/>
            </a:prstGeom>
            <a:ln w="28575" cap="flat" cmpd="sng">
              <a:solidFill>
                <a:srgbClr val="FF0000"/>
              </a:solidFill>
              <a:prstDash val="solid"/>
              <a:headEnd type="none" w="med" len="med"/>
              <a:tailEnd type="none" w="med" len="med"/>
            </a:ln>
          </p:spPr>
        </p:sp>
        <p:sp>
          <p:nvSpPr>
            <p:cNvPr id="202804" name="Line 51"/>
            <p:cNvSpPr/>
            <p:nvPr/>
          </p:nvSpPr>
          <p:spPr>
            <a:xfrm flipH="1">
              <a:off x="5216" y="2765"/>
              <a:ext cx="551" cy="0"/>
            </a:xfrm>
            <a:prstGeom prst="line">
              <a:avLst/>
            </a:prstGeom>
            <a:ln w="28575" cap="flat" cmpd="sng">
              <a:solidFill>
                <a:schemeClr val="tx1"/>
              </a:solidFill>
              <a:prstDash val="solid"/>
              <a:headEnd type="none" w="med" len="med"/>
              <a:tailEnd type="none" w="med" len="med"/>
            </a:ln>
          </p:spPr>
        </p:sp>
        <p:sp>
          <p:nvSpPr>
            <p:cNvPr id="202805" name="Line 52"/>
            <p:cNvSpPr/>
            <p:nvPr/>
          </p:nvSpPr>
          <p:spPr>
            <a:xfrm>
              <a:off x="7610" y="1752"/>
              <a:ext cx="3" cy="1232"/>
            </a:xfrm>
            <a:prstGeom prst="line">
              <a:avLst/>
            </a:prstGeom>
            <a:ln w="28575" cap="flat" cmpd="sng">
              <a:solidFill>
                <a:srgbClr val="FF0000"/>
              </a:solidFill>
              <a:prstDash val="solid"/>
              <a:headEnd type="none" w="med" len="med"/>
              <a:tailEnd type="none" w="med" len="med"/>
            </a:ln>
          </p:spPr>
        </p:sp>
        <p:sp>
          <p:nvSpPr>
            <p:cNvPr id="202806" name="Line 53"/>
            <p:cNvSpPr/>
            <p:nvPr/>
          </p:nvSpPr>
          <p:spPr>
            <a:xfrm>
              <a:off x="5773" y="684"/>
              <a:ext cx="2092" cy="0"/>
            </a:xfrm>
            <a:prstGeom prst="line">
              <a:avLst/>
            </a:prstGeom>
            <a:ln w="28575" cap="flat" cmpd="sng">
              <a:solidFill>
                <a:schemeClr val="tx1"/>
              </a:solidFill>
              <a:prstDash val="solid"/>
              <a:headEnd type="none" w="med" len="med"/>
              <a:tailEnd type="none" w="med" len="med"/>
            </a:ln>
          </p:spPr>
        </p:sp>
        <p:sp>
          <p:nvSpPr>
            <p:cNvPr id="202807" name="Line 54"/>
            <p:cNvSpPr/>
            <p:nvPr/>
          </p:nvSpPr>
          <p:spPr>
            <a:xfrm rot="-5400000" flipH="1">
              <a:off x="8104" y="2505"/>
              <a:ext cx="527" cy="0"/>
            </a:xfrm>
            <a:prstGeom prst="line">
              <a:avLst/>
            </a:prstGeom>
            <a:ln w="28575" cap="flat" cmpd="sng">
              <a:solidFill>
                <a:schemeClr val="tx1"/>
              </a:solidFill>
              <a:prstDash val="solid"/>
              <a:headEnd type="none" w="med" len="med"/>
              <a:tailEnd type="none" w="med" len="med"/>
            </a:ln>
          </p:spPr>
        </p:sp>
        <p:sp>
          <p:nvSpPr>
            <p:cNvPr id="202808" name="Line 55"/>
            <p:cNvSpPr/>
            <p:nvPr/>
          </p:nvSpPr>
          <p:spPr>
            <a:xfrm rot="-5400000">
              <a:off x="7957" y="885"/>
              <a:ext cx="850" cy="0"/>
            </a:xfrm>
            <a:prstGeom prst="line">
              <a:avLst/>
            </a:prstGeom>
            <a:ln w="28575" cap="flat" cmpd="sng">
              <a:solidFill>
                <a:schemeClr val="tx1"/>
              </a:solidFill>
              <a:prstDash val="solid"/>
              <a:headEnd type="none" w="med" len="med"/>
              <a:tailEnd type="none" w="med" len="med"/>
            </a:ln>
          </p:spPr>
        </p:sp>
        <p:sp>
          <p:nvSpPr>
            <p:cNvPr id="202809" name="Line 56"/>
            <p:cNvSpPr/>
            <p:nvPr/>
          </p:nvSpPr>
          <p:spPr>
            <a:xfrm rot="5400000" flipH="1">
              <a:off x="1386" y="1033"/>
              <a:ext cx="307" cy="0"/>
            </a:xfrm>
            <a:prstGeom prst="line">
              <a:avLst/>
            </a:prstGeom>
            <a:ln w="28575" cap="flat" cmpd="sng">
              <a:solidFill>
                <a:schemeClr val="tx1"/>
              </a:solidFill>
              <a:prstDash val="solid"/>
              <a:headEnd type="none" w="med" len="med"/>
              <a:tailEnd type="none" w="med" len="med"/>
            </a:ln>
          </p:spPr>
        </p:sp>
        <p:sp>
          <p:nvSpPr>
            <p:cNvPr id="202810" name="Line 57"/>
            <p:cNvSpPr/>
            <p:nvPr/>
          </p:nvSpPr>
          <p:spPr>
            <a:xfrm rot="5400000" flipH="1">
              <a:off x="3917" y="1064"/>
              <a:ext cx="308" cy="0"/>
            </a:xfrm>
            <a:prstGeom prst="line">
              <a:avLst/>
            </a:prstGeom>
            <a:ln w="28575" cap="flat" cmpd="sng">
              <a:solidFill>
                <a:schemeClr val="tx1"/>
              </a:solidFill>
              <a:prstDash val="solid"/>
              <a:headEnd type="none" w="med" len="med"/>
              <a:tailEnd type="none" w="med" len="med"/>
            </a:ln>
          </p:spPr>
        </p:sp>
        <p:sp>
          <p:nvSpPr>
            <p:cNvPr id="202811" name="Line 58"/>
            <p:cNvSpPr/>
            <p:nvPr/>
          </p:nvSpPr>
          <p:spPr>
            <a:xfrm rot="5400000" flipH="1">
              <a:off x="6525" y="1057"/>
              <a:ext cx="307" cy="0"/>
            </a:xfrm>
            <a:prstGeom prst="line">
              <a:avLst/>
            </a:prstGeom>
            <a:ln w="28575" cap="flat" cmpd="sng">
              <a:solidFill>
                <a:schemeClr val="tx1"/>
              </a:solidFill>
              <a:prstDash val="solid"/>
              <a:headEnd type="none" w="med" len="med"/>
              <a:tailEnd type="none" w="med" len="med"/>
            </a:ln>
          </p:spPr>
        </p:sp>
        <p:sp>
          <p:nvSpPr>
            <p:cNvPr id="202812" name="Line 59"/>
            <p:cNvSpPr/>
            <p:nvPr/>
          </p:nvSpPr>
          <p:spPr>
            <a:xfrm rot="5400000" flipH="1">
              <a:off x="9277" y="1045"/>
              <a:ext cx="307" cy="0"/>
            </a:xfrm>
            <a:prstGeom prst="line">
              <a:avLst/>
            </a:prstGeom>
            <a:ln w="28575" cap="flat" cmpd="sng">
              <a:solidFill>
                <a:schemeClr val="tx1"/>
              </a:solidFill>
              <a:prstDash val="solid"/>
              <a:headEnd type="none" w="med" len="med"/>
              <a:tailEnd type="none" w="med" len="med"/>
            </a:ln>
          </p:spPr>
        </p:sp>
        <p:sp>
          <p:nvSpPr>
            <p:cNvPr id="202813" name="Rectangle 61"/>
            <p:cNvSpPr/>
            <p:nvPr/>
          </p:nvSpPr>
          <p:spPr>
            <a:xfrm rot="-5400000">
              <a:off x="8345" y="1083"/>
              <a:ext cx="1136" cy="1625"/>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4" name="Text Box 62"/>
            <p:cNvSpPr txBox="1"/>
            <p:nvPr/>
          </p:nvSpPr>
          <p:spPr>
            <a:xfrm>
              <a:off x="8214" y="1962"/>
              <a:ext cx="353"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2815" name="Text Box 63"/>
            <p:cNvSpPr txBox="1"/>
            <p:nvPr/>
          </p:nvSpPr>
          <p:spPr>
            <a:xfrm>
              <a:off x="8214" y="1307"/>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816" name="AutoShape 64"/>
            <p:cNvSpPr/>
            <p:nvPr/>
          </p:nvSpPr>
          <p:spPr>
            <a:xfrm>
              <a:off x="9329" y="2346"/>
              <a:ext cx="163" cy="117"/>
            </a:xfrm>
            <a:prstGeom prst="flowChartExtract">
              <a:avLst/>
            </a:prstGeom>
            <a:no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17" name="Text Box 65"/>
            <p:cNvSpPr txBox="1"/>
            <p:nvPr/>
          </p:nvSpPr>
          <p:spPr>
            <a:xfrm>
              <a:off x="8986" y="1872"/>
              <a:ext cx="1209"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2818" name="Text Box 66"/>
            <p:cNvSpPr txBox="1"/>
            <p:nvPr/>
          </p:nvSpPr>
          <p:spPr>
            <a:xfrm>
              <a:off x="9205" y="1300"/>
              <a:ext cx="355"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2819" name="Text Box 67"/>
            <p:cNvSpPr txBox="1"/>
            <p:nvPr/>
          </p:nvSpPr>
          <p:spPr>
            <a:xfrm>
              <a:off x="8985" y="1603"/>
              <a:ext cx="110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CLR</a:t>
              </a:r>
            </a:p>
          </p:txBody>
        </p:sp>
        <p:sp>
          <p:nvSpPr>
            <p:cNvPr id="202820" name="Line 69"/>
            <p:cNvSpPr/>
            <p:nvPr/>
          </p:nvSpPr>
          <p:spPr>
            <a:xfrm rot="-10800000" flipH="1">
              <a:off x="9857" y="1767"/>
              <a:ext cx="378" cy="0"/>
            </a:xfrm>
            <a:prstGeom prst="line">
              <a:avLst/>
            </a:prstGeom>
            <a:ln w="28575" cap="flat" cmpd="sng">
              <a:solidFill>
                <a:srgbClr val="FF0000"/>
              </a:solidFill>
              <a:prstDash val="solid"/>
              <a:headEnd type="none" w="med" len="med"/>
              <a:tailEnd type="none" w="med" len="med"/>
            </a:ln>
          </p:spPr>
        </p:sp>
        <p:sp>
          <p:nvSpPr>
            <p:cNvPr id="202821" name="Line 70"/>
            <p:cNvSpPr/>
            <p:nvPr/>
          </p:nvSpPr>
          <p:spPr>
            <a:xfrm flipH="1">
              <a:off x="7818" y="2765"/>
              <a:ext cx="551" cy="0"/>
            </a:xfrm>
            <a:prstGeom prst="line">
              <a:avLst/>
            </a:prstGeom>
            <a:ln w="28575" cap="flat" cmpd="sng">
              <a:solidFill>
                <a:schemeClr val="tx1"/>
              </a:solidFill>
              <a:prstDash val="solid"/>
              <a:headEnd type="none" w="med" len="med"/>
              <a:tailEnd type="none" w="med" len="med"/>
            </a:ln>
          </p:spPr>
        </p:sp>
        <p:sp>
          <p:nvSpPr>
            <p:cNvPr id="202822" name="Line 71"/>
            <p:cNvSpPr/>
            <p:nvPr/>
          </p:nvSpPr>
          <p:spPr>
            <a:xfrm>
              <a:off x="10212" y="1752"/>
              <a:ext cx="3" cy="1232"/>
            </a:xfrm>
            <a:prstGeom prst="line">
              <a:avLst/>
            </a:prstGeom>
            <a:ln w="28575" cap="flat" cmpd="sng">
              <a:solidFill>
                <a:srgbClr val="FF0000"/>
              </a:solidFill>
              <a:prstDash val="solid"/>
              <a:headEnd type="none" w="med" len="med"/>
              <a:tailEnd type="none" w="med" len="med"/>
            </a:ln>
          </p:spPr>
        </p:sp>
        <p:sp>
          <p:nvSpPr>
            <p:cNvPr id="202823" name="Line 72"/>
            <p:cNvSpPr/>
            <p:nvPr/>
          </p:nvSpPr>
          <p:spPr>
            <a:xfrm>
              <a:off x="2590" y="684"/>
              <a:ext cx="0" cy="3645"/>
            </a:xfrm>
            <a:prstGeom prst="line">
              <a:avLst/>
            </a:prstGeom>
            <a:ln w="28575" cap="flat" cmpd="sng">
              <a:solidFill>
                <a:schemeClr val="tx1"/>
              </a:solidFill>
              <a:prstDash val="solid"/>
              <a:headEnd type="none" w="med" len="med"/>
              <a:tailEnd type="none" w="med" len="med"/>
            </a:ln>
          </p:spPr>
        </p:sp>
        <p:sp>
          <p:nvSpPr>
            <p:cNvPr id="202824" name="Line 73"/>
            <p:cNvSpPr/>
            <p:nvPr/>
          </p:nvSpPr>
          <p:spPr>
            <a:xfrm>
              <a:off x="5242" y="684"/>
              <a:ext cx="0" cy="3891"/>
            </a:xfrm>
            <a:prstGeom prst="line">
              <a:avLst/>
            </a:prstGeom>
            <a:ln w="28575" cap="flat" cmpd="sng">
              <a:solidFill>
                <a:schemeClr val="tx1"/>
              </a:solidFill>
              <a:prstDash val="solid"/>
              <a:headEnd type="none" w="med" len="med"/>
              <a:tailEnd type="none" w="med" len="med"/>
            </a:ln>
          </p:spPr>
        </p:sp>
        <p:sp>
          <p:nvSpPr>
            <p:cNvPr id="202825" name="Line 74"/>
            <p:cNvSpPr/>
            <p:nvPr/>
          </p:nvSpPr>
          <p:spPr>
            <a:xfrm>
              <a:off x="7844" y="673"/>
              <a:ext cx="0" cy="4209"/>
            </a:xfrm>
            <a:prstGeom prst="line">
              <a:avLst/>
            </a:prstGeom>
            <a:ln w="28575" cap="flat" cmpd="sng">
              <a:solidFill>
                <a:schemeClr val="tx1"/>
              </a:solidFill>
              <a:prstDash val="solid"/>
              <a:headEnd type="none" w="med" len="med"/>
              <a:tailEnd type="none" w="med" len="med"/>
            </a:ln>
          </p:spPr>
        </p:sp>
        <p:sp>
          <p:nvSpPr>
            <p:cNvPr id="202826" name="Line 75"/>
            <p:cNvSpPr/>
            <p:nvPr/>
          </p:nvSpPr>
          <p:spPr>
            <a:xfrm>
              <a:off x="2312" y="2963"/>
              <a:ext cx="8220" cy="0"/>
            </a:xfrm>
            <a:prstGeom prst="line">
              <a:avLst/>
            </a:prstGeom>
            <a:ln w="28575" cap="flat" cmpd="sng">
              <a:solidFill>
                <a:srgbClr val="FF0000"/>
              </a:solidFill>
              <a:prstDash val="solid"/>
              <a:headEnd type="none" w="med" len="med"/>
              <a:tailEnd type="none" w="med" len="med"/>
            </a:ln>
          </p:spPr>
        </p:sp>
        <p:sp>
          <p:nvSpPr>
            <p:cNvPr id="202827" name="Line 76"/>
            <p:cNvSpPr/>
            <p:nvPr/>
          </p:nvSpPr>
          <p:spPr>
            <a:xfrm>
              <a:off x="770" y="3960"/>
              <a:ext cx="0" cy="360"/>
            </a:xfrm>
            <a:prstGeom prst="line">
              <a:avLst/>
            </a:prstGeom>
            <a:ln w="28575" cap="flat" cmpd="sng">
              <a:solidFill>
                <a:schemeClr val="tx1"/>
              </a:solidFill>
              <a:prstDash val="solid"/>
              <a:headEnd type="none" w="med" len="med"/>
              <a:tailEnd type="none" w="med" len="med"/>
            </a:ln>
          </p:spPr>
        </p:sp>
        <p:sp>
          <p:nvSpPr>
            <p:cNvPr id="202828" name="Line 77"/>
            <p:cNvSpPr/>
            <p:nvPr/>
          </p:nvSpPr>
          <p:spPr>
            <a:xfrm>
              <a:off x="770" y="4320"/>
              <a:ext cx="1832" cy="0"/>
            </a:xfrm>
            <a:prstGeom prst="line">
              <a:avLst/>
            </a:prstGeom>
            <a:ln w="28575" cap="flat" cmpd="sng">
              <a:solidFill>
                <a:schemeClr val="tx1"/>
              </a:solidFill>
              <a:prstDash val="solid"/>
              <a:headEnd type="none" w="med" len="med"/>
              <a:tailEnd type="none" w="med" len="med"/>
            </a:ln>
          </p:spPr>
        </p:sp>
        <p:sp>
          <p:nvSpPr>
            <p:cNvPr id="202829" name="Line 78"/>
            <p:cNvSpPr/>
            <p:nvPr/>
          </p:nvSpPr>
          <p:spPr>
            <a:xfrm>
              <a:off x="488" y="3960"/>
              <a:ext cx="0" cy="630"/>
            </a:xfrm>
            <a:prstGeom prst="line">
              <a:avLst/>
            </a:prstGeom>
            <a:ln w="28575" cap="flat" cmpd="sng">
              <a:solidFill>
                <a:schemeClr val="tx1"/>
              </a:solidFill>
              <a:prstDash val="solid"/>
              <a:headEnd type="none" w="med" len="med"/>
              <a:tailEnd type="none" w="med" len="med"/>
            </a:ln>
          </p:spPr>
        </p:sp>
        <p:sp>
          <p:nvSpPr>
            <p:cNvPr id="202830" name="Line 79"/>
            <p:cNvSpPr/>
            <p:nvPr/>
          </p:nvSpPr>
          <p:spPr>
            <a:xfrm>
              <a:off x="488" y="4575"/>
              <a:ext cx="4786" cy="0"/>
            </a:xfrm>
            <a:prstGeom prst="line">
              <a:avLst/>
            </a:prstGeom>
            <a:ln w="28575" cap="flat" cmpd="sng">
              <a:solidFill>
                <a:schemeClr val="tx1"/>
              </a:solidFill>
              <a:prstDash val="solid"/>
              <a:headEnd type="none" w="med" len="med"/>
              <a:tailEnd type="none" w="med" len="med"/>
            </a:ln>
          </p:spPr>
        </p:sp>
        <p:sp>
          <p:nvSpPr>
            <p:cNvPr id="202831" name="Line 80"/>
            <p:cNvSpPr/>
            <p:nvPr/>
          </p:nvSpPr>
          <p:spPr>
            <a:xfrm>
              <a:off x="220" y="3960"/>
              <a:ext cx="0" cy="953"/>
            </a:xfrm>
            <a:prstGeom prst="line">
              <a:avLst/>
            </a:prstGeom>
            <a:ln w="28575" cap="flat" cmpd="sng">
              <a:solidFill>
                <a:schemeClr val="tx1"/>
              </a:solidFill>
              <a:prstDash val="solid"/>
              <a:headEnd type="none" w="med" len="med"/>
              <a:tailEnd type="none" w="med" len="med"/>
            </a:ln>
          </p:spPr>
        </p:sp>
        <p:sp>
          <p:nvSpPr>
            <p:cNvPr id="202832" name="Line 81"/>
            <p:cNvSpPr/>
            <p:nvPr/>
          </p:nvSpPr>
          <p:spPr>
            <a:xfrm>
              <a:off x="220" y="4879"/>
              <a:ext cx="7652" cy="0"/>
            </a:xfrm>
            <a:prstGeom prst="line">
              <a:avLst/>
            </a:prstGeom>
            <a:ln w="28575" cap="flat" cmpd="sng">
              <a:solidFill>
                <a:schemeClr val="tx1"/>
              </a:solidFill>
              <a:prstDash val="solid"/>
              <a:headEnd type="none" w="med" len="med"/>
              <a:tailEnd type="none" w="med" len="med"/>
            </a:ln>
          </p:spPr>
        </p:sp>
        <p:sp>
          <p:nvSpPr>
            <p:cNvPr id="202833" name="Text Box 82"/>
            <p:cNvSpPr txBox="1"/>
            <p:nvPr/>
          </p:nvSpPr>
          <p:spPr>
            <a:xfrm>
              <a:off x="220" y="0"/>
              <a:ext cx="77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4" name="Rectangle 83"/>
            <p:cNvSpPr/>
            <p:nvPr/>
          </p:nvSpPr>
          <p:spPr>
            <a:xfrm>
              <a:off x="0" y="3423"/>
              <a:ext cx="991" cy="54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5" name="Oval 84"/>
            <p:cNvSpPr/>
            <p:nvPr/>
          </p:nvSpPr>
          <p:spPr>
            <a:xfrm rot="5400000">
              <a:off x="414" y="3275"/>
              <a:ext cx="127" cy="15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36" name="Text Box 85"/>
            <p:cNvSpPr txBox="1"/>
            <p:nvPr/>
          </p:nvSpPr>
          <p:spPr>
            <a:xfrm>
              <a:off x="110" y="3476"/>
              <a:ext cx="99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≥1</a:t>
              </a:r>
            </a:p>
          </p:txBody>
        </p:sp>
        <p:sp>
          <p:nvSpPr>
            <p:cNvPr id="202837" name="Text Box 86"/>
            <p:cNvSpPr txBox="1"/>
            <p:nvPr/>
          </p:nvSpPr>
          <p:spPr>
            <a:xfrm>
              <a:off x="2863" y="18"/>
              <a:ext cx="77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8" name="Text Box 87"/>
            <p:cNvSpPr txBox="1"/>
            <p:nvPr/>
          </p:nvSpPr>
          <p:spPr>
            <a:xfrm>
              <a:off x="5506" y="39"/>
              <a:ext cx="77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39" name="Text Box 88"/>
            <p:cNvSpPr txBox="1"/>
            <p:nvPr/>
          </p:nvSpPr>
          <p:spPr>
            <a:xfrm>
              <a:off x="8104" y="54"/>
              <a:ext cx="771"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2840" name="Text Box 89"/>
            <p:cNvSpPr txBox="1"/>
            <p:nvPr/>
          </p:nvSpPr>
          <p:spPr>
            <a:xfrm>
              <a:off x="10481" y="2680"/>
              <a:ext cx="132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/CLR</a:t>
              </a:r>
            </a:p>
          </p:txBody>
        </p:sp>
        <p:sp>
          <p:nvSpPr>
            <p:cNvPr id="202841" name="Text Box 90"/>
            <p:cNvSpPr txBox="1"/>
            <p:nvPr/>
          </p:nvSpPr>
          <p:spPr>
            <a:xfrm>
              <a:off x="10573" y="3059"/>
              <a:ext cx="1322"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p>
          </p:txBody>
        </p:sp>
        <p:sp>
          <p:nvSpPr>
            <p:cNvPr id="202842" name="Line 91"/>
            <p:cNvSpPr/>
            <p:nvPr/>
          </p:nvSpPr>
          <p:spPr>
            <a:xfrm rot="-5400000" flipH="1" flipV="1">
              <a:off x="3792" y="2872"/>
              <a:ext cx="786" cy="9"/>
            </a:xfrm>
            <a:prstGeom prst="line">
              <a:avLst/>
            </a:prstGeom>
            <a:ln w="28575" cap="flat" cmpd="sng">
              <a:solidFill>
                <a:srgbClr val="0000CC"/>
              </a:solidFill>
              <a:prstDash val="solid"/>
              <a:headEnd type="none" w="med" len="med"/>
              <a:tailEnd type="none" w="med" len="med"/>
            </a:ln>
          </p:spPr>
        </p:sp>
        <p:sp>
          <p:nvSpPr>
            <p:cNvPr id="202843" name="Line 92"/>
            <p:cNvSpPr/>
            <p:nvPr/>
          </p:nvSpPr>
          <p:spPr>
            <a:xfrm rot="-5400000" flipH="1">
              <a:off x="6414" y="2847"/>
              <a:ext cx="768" cy="5"/>
            </a:xfrm>
            <a:prstGeom prst="line">
              <a:avLst/>
            </a:prstGeom>
            <a:ln w="28575" cap="flat" cmpd="sng">
              <a:solidFill>
                <a:srgbClr val="0000CC"/>
              </a:solidFill>
              <a:prstDash val="solid"/>
              <a:headEnd type="none" w="med" len="med"/>
              <a:tailEnd type="none" w="med" len="med"/>
            </a:ln>
          </p:spPr>
        </p:sp>
        <p:sp>
          <p:nvSpPr>
            <p:cNvPr id="202844" name="Line 93"/>
            <p:cNvSpPr/>
            <p:nvPr/>
          </p:nvSpPr>
          <p:spPr>
            <a:xfrm rot="-5400000" flipH="1" flipV="1">
              <a:off x="9001" y="2889"/>
              <a:ext cx="797" cy="0"/>
            </a:xfrm>
            <a:prstGeom prst="line">
              <a:avLst/>
            </a:prstGeom>
            <a:ln w="28575" cap="flat" cmpd="sng">
              <a:solidFill>
                <a:srgbClr val="0000CC"/>
              </a:solidFill>
              <a:prstDash val="solid"/>
              <a:headEnd type="none" w="med" len="med"/>
              <a:tailEnd type="none" w="med" len="med"/>
            </a:ln>
          </p:spPr>
        </p:sp>
        <p:sp>
          <p:nvSpPr>
            <p:cNvPr id="202845" name="Oval 94"/>
            <p:cNvSpPr/>
            <p:nvPr/>
          </p:nvSpPr>
          <p:spPr>
            <a:xfrm>
              <a:off x="5727" y="647"/>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6" name="Oval 95"/>
            <p:cNvSpPr/>
            <p:nvPr/>
          </p:nvSpPr>
          <p:spPr>
            <a:xfrm>
              <a:off x="10159"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7" name="Oval 96"/>
            <p:cNvSpPr/>
            <p:nvPr/>
          </p:nvSpPr>
          <p:spPr>
            <a:xfrm>
              <a:off x="9338"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8" name="Oval 97"/>
            <p:cNvSpPr/>
            <p:nvPr/>
          </p:nvSpPr>
          <p:spPr>
            <a:xfrm>
              <a:off x="6741" y="3220"/>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49" name="Oval 98"/>
            <p:cNvSpPr/>
            <p:nvPr/>
          </p:nvSpPr>
          <p:spPr>
            <a:xfrm>
              <a:off x="7557"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0" name="Oval 99"/>
            <p:cNvSpPr/>
            <p:nvPr/>
          </p:nvSpPr>
          <p:spPr>
            <a:xfrm>
              <a:off x="7796" y="2721"/>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1" name="Oval 100"/>
            <p:cNvSpPr/>
            <p:nvPr/>
          </p:nvSpPr>
          <p:spPr>
            <a:xfrm>
              <a:off x="5194" y="2703"/>
              <a:ext cx="111"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2" name="Oval 101"/>
            <p:cNvSpPr/>
            <p:nvPr/>
          </p:nvSpPr>
          <p:spPr>
            <a:xfrm>
              <a:off x="4933" y="2902"/>
              <a:ext cx="110" cy="90"/>
            </a:xfrm>
            <a:prstGeom prst="ellipse">
              <a:avLst/>
            </a:prstGeom>
            <a:solidFill>
              <a:schemeClr val="tx1"/>
            </a:solidFill>
            <a:ln w="28575" cap="flat" cmpd="sng">
              <a:solidFill>
                <a:srgbClr val="FF0000"/>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3" name="Oval 102"/>
            <p:cNvSpPr/>
            <p:nvPr/>
          </p:nvSpPr>
          <p:spPr>
            <a:xfrm>
              <a:off x="4116" y="3205"/>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4" name="Oval 103"/>
            <p:cNvSpPr/>
            <p:nvPr/>
          </p:nvSpPr>
          <p:spPr>
            <a:xfrm>
              <a:off x="2556" y="2703"/>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5" name="Oval 104"/>
            <p:cNvSpPr/>
            <p:nvPr/>
          </p:nvSpPr>
          <p:spPr>
            <a:xfrm>
              <a:off x="463" y="628"/>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856" name="Oval 105"/>
            <p:cNvSpPr/>
            <p:nvPr/>
          </p:nvSpPr>
          <p:spPr>
            <a:xfrm>
              <a:off x="3129" y="632"/>
              <a:ext cx="11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sp>
        <p:nvSpPr>
          <p:cNvPr id="202759" name="Oval 78"/>
          <p:cNvSpPr/>
          <p:nvPr/>
        </p:nvSpPr>
        <p:spPr>
          <a:xfrm>
            <a:off x="3897313" y="2303463"/>
            <a:ext cx="98425"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0" name="Oval 78"/>
          <p:cNvSpPr/>
          <p:nvPr/>
        </p:nvSpPr>
        <p:spPr>
          <a:xfrm>
            <a:off x="5553075" y="2303463"/>
            <a:ext cx="98425"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1" name="Oval 78"/>
          <p:cNvSpPr/>
          <p:nvPr/>
        </p:nvSpPr>
        <p:spPr>
          <a:xfrm>
            <a:off x="7208838" y="2308225"/>
            <a:ext cx="98425" cy="7143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2" name="Oval 78"/>
          <p:cNvSpPr/>
          <p:nvPr/>
        </p:nvSpPr>
        <p:spPr>
          <a:xfrm>
            <a:off x="3581400" y="1992313"/>
            <a:ext cx="96838"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3" name="Oval 78"/>
          <p:cNvSpPr/>
          <p:nvPr/>
        </p:nvSpPr>
        <p:spPr>
          <a:xfrm>
            <a:off x="5253038" y="199548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4" name="Oval 78"/>
          <p:cNvSpPr/>
          <p:nvPr/>
        </p:nvSpPr>
        <p:spPr>
          <a:xfrm>
            <a:off x="1979613" y="1995488"/>
            <a:ext cx="96837"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5" name="Oval 78"/>
          <p:cNvSpPr/>
          <p:nvPr/>
        </p:nvSpPr>
        <p:spPr>
          <a:xfrm>
            <a:off x="2198688" y="2303463"/>
            <a:ext cx="98425"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2766" name="Oval 78"/>
          <p:cNvSpPr/>
          <p:nvPr/>
        </p:nvSpPr>
        <p:spPr>
          <a:xfrm>
            <a:off x="6992938" y="199548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 name="文本框 1"/>
          <p:cNvSpPr txBox="1"/>
          <p:nvPr/>
        </p:nvSpPr>
        <p:spPr>
          <a:xfrm>
            <a:off x="6732270" y="492760"/>
            <a:ext cx="2298065" cy="1076325"/>
          </a:xfrm>
          <a:prstGeom prst="rect">
            <a:avLst/>
          </a:prstGeom>
          <a:noFill/>
        </p:spPr>
        <p:txBody>
          <a:bodyPr wrap="square" rtlCol="0">
            <a:spAutoFit/>
          </a:bodyPr>
          <a:lstStyle/>
          <a:p>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3</a:t>
            </a:r>
            <a:r>
              <a:rPr lang="en-US" altLang="zh-CN" sz="1600" baseline="30000">
                <a:solidFill>
                  <a:schemeClr val="tx1"/>
                </a:solidFill>
                <a:latin typeface="华文新魏" panose="02010800040101010101" pitchFamily="2" charset="-122"/>
                <a:ea typeface="华文新魏" panose="02010800040101010101" pitchFamily="2" charset="-122"/>
              </a:rPr>
              <a:t>n+1</a:t>
            </a:r>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3</a:t>
            </a:r>
            <a:r>
              <a:rPr lang="en-US" altLang="zh-CN" sz="1600">
                <a:solidFill>
                  <a:schemeClr val="tx1"/>
                </a:solidFill>
                <a:latin typeface="华文新魏" panose="02010800040101010101" pitchFamily="2" charset="-122"/>
                <a:ea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baseline="30000">
                <a:solidFill>
                  <a:schemeClr val="tx1"/>
                </a:solidFill>
                <a:latin typeface="华文新魏" panose="02010800040101010101" pitchFamily="2" charset="-122"/>
                <a:ea typeface="华文新魏" panose="02010800040101010101" pitchFamily="2" charset="-122"/>
                <a:sym typeface="+mn-ea"/>
              </a:rPr>
              <a:t>n+1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endParaRPr lang="en-US" altLang="zh-CN" sz="1600">
              <a:solidFill>
                <a:schemeClr val="tx1"/>
              </a:solidFill>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2755"/>
                                        </p:tgtEl>
                                        <p:attrNameLst>
                                          <p:attrName>style.visibility</p:attrName>
                                        </p:attrNameLst>
                                      </p:cBhvr>
                                      <p:to>
                                        <p:strVal val="visible"/>
                                      </p:to>
                                    </p:set>
                                    <p:anim calcmode="lin" valueType="num">
                                      <p:cBhvr additive="base">
                                        <p:cTn id="7" dur="500" fill="hold"/>
                                        <p:tgtEl>
                                          <p:spTgt spid="202755"/>
                                        </p:tgtEl>
                                        <p:attrNameLst>
                                          <p:attrName>ppt_x</p:attrName>
                                        </p:attrNameLst>
                                      </p:cBhvr>
                                      <p:tavLst>
                                        <p:tav tm="0">
                                          <p:val>
                                            <p:strVal val="#ppt_x"/>
                                          </p:val>
                                        </p:tav>
                                        <p:tav tm="100000">
                                          <p:val>
                                            <p:strVal val="#ppt_x"/>
                                          </p:val>
                                        </p:tav>
                                      </p:tavLst>
                                    </p:anim>
                                    <p:anim calcmode="lin" valueType="num">
                                      <p:cBhvr additive="base">
                                        <p:cTn id="8" dur="500" fill="hold"/>
                                        <p:tgtEl>
                                          <p:spTgt spid="20275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2756"/>
                                        </p:tgtEl>
                                        <p:attrNameLst>
                                          <p:attrName>style.visibility</p:attrName>
                                        </p:attrNameLst>
                                      </p:cBhvr>
                                      <p:to>
                                        <p:strVal val="visible"/>
                                      </p:to>
                                    </p:set>
                                    <p:anim calcmode="lin" valueType="num">
                                      <p:cBhvr additive="base">
                                        <p:cTn id="13" dur="500" fill="hold"/>
                                        <p:tgtEl>
                                          <p:spTgt spid="202756"/>
                                        </p:tgtEl>
                                        <p:attrNameLst>
                                          <p:attrName>ppt_x</p:attrName>
                                        </p:attrNameLst>
                                      </p:cBhvr>
                                      <p:tavLst>
                                        <p:tav tm="0">
                                          <p:val>
                                            <p:strVal val="#ppt_x"/>
                                          </p:val>
                                        </p:tav>
                                        <p:tav tm="100000">
                                          <p:val>
                                            <p:strVal val="#ppt_x"/>
                                          </p:val>
                                        </p:tav>
                                      </p:tavLst>
                                    </p:anim>
                                    <p:anim calcmode="lin" valueType="num">
                                      <p:cBhvr additive="base">
                                        <p:cTn id="14" dur="500" fill="hold"/>
                                        <p:tgtEl>
                                          <p:spTgt spid="20275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2757"/>
                                        </p:tgtEl>
                                        <p:attrNameLst>
                                          <p:attrName>style.visibility</p:attrName>
                                        </p:attrNameLst>
                                      </p:cBhvr>
                                      <p:to>
                                        <p:strVal val="visible"/>
                                      </p:to>
                                    </p:set>
                                    <p:anim calcmode="lin" valueType="num">
                                      <p:cBhvr additive="base">
                                        <p:cTn id="17" dur="500" fill="hold"/>
                                        <p:tgtEl>
                                          <p:spTgt spid="202757"/>
                                        </p:tgtEl>
                                        <p:attrNameLst>
                                          <p:attrName>ppt_x</p:attrName>
                                        </p:attrNameLst>
                                      </p:cBhvr>
                                      <p:tavLst>
                                        <p:tav tm="0">
                                          <p:val>
                                            <p:strVal val="#ppt_x"/>
                                          </p:val>
                                        </p:tav>
                                        <p:tav tm="100000">
                                          <p:val>
                                            <p:strVal val="#ppt_x"/>
                                          </p:val>
                                        </p:tav>
                                      </p:tavLst>
                                    </p:anim>
                                    <p:anim calcmode="lin" valueType="num">
                                      <p:cBhvr additive="base">
                                        <p:cTn id="18" dur="500" fill="hold"/>
                                        <p:tgtEl>
                                          <p:spTgt spid="202757"/>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02758"/>
                                        </p:tgtEl>
                                        <p:attrNameLst>
                                          <p:attrName>style.visibility</p:attrName>
                                        </p:attrNameLst>
                                      </p:cBhvr>
                                      <p:to>
                                        <p:strVal val="visible"/>
                                      </p:to>
                                    </p:set>
                                    <p:anim calcmode="lin" valueType="num">
                                      <p:cBhvr additive="base">
                                        <p:cTn id="21" dur="500" fill="hold"/>
                                        <p:tgtEl>
                                          <p:spTgt spid="202758"/>
                                        </p:tgtEl>
                                        <p:attrNameLst>
                                          <p:attrName>ppt_x</p:attrName>
                                        </p:attrNameLst>
                                      </p:cBhvr>
                                      <p:tavLst>
                                        <p:tav tm="0">
                                          <p:val>
                                            <p:strVal val="#ppt_x"/>
                                          </p:val>
                                        </p:tav>
                                        <p:tav tm="100000">
                                          <p:val>
                                            <p:strVal val="#ppt_x"/>
                                          </p:val>
                                        </p:tav>
                                      </p:tavLst>
                                    </p:anim>
                                    <p:anim calcmode="lin" valueType="num">
                                      <p:cBhvr additive="base">
                                        <p:cTn id="22" dur="500" fill="hold"/>
                                        <p:tgtEl>
                                          <p:spTgt spid="202758"/>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2759"/>
                                        </p:tgtEl>
                                        <p:attrNameLst>
                                          <p:attrName>style.visibility</p:attrName>
                                        </p:attrNameLst>
                                      </p:cBhvr>
                                      <p:to>
                                        <p:strVal val="visible"/>
                                      </p:to>
                                    </p:set>
                                    <p:anim calcmode="lin" valueType="num">
                                      <p:cBhvr additive="base">
                                        <p:cTn id="25" dur="500" fill="hold"/>
                                        <p:tgtEl>
                                          <p:spTgt spid="202759"/>
                                        </p:tgtEl>
                                        <p:attrNameLst>
                                          <p:attrName>ppt_x</p:attrName>
                                        </p:attrNameLst>
                                      </p:cBhvr>
                                      <p:tavLst>
                                        <p:tav tm="0">
                                          <p:val>
                                            <p:strVal val="#ppt_x"/>
                                          </p:val>
                                        </p:tav>
                                        <p:tav tm="100000">
                                          <p:val>
                                            <p:strVal val="#ppt_x"/>
                                          </p:val>
                                        </p:tav>
                                      </p:tavLst>
                                    </p:anim>
                                    <p:anim calcmode="lin" valueType="num">
                                      <p:cBhvr additive="base">
                                        <p:cTn id="26" dur="500" fill="hold"/>
                                        <p:tgtEl>
                                          <p:spTgt spid="202759"/>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202760"/>
                                        </p:tgtEl>
                                        <p:attrNameLst>
                                          <p:attrName>style.visibility</p:attrName>
                                        </p:attrNameLst>
                                      </p:cBhvr>
                                      <p:to>
                                        <p:strVal val="visible"/>
                                      </p:to>
                                    </p:set>
                                    <p:anim calcmode="lin" valueType="num">
                                      <p:cBhvr additive="base">
                                        <p:cTn id="29" dur="500" fill="hold"/>
                                        <p:tgtEl>
                                          <p:spTgt spid="202760"/>
                                        </p:tgtEl>
                                        <p:attrNameLst>
                                          <p:attrName>ppt_x</p:attrName>
                                        </p:attrNameLst>
                                      </p:cBhvr>
                                      <p:tavLst>
                                        <p:tav tm="0">
                                          <p:val>
                                            <p:strVal val="#ppt_x"/>
                                          </p:val>
                                        </p:tav>
                                        <p:tav tm="100000">
                                          <p:val>
                                            <p:strVal val="#ppt_x"/>
                                          </p:val>
                                        </p:tav>
                                      </p:tavLst>
                                    </p:anim>
                                    <p:anim calcmode="lin" valueType="num">
                                      <p:cBhvr additive="base">
                                        <p:cTn id="30" dur="500" fill="hold"/>
                                        <p:tgtEl>
                                          <p:spTgt spid="20276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202761"/>
                                        </p:tgtEl>
                                        <p:attrNameLst>
                                          <p:attrName>style.visibility</p:attrName>
                                        </p:attrNameLst>
                                      </p:cBhvr>
                                      <p:to>
                                        <p:strVal val="visible"/>
                                      </p:to>
                                    </p:set>
                                    <p:anim calcmode="lin" valueType="num">
                                      <p:cBhvr additive="base">
                                        <p:cTn id="33" dur="500" fill="hold"/>
                                        <p:tgtEl>
                                          <p:spTgt spid="202761"/>
                                        </p:tgtEl>
                                        <p:attrNameLst>
                                          <p:attrName>ppt_x</p:attrName>
                                        </p:attrNameLst>
                                      </p:cBhvr>
                                      <p:tavLst>
                                        <p:tav tm="0">
                                          <p:val>
                                            <p:strVal val="#ppt_x"/>
                                          </p:val>
                                        </p:tav>
                                        <p:tav tm="100000">
                                          <p:val>
                                            <p:strVal val="#ppt_x"/>
                                          </p:val>
                                        </p:tav>
                                      </p:tavLst>
                                    </p:anim>
                                    <p:anim calcmode="lin" valueType="num">
                                      <p:cBhvr additive="base">
                                        <p:cTn id="34" dur="500" fill="hold"/>
                                        <p:tgtEl>
                                          <p:spTgt spid="202761"/>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02762"/>
                                        </p:tgtEl>
                                        <p:attrNameLst>
                                          <p:attrName>style.visibility</p:attrName>
                                        </p:attrNameLst>
                                      </p:cBhvr>
                                      <p:to>
                                        <p:strVal val="visible"/>
                                      </p:to>
                                    </p:set>
                                    <p:anim calcmode="lin" valueType="num">
                                      <p:cBhvr additive="base">
                                        <p:cTn id="37" dur="500" fill="hold"/>
                                        <p:tgtEl>
                                          <p:spTgt spid="202762"/>
                                        </p:tgtEl>
                                        <p:attrNameLst>
                                          <p:attrName>ppt_x</p:attrName>
                                        </p:attrNameLst>
                                      </p:cBhvr>
                                      <p:tavLst>
                                        <p:tav tm="0">
                                          <p:val>
                                            <p:strVal val="#ppt_x"/>
                                          </p:val>
                                        </p:tav>
                                        <p:tav tm="100000">
                                          <p:val>
                                            <p:strVal val="#ppt_x"/>
                                          </p:val>
                                        </p:tav>
                                      </p:tavLst>
                                    </p:anim>
                                    <p:anim calcmode="lin" valueType="num">
                                      <p:cBhvr additive="base">
                                        <p:cTn id="38" dur="500" fill="hold"/>
                                        <p:tgtEl>
                                          <p:spTgt spid="20276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02763"/>
                                        </p:tgtEl>
                                        <p:attrNameLst>
                                          <p:attrName>style.visibility</p:attrName>
                                        </p:attrNameLst>
                                      </p:cBhvr>
                                      <p:to>
                                        <p:strVal val="visible"/>
                                      </p:to>
                                    </p:set>
                                    <p:anim calcmode="lin" valueType="num">
                                      <p:cBhvr additive="base">
                                        <p:cTn id="41" dur="500" fill="hold"/>
                                        <p:tgtEl>
                                          <p:spTgt spid="202763"/>
                                        </p:tgtEl>
                                        <p:attrNameLst>
                                          <p:attrName>ppt_x</p:attrName>
                                        </p:attrNameLst>
                                      </p:cBhvr>
                                      <p:tavLst>
                                        <p:tav tm="0">
                                          <p:val>
                                            <p:strVal val="#ppt_x"/>
                                          </p:val>
                                        </p:tav>
                                        <p:tav tm="100000">
                                          <p:val>
                                            <p:strVal val="#ppt_x"/>
                                          </p:val>
                                        </p:tav>
                                      </p:tavLst>
                                    </p:anim>
                                    <p:anim calcmode="lin" valueType="num">
                                      <p:cBhvr additive="base">
                                        <p:cTn id="42" dur="500" fill="hold"/>
                                        <p:tgtEl>
                                          <p:spTgt spid="20276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02764"/>
                                        </p:tgtEl>
                                        <p:attrNameLst>
                                          <p:attrName>style.visibility</p:attrName>
                                        </p:attrNameLst>
                                      </p:cBhvr>
                                      <p:to>
                                        <p:strVal val="visible"/>
                                      </p:to>
                                    </p:set>
                                    <p:anim calcmode="lin" valueType="num">
                                      <p:cBhvr additive="base">
                                        <p:cTn id="45" dur="500" fill="hold"/>
                                        <p:tgtEl>
                                          <p:spTgt spid="202764"/>
                                        </p:tgtEl>
                                        <p:attrNameLst>
                                          <p:attrName>ppt_x</p:attrName>
                                        </p:attrNameLst>
                                      </p:cBhvr>
                                      <p:tavLst>
                                        <p:tav tm="0">
                                          <p:val>
                                            <p:strVal val="#ppt_x"/>
                                          </p:val>
                                        </p:tav>
                                        <p:tav tm="100000">
                                          <p:val>
                                            <p:strVal val="#ppt_x"/>
                                          </p:val>
                                        </p:tav>
                                      </p:tavLst>
                                    </p:anim>
                                    <p:anim calcmode="lin" valueType="num">
                                      <p:cBhvr additive="base">
                                        <p:cTn id="46" dur="500" fill="hold"/>
                                        <p:tgtEl>
                                          <p:spTgt spid="20276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02765"/>
                                        </p:tgtEl>
                                        <p:attrNameLst>
                                          <p:attrName>style.visibility</p:attrName>
                                        </p:attrNameLst>
                                      </p:cBhvr>
                                      <p:to>
                                        <p:strVal val="visible"/>
                                      </p:to>
                                    </p:set>
                                    <p:anim calcmode="lin" valueType="num">
                                      <p:cBhvr additive="base">
                                        <p:cTn id="49" dur="500" fill="hold"/>
                                        <p:tgtEl>
                                          <p:spTgt spid="202765"/>
                                        </p:tgtEl>
                                        <p:attrNameLst>
                                          <p:attrName>ppt_x</p:attrName>
                                        </p:attrNameLst>
                                      </p:cBhvr>
                                      <p:tavLst>
                                        <p:tav tm="0">
                                          <p:val>
                                            <p:strVal val="#ppt_x"/>
                                          </p:val>
                                        </p:tav>
                                        <p:tav tm="100000">
                                          <p:val>
                                            <p:strVal val="#ppt_x"/>
                                          </p:val>
                                        </p:tav>
                                      </p:tavLst>
                                    </p:anim>
                                    <p:anim calcmode="lin" valueType="num">
                                      <p:cBhvr additive="base">
                                        <p:cTn id="50" dur="500" fill="hold"/>
                                        <p:tgtEl>
                                          <p:spTgt spid="20276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02766"/>
                                        </p:tgtEl>
                                        <p:attrNameLst>
                                          <p:attrName>style.visibility</p:attrName>
                                        </p:attrNameLst>
                                      </p:cBhvr>
                                      <p:to>
                                        <p:strVal val="visible"/>
                                      </p:to>
                                    </p:set>
                                    <p:anim calcmode="lin" valueType="num">
                                      <p:cBhvr additive="base">
                                        <p:cTn id="53" dur="500" fill="hold"/>
                                        <p:tgtEl>
                                          <p:spTgt spid="202766"/>
                                        </p:tgtEl>
                                        <p:attrNameLst>
                                          <p:attrName>ppt_x</p:attrName>
                                        </p:attrNameLst>
                                      </p:cBhvr>
                                      <p:tavLst>
                                        <p:tav tm="0">
                                          <p:val>
                                            <p:strVal val="#ppt_x"/>
                                          </p:val>
                                        </p:tav>
                                        <p:tav tm="100000">
                                          <p:val>
                                            <p:strVal val="#ppt_x"/>
                                          </p:val>
                                        </p:tav>
                                      </p:tavLst>
                                    </p:anim>
                                    <p:anim calcmode="lin" valueType="num">
                                      <p:cBhvr additive="base">
                                        <p:cTn id="54" dur="500" fill="hold"/>
                                        <p:tgtEl>
                                          <p:spTgt spid="202766"/>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6" grpId="0"/>
      <p:bldP spid="202759" grpId="0" animBg="1"/>
      <p:bldP spid="202760" grpId="0" animBg="1"/>
      <p:bldP spid="202761" grpId="0" animBg="1"/>
      <p:bldP spid="202762" grpId="0" animBg="1"/>
      <p:bldP spid="202763" grpId="0" animBg="1"/>
      <p:bldP spid="202764" grpId="0" animBg="1"/>
      <p:bldP spid="202765" grpId="0" animBg="1"/>
      <p:bldP spid="202766" grpId="0" animBg="1"/>
      <p:bldP spid="2" grpId="0"/>
      <p:bldP spid="2"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p:cNvSpPr>
          <p:nvPr>
            <p:ph type="title"/>
          </p:nvPr>
        </p:nvSpPr>
        <p:spPr>
          <a:xfrm>
            <a:off x="2281238" y="685800"/>
            <a:ext cx="4244975" cy="62865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四输出移位型节拍分配器的波形图</a:t>
            </a:r>
          </a:p>
        </p:txBody>
      </p:sp>
      <p:grpSp>
        <p:nvGrpSpPr>
          <p:cNvPr id="203779" name="Group 332"/>
          <p:cNvGrpSpPr/>
          <p:nvPr/>
        </p:nvGrpSpPr>
        <p:grpSpPr>
          <a:xfrm>
            <a:off x="2020888" y="1843088"/>
            <a:ext cx="5045075" cy="203200"/>
            <a:chOff x="0" y="0"/>
            <a:chExt cx="3178" cy="170"/>
          </a:xfrm>
        </p:grpSpPr>
        <p:sp>
          <p:nvSpPr>
            <p:cNvPr id="203838" name="Line 9"/>
            <p:cNvSpPr/>
            <p:nvPr/>
          </p:nvSpPr>
          <p:spPr>
            <a:xfrm>
              <a:off x="0" y="170"/>
              <a:ext cx="408" cy="0"/>
            </a:xfrm>
            <a:prstGeom prst="line">
              <a:avLst/>
            </a:prstGeom>
            <a:ln w="28575" cap="flat" cmpd="sng">
              <a:solidFill>
                <a:schemeClr val="tx1"/>
              </a:solidFill>
              <a:prstDash val="solid"/>
              <a:headEnd type="none" w="med" len="med"/>
              <a:tailEnd type="none" w="med" len="med"/>
            </a:ln>
          </p:spPr>
        </p:sp>
        <p:sp>
          <p:nvSpPr>
            <p:cNvPr id="203839" name="Line 10"/>
            <p:cNvSpPr/>
            <p:nvPr/>
          </p:nvSpPr>
          <p:spPr>
            <a:xfrm>
              <a:off x="415" y="0"/>
              <a:ext cx="175" cy="0"/>
            </a:xfrm>
            <a:prstGeom prst="line">
              <a:avLst/>
            </a:prstGeom>
            <a:ln w="28575" cap="flat" cmpd="sng">
              <a:solidFill>
                <a:schemeClr val="tx1"/>
              </a:solidFill>
              <a:prstDash val="solid"/>
              <a:headEnd type="none" w="med" len="med"/>
              <a:tailEnd type="none" w="med" len="med"/>
            </a:ln>
          </p:spPr>
        </p:sp>
        <p:sp>
          <p:nvSpPr>
            <p:cNvPr id="203840" name="Line 11"/>
            <p:cNvSpPr/>
            <p:nvPr/>
          </p:nvSpPr>
          <p:spPr>
            <a:xfrm>
              <a:off x="415" y="0"/>
              <a:ext cx="0" cy="166"/>
            </a:xfrm>
            <a:prstGeom prst="line">
              <a:avLst/>
            </a:prstGeom>
            <a:ln w="28575" cap="flat" cmpd="sng">
              <a:solidFill>
                <a:schemeClr val="tx1"/>
              </a:solidFill>
              <a:prstDash val="solid"/>
              <a:headEnd type="none" w="med" len="med"/>
              <a:tailEnd type="none" w="med" len="med"/>
            </a:ln>
          </p:spPr>
        </p:sp>
        <p:sp>
          <p:nvSpPr>
            <p:cNvPr id="203841" name="Line 12"/>
            <p:cNvSpPr/>
            <p:nvPr/>
          </p:nvSpPr>
          <p:spPr>
            <a:xfrm>
              <a:off x="590" y="0"/>
              <a:ext cx="0" cy="166"/>
            </a:xfrm>
            <a:prstGeom prst="line">
              <a:avLst/>
            </a:prstGeom>
            <a:ln w="28575" cap="flat" cmpd="sng">
              <a:solidFill>
                <a:schemeClr val="tx1"/>
              </a:solidFill>
              <a:prstDash val="solid"/>
              <a:headEnd type="none" w="med" len="med"/>
              <a:tailEnd type="none" w="med" len="med"/>
            </a:ln>
          </p:spPr>
        </p:sp>
        <p:sp>
          <p:nvSpPr>
            <p:cNvPr id="203842" name="Line 14"/>
            <p:cNvSpPr/>
            <p:nvPr/>
          </p:nvSpPr>
          <p:spPr>
            <a:xfrm>
              <a:off x="590" y="166"/>
              <a:ext cx="175" cy="0"/>
            </a:xfrm>
            <a:prstGeom prst="line">
              <a:avLst/>
            </a:prstGeom>
            <a:ln w="28575" cap="flat" cmpd="sng">
              <a:solidFill>
                <a:schemeClr val="tx1"/>
              </a:solidFill>
              <a:prstDash val="solid"/>
              <a:headEnd type="none" w="med" len="med"/>
              <a:tailEnd type="none" w="med" len="med"/>
            </a:ln>
          </p:spPr>
        </p:sp>
        <p:sp>
          <p:nvSpPr>
            <p:cNvPr id="203843" name="Line 15"/>
            <p:cNvSpPr/>
            <p:nvPr/>
          </p:nvSpPr>
          <p:spPr>
            <a:xfrm>
              <a:off x="759" y="0"/>
              <a:ext cx="175" cy="0"/>
            </a:xfrm>
            <a:prstGeom prst="line">
              <a:avLst/>
            </a:prstGeom>
            <a:ln w="28575" cap="flat" cmpd="sng">
              <a:solidFill>
                <a:schemeClr val="tx1"/>
              </a:solidFill>
              <a:prstDash val="solid"/>
              <a:headEnd type="none" w="med" len="med"/>
              <a:tailEnd type="none" w="med" len="med"/>
            </a:ln>
          </p:spPr>
        </p:sp>
        <p:sp>
          <p:nvSpPr>
            <p:cNvPr id="203844" name="Line 16"/>
            <p:cNvSpPr/>
            <p:nvPr/>
          </p:nvSpPr>
          <p:spPr>
            <a:xfrm>
              <a:off x="759" y="0"/>
              <a:ext cx="0" cy="166"/>
            </a:xfrm>
            <a:prstGeom prst="line">
              <a:avLst/>
            </a:prstGeom>
            <a:ln w="28575" cap="flat" cmpd="sng">
              <a:solidFill>
                <a:schemeClr val="tx1"/>
              </a:solidFill>
              <a:prstDash val="solid"/>
              <a:headEnd type="none" w="med" len="med"/>
              <a:tailEnd type="none" w="med" len="med"/>
            </a:ln>
          </p:spPr>
        </p:sp>
        <p:sp>
          <p:nvSpPr>
            <p:cNvPr id="203845" name="Line 17"/>
            <p:cNvSpPr/>
            <p:nvPr/>
          </p:nvSpPr>
          <p:spPr>
            <a:xfrm>
              <a:off x="934" y="0"/>
              <a:ext cx="0" cy="166"/>
            </a:xfrm>
            <a:prstGeom prst="line">
              <a:avLst/>
            </a:prstGeom>
            <a:ln w="28575" cap="flat" cmpd="sng">
              <a:solidFill>
                <a:schemeClr val="tx1"/>
              </a:solidFill>
              <a:prstDash val="solid"/>
              <a:headEnd type="none" w="med" len="med"/>
              <a:tailEnd type="none" w="med" len="med"/>
            </a:ln>
          </p:spPr>
        </p:sp>
        <p:sp>
          <p:nvSpPr>
            <p:cNvPr id="203846" name="Line 20"/>
            <p:cNvSpPr/>
            <p:nvPr/>
          </p:nvSpPr>
          <p:spPr>
            <a:xfrm>
              <a:off x="939" y="166"/>
              <a:ext cx="175" cy="0"/>
            </a:xfrm>
            <a:prstGeom prst="line">
              <a:avLst/>
            </a:prstGeom>
            <a:ln w="28575" cap="flat" cmpd="sng">
              <a:solidFill>
                <a:schemeClr val="tx1"/>
              </a:solidFill>
              <a:prstDash val="solid"/>
              <a:headEnd type="none" w="med" len="med"/>
              <a:tailEnd type="none" w="med" len="med"/>
            </a:ln>
          </p:spPr>
        </p:sp>
        <p:sp>
          <p:nvSpPr>
            <p:cNvPr id="203847" name="Line 21"/>
            <p:cNvSpPr/>
            <p:nvPr/>
          </p:nvSpPr>
          <p:spPr>
            <a:xfrm>
              <a:off x="1108" y="0"/>
              <a:ext cx="175" cy="0"/>
            </a:xfrm>
            <a:prstGeom prst="line">
              <a:avLst/>
            </a:prstGeom>
            <a:ln w="28575" cap="flat" cmpd="sng">
              <a:solidFill>
                <a:schemeClr val="tx1"/>
              </a:solidFill>
              <a:prstDash val="solid"/>
              <a:headEnd type="none" w="med" len="med"/>
              <a:tailEnd type="none" w="med" len="med"/>
            </a:ln>
          </p:spPr>
        </p:sp>
        <p:sp>
          <p:nvSpPr>
            <p:cNvPr id="203848" name="Line 22"/>
            <p:cNvSpPr/>
            <p:nvPr/>
          </p:nvSpPr>
          <p:spPr>
            <a:xfrm>
              <a:off x="1108" y="0"/>
              <a:ext cx="0" cy="166"/>
            </a:xfrm>
            <a:prstGeom prst="line">
              <a:avLst/>
            </a:prstGeom>
            <a:ln w="28575" cap="flat" cmpd="sng">
              <a:solidFill>
                <a:schemeClr val="tx1"/>
              </a:solidFill>
              <a:prstDash val="solid"/>
              <a:headEnd type="none" w="med" len="med"/>
              <a:tailEnd type="none" w="med" len="med"/>
            </a:ln>
          </p:spPr>
        </p:sp>
        <p:sp>
          <p:nvSpPr>
            <p:cNvPr id="203849" name="Line 23"/>
            <p:cNvSpPr/>
            <p:nvPr/>
          </p:nvSpPr>
          <p:spPr>
            <a:xfrm>
              <a:off x="1283" y="0"/>
              <a:ext cx="0" cy="166"/>
            </a:xfrm>
            <a:prstGeom prst="line">
              <a:avLst/>
            </a:prstGeom>
            <a:ln w="28575" cap="flat" cmpd="sng">
              <a:solidFill>
                <a:schemeClr val="tx1"/>
              </a:solidFill>
              <a:prstDash val="solid"/>
              <a:headEnd type="none" w="med" len="med"/>
              <a:tailEnd type="none" w="med" len="med"/>
            </a:ln>
          </p:spPr>
        </p:sp>
        <p:sp>
          <p:nvSpPr>
            <p:cNvPr id="203850" name="Line 25"/>
            <p:cNvSpPr/>
            <p:nvPr/>
          </p:nvSpPr>
          <p:spPr>
            <a:xfrm>
              <a:off x="1283" y="166"/>
              <a:ext cx="175" cy="0"/>
            </a:xfrm>
            <a:prstGeom prst="line">
              <a:avLst/>
            </a:prstGeom>
            <a:ln w="28575" cap="flat" cmpd="sng">
              <a:solidFill>
                <a:schemeClr val="tx1"/>
              </a:solidFill>
              <a:prstDash val="solid"/>
              <a:headEnd type="none" w="med" len="med"/>
              <a:tailEnd type="none" w="med" len="med"/>
            </a:ln>
          </p:spPr>
        </p:sp>
        <p:sp>
          <p:nvSpPr>
            <p:cNvPr id="203851" name="Line 26"/>
            <p:cNvSpPr/>
            <p:nvPr/>
          </p:nvSpPr>
          <p:spPr>
            <a:xfrm>
              <a:off x="1452" y="0"/>
              <a:ext cx="175" cy="0"/>
            </a:xfrm>
            <a:prstGeom prst="line">
              <a:avLst/>
            </a:prstGeom>
            <a:ln w="28575" cap="flat" cmpd="sng">
              <a:solidFill>
                <a:schemeClr val="tx1"/>
              </a:solidFill>
              <a:prstDash val="solid"/>
              <a:headEnd type="none" w="med" len="med"/>
              <a:tailEnd type="none" w="med" len="med"/>
            </a:ln>
          </p:spPr>
        </p:sp>
        <p:sp>
          <p:nvSpPr>
            <p:cNvPr id="203852" name="Line 27"/>
            <p:cNvSpPr/>
            <p:nvPr/>
          </p:nvSpPr>
          <p:spPr>
            <a:xfrm>
              <a:off x="1452" y="0"/>
              <a:ext cx="0" cy="166"/>
            </a:xfrm>
            <a:prstGeom prst="line">
              <a:avLst/>
            </a:prstGeom>
            <a:ln w="28575" cap="flat" cmpd="sng">
              <a:solidFill>
                <a:schemeClr val="tx1"/>
              </a:solidFill>
              <a:prstDash val="solid"/>
              <a:headEnd type="none" w="med" len="med"/>
              <a:tailEnd type="none" w="med" len="med"/>
            </a:ln>
          </p:spPr>
        </p:sp>
        <p:sp>
          <p:nvSpPr>
            <p:cNvPr id="203853" name="Line 28"/>
            <p:cNvSpPr/>
            <p:nvPr/>
          </p:nvSpPr>
          <p:spPr>
            <a:xfrm>
              <a:off x="1627" y="0"/>
              <a:ext cx="0" cy="166"/>
            </a:xfrm>
            <a:prstGeom prst="line">
              <a:avLst/>
            </a:prstGeom>
            <a:ln w="28575" cap="flat" cmpd="sng">
              <a:solidFill>
                <a:schemeClr val="tx1"/>
              </a:solidFill>
              <a:prstDash val="solid"/>
              <a:headEnd type="none" w="med" len="med"/>
              <a:tailEnd type="none" w="med" len="med"/>
            </a:ln>
          </p:spPr>
        </p:sp>
        <p:sp>
          <p:nvSpPr>
            <p:cNvPr id="203854" name="Line 32"/>
            <p:cNvSpPr/>
            <p:nvPr/>
          </p:nvSpPr>
          <p:spPr>
            <a:xfrm>
              <a:off x="1622" y="166"/>
              <a:ext cx="175" cy="0"/>
            </a:xfrm>
            <a:prstGeom prst="line">
              <a:avLst/>
            </a:prstGeom>
            <a:ln w="28575" cap="flat" cmpd="sng">
              <a:solidFill>
                <a:schemeClr val="tx1"/>
              </a:solidFill>
              <a:prstDash val="solid"/>
              <a:headEnd type="none" w="med" len="med"/>
              <a:tailEnd type="none" w="med" len="med"/>
            </a:ln>
          </p:spPr>
        </p:sp>
        <p:sp>
          <p:nvSpPr>
            <p:cNvPr id="203855" name="Line 33"/>
            <p:cNvSpPr/>
            <p:nvPr/>
          </p:nvSpPr>
          <p:spPr>
            <a:xfrm>
              <a:off x="1791" y="0"/>
              <a:ext cx="175" cy="0"/>
            </a:xfrm>
            <a:prstGeom prst="line">
              <a:avLst/>
            </a:prstGeom>
            <a:ln w="28575" cap="flat" cmpd="sng">
              <a:solidFill>
                <a:schemeClr val="tx1"/>
              </a:solidFill>
              <a:prstDash val="solid"/>
              <a:headEnd type="none" w="med" len="med"/>
              <a:tailEnd type="none" w="med" len="med"/>
            </a:ln>
          </p:spPr>
        </p:sp>
        <p:sp>
          <p:nvSpPr>
            <p:cNvPr id="203856" name="Line 34"/>
            <p:cNvSpPr/>
            <p:nvPr/>
          </p:nvSpPr>
          <p:spPr>
            <a:xfrm>
              <a:off x="1791" y="0"/>
              <a:ext cx="0" cy="166"/>
            </a:xfrm>
            <a:prstGeom prst="line">
              <a:avLst/>
            </a:prstGeom>
            <a:ln w="28575" cap="flat" cmpd="sng">
              <a:solidFill>
                <a:schemeClr val="tx1"/>
              </a:solidFill>
              <a:prstDash val="solid"/>
              <a:headEnd type="none" w="med" len="med"/>
              <a:tailEnd type="none" w="med" len="med"/>
            </a:ln>
          </p:spPr>
        </p:sp>
        <p:sp>
          <p:nvSpPr>
            <p:cNvPr id="203857" name="Line 35"/>
            <p:cNvSpPr/>
            <p:nvPr/>
          </p:nvSpPr>
          <p:spPr>
            <a:xfrm>
              <a:off x="1966" y="0"/>
              <a:ext cx="0" cy="166"/>
            </a:xfrm>
            <a:prstGeom prst="line">
              <a:avLst/>
            </a:prstGeom>
            <a:ln w="28575" cap="flat" cmpd="sng">
              <a:solidFill>
                <a:schemeClr val="tx1"/>
              </a:solidFill>
              <a:prstDash val="solid"/>
              <a:headEnd type="none" w="med" len="med"/>
              <a:tailEnd type="none" w="med" len="med"/>
            </a:ln>
          </p:spPr>
        </p:sp>
        <p:sp>
          <p:nvSpPr>
            <p:cNvPr id="203858" name="Line 37"/>
            <p:cNvSpPr/>
            <p:nvPr/>
          </p:nvSpPr>
          <p:spPr>
            <a:xfrm>
              <a:off x="1966" y="166"/>
              <a:ext cx="175" cy="0"/>
            </a:xfrm>
            <a:prstGeom prst="line">
              <a:avLst/>
            </a:prstGeom>
            <a:ln w="28575" cap="flat" cmpd="sng">
              <a:solidFill>
                <a:schemeClr val="tx1"/>
              </a:solidFill>
              <a:prstDash val="solid"/>
              <a:headEnd type="none" w="med" len="med"/>
              <a:tailEnd type="none" w="med" len="med"/>
            </a:ln>
          </p:spPr>
        </p:sp>
        <p:sp>
          <p:nvSpPr>
            <p:cNvPr id="203859" name="Line 38"/>
            <p:cNvSpPr/>
            <p:nvPr/>
          </p:nvSpPr>
          <p:spPr>
            <a:xfrm>
              <a:off x="2135" y="0"/>
              <a:ext cx="175" cy="0"/>
            </a:xfrm>
            <a:prstGeom prst="line">
              <a:avLst/>
            </a:prstGeom>
            <a:ln w="28575" cap="flat" cmpd="sng">
              <a:solidFill>
                <a:schemeClr val="tx1"/>
              </a:solidFill>
              <a:prstDash val="solid"/>
              <a:headEnd type="none" w="med" len="med"/>
              <a:tailEnd type="none" w="med" len="med"/>
            </a:ln>
          </p:spPr>
        </p:sp>
        <p:sp>
          <p:nvSpPr>
            <p:cNvPr id="203860" name="Line 39"/>
            <p:cNvSpPr/>
            <p:nvPr/>
          </p:nvSpPr>
          <p:spPr>
            <a:xfrm>
              <a:off x="2135" y="0"/>
              <a:ext cx="0" cy="166"/>
            </a:xfrm>
            <a:prstGeom prst="line">
              <a:avLst/>
            </a:prstGeom>
            <a:ln w="28575" cap="flat" cmpd="sng">
              <a:solidFill>
                <a:schemeClr val="tx1"/>
              </a:solidFill>
              <a:prstDash val="solid"/>
              <a:headEnd type="none" w="med" len="med"/>
              <a:tailEnd type="none" w="med" len="med"/>
            </a:ln>
          </p:spPr>
        </p:sp>
        <p:sp>
          <p:nvSpPr>
            <p:cNvPr id="203861" name="Line 40"/>
            <p:cNvSpPr/>
            <p:nvPr/>
          </p:nvSpPr>
          <p:spPr>
            <a:xfrm>
              <a:off x="2310" y="0"/>
              <a:ext cx="0" cy="166"/>
            </a:xfrm>
            <a:prstGeom prst="line">
              <a:avLst/>
            </a:prstGeom>
            <a:ln w="28575" cap="flat" cmpd="sng">
              <a:solidFill>
                <a:schemeClr val="tx1"/>
              </a:solidFill>
              <a:prstDash val="solid"/>
              <a:headEnd type="none" w="med" len="med"/>
              <a:tailEnd type="none" w="med" len="med"/>
            </a:ln>
          </p:spPr>
        </p:sp>
        <p:sp>
          <p:nvSpPr>
            <p:cNvPr id="203862" name="Line 43"/>
            <p:cNvSpPr/>
            <p:nvPr/>
          </p:nvSpPr>
          <p:spPr>
            <a:xfrm>
              <a:off x="2315" y="166"/>
              <a:ext cx="175" cy="0"/>
            </a:xfrm>
            <a:prstGeom prst="line">
              <a:avLst/>
            </a:prstGeom>
            <a:ln w="28575" cap="flat" cmpd="sng">
              <a:solidFill>
                <a:schemeClr val="tx1"/>
              </a:solidFill>
              <a:prstDash val="solid"/>
              <a:headEnd type="none" w="med" len="med"/>
              <a:tailEnd type="none" w="med" len="med"/>
            </a:ln>
          </p:spPr>
        </p:sp>
        <p:sp>
          <p:nvSpPr>
            <p:cNvPr id="203863" name="Line 44"/>
            <p:cNvSpPr/>
            <p:nvPr/>
          </p:nvSpPr>
          <p:spPr>
            <a:xfrm>
              <a:off x="2484" y="0"/>
              <a:ext cx="175" cy="0"/>
            </a:xfrm>
            <a:prstGeom prst="line">
              <a:avLst/>
            </a:prstGeom>
            <a:ln w="28575" cap="flat" cmpd="sng">
              <a:solidFill>
                <a:schemeClr val="tx1"/>
              </a:solidFill>
              <a:prstDash val="solid"/>
              <a:headEnd type="none" w="med" len="med"/>
              <a:tailEnd type="none" w="med" len="med"/>
            </a:ln>
          </p:spPr>
        </p:sp>
        <p:sp>
          <p:nvSpPr>
            <p:cNvPr id="203864" name="Line 45"/>
            <p:cNvSpPr/>
            <p:nvPr/>
          </p:nvSpPr>
          <p:spPr>
            <a:xfrm>
              <a:off x="2484" y="0"/>
              <a:ext cx="0" cy="166"/>
            </a:xfrm>
            <a:prstGeom prst="line">
              <a:avLst/>
            </a:prstGeom>
            <a:ln w="28575" cap="flat" cmpd="sng">
              <a:solidFill>
                <a:schemeClr val="tx1"/>
              </a:solidFill>
              <a:prstDash val="solid"/>
              <a:headEnd type="none" w="med" len="med"/>
              <a:tailEnd type="none" w="med" len="med"/>
            </a:ln>
          </p:spPr>
        </p:sp>
        <p:sp>
          <p:nvSpPr>
            <p:cNvPr id="203865" name="Line 46"/>
            <p:cNvSpPr/>
            <p:nvPr/>
          </p:nvSpPr>
          <p:spPr>
            <a:xfrm>
              <a:off x="2659" y="0"/>
              <a:ext cx="0" cy="166"/>
            </a:xfrm>
            <a:prstGeom prst="line">
              <a:avLst/>
            </a:prstGeom>
            <a:ln w="28575" cap="flat" cmpd="sng">
              <a:solidFill>
                <a:schemeClr val="tx1"/>
              </a:solidFill>
              <a:prstDash val="solid"/>
              <a:headEnd type="none" w="med" len="med"/>
              <a:tailEnd type="none" w="med" len="med"/>
            </a:ln>
          </p:spPr>
        </p:sp>
        <p:sp>
          <p:nvSpPr>
            <p:cNvPr id="203866" name="Line 48"/>
            <p:cNvSpPr/>
            <p:nvPr/>
          </p:nvSpPr>
          <p:spPr>
            <a:xfrm>
              <a:off x="2659" y="166"/>
              <a:ext cx="175" cy="0"/>
            </a:xfrm>
            <a:prstGeom prst="line">
              <a:avLst/>
            </a:prstGeom>
            <a:ln w="28575" cap="flat" cmpd="sng">
              <a:solidFill>
                <a:schemeClr val="tx1"/>
              </a:solidFill>
              <a:prstDash val="solid"/>
              <a:headEnd type="none" w="med" len="med"/>
              <a:tailEnd type="none" w="med" len="med"/>
            </a:ln>
          </p:spPr>
        </p:sp>
        <p:sp>
          <p:nvSpPr>
            <p:cNvPr id="203867" name="Line 49"/>
            <p:cNvSpPr/>
            <p:nvPr/>
          </p:nvSpPr>
          <p:spPr>
            <a:xfrm>
              <a:off x="2828" y="0"/>
              <a:ext cx="175" cy="0"/>
            </a:xfrm>
            <a:prstGeom prst="line">
              <a:avLst/>
            </a:prstGeom>
            <a:ln w="28575" cap="flat" cmpd="sng">
              <a:solidFill>
                <a:schemeClr val="tx1"/>
              </a:solidFill>
              <a:prstDash val="solid"/>
              <a:headEnd type="none" w="med" len="med"/>
              <a:tailEnd type="none" w="med" len="med"/>
            </a:ln>
          </p:spPr>
        </p:sp>
        <p:sp>
          <p:nvSpPr>
            <p:cNvPr id="203868" name="Line 50"/>
            <p:cNvSpPr/>
            <p:nvPr/>
          </p:nvSpPr>
          <p:spPr>
            <a:xfrm>
              <a:off x="2828" y="0"/>
              <a:ext cx="0" cy="166"/>
            </a:xfrm>
            <a:prstGeom prst="line">
              <a:avLst/>
            </a:prstGeom>
            <a:ln w="28575" cap="flat" cmpd="sng">
              <a:solidFill>
                <a:schemeClr val="tx1"/>
              </a:solidFill>
              <a:prstDash val="solid"/>
              <a:headEnd type="none" w="med" len="med"/>
              <a:tailEnd type="none" w="med" len="med"/>
            </a:ln>
          </p:spPr>
        </p:sp>
        <p:sp>
          <p:nvSpPr>
            <p:cNvPr id="203869" name="Line 51"/>
            <p:cNvSpPr/>
            <p:nvPr/>
          </p:nvSpPr>
          <p:spPr>
            <a:xfrm>
              <a:off x="3003" y="0"/>
              <a:ext cx="0" cy="166"/>
            </a:xfrm>
            <a:prstGeom prst="line">
              <a:avLst/>
            </a:prstGeom>
            <a:ln w="28575" cap="flat" cmpd="sng">
              <a:solidFill>
                <a:schemeClr val="tx1"/>
              </a:solidFill>
              <a:prstDash val="solid"/>
              <a:headEnd type="none" w="med" len="med"/>
              <a:tailEnd type="none" w="med" len="med"/>
            </a:ln>
          </p:spPr>
        </p:sp>
        <p:sp>
          <p:nvSpPr>
            <p:cNvPr id="203870" name="Line 52"/>
            <p:cNvSpPr/>
            <p:nvPr/>
          </p:nvSpPr>
          <p:spPr>
            <a:xfrm>
              <a:off x="3003" y="166"/>
              <a:ext cx="175" cy="0"/>
            </a:xfrm>
            <a:prstGeom prst="line">
              <a:avLst/>
            </a:prstGeom>
            <a:ln w="28575" cap="flat" cmpd="sng">
              <a:solidFill>
                <a:schemeClr val="tx1"/>
              </a:solidFill>
              <a:prstDash val="solid"/>
              <a:headEnd type="none" w="med" len="med"/>
              <a:tailEnd type="none" w="med" len="med"/>
            </a:ln>
          </p:spPr>
        </p:sp>
      </p:grpSp>
      <p:sp>
        <p:nvSpPr>
          <p:cNvPr id="203780" name="Text Box 53"/>
          <p:cNvSpPr txBox="1"/>
          <p:nvPr/>
        </p:nvSpPr>
        <p:spPr>
          <a:xfrm>
            <a:off x="1258888" y="1828800"/>
            <a:ext cx="990600" cy="39878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CLK</a:t>
            </a:r>
          </a:p>
        </p:txBody>
      </p:sp>
      <p:grpSp>
        <p:nvGrpSpPr>
          <p:cNvPr id="203781" name="Group 331"/>
          <p:cNvGrpSpPr/>
          <p:nvPr/>
        </p:nvGrpSpPr>
        <p:grpSpPr>
          <a:xfrm>
            <a:off x="1258888" y="1371600"/>
            <a:ext cx="5807075" cy="368300"/>
            <a:chOff x="0" y="0"/>
            <a:chExt cx="3658" cy="310"/>
          </a:xfrm>
        </p:grpSpPr>
        <p:sp>
          <p:nvSpPr>
            <p:cNvPr id="203832" name="Line 55"/>
            <p:cNvSpPr/>
            <p:nvPr/>
          </p:nvSpPr>
          <p:spPr>
            <a:xfrm>
              <a:off x="651" y="228"/>
              <a:ext cx="175" cy="0"/>
            </a:xfrm>
            <a:prstGeom prst="line">
              <a:avLst/>
            </a:prstGeom>
            <a:ln w="28575" cap="flat" cmpd="sng">
              <a:solidFill>
                <a:schemeClr val="tx1"/>
              </a:solidFill>
              <a:prstDash val="solid"/>
              <a:headEnd type="none" w="med" len="med"/>
              <a:tailEnd type="none" w="med" len="med"/>
            </a:ln>
          </p:spPr>
        </p:sp>
        <p:sp>
          <p:nvSpPr>
            <p:cNvPr id="203833" name="Line 57"/>
            <p:cNvSpPr/>
            <p:nvPr/>
          </p:nvSpPr>
          <p:spPr>
            <a:xfrm>
              <a:off x="470" y="70"/>
              <a:ext cx="181" cy="0"/>
            </a:xfrm>
            <a:prstGeom prst="line">
              <a:avLst/>
            </a:prstGeom>
            <a:ln w="28575" cap="flat" cmpd="sng">
              <a:solidFill>
                <a:schemeClr val="tx1"/>
              </a:solidFill>
              <a:prstDash val="solid"/>
              <a:headEnd type="none" w="med" len="med"/>
              <a:tailEnd type="none" w="med" len="med"/>
            </a:ln>
          </p:spPr>
        </p:sp>
        <p:sp>
          <p:nvSpPr>
            <p:cNvPr id="203834" name="Line 58"/>
            <p:cNvSpPr/>
            <p:nvPr/>
          </p:nvSpPr>
          <p:spPr>
            <a:xfrm>
              <a:off x="655" y="70"/>
              <a:ext cx="0" cy="166"/>
            </a:xfrm>
            <a:prstGeom prst="line">
              <a:avLst/>
            </a:prstGeom>
            <a:ln w="28575" cap="flat" cmpd="sng">
              <a:solidFill>
                <a:schemeClr val="tx1"/>
              </a:solidFill>
              <a:prstDash val="solid"/>
              <a:headEnd type="none" w="med" len="med"/>
              <a:tailEnd type="none" w="med" len="med"/>
            </a:ln>
          </p:spPr>
        </p:sp>
        <p:sp>
          <p:nvSpPr>
            <p:cNvPr id="203835" name="Line 59"/>
            <p:cNvSpPr/>
            <p:nvPr/>
          </p:nvSpPr>
          <p:spPr>
            <a:xfrm>
              <a:off x="824" y="70"/>
              <a:ext cx="2834" cy="0"/>
            </a:xfrm>
            <a:prstGeom prst="line">
              <a:avLst/>
            </a:prstGeom>
            <a:ln w="28575" cap="flat" cmpd="sng">
              <a:solidFill>
                <a:schemeClr val="tx1"/>
              </a:solidFill>
              <a:prstDash val="solid"/>
              <a:headEnd type="none" w="med" len="med"/>
              <a:tailEnd type="none" w="med" len="med"/>
            </a:ln>
          </p:spPr>
        </p:sp>
        <p:sp>
          <p:nvSpPr>
            <p:cNvPr id="203836" name="Line 60"/>
            <p:cNvSpPr/>
            <p:nvPr/>
          </p:nvSpPr>
          <p:spPr>
            <a:xfrm>
              <a:off x="824" y="70"/>
              <a:ext cx="0" cy="166"/>
            </a:xfrm>
            <a:prstGeom prst="line">
              <a:avLst/>
            </a:prstGeom>
            <a:ln w="28575" cap="flat" cmpd="sng">
              <a:solidFill>
                <a:schemeClr val="tx1"/>
              </a:solidFill>
              <a:prstDash val="solid"/>
              <a:headEnd type="none" w="med" len="med"/>
              <a:tailEnd type="none" w="med" len="med"/>
            </a:ln>
          </p:spPr>
        </p:sp>
        <p:sp>
          <p:nvSpPr>
            <p:cNvPr id="203837" name="Text Box 61"/>
            <p:cNvSpPr txBox="1"/>
            <p:nvPr/>
          </p:nvSpPr>
          <p:spPr>
            <a:xfrm>
              <a:off x="0" y="0"/>
              <a:ext cx="649"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/CLR</a:t>
              </a:r>
            </a:p>
          </p:txBody>
        </p:sp>
      </p:grpSp>
      <p:grpSp>
        <p:nvGrpSpPr>
          <p:cNvPr id="203782" name="Group 334"/>
          <p:cNvGrpSpPr/>
          <p:nvPr/>
        </p:nvGrpSpPr>
        <p:grpSpPr>
          <a:xfrm>
            <a:off x="2020888" y="2774950"/>
            <a:ext cx="5032375" cy="196850"/>
            <a:chOff x="0" y="0"/>
            <a:chExt cx="3170" cy="166"/>
          </a:xfrm>
        </p:grpSpPr>
        <p:sp>
          <p:nvSpPr>
            <p:cNvPr id="203823" name="Line 65"/>
            <p:cNvSpPr/>
            <p:nvPr/>
          </p:nvSpPr>
          <p:spPr>
            <a:xfrm>
              <a:off x="745" y="0"/>
              <a:ext cx="363" cy="0"/>
            </a:xfrm>
            <a:prstGeom prst="line">
              <a:avLst/>
            </a:prstGeom>
            <a:ln w="28575" cap="flat" cmpd="sng">
              <a:solidFill>
                <a:schemeClr val="tx1"/>
              </a:solidFill>
              <a:prstDash val="solid"/>
              <a:headEnd type="none" w="med" len="med"/>
              <a:tailEnd type="none" w="med" len="med"/>
            </a:ln>
          </p:spPr>
        </p:sp>
        <p:sp>
          <p:nvSpPr>
            <p:cNvPr id="203824" name="Line 66"/>
            <p:cNvSpPr/>
            <p:nvPr/>
          </p:nvSpPr>
          <p:spPr>
            <a:xfrm>
              <a:off x="758" y="0"/>
              <a:ext cx="0" cy="166"/>
            </a:xfrm>
            <a:prstGeom prst="line">
              <a:avLst/>
            </a:prstGeom>
            <a:ln w="28575" cap="flat" cmpd="sng">
              <a:solidFill>
                <a:schemeClr val="tx1"/>
              </a:solidFill>
              <a:prstDash val="solid"/>
              <a:headEnd type="none" w="med" len="med"/>
              <a:tailEnd type="none" w="med" len="med"/>
            </a:ln>
          </p:spPr>
        </p:sp>
        <p:sp>
          <p:nvSpPr>
            <p:cNvPr id="203825" name="Line 67"/>
            <p:cNvSpPr/>
            <p:nvPr/>
          </p:nvSpPr>
          <p:spPr>
            <a:xfrm>
              <a:off x="1114" y="0"/>
              <a:ext cx="0" cy="166"/>
            </a:xfrm>
            <a:prstGeom prst="line">
              <a:avLst/>
            </a:prstGeom>
            <a:ln w="28575" cap="flat" cmpd="sng">
              <a:solidFill>
                <a:schemeClr val="tx1"/>
              </a:solidFill>
              <a:prstDash val="solid"/>
              <a:headEnd type="none" w="med" len="med"/>
              <a:tailEnd type="none" w="med" len="med"/>
            </a:ln>
          </p:spPr>
        </p:sp>
        <p:sp>
          <p:nvSpPr>
            <p:cNvPr id="203826" name="Line 68"/>
            <p:cNvSpPr/>
            <p:nvPr/>
          </p:nvSpPr>
          <p:spPr>
            <a:xfrm>
              <a:off x="1114" y="166"/>
              <a:ext cx="1020" cy="0"/>
            </a:xfrm>
            <a:prstGeom prst="line">
              <a:avLst/>
            </a:prstGeom>
            <a:ln w="28575" cap="flat" cmpd="sng">
              <a:solidFill>
                <a:schemeClr val="tx1"/>
              </a:solidFill>
              <a:prstDash val="solid"/>
              <a:headEnd type="none" w="med" len="med"/>
              <a:tailEnd type="none" w="med" len="med"/>
            </a:ln>
          </p:spPr>
        </p:sp>
        <p:sp>
          <p:nvSpPr>
            <p:cNvPr id="203827" name="Line 71"/>
            <p:cNvSpPr/>
            <p:nvPr/>
          </p:nvSpPr>
          <p:spPr>
            <a:xfrm>
              <a:off x="2131" y="0"/>
              <a:ext cx="349" cy="0"/>
            </a:xfrm>
            <a:prstGeom prst="line">
              <a:avLst/>
            </a:prstGeom>
            <a:ln w="28575" cap="flat" cmpd="sng">
              <a:solidFill>
                <a:schemeClr val="tx1"/>
              </a:solidFill>
              <a:prstDash val="solid"/>
              <a:headEnd type="none" w="med" len="med"/>
              <a:tailEnd type="none" w="med" len="med"/>
            </a:ln>
          </p:spPr>
        </p:sp>
        <p:sp>
          <p:nvSpPr>
            <p:cNvPr id="203828" name="Line 72"/>
            <p:cNvSpPr/>
            <p:nvPr/>
          </p:nvSpPr>
          <p:spPr>
            <a:xfrm>
              <a:off x="2140" y="0"/>
              <a:ext cx="0" cy="166"/>
            </a:xfrm>
            <a:prstGeom prst="line">
              <a:avLst/>
            </a:prstGeom>
            <a:ln w="28575" cap="flat" cmpd="sng">
              <a:solidFill>
                <a:schemeClr val="tx1"/>
              </a:solidFill>
              <a:prstDash val="solid"/>
              <a:headEnd type="none" w="med" len="med"/>
              <a:tailEnd type="none" w="med" len="med"/>
            </a:ln>
          </p:spPr>
        </p:sp>
        <p:sp>
          <p:nvSpPr>
            <p:cNvPr id="203829" name="Line 73"/>
            <p:cNvSpPr/>
            <p:nvPr/>
          </p:nvSpPr>
          <p:spPr>
            <a:xfrm>
              <a:off x="2486" y="0"/>
              <a:ext cx="0" cy="166"/>
            </a:xfrm>
            <a:prstGeom prst="line">
              <a:avLst/>
            </a:prstGeom>
            <a:ln w="28575" cap="flat" cmpd="sng">
              <a:solidFill>
                <a:schemeClr val="tx1"/>
              </a:solidFill>
              <a:prstDash val="solid"/>
              <a:headEnd type="none" w="med" len="med"/>
              <a:tailEnd type="none" w="med" len="med"/>
            </a:ln>
          </p:spPr>
        </p:sp>
        <p:sp>
          <p:nvSpPr>
            <p:cNvPr id="203830" name="Line 74"/>
            <p:cNvSpPr/>
            <p:nvPr/>
          </p:nvSpPr>
          <p:spPr>
            <a:xfrm>
              <a:off x="2490" y="166"/>
              <a:ext cx="680" cy="0"/>
            </a:xfrm>
            <a:prstGeom prst="line">
              <a:avLst/>
            </a:prstGeom>
            <a:ln w="28575" cap="flat" cmpd="sng">
              <a:solidFill>
                <a:schemeClr val="tx1"/>
              </a:solidFill>
              <a:prstDash val="solid"/>
              <a:headEnd type="none" w="med" len="med"/>
              <a:tailEnd type="none" w="med" len="med"/>
            </a:ln>
          </p:spPr>
        </p:sp>
        <p:sp>
          <p:nvSpPr>
            <p:cNvPr id="203831" name="Line 75"/>
            <p:cNvSpPr/>
            <p:nvPr/>
          </p:nvSpPr>
          <p:spPr>
            <a:xfrm>
              <a:off x="0" y="165"/>
              <a:ext cx="771" cy="0"/>
            </a:xfrm>
            <a:prstGeom prst="line">
              <a:avLst/>
            </a:prstGeom>
            <a:ln w="28575" cap="flat" cmpd="sng">
              <a:solidFill>
                <a:schemeClr val="tx1"/>
              </a:solidFill>
              <a:prstDash val="solid"/>
              <a:headEnd type="none" w="med" len="med"/>
              <a:tailEnd type="none" w="med" len="med"/>
            </a:ln>
          </p:spPr>
        </p:sp>
      </p:grpSp>
      <p:grpSp>
        <p:nvGrpSpPr>
          <p:cNvPr id="203783" name="Group 335"/>
          <p:cNvGrpSpPr/>
          <p:nvPr/>
        </p:nvGrpSpPr>
        <p:grpSpPr>
          <a:xfrm>
            <a:off x="2020888" y="3173413"/>
            <a:ext cx="5045075" cy="198437"/>
            <a:chOff x="0" y="0"/>
            <a:chExt cx="3178" cy="167"/>
          </a:xfrm>
        </p:grpSpPr>
        <p:sp>
          <p:nvSpPr>
            <p:cNvPr id="203814" name="Line 78"/>
            <p:cNvSpPr/>
            <p:nvPr/>
          </p:nvSpPr>
          <p:spPr>
            <a:xfrm>
              <a:off x="1107" y="0"/>
              <a:ext cx="349" cy="0"/>
            </a:xfrm>
            <a:prstGeom prst="line">
              <a:avLst/>
            </a:prstGeom>
            <a:ln w="28575" cap="flat" cmpd="sng">
              <a:solidFill>
                <a:schemeClr val="tx1"/>
              </a:solidFill>
              <a:prstDash val="solid"/>
              <a:headEnd type="none" w="med" len="med"/>
              <a:tailEnd type="none" w="med" len="med"/>
            </a:ln>
          </p:spPr>
        </p:sp>
        <p:sp>
          <p:nvSpPr>
            <p:cNvPr id="203815" name="Line 79"/>
            <p:cNvSpPr/>
            <p:nvPr/>
          </p:nvSpPr>
          <p:spPr>
            <a:xfrm>
              <a:off x="1114" y="0"/>
              <a:ext cx="0" cy="167"/>
            </a:xfrm>
            <a:prstGeom prst="line">
              <a:avLst/>
            </a:prstGeom>
            <a:ln w="28575" cap="flat" cmpd="sng">
              <a:solidFill>
                <a:schemeClr val="tx1"/>
              </a:solidFill>
              <a:prstDash val="solid"/>
              <a:headEnd type="none" w="med" len="med"/>
              <a:tailEnd type="none" w="med" len="med"/>
            </a:ln>
          </p:spPr>
        </p:sp>
        <p:sp>
          <p:nvSpPr>
            <p:cNvPr id="203816" name="Line 80"/>
            <p:cNvSpPr/>
            <p:nvPr/>
          </p:nvSpPr>
          <p:spPr>
            <a:xfrm>
              <a:off x="1450" y="0"/>
              <a:ext cx="0" cy="167"/>
            </a:xfrm>
            <a:prstGeom prst="line">
              <a:avLst/>
            </a:prstGeom>
            <a:ln w="28575" cap="flat" cmpd="sng">
              <a:solidFill>
                <a:schemeClr val="tx1"/>
              </a:solidFill>
              <a:prstDash val="solid"/>
              <a:headEnd type="none" w="med" len="med"/>
              <a:tailEnd type="none" w="med" len="med"/>
            </a:ln>
          </p:spPr>
        </p:sp>
        <p:sp>
          <p:nvSpPr>
            <p:cNvPr id="203817" name="Line 81"/>
            <p:cNvSpPr/>
            <p:nvPr/>
          </p:nvSpPr>
          <p:spPr>
            <a:xfrm>
              <a:off x="1446" y="167"/>
              <a:ext cx="1043" cy="0"/>
            </a:xfrm>
            <a:prstGeom prst="line">
              <a:avLst/>
            </a:prstGeom>
            <a:ln w="28575" cap="flat" cmpd="sng">
              <a:solidFill>
                <a:schemeClr val="tx1"/>
              </a:solidFill>
              <a:prstDash val="solid"/>
              <a:headEnd type="none" w="med" len="med"/>
              <a:tailEnd type="none" w="med" len="med"/>
            </a:ln>
          </p:spPr>
        </p:sp>
        <p:sp>
          <p:nvSpPr>
            <p:cNvPr id="203818" name="Line 84"/>
            <p:cNvSpPr/>
            <p:nvPr/>
          </p:nvSpPr>
          <p:spPr>
            <a:xfrm>
              <a:off x="2483" y="0"/>
              <a:ext cx="349" cy="0"/>
            </a:xfrm>
            <a:prstGeom prst="line">
              <a:avLst/>
            </a:prstGeom>
            <a:ln w="28575" cap="flat" cmpd="sng">
              <a:solidFill>
                <a:schemeClr val="tx1"/>
              </a:solidFill>
              <a:prstDash val="solid"/>
              <a:headEnd type="none" w="med" len="med"/>
              <a:tailEnd type="none" w="med" len="med"/>
            </a:ln>
          </p:spPr>
        </p:sp>
        <p:sp>
          <p:nvSpPr>
            <p:cNvPr id="203819" name="Line 85"/>
            <p:cNvSpPr/>
            <p:nvPr/>
          </p:nvSpPr>
          <p:spPr>
            <a:xfrm>
              <a:off x="2486" y="0"/>
              <a:ext cx="0" cy="167"/>
            </a:xfrm>
            <a:prstGeom prst="line">
              <a:avLst/>
            </a:prstGeom>
            <a:ln w="28575" cap="flat" cmpd="sng">
              <a:solidFill>
                <a:schemeClr val="tx1"/>
              </a:solidFill>
              <a:prstDash val="solid"/>
              <a:headEnd type="none" w="med" len="med"/>
              <a:tailEnd type="none" w="med" len="med"/>
            </a:ln>
          </p:spPr>
        </p:sp>
        <p:sp>
          <p:nvSpPr>
            <p:cNvPr id="203820" name="Line 86"/>
            <p:cNvSpPr/>
            <p:nvPr/>
          </p:nvSpPr>
          <p:spPr>
            <a:xfrm>
              <a:off x="2832" y="0"/>
              <a:ext cx="0" cy="167"/>
            </a:xfrm>
            <a:prstGeom prst="line">
              <a:avLst/>
            </a:prstGeom>
            <a:ln w="28575" cap="flat" cmpd="sng">
              <a:solidFill>
                <a:schemeClr val="tx1"/>
              </a:solidFill>
              <a:prstDash val="solid"/>
              <a:headEnd type="none" w="med" len="med"/>
              <a:tailEnd type="none" w="med" len="med"/>
            </a:ln>
          </p:spPr>
        </p:sp>
        <p:sp>
          <p:nvSpPr>
            <p:cNvPr id="203821" name="Line 87"/>
            <p:cNvSpPr/>
            <p:nvPr/>
          </p:nvSpPr>
          <p:spPr>
            <a:xfrm>
              <a:off x="0" y="166"/>
              <a:ext cx="1111" cy="0"/>
            </a:xfrm>
            <a:prstGeom prst="line">
              <a:avLst/>
            </a:prstGeom>
            <a:ln w="28575" cap="flat" cmpd="sng">
              <a:solidFill>
                <a:schemeClr val="tx1"/>
              </a:solidFill>
              <a:prstDash val="solid"/>
              <a:headEnd type="none" w="med" len="med"/>
              <a:tailEnd type="none" w="med" len="med"/>
            </a:ln>
          </p:spPr>
        </p:sp>
        <p:sp>
          <p:nvSpPr>
            <p:cNvPr id="203822" name="Line 89"/>
            <p:cNvSpPr/>
            <p:nvPr/>
          </p:nvSpPr>
          <p:spPr>
            <a:xfrm>
              <a:off x="2838" y="166"/>
              <a:ext cx="340" cy="0"/>
            </a:xfrm>
            <a:prstGeom prst="line">
              <a:avLst/>
            </a:prstGeom>
            <a:ln w="28575" cap="flat" cmpd="sng">
              <a:solidFill>
                <a:schemeClr val="tx1"/>
              </a:solidFill>
              <a:prstDash val="solid"/>
              <a:headEnd type="none" w="med" len="med"/>
              <a:tailEnd type="none" w="med" len="med"/>
            </a:ln>
          </p:spPr>
        </p:sp>
      </p:grpSp>
      <p:sp>
        <p:nvSpPr>
          <p:cNvPr id="203784" name="Text Box 287"/>
          <p:cNvSpPr txBox="1"/>
          <p:nvPr/>
        </p:nvSpPr>
        <p:spPr>
          <a:xfrm>
            <a:off x="1489075" y="2697163"/>
            <a:ext cx="725488"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2</a:t>
            </a:r>
            <a:endParaRPr lang="en-US" altLang="zh-CN" b="1">
              <a:solidFill>
                <a:schemeClr val="tx1"/>
              </a:solidFill>
              <a:latin typeface="黑体" panose="02010609060101010101" pitchFamily="2" charset="-122"/>
              <a:ea typeface="黑体" panose="02010609060101010101" pitchFamily="2" charset="-122"/>
            </a:endParaRPr>
          </a:p>
        </p:txBody>
      </p:sp>
      <p:sp>
        <p:nvSpPr>
          <p:cNvPr id="203785" name="Text Box 288"/>
          <p:cNvSpPr txBox="1"/>
          <p:nvPr/>
        </p:nvSpPr>
        <p:spPr>
          <a:xfrm>
            <a:off x="1487488" y="3097213"/>
            <a:ext cx="725487" cy="447675"/>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1</a:t>
            </a:r>
            <a:endParaRPr lang="en-US" altLang="zh-CN" b="1">
              <a:solidFill>
                <a:schemeClr val="tx1"/>
              </a:solidFill>
              <a:latin typeface="黑体" panose="02010609060101010101" pitchFamily="2" charset="-122"/>
              <a:ea typeface="黑体" panose="02010609060101010101" pitchFamily="2" charset="-122"/>
            </a:endParaRPr>
          </a:p>
        </p:txBody>
      </p:sp>
      <p:grpSp>
        <p:nvGrpSpPr>
          <p:cNvPr id="203786" name="Group 333"/>
          <p:cNvGrpSpPr/>
          <p:nvPr/>
        </p:nvGrpSpPr>
        <p:grpSpPr>
          <a:xfrm>
            <a:off x="1489075" y="2286000"/>
            <a:ext cx="5561013" cy="369888"/>
            <a:chOff x="0" y="0"/>
            <a:chExt cx="3503" cy="310"/>
          </a:xfrm>
        </p:grpSpPr>
        <p:sp>
          <p:nvSpPr>
            <p:cNvPr id="203804" name="Text Box 286"/>
            <p:cNvSpPr txBox="1"/>
            <p:nvPr/>
          </p:nvSpPr>
          <p:spPr>
            <a:xfrm>
              <a:off x="0" y="0"/>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3</a:t>
              </a:r>
              <a:endParaRPr lang="en-US" altLang="zh-CN" b="1">
                <a:solidFill>
                  <a:schemeClr val="tx1"/>
                </a:solidFill>
                <a:latin typeface="黑体" panose="02010609060101010101" pitchFamily="2" charset="-122"/>
                <a:ea typeface="黑体" panose="02010609060101010101" pitchFamily="2" charset="-122"/>
              </a:endParaRPr>
            </a:p>
          </p:txBody>
        </p:sp>
        <p:sp>
          <p:nvSpPr>
            <p:cNvPr id="203805" name="Line 291"/>
            <p:cNvSpPr/>
            <p:nvPr/>
          </p:nvSpPr>
          <p:spPr>
            <a:xfrm>
              <a:off x="335" y="214"/>
              <a:ext cx="408" cy="0"/>
            </a:xfrm>
            <a:prstGeom prst="line">
              <a:avLst/>
            </a:prstGeom>
            <a:ln w="28575" cap="flat" cmpd="sng">
              <a:solidFill>
                <a:schemeClr val="tx1"/>
              </a:solidFill>
              <a:prstDash val="solid"/>
              <a:headEnd type="none" w="med" len="med"/>
              <a:tailEnd type="none" w="med" len="med"/>
            </a:ln>
          </p:spPr>
        </p:sp>
        <p:sp>
          <p:nvSpPr>
            <p:cNvPr id="203806" name="Line 292"/>
            <p:cNvSpPr/>
            <p:nvPr/>
          </p:nvSpPr>
          <p:spPr>
            <a:xfrm>
              <a:off x="738" y="48"/>
              <a:ext cx="351" cy="0"/>
            </a:xfrm>
            <a:prstGeom prst="line">
              <a:avLst/>
            </a:prstGeom>
            <a:ln w="28575" cap="flat" cmpd="sng">
              <a:solidFill>
                <a:schemeClr val="tx1"/>
              </a:solidFill>
              <a:prstDash val="solid"/>
              <a:headEnd type="none" w="med" len="med"/>
              <a:tailEnd type="none" w="med" len="med"/>
            </a:ln>
          </p:spPr>
        </p:sp>
        <p:sp>
          <p:nvSpPr>
            <p:cNvPr id="203807" name="Line 293"/>
            <p:cNvSpPr/>
            <p:nvPr/>
          </p:nvSpPr>
          <p:spPr>
            <a:xfrm>
              <a:off x="747" y="48"/>
              <a:ext cx="0" cy="166"/>
            </a:xfrm>
            <a:prstGeom prst="line">
              <a:avLst/>
            </a:prstGeom>
            <a:ln w="28575" cap="flat" cmpd="sng">
              <a:solidFill>
                <a:schemeClr val="tx1"/>
              </a:solidFill>
              <a:prstDash val="solid"/>
              <a:headEnd type="none" w="med" len="med"/>
              <a:tailEnd type="none" w="med" len="med"/>
            </a:ln>
          </p:spPr>
        </p:sp>
        <p:sp>
          <p:nvSpPr>
            <p:cNvPr id="203808" name="Line 294"/>
            <p:cNvSpPr/>
            <p:nvPr/>
          </p:nvSpPr>
          <p:spPr>
            <a:xfrm>
              <a:off x="1093" y="48"/>
              <a:ext cx="0" cy="166"/>
            </a:xfrm>
            <a:prstGeom prst="line">
              <a:avLst/>
            </a:prstGeom>
            <a:ln w="28575" cap="flat" cmpd="sng">
              <a:solidFill>
                <a:schemeClr val="tx1"/>
              </a:solidFill>
              <a:prstDash val="solid"/>
              <a:headEnd type="none" w="med" len="med"/>
              <a:tailEnd type="none" w="med" len="med"/>
            </a:ln>
          </p:spPr>
        </p:sp>
        <p:sp>
          <p:nvSpPr>
            <p:cNvPr id="203809" name="Line 295"/>
            <p:cNvSpPr/>
            <p:nvPr/>
          </p:nvSpPr>
          <p:spPr>
            <a:xfrm>
              <a:off x="1087" y="214"/>
              <a:ext cx="1043" cy="0"/>
            </a:xfrm>
            <a:prstGeom prst="line">
              <a:avLst/>
            </a:prstGeom>
            <a:ln w="28575" cap="flat" cmpd="sng">
              <a:solidFill>
                <a:schemeClr val="tx1"/>
              </a:solidFill>
              <a:prstDash val="solid"/>
              <a:headEnd type="none" w="med" len="med"/>
              <a:tailEnd type="none" w="med" len="med"/>
            </a:ln>
          </p:spPr>
        </p:sp>
        <p:sp>
          <p:nvSpPr>
            <p:cNvPr id="203810" name="Line 298"/>
            <p:cNvSpPr/>
            <p:nvPr/>
          </p:nvSpPr>
          <p:spPr>
            <a:xfrm>
              <a:off x="2134" y="48"/>
              <a:ext cx="349" cy="0"/>
            </a:xfrm>
            <a:prstGeom prst="line">
              <a:avLst/>
            </a:prstGeom>
            <a:ln w="28575" cap="flat" cmpd="sng">
              <a:solidFill>
                <a:schemeClr val="tx1"/>
              </a:solidFill>
              <a:prstDash val="solid"/>
              <a:headEnd type="none" w="med" len="med"/>
              <a:tailEnd type="none" w="med" len="med"/>
            </a:ln>
          </p:spPr>
        </p:sp>
        <p:sp>
          <p:nvSpPr>
            <p:cNvPr id="203811" name="Line 299"/>
            <p:cNvSpPr/>
            <p:nvPr/>
          </p:nvSpPr>
          <p:spPr>
            <a:xfrm>
              <a:off x="2131" y="48"/>
              <a:ext cx="0" cy="166"/>
            </a:xfrm>
            <a:prstGeom prst="line">
              <a:avLst/>
            </a:prstGeom>
            <a:ln w="28575" cap="flat" cmpd="sng">
              <a:solidFill>
                <a:schemeClr val="tx1"/>
              </a:solidFill>
              <a:prstDash val="solid"/>
              <a:headEnd type="none" w="med" len="med"/>
              <a:tailEnd type="none" w="med" len="med"/>
            </a:ln>
          </p:spPr>
        </p:sp>
        <p:sp>
          <p:nvSpPr>
            <p:cNvPr id="203812" name="Line 300"/>
            <p:cNvSpPr/>
            <p:nvPr/>
          </p:nvSpPr>
          <p:spPr>
            <a:xfrm>
              <a:off x="2475" y="48"/>
              <a:ext cx="0" cy="166"/>
            </a:xfrm>
            <a:prstGeom prst="line">
              <a:avLst/>
            </a:prstGeom>
            <a:ln w="28575" cap="flat" cmpd="sng">
              <a:solidFill>
                <a:schemeClr val="tx1"/>
              </a:solidFill>
              <a:prstDash val="solid"/>
              <a:headEnd type="none" w="med" len="med"/>
              <a:tailEnd type="none" w="med" len="med"/>
            </a:ln>
          </p:spPr>
        </p:sp>
        <p:sp>
          <p:nvSpPr>
            <p:cNvPr id="203813" name="Line 301"/>
            <p:cNvSpPr/>
            <p:nvPr/>
          </p:nvSpPr>
          <p:spPr>
            <a:xfrm>
              <a:off x="2483" y="214"/>
              <a:ext cx="1020" cy="0"/>
            </a:xfrm>
            <a:prstGeom prst="line">
              <a:avLst/>
            </a:prstGeom>
            <a:ln w="28575" cap="flat" cmpd="sng">
              <a:solidFill>
                <a:schemeClr val="tx1"/>
              </a:solidFill>
              <a:prstDash val="solid"/>
              <a:headEnd type="none" w="med" len="med"/>
              <a:tailEnd type="none" w="med" len="med"/>
            </a:ln>
          </p:spPr>
        </p:sp>
      </p:grpSp>
      <p:sp>
        <p:nvSpPr>
          <p:cNvPr id="203787" name="Line 319"/>
          <p:cNvSpPr/>
          <p:nvPr/>
        </p:nvSpPr>
        <p:spPr>
          <a:xfrm>
            <a:off x="2674938" y="2057400"/>
            <a:ext cx="0" cy="1889125"/>
          </a:xfrm>
          <a:prstGeom prst="line">
            <a:avLst/>
          </a:prstGeom>
          <a:ln w="9525" cap="flat" cmpd="sng">
            <a:solidFill>
              <a:schemeClr val="tx1"/>
            </a:solidFill>
            <a:prstDash val="dash"/>
            <a:headEnd type="none" w="med" len="med"/>
            <a:tailEnd type="none" w="med" len="med"/>
          </a:ln>
        </p:spPr>
      </p:sp>
      <p:sp>
        <p:nvSpPr>
          <p:cNvPr id="203788" name="Line 320"/>
          <p:cNvSpPr/>
          <p:nvPr/>
        </p:nvSpPr>
        <p:spPr>
          <a:xfrm>
            <a:off x="3224213" y="2057400"/>
            <a:ext cx="0" cy="1889125"/>
          </a:xfrm>
          <a:prstGeom prst="line">
            <a:avLst/>
          </a:prstGeom>
          <a:ln w="9525" cap="flat" cmpd="sng">
            <a:solidFill>
              <a:schemeClr val="tx1"/>
            </a:solidFill>
            <a:prstDash val="dash"/>
            <a:headEnd type="none" w="med" len="med"/>
            <a:tailEnd type="none" w="med" len="med"/>
          </a:ln>
        </p:spPr>
      </p:sp>
      <p:sp>
        <p:nvSpPr>
          <p:cNvPr id="203789" name="Line 321"/>
          <p:cNvSpPr/>
          <p:nvPr/>
        </p:nvSpPr>
        <p:spPr>
          <a:xfrm>
            <a:off x="3789363" y="2057400"/>
            <a:ext cx="0" cy="1889125"/>
          </a:xfrm>
          <a:prstGeom prst="line">
            <a:avLst/>
          </a:prstGeom>
          <a:ln w="9525" cap="flat" cmpd="sng">
            <a:solidFill>
              <a:schemeClr val="tx1"/>
            </a:solidFill>
            <a:prstDash val="dash"/>
            <a:headEnd type="none" w="med" len="med"/>
            <a:tailEnd type="none" w="med" len="med"/>
          </a:ln>
        </p:spPr>
      </p:sp>
      <p:sp>
        <p:nvSpPr>
          <p:cNvPr id="203790" name="Line 322"/>
          <p:cNvSpPr/>
          <p:nvPr/>
        </p:nvSpPr>
        <p:spPr>
          <a:xfrm>
            <a:off x="4322763" y="2057400"/>
            <a:ext cx="0" cy="1889125"/>
          </a:xfrm>
          <a:prstGeom prst="line">
            <a:avLst/>
          </a:prstGeom>
          <a:ln w="9525" cap="flat" cmpd="sng">
            <a:solidFill>
              <a:schemeClr val="tx1"/>
            </a:solidFill>
            <a:prstDash val="dash"/>
            <a:headEnd type="none" w="med" len="med"/>
            <a:tailEnd type="none" w="med" len="med"/>
          </a:ln>
        </p:spPr>
      </p:sp>
      <p:sp>
        <p:nvSpPr>
          <p:cNvPr id="203791" name="Line 323"/>
          <p:cNvSpPr/>
          <p:nvPr/>
        </p:nvSpPr>
        <p:spPr>
          <a:xfrm>
            <a:off x="4872038" y="2057400"/>
            <a:ext cx="0" cy="1889125"/>
          </a:xfrm>
          <a:prstGeom prst="line">
            <a:avLst/>
          </a:prstGeom>
          <a:ln w="9525" cap="flat" cmpd="sng">
            <a:solidFill>
              <a:schemeClr val="tx1"/>
            </a:solidFill>
            <a:prstDash val="dash"/>
            <a:headEnd type="none" w="med" len="med"/>
            <a:tailEnd type="none" w="med" len="med"/>
          </a:ln>
        </p:spPr>
      </p:sp>
      <p:sp>
        <p:nvSpPr>
          <p:cNvPr id="203792" name="Line 324"/>
          <p:cNvSpPr/>
          <p:nvPr/>
        </p:nvSpPr>
        <p:spPr>
          <a:xfrm>
            <a:off x="5421313" y="2057400"/>
            <a:ext cx="0" cy="1889125"/>
          </a:xfrm>
          <a:prstGeom prst="line">
            <a:avLst/>
          </a:prstGeom>
          <a:ln w="9525" cap="flat" cmpd="sng">
            <a:solidFill>
              <a:schemeClr val="tx1"/>
            </a:solidFill>
            <a:prstDash val="dash"/>
            <a:headEnd type="none" w="med" len="med"/>
            <a:tailEnd type="none" w="med" len="med"/>
          </a:ln>
        </p:spPr>
      </p:sp>
      <p:sp>
        <p:nvSpPr>
          <p:cNvPr id="203793" name="Line 326"/>
          <p:cNvSpPr/>
          <p:nvPr/>
        </p:nvSpPr>
        <p:spPr>
          <a:xfrm>
            <a:off x="5967413" y="2057400"/>
            <a:ext cx="0" cy="1889125"/>
          </a:xfrm>
          <a:prstGeom prst="line">
            <a:avLst/>
          </a:prstGeom>
          <a:ln w="9525" cap="flat" cmpd="sng">
            <a:solidFill>
              <a:schemeClr val="tx1"/>
            </a:solidFill>
            <a:prstDash val="dash"/>
            <a:headEnd type="none" w="med" len="med"/>
            <a:tailEnd type="none" w="med" len="med"/>
          </a:ln>
        </p:spPr>
      </p:sp>
      <p:sp>
        <p:nvSpPr>
          <p:cNvPr id="203794" name="Line 327"/>
          <p:cNvSpPr/>
          <p:nvPr/>
        </p:nvSpPr>
        <p:spPr>
          <a:xfrm>
            <a:off x="6516688" y="2057400"/>
            <a:ext cx="0" cy="1889125"/>
          </a:xfrm>
          <a:prstGeom prst="line">
            <a:avLst/>
          </a:prstGeom>
          <a:ln w="9525" cap="flat" cmpd="sng">
            <a:solidFill>
              <a:schemeClr val="tx1"/>
            </a:solidFill>
            <a:prstDash val="dash"/>
            <a:headEnd type="none" w="med" len="med"/>
            <a:tailEnd type="none" w="med" len="med"/>
          </a:ln>
        </p:spPr>
      </p:sp>
      <p:grpSp>
        <p:nvGrpSpPr>
          <p:cNvPr id="203795" name="Group 336"/>
          <p:cNvGrpSpPr/>
          <p:nvPr/>
        </p:nvGrpSpPr>
        <p:grpSpPr>
          <a:xfrm>
            <a:off x="1487488" y="3543300"/>
            <a:ext cx="5578475" cy="369888"/>
            <a:chOff x="0" y="0"/>
            <a:chExt cx="3514" cy="310"/>
          </a:xfrm>
        </p:grpSpPr>
        <p:sp>
          <p:nvSpPr>
            <p:cNvPr id="203796" name="Text Box 289"/>
            <p:cNvSpPr txBox="1"/>
            <p:nvPr/>
          </p:nvSpPr>
          <p:spPr>
            <a:xfrm>
              <a:off x="0" y="0"/>
              <a:ext cx="457" cy="310"/>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chemeClr val="tx1"/>
                  </a:solidFill>
                  <a:latin typeface="黑体" panose="02010609060101010101" pitchFamily="2" charset="-122"/>
                  <a:ea typeface="黑体" panose="02010609060101010101" pitchFamily="2" charset="-122"/>
                </a:rPr>
                <a:t>Q</a:t>
              </a:r>
              <a:r>
                <a:rPr lang="en-US" altLang="zh-CN" b="1" baseline="-25000">
                  <a:solidFill>
                    <a:schemeClr val="tx1"/>
                  </a:solidFill>
                  <a:latin typeface="黑体" panose="02010609060101010101" pitchFamily="2" charset="-122"/>
                  <a:ea typeface="黑体" panose="02010609060101010101" pitchFamily="2" charset="-122"/>
                </a:rPr>
                <a:t>0</a:t>
              </a:r>
            </a:p>
          </p:txBody>
        </p:sp>
        <p:sp>
          <p:nvSpPr>
            <p:cNvPr id="203797" name="Line 305"/>
            <p:cNvSpPr/>
            <p:nvPr/>
          </p:nvSpPr>
          <p:spPr>
            <a:xfrm>
              <a:off x="1784" y="48"/>
              <a:ext cx="349" cy="0"/>
            </a:xfrm>
            <a:prstGeom prst="line">
              <a:avLst/>
            </a:prstGeom>
            <a:ln w="28575" cap="flat" cmpd="sng">
              <a:solidFill>
                <a:schemeClr val="tx1"/>
              </a:solidFill>
              <a:prstDash val="solid"/>
              <a:headEnd type="none" w="med" len="med"/>
              <a:tailEnd type="none" w="med" len="med"/>
            </a:ln>
          </p:spPr>
        </p:sp>
        <p:sp>
          <p:nvSpPr>
            <p:cNvPr id="203798" name="Line 306"/>
            <p:cNvSpPr/>
            <p:nvPr/>
          </p:nvSpPr>
          <p:spPr>
            <a:xfrm>
              <a:off x="1786" y="48"/>
              <a:ext cx="0" cy="167"/>
            </a:xfrm>
            <a:prstGeom prst="line">
              <a:avLst/>
            </a:prstGeom>
            <a:ln w="28575" cap="flat" cmpd="sng">
              <a:solidFill>
                <a:schemeClr val="tx1"/>
              </a:solidFill>
              <a:prstDash val="solid"/>
              <a:headEnd type="none" w="med" len="med"/>
              <a:tailEnd type="none" w="med" len="med"/>
            </a:ln>
          </p:spPr>
        </p:sp>
        <p:sp>
          <p:nvSpPr>
            <p:cNvPr id="203799" name="Line 307"/>
            <p:cNvSpPr/>
            <p:nvPr/>
          </p:nvSpPr>
          <p:spPr>
            <a:xfrm>
              <a:off x="2132" y="48"/>
              <a:ext cx="0" cy="167"/>
            </a:xfrm>
            <a:prstGeom prst="line">
              <a:avLst/>
            </a:prstGeom>
            <a:ln w="28575" cap="flat" cmpd="sng">
              <a:solidFill>
                <a:schemeClr val="tx1"/>
              </a:solidFill>
              <a:prstDash val="solid"/>
              <a:headEnd type="none" w="med" len="med"/>
              <a:tailEnd type="none" w="med" len="med"/>
            </a:ln>
          </p:spPr>
        </p:sp>
        <p:sp>
          <p:nvSpPr>
            <p:cNvPr id="203800" name="Line 308"/>
            <p:cNvSpPr/>
            <p:nvPr/>
          </p:nvSpPr>
          <p:spPr>
            <a:xfrm>
              <a:off x="2133" y="215"/>
              <a:ext cx="1043" cy="0"/>
            </a:xfrm>
            <a:prstGeom prst="line">
              <a:avLst/>
            </a:prstGeom>
            <a:ln w="28575" cap="flat" cmpd="sng">
              <a:solidFill>
                <a:schemeClr val="tx1"/>
              </a:solidFill>
              <a:prstDash val="solid"/>
              <a:headEnd type="none" w="med" len="med"/>
              <a:tailEnd type="none" w="med" len="med"/>
            </a:ln>
          </p:spPr>
        </p:sp>
        <p:sp>
          <p:nvSpPr>
            <p:cNvPr id="203801" name="Line 311"/>
            <p:cNvSpPr/>
            <p:nvPr/>
          </p:nvSpPr>
          <p:spPr>
            <a:xfrm>
              <a:off x="336" y="215"/>
              <a:ext cx="1451" cy="0"/>
            </a:xfrm>
            <a:prstGeom prst="line">
              <a:avLst/>
            </a:prstGeom>
            <a:ln w="28575" cap="flat" cmpd="sng">
              <a:solidFill>
                <a:schemeClr val="tx1"/>
              </a:solidFill>
              <a:prstDash val="solid"/>
              <a:headEnd type="none" w="med" len="med"/>
              <a:tailEnd type="none" w="med" len="med"/>
            </a:ln>
          </p:spPr>
        </p:sp>
        <p:sp>
          <p:nvSpPr>
            <p:cNvPr id="203802" name="Line 328"/>
            <p:cNvSpPr/>
            <p:nvPr/>
          </p:nvSpPr>
          <p:spPr>
            <a:xfrm>
              <a:off x="3165" y="48"/>
              <a:ext cx="349" cy="0"/>
            </a:xfrm>
            <a:prstGeom prst="line">
              <a:avLst/>
            </a:prstGeom>
            <a:ln w="28575" cap="flat" cmpd="sng">
              <a:solidFill>
                <a:schemeClr val="tx1"/>
              </a:solidFill>
              <a:prstDash val="solid"/>
              <a:headEnd type="none" w="med" len="med"/>
              <a:tailEnd type="none" w="med" len="med"/>
            </a:ln>
          </p:spPr>
        </p:sp>
        <p:sp>
          <p:nvSpPr>
            <p:cNvPr id="203803" name="Line 329"/>
            <p:cNvSpPr/>
            <p:nvPr/>
          </p:nvSpPr>
          <p:spPr>
            <a:xfrm>
              <a:off x="3167" y="48"/>
              <a:ext cx="0" cy="167"/>
            </a:xfrm>
            <a:prstGeom prst="line">
              <a:avLst/>
            </a:prstGeom>
            <a:ln w="28575" cap="flat" cmpd="sng">
              <a:solidFill>
                <a:schemeClr val="tx1"/>
              </a:solidFill>
              <a:prstDash val="solid"/>
              <a:headEnd type="none" w="med" len="med"/>
              <a:tailEnd type="none" w="med" len="med"/>
            </a:ln>
          </p:spPr>
        </p:sp>
      </p:grpSp>
      <p:sp>
        <p:nvSpPr>
          <p:cNvPr id="2" name="文本框 1"/>
          <p:cNvSpPr txBox="1"/>
          <p:nvPr/>
        </p:nvSpPr>
        <p:spPr>
          <a:xfrm>
            <a:off x="6732270" y="238125"/>
            <a:ext cx="2298065" cy="1076325"/>
          </a:xfrm>
          <a:prstGeom prst="rect">
            <a:avLst/>
          </a:prstGeom>
          <a:noFill/>
        </p:spPr>
        <p:txBody>
          <a:bodyPr wrap="square" rtlCol="0">
            <a:spAutoFit/>
          </a:bodyPr>
          <a:lstStyle/>
          <a:p>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3</a:t>
            </a:r>
            <a:r>
              <a:rPr lang="en-US" altLang="zh-CN" sz="1600" baseline="30000">
                <a:solidFill>
                  <a:schemeClr val="tx1"/>
                </a:solidFill>
                <a:latin typeface="华文新魏" panose="02010800040101010101" pitchFamily="2" charset="-122"/>
                <a:ea typeface="华文新魏" panose="02010800040101010101" pitchFamily="2" charset="-122"/>
              </a:rPr>
              <a:t>n+1</a:t>
            </a:r>
            <a:r>
              <a:rPr lang="en-US" altLang="zh-CN" sz="1600">
                <a:solidFill>
                  <a:schemeClr val="tx1"/>
                </a:solidFill>
                <a:latin typeface="华文新魏" panose="02010800040101010101" pitchFamily="2" charset="-122"/>
                <a:ea typeface="华文新魏" panose="02010800040101010101" pitchFamily="2" charset="-122"/>
              </a:rPr>
              <a:t>=/Q</a:t>
            </a:r>
            <a:r>
              <a:rPr lang="en-US" altLang="zh-CN" sz="1600" baseline="-25000">
                <a:solidFill>
                  <a:schemeClr val="tx1"/>
                </a:solidFill>
                <a:latin typeface="华文新魏" panose="02010800040101010101" pitchFamily="2" charset="-122"/>
                <a:ea typeface="华文新魏" panose="02010800040101010101" pitchFamily="2" charset="-122"/>
              </a:rPr>
              <a:t>3</a:t>
            </a:r>
            <a:r>
              <a:rPr lang="en-US" altLang="zh-CN" sz="1600">
                <a:solidFill>
                  <a:schemeClr val="tx1"/>
                </a:solidFill>
                <a:latin typeface="华文新魏" panose="02010800040101010101" pitchFamily="2" charset="-122"/>
                <a:ea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baseline="30000">
                <a:solidFill>
                  <a:schemeClr val="tx1"/>
                </a:solidFill>
                <a:latin typeface="华文新魏" panose="02010800040101010101" pitchFamily="2" charset="-122"/>
                <a:ea typeface="华文新魏" panose="02010800040101010101" pitchFamily="2" charset="-122"/>
                <a:sym typeface="+mn-ea"/>
              </a:rPr>
              <a:t>n+1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endParaRPr lang="en-US" altLang="zh-CN" sz="1600">
              <a:solidFill>
                <a:schemeClr val="tx1"/>
              </a:solidFill>
              <a:latin typeface="华文新魏" panose="02010800040101010101" pitchFamily="2" charset="-122"/>
              <a:ea typeface="华文新魏" panose="02010800040101010101" pitchFamily="2" charset="-122"/>
            </a:endParaRPr>
          </a:p>
        </p:txBody>
      </p:sp>
      <p:sp>
        <p:nvSpPr>
          <p:cNvPr id="5" name="矩形标注 4"/>
          <p:cNvSpPr/>
          <p:nvPr/>
        </p:nvSpPr>
        <p:spPr>
          <a:xfrm>
            <a:off x="7308215" y="2647950"/>
            <a:ext cx="1080135" cy="325755"/>
          </a:xfrm>
          <a:prstGeom prst="wedgeRectCallout">
            <a:avLst>
              <a:gd name="adj1" fmla="val -118430"/>
              <a:gd name="adj2" fmla="val 11354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dirty="0">
                <a:latin typeface="华文新魏" panose="02010800040101010101" pitchFamily="2" charset="-122"/>
                <a:ea typeface="华文新魏" panose="02010800040101010101" pitchFamily="2" charset="-122"/>
                <a:sym typeface="+mn-ea"/>
              </a:rPr>
              <a:t>电平输出</a:t>
            </a:r>
            <a:endPar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P spid="5" grpId="0" animBg="1"/>
      <p:bldP spid="5"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p:cNvSpPr>
          <p:nvPr>
            <p:ph type="title"/>
          </p:nvPr>
        </p:nvSpPr>
        <p:spPr>
          <a:xfrm>
            <a:off x="2125663" y="681038"/>
            <a:ext cx="4540250" cy="628650"/>
          </a:xfrm>
          <a:prstGeom prst="rect">
            <a:avLst/>
          </a:prstGeom>
          <a:noFill/>
          <a:ln w="2857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三输出</a:t>
            </a:r>
            <a:r>
              <a:rPr lang="zh-CN" altLang="en-US" sz="2000" b="1" dirty="0">
                <a:solidFill>
                  <a:srgbClr val="FF0000"/>
                </a:solidFill>
                <a:latin typeface="华文新魏" panose="02010800040101010101" pitchFamily="2" charset="-122"/>
                <a:ea typeface="华文新魏" panose="02010800040101010101" pitchFamily="2" charset="-122"/>
              </a:rPr>
              <a:t>扭环移位型</a:t>
            </a:r>
            <a:r>
              <a:rPr lang="zh-CN" altLang="en-US" sz="2000" b="1" dirty="0">
                <a:latin typeface="华文新魏" panose="02010800040101010101" pitchFamily="2" charset="-122"/>
                <a:ea typeface="华文新魏" panose="02010800040101010101" pitchFamily="2" charset="-122"/>
              </a:rPr>
              <a:t>节拍分配器逻辑图</a:t>
            </a:r>
          </a:p>
        </p:txBody>
      </p:sp>
      <p:grpSp>
        <p:nvGrpSpPr>
          <p:cNvPr id="204803" name="Group 3"/>
          <p:cNvGrpSpPr/>
          <p:nvPr/>
        </p:nvGrpSpPr>
        <p:grpSpPr>
          <a:xfrm>
            <a:off x="962660" y="1066800"/>
            <a:ext cx="7219950" cy="3449638"/>
            <a:chOff x="0" y="0"/>
            <a:chExt cx="11370" cy="5433"/>
          </a:xfrm>
        </p:grpSpPr>
        <p:sp>
          <p:nvSpPr>
            <p:cNvPr id="204813" name="AutoShape 10"/>
            <p:cNvSpPr/>
            <p:nvPr/>
          </p:nvSpPr>
          <p:spPr>
            <a:xfrm rot="-5400000">
              <a:off x="5561" y="2128"/>
              <a:ext cx="753"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lstStyle/>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4" name="Text Box 13"/>
            <p:cNvSpPr txBox="1"/>
            <p:nvPr/>
          </p:nvSpPr>
          <p:spPr>
            <a:xfrm>
              <a:off x="5210" y="2405"/>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15" name="Text Box 14"/>
            <p:cNvSpPr txBox="1"/>
            <p:nvPr/>
          </p:nvSpPr>
          <p:spPr>
            <a:xfrm>
              <a:off x="5225" y="2865"/>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4816" name="AutoShape 18"/>
            <p:cNvSpPr/>
            <p:nvPr/>
          </p:nvSpPr>
          <p:spPr>
            <a:xfrm rot="-5400000">
              <a:off x="369" y="2124"/>
              <a:ext cx="752"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lstStyle/>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7" name="Text Box 21"/>
            <p:cNvSpPr txBox="1"/>
            <p:nvPr/>
          </p:nvSpPr>
          <p:spPr>
            <a:xfrm>
              <a:off x="30" y="2393"/>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18" name="Text Box 22"/>
            <p:cNvSpPr txBox="1"/>
            <p:nvPr/>
          </p:nvSpPr>
          <p:spPr>
            <a:xfrm>
              <a:off x="931" y="2401"/>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19" name="Text Box 23"/>
            <p:cNvSpPr txBox="1"/>
            <p:nvPr/>
          </p:nvSpPr>
          <p:spPr>
            <a:xfrm>
              <a:off x="65" y="2853"/>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4820" name="Text Box 24"/>
            <p:cNvSpPr txBox="1"/>
            <p:nvPr/>
          </p:nvSpPr>
          <p:spPr>
            <a:xfrm>
              <a:off x="864" y="2744"/>
              <a:ext cx="888" cy="485"/>
            </a:xfrm>
            <a:prstGeom prst="rect">
              <a:avLst/>
            </a:prstGeom>
            <a:noFill/>
            <a:ln w="28575">
              <a:noFill/>
            </a:ln>
          </p:spPr>
          <p:txBody>
            <a:bodyPr>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4821" name="AutoShape 27"/>
            <p:cNvSpPr/>
            <p:nvPr/>
          </p:nvSpPr>
          <p:spPr>
            <a:xfrm rot="-5400000">
              <a:off x="2886" y="2141"/>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lstStyle/>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22" name="Text Box 30"/>
            <p:cNvSpPr txBox="1"/>
            <p:nvPr/>
          </p:nvSpPr>
          <p:spPr>
            <a:xfrm>
              <a:off x="2570" y="2413"/>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23" name="Text Box 31"/>
            <p:cNvSpPr txBox="1"/>
            <p:nvPr/>
          </p:nvSpPr>
          <p:spPr>
            <a:xfrm>
              <a:off x="2585" y="2870"/>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4824" name="AutoShape 35"/>
            <p:cNvSpPr/>
            <p:nvPr/>
          </p:nvSpPr>
          <p:spPr>
            <a:xfrm rot="-5400000">
              <a:off x="8406" y="2126"/>
              <a:ext cx="755" cy="1490"/>
            </a:xfrm>
            <a:prstGeom prst="flowChartProcess">
              <a:avLst/>
            </a:prstGeom>
            <a:solidFill>
              <a:schemeClr val="accent1"/>
            </a:solidFill>
            <a:ln w="28575" cap="flat" cmpd="sng">
              <a:solidFill>
                <a:schemeClr val="tx1"/>
              </a:solidFill>
              <a:prstDash val="solid"/>
              <a:miter/>
              <a:headEnd type="none" w="med" len="med"/>
              <a:tailEnd type="none" w="med" len="med"/>
            </a:ln>
          </p:spPr>
          <p:txBody>
            <a:bodyPr vert="eaVert" wrap="none" anchor="ctr"/>
            <a:lstStyle/>
            <a:p>
              <a:pPr algn="ct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grpSp>
          <p:nvGrpSpPr>
            <p:cNvPr id="204825" name="Group 135"/>
            <p:cNvGrpSpPr/>
            <p:nvPr/>
          </p:nvGrpSpPr>
          <p:grpSpPr>
            <a:xfrm>
              <a:off x="3650" y="3163"/>
              <a:ext cx="235" cy="112"/>
              <a:chOff x="0" y="0"/>
              <a:chExt cx="94" cy="59"/>
            </a:xfrm>
          </p:grpSpPr>
          <p:sp>
            <p:nvSpPr>
              <p:cNvPr id="204909" name="Line 28"/>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10" name="Line 3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sp>
          <p:nvSpPr>
            <p:cNvPr id="204826" name="Text Box 38"/>
            <p:cNvSpPr txBox="1"/>
            <p:nvPr/>
          </p:nvSpPr>
          <p:spPr>
            <a:xfrm>
              <a:off x="8090" y="2398"/>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27" name="Text Box 39"/>
            <p:cNvSpPr txBox="1"/>
            <p:nvPr/>
          </p:nvSpPr>
          <p:spPr>
            <a:xfrm>
              <a:off x="8960" y="2390"/>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28" name="Text Box 40"/>
            <p:cNvSpPr txBox="1"/>
            <p:nvPr/>
          </p:nvSpPr>
          <p:spPr>
            <a:xfrm>
              <a:off x="8327" y="2840"/>
              <a:ext cx="432"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D</a:t>
              </a:r>
            </a:p>
          </p:txBody>
        </p:sp>
        <p:sp>
          <p:nvSpPr>
            <p:cNvPr id="204829" name="Line 44"/>
            <p:cNvSpPr/>
            <p:nvPr/>
          </p:nvSpPr>
          <p:spPr>
            <a:xfrm>
              <a:off x="1265" y="3258"/>
              <a:ext cx="0" cy="900"/>
            </a:xfrm>
            <a:prstGeom prst="line">
              <a:avLst/>
            </a:prstGeom>
            <a:ln w="28575" cap="flat" cmpd="sng">
              <a:solidFill>
                <a:schemeClr val="tx1"/>
              </a:solidFill>
              <a:prstDash val="solid"/>
              <a:headEnd type="none" w="med" len="med"/>
              <a:tailEnd type="none" w="med" len="med"/>
            </a:ln>
          </p:spPr>
        </p:sp>
        <p:sp>
          <p:nvSpPr>
            <p:cNvPr id="204830" name="Line 45"/>
            <p:cNvSpPr/>
            <p:nvPr/>
          </p:nvSpPr>
          <p:spPr>
            <a:xfrm>
              <a:off x="1257" y="4115"/>
              <a:ext cx="9360" cy="0"/>
            </a:xfrm>
            <a:prstGeom prst="line">
              <a:avLst/>
            </a:prstGeom>
            <a:ln w="28575" cap="flat" cmpd="sng">
              <a:solidFill>
                <a:schemeClr val="tx1"/>
              </a:solidFill>
              <a:prstDash val="solid"/>
              <a:headEnd type="none" w="med" len="med"/>
              <a:tailEnd type="none" w="med" len="med"/>
            </a:ln>
          </p:spPr>
        </p:sp>
        <p:sp>
          <p:nvSpPr>
            <p:cNvPr id="204831" name="Line 47"/>
            <p:cNvSpPr/>
            <p:nvPr/>
          </p:nvSpPr>
          <p:spPr>
            <a:xfrm flipV="1">
              <a:off x="8685" y="3275"/>
              <a:ext cx="0" cy="1105"/>
            </a:xfrm>
            <a:prstGeom prst="line">
              <a:avLst/>
            </a:prstGeom>
            <a:ln w="28575" cap="flat" cmpd="sng">
              <a:solidFill>
                <a:schemeClr val="tx1"/>
              </a:solidFill>
              <a:prstDash val="solid"/>
              <a:headEnd type="none" w="med" len="med"/>
              <a:tailEnd type="none" w="med" len="med"/>
            </a:ln>
          </p:spPr>
        </p:sp>
        <p:sp>
          <p:nvSpPr>
            <p:cNvPr id="204832" name="Line 48"/>
            <p:cNvSpPr/>
            <p:nvPr/>
          </p:nvSpPr>
          <p:spPr>
            <a:xfrm>
              <a:off x="3751" y="3258"/>
              <a:ext cx="0" cy="900"/>
            </a:xfrm>
            <a:prstGeom prst="line">
              <a:avLst/>
            </a:prstGeom>
            <a:ln w="28575" cap="flat" cmpd="sng">
              <a:solidFill>
                <a:schemeClr val="tx1"/>
              </a:solidFill>
              <a:prstDash val="solid"/>
              <a:headEnd type="none" w="med" len="med"/>
              <a:tailEnd type="none" w="med" len="med"/>
            </a:ln>
          </p:spPr>
        </p:sp>
        <p:sp>
          <p:nvSpPr>
            <p:cNvPr id="204833" name="Line 49"/>
            <p:cNvSpPr/>
            <p:nvPr/>
          </p:nvSpPr>
          <p:spPr>
            <a:xfrm>
              <a:off x="6393" y="3258"/>
              <a:ext cx="0" cy="900"/>
            </a:xfrm>
            <a:prstGeom prst="line">
              <a:avLst/>
            </a:prstGeom>
            <a:ln w="28575" cap="flat" cmpd="sng">
              <a:solidFill>
                <a:schemeClr val="tx1"/>
              </a:solidFill>
              <a:prstDash val="solid"/>
              <a:headEnd type="none" w="med" len="med"/>
              <a:tailEnd type="none" w="med" len="med"/>
            </a:ln>
          </p:spPr>
        </p:sp>
        <p:sp>
          <p:nvSpPr>
            <p:cNvPr id="204834" name="Line 50"/>
            <p:cNvSpPr/>
            <p:nvPr/>
          </p:nvSpPr>
          <p:spPr>
            <a:xfrm>
              <a:off x="9334" y="3258"/>
              <a:ext cx="0" cy="900"/>
            </a:xfrm>
            <a:prstGeom prst="line">
              <a:avLst/>
            </a:prstGeom>
            <a:ln w="28575" cap="flat" cmpd="sng">
              <a:solidFill>
                <a:schemeClr val="tx1"/>
              </a:solidFill>
              <a:prstDash val="solid"/>
              <a:headEnd type="none" w="med" len="med"/>
              <a:tailEnd type="none" w="med" len="med"/>
            </a:ln>
          </p:spPr>
        </p:sp>
        <p:sp>
          <p:nvSpPr>
            <p:cNvPr id="204835" name="Line 51"/>
            <p:cNvSpPr/>
            <p:nvPr/>
          </p:nvSpPr>
          <p:spPr>
            <a:xfrm flipV="1">
              <a:off x="293" y="1745"/>
              <a:ext cx="0" cy="720"/>
            </a:xfrm>
            <a:prstGeom prst="line">
              <a:avLst/>
            </a:prstGeom>
            <a:ln w="28575" cap="flat" cmpd="sng">
              <a:solidFill>
                <a:schemeClr val="tx1"/>
              </a:solidFill>
              <a:prstDash val="solid"/>
              <a:headEnd type="none" w="med" len="med"/>
              <a:tailEnd type="none" w="med" len="med"/>
            </a:ln>
          </p:spPr>
        </p:sp>
        <p:sp>
          <p:nvSpPr>
            <p:cNvPr id="204836" name="Line 52"/>
            <p:cNvSpPr/>
            <p:nvPr/>
          </p:nvSpPr>
          <p:spPr>
            <a:xfrm flipV="1">
              <a:off x="2763" y="2180"/>
              <a:ext cx="0" cy="293"/>
            </a:xfrm>
            <a:prstGeom prst="line">
              <a:avLst/>
            </a:prstGeom>
            <a:ln w="28575" cap="flat" cmpd="sng">
              <a:solidFill>
                <a:schemeClr val="tx1"/>
              </a:solidFill>
              <a:prstDash val="solid"/>
              <a:headEnd type="none" w="med" len="med"/>
              <a:tailEnd type="none" w="med" len="med"/>
            </a:ln>
          </p:spPr>
        </p:sp>
        <p:sp>
          <p:nvSpPr>
            <p:cNvPr id="204837" name="Line 55"/>
            <p:cNvSpPr/>
            <p:nvPr/>
          </p:nvSpPr>
          <p:spPr>
            <a:xfrm flipV="1">
              <a:off x="1180" y="1248"/>
              <a:ext cx="0" cy="1092"/>
            </a:xfrm>
            <a:prstGeom prst="line">
              <a:avLst/>
            </a:prstGeom>
            <a:ln w="28575" cap="flat" cmpd="sng">
              <a:solidFill>
                <a:schemeClr val="tx1"/>
              </a:solidFill>
              <a:prstDash val="solid"/>
              <a:headEnd type="none" w="med" len="med"/>
              <a:tailEnd type="none" w="med" len="med"/>
            </a:ln>
          </p:spPr>
        </p:sp>
        <p:sp>
          <p:nvSpPr>
            <p:cNvPr id="204838" name="Line 56"/>
            <p:cNvSpPr/>
            <p:nvPr/>
          </p:nvSpPr>
          <p:spPr>
            <a:xfrm>
              <a:off x="1158" y="1875"/>
              <a:ext cx="6415" cy="0"/>
            </a:xfrm>
            <a:prstGeom prst="line">
              <a:avLst/>
            </a:prstGeom>
            <a:ln w="28575" cap="flat" cmpd="sng">
              <a:solidFill>
                <a:schemeClr val="tx1"/>
              </a:solidFill>
              <a:prstDash val="solid"/>
              <a:headEnd type="none" w="med" len="med"/>
              <a:tailEnd type="none" w="med" len="med"/>
            </a:ln>
          </p:spPr>
        </p:sp>
        <p:sp>
          <p:nvSpPr>
            <p:cNvPr id="204839" name="Line 57"/>
            <p:cNvSpPr/>
            <p:nvPr/>
          </p:nvSpPr>
          <p:spPr>
            <a:xfrm>
              <a:off x="7560" y="1870"/>
              <a:ext cx="0" cy="1893"/>
            </a:xfrm>
            <a:prstGeom prst="line">
              <a:avLst/>
            </a:prstGeom>
            <a:ln w="28575" cap="flat" cmpd="sng">
              <a:solidFill>
                <a:schemeClr val="tx1"/>
              </a:solidFill>
              <a:prstDash val="solid"/>
              <a:headEnd type="none" w="med" len="med"/>
              <a:tailEnd type="none" w="med" len="med"/>
            </a:ln>
          </p:spPr>
        </p:sp>
        <p:sp>
          <p:nvSpPr>
            <p:cNvPr id="204840" name="Line 58"/>
            <p:cNvSpPr/>
            <p:nvPr/>
          </p:nvSpPr>
          <p:spPr>
            <a:xfrm>
              <a:off x="7560" y="3753"/>
              <a:ext cx="840" cy="0"/>
            </a:xfrm>
            <a:prstGeom prst="line">
              <a:avLst/>
            </a:prstGeom>
            <a:ln w="28575" cap="flat" cmpd="sng">
              <a:solidFill>
                <a:schemeClr val="tx1"/>
              </a:solidFill>
              <a:prstDash val="solid"/>
              <a:headEnd type="none" w="med" len="med"/>
              <a:tailEnd type="none" w="med" len="med"/>
            </a:ln>
          </p:spPr>
        </p:sp>
        <p:sp>
          <p:nvSpPr>
            <p:cNvPr id="204841" name="Line 59"/>
            <p:cNvSpPr/>
            <p:nvPr/>
          </p:nvSpPr>
          <p:spPr>
            <a:xfrm>
              <a:off x="8400" y="3243"/>
              <a:ext cx="0" cy="510"/>
            </a:xfrm>
            <a:prstGeom prst="line">
              <a:avLst/>
            </a:prstGeom>
            <a:ln w="28575" cap="flat" cmpd="sng">
              <a:solidFill>
                <a:schemeClr val="tx1"/>
              </a:solidFill>
              <a:prstDash val="solid"/>
              <a:headEnd type="none" w="med" len="med"/>
              <a:tailEnd type="none" w="med" len="med"/>
            </a:ln>
          </p:spPr>
        </p:sp>
        <p:sp>
          <p:nvSpPr>
            <p:cNvPr id="204842" name="Line 60"/>
            <p:cNvSpPr/>
            <p:nvPr/>
          </p:nvSpPr>
          <p:spPr>
            <a:xfrm flipH="1">
              <a:off x="1800" y="2198"/>
              <a:ext cx="953" cy="0"/>
            </a:xfrm>
            <a:prstGeom prst="line">
              <a:avLst/>
            </a:prstGeom>
            <a:ln w="28575" cap="flat" cmpd="sng">
              <a:solidFill>
                <a:schemeClr val="tx1"/>
              </a:solidFill>
              <a:prstDash val="solid"/>
              <a:headEnd type="none" w="med" len="med"/>
              <a:tailEnd type="none" w="med" len="med"/>
            </a:ln>
          </p:spPr>
        </p:sp>
        <p:sp>
          <p:nvSpPr>
            <p:cNvPr id="204843" name="Line 61"/>
            <p:cNvSpPr/>
            <p:nvPr/>
          </p:nvSpPr>
          <p:spPr>
            <a:xfrm>
              <a:off x="1800" y="1235"/>
              <a:ext cx="0" cy="4165"/>
            </a:xfrm>
            <a:prstGeom prst="line">
              <a:avLst/>
            </a:prstGeom>
            <a:ln w="28575" cap="flat" cmpd="sng">
              <a:solidFill>
                <a:schemeClr val="tx1"/>
              </a:solidFill>
              <a:prstDash val="solid"/>
              <a:headEnd type="none" w="med" len="med"/>
              <a:tailEnd type="none" w="med" len="med"/>
            </a:ln>
          </p:spPr>
        </p:sp>
        <p:sp>
          <p:nvSpPr>
            <p:cNvPr id="204844" name="Line 62"/>
            <p:cNvSpPr/>
            <p:nvPr/>
          </p:nvSpPr>
          <p:spPr>
            <a:xfrm>
              <a:off x="1780" y="5405"/>
              <a:ext cx="6603" cy="0"/>
            </a:xfrm>
            <a:prstGeom prst="line">
              <a:avLst/>
            </a:prstGeom>
            <a:ln w="28575" cap="flat" cmpd="sng">
              <a:solidFill>
                <a:schemeClr val="tx1"/>
              </a:solidFill>
              <a:prstDash val="solid"/>
              <a:headEnd type="none" w="med" len="med"/>
              <a:tailEnd type="none" w="med" len="med"/>
            </a:ln>
          </p:spPr>
        </p:sp>
        <p:sp>
          <p:nvSpPr>
            <p:cNvPr id="204845" name="Line 63"/>
            <p:cNvSpPr/>
            <p:nvPr/>
          </p:nvSpPr>
          <p:spPr>
            <a:xfrm flipV="1">
              <a:off x="8390" y="5043"/>
              <a:ext cx="0" cy="382"/>
            </a:xfrm>
            <a:prstGeom prst="line">
              <a:avLst/>
            </a:prstGeom>
            <a:ln w="28575" cap="flat" cmpd="sng">
              <a:solidFill>
                <a:schemeClr val="tx1"/>
              </a:solidFill>
              <a:prstDash val="solid"/>
              <a:headEnd type="none" w="med" len="med"/>
              <a:tailEnd type="none" w="med" len="med"/>
            </a:ln>
          </p:spPr>
        </p:sp>
        <p:sp>
          <p:nvSpPr>
            <p:cNvPr id="204846" name="Line 64"/>
            <p:cNvSpPr/>
            <p:nvPr/>
          </p:nvSpPr>
          <p:spPr>
            <a:xfrm>
              <a:off x="2850" y="3258"/>
              <a:ext cx="0" cy="540"/>
            </a:xfrm>
            <a:prstGeom prst="line">
              <a:avLst/>
            </a:prstGeom>
            <a:ln w="28575" cap="flat" cmpd="sng">
              <a:solidFill>
                <a:schemeClr val="tx1"/>
              </a:solidFill>
              <a:prstDash val="solid"/>
              <a:headEnd type="none" w="med" len="med"/>
              <a:tailEnd type="none" w="med" len="med"/>
            </a:ln>
          </p:spPr>
        </p:sp>
        <p:sp>
          <p:nvSpPr>
            <p:cNvPr id="204847" name="Line 65"/>
            <p:cNvSpPr/>
            <p:nvPr/>
          </p:nvSpPr>
          <p:spPr>
            <a:xfrm>
              <a:off x="5498" y="3243"/>
              <a:ext cx="0" cy="540"/>
            </a:xfrm>
            <a:prstGeom prst="line">
              <a:avLst/>
            </a:prstGeom>
            <a:ln w="28575" cap="flat" cmpd="sng">
              <a:solidFill>
                <a:schemeClr val="tx1"/>
              </a:solidFill>
              <a:prstDash val="solid"/>
              <a:headEnd type="none" w="med" len="med"/>
              <a:tailEnd type="none" w="med" len="med"/>
            </a:ln>
          </p:spPr>
        </p:sp>
        <p:sp>
          <p:nvSpPr>
            <p:cNvPr id="204848" name="Line 66"/>
            <p:cNvSpPr/>
            <p:nvPr/>
          </p:nvSpPr>
          <p:spPr>
            <a:xfrm>
              <a:off x="308" y="3258"/>
              <a:ext cx="0" cy="540"/>
            </a:xfrm>
            <a:prstGeom prst="line">
              <a:avLst/>
            </a:prstGeom>
            <a:ln w="28575" cap="flat" cmpd="sng">
              <a:solidFill>
                <a:schemeClr val="tx1"/>
              </a:solidFill>
              <a:prstDash val="solid"/>
              <a:headEnd type="none" w="med" len="med"/>
              <a:tailEnd type="none" w="med" len="med"/>
            </a:ln>
          </p:spPr>
        </p:sp>
        <p:sp>
          <p:nvSpPr>
            <p:cNvPr id="204849" name="Line 67"/>
            <p:cNvSpPr/>
            <p:nvPr/>
          </p:nvSpPr>
          <p:spPr>
            <a:xfrm>
              <a:off x="293" y="3798"/>
              <a:ext cx="1507" cy="0"/>
            </a:xfrm>
            <a:prstGeom prst="line">
              <a:avLst/>
            </a:prstGeom>
            <a:ln w="28575" cap="flat" cmpd="sng">
              <a:solidFill>
                <a:schemeClr val="tx1"/>
              </a:solidFill>
              <a:prstDash val="solid"/>
              <a:headEnd type="none" w="med" len="med"/>
              <a:tailEnd type="none" w="med" len="med"/>
            </a:ln>
          </p:spPr>
        </p:sp>
        <p:sp>
          <p:nvSpPr>
            <p:cNvPr id="204850" name="Line 68"/>
            <p:cNvSpPr/>
            <p:nvPr/>
          </p:nvSpPr>
          <p:spPr>
            <a:xfrm>
              <a:off x="2858" y="3783"/>
              <a:ext cx="1472" cy="0"/>
            </a:xfrm>
            <a:prstGeom prst="line">
              <a:avLst/>
            </a:prstGeom>
            <a:ln w="28575" cap="flat" cmpd="sng">
              <a:solidFill>
                <a:schemeClr val="tx1"/>
              </a:solidFill>
              <a:prstDash val="solid"/>
              <a:headEnd type="none" w="med" len="med"/>
              <a:tailEnd type="none" w="med" len="med"/>
            </a:ln>
          </p:spPr>
        </p:sp>
        <p:sp>
          <p:nvSpPr>
            <p:cNvPr id="204851" name="Line 69"/>
            <p:cNvSpPr/>
            <p:nvPr/>
          </p:nvSpPr>
          <p:spPr>
            <a:xfrm flipV="1">
              <a:off x="4320" y="1260"/>
              <a:ext cx="0" cy="2513"/>
            </a:xfrm>
            <a:prstGeom prst="line">
              <a:avLst/>
            </a:prstGeom>
            <a:ln w="28575" cap="flat" cmpd="sng">
              <a:solidFill>
                <a:schemeClr val="tx1"/>
              </a:solidFill>
              <a:prstDash val="solid"/>
              <a:headEnd type="none" w="med" len="med"/>
              <a:tailEnd type="none" w="med" len="med"/>
            </a:ln>
          </p:spPr>
        </p:sp>
        <p:sp>
          <p:nvSpPr>
            <p:cNvPr id="204852" name="Line 70"/>
            <p:cNvSpPr/>
            <p:nvPr/>
          </p:nvSpPr>
          <p:spPr>
            <a:xfrm>
              <a:off x="4320" y="2178"/>
              <a:ext cx="1123" cy="0"/>
            </a:xfrm>
            <a:prstGeom prst="line">
              <a:avLst/>
            </a:prstGeom>
            <a:ln w="28575" cap="flat" cmpd="sng">
              <a:solidFill>
                <a:schemeClr val="tx1"/>
              </a:solidFill>
              <a:prstDash val="solid"/>
              <a:headEnd type="none" w="med" len="med"/>
              <a:tailEnd type="none" w="med" len="med"/>
            </a:ln>
          </p:spPr>
        </p:sp>
        <p:sp>
          <p:nvSpPr>
            <p:cNvPr id="204853" name="Line 71"/>
            <p:cNvSpPr/>
            <p:nvPr/>
          </p:nvSpPr>
          <p:spPr>
            <a:xfrm>
              <a:off x="5498" y="3783"/>
              <a:ext cx="1360" cy="0"/>
            </a:xfrm>
            <a:prstGeom prst="line">
              <a:avLst/>
            </a:prstGeom>
            <a:ln w="28575" cap="flat" cmpd="sng">
              <a:solidFill>
                <a:schemeClr val="tx1"/>
              </a:solidFill>
              <a:prstDash val="solid"/>
              <a:headEnd type="none" w="med" len="med"/>
              <a:tailEnd type="none" w="med" len="med"/>
            </a:ln>
          </p:spPr>
        </p:sp>
        <p:sp>
          <p:nvSpPr>
            <p:cNvPr id="204854" name="Line 73"/>
            <p:cNvSpPr/>
            <p:nvPr/>
          </p:nvSpPr>
          <p:spPr>
            <a:xfrm>
              <a:off x="6840" y="2178"/>
              <a:ext cx="1490" cy="0"/>
            </a:xfrm>
            <a:prstGeom prst="line">
              <a:avLst/>
            </a:prstGeom>
            <a:ln w="28575" cap="flat" cmpd="sng">
              <a:solidFill>
                <a:schemeClr val="tx1"/>
              </a:solidFill>
              <a:prstDash val="solid"/>
              <a:headEnd type="none" w="med" len="med"/>
              <a:tailEnd type="none" w="med" len="med"/>
            </a:ln>
          </p:spPr>
        </p:sp>
        <p:sp>
          <p:nvSpPr>
            <p:cNvPr id="204855" name="Line 74"/>
            <p:cNvSpPr/>
            <p:nvPr/>
          </p:nvSpPr>
          <p:spPr>
            <a:xfrm flipV="1">
              <a:off x="9195" y="1818"/>
              <a:ext cx="0" cy="540"/>
            </a:xfrm>
            <a:prstGeom prst="line">
              <a:avLst/>
            </a:prstGeom>
            <a:ln w="28575" cap="flat" cmpd="sng">
              <a:solidFill>
                <a:schemeClr val="tx1"/>
              </a:solidFill>
              <a:prstDash val="solid"/>
              <a:headEnd type="none" w="med" len="med"/>
              <a:tailEnd type="none" w="med" len="med"/>
            </a:ln>
          </p:spPr>
        </p:sp>
        <p:sp>
          <p:nvSpPr>
            <p:cNvPr id="204856" name="Line 75"/>
            <p:cNvSpPr/>
            <p:nvPr/>
          </p:nvSpPr>
          <p:spPr>
            <a:xfrm>
              <a:off x="9218" y="1818"/>
              <a:ext cx="747" cy="0"/>
            </a:xfrm>
            <a:prstGeom prst="line">
              <a:avLst/>
            </a:prstGeom>
            <a:ln w="28575" cap="flat" cmpd="sng">
              <a:solidFill>
                <a:schemeClr val="tx1"/>
              </a:solidFill>
              <a:prstDash val="solid"/>
              <a:headEnd type="none" w="med" len="med"/>
              <a:tailEnd type="none" w="med" len="med"/>
            </a:ln>
          </p:spPr>
        </p:sp>
        <p:sp>
          <p:nvSpPr>
            <p:cNvPr id="204857" name="Line 76"/>
            <p:cNvSpPr/>
            <p:nvPr/>
          </p:nvSpPr>
          <p:spPr>
            <a:xfrm>
              <a:off x="9960" y="1820"/>
              <a:ext cx="0" cy="3613"/>
            </a:xfrm>
            <a:prstGeom prst="line">
              <a:avLst/>
            </a:prstGeom>
            <a:ln w="28575" cap="flat" cmpd="sng">
              <a:solidFill>
                <a:schemeClr val="tx1"/>
              </a:solidFill>
              <a:prstDash val="solid"/>
              <a:headEnd type="none" w="med" len="med"/>
              <a:tailEnd type="none" w="med" len="med"/>
            </a:ln>
          </p:spPr>
        </p:sp>
        <p:sp>
          <p:nvSpPr>
            <p:cNvPr id="204858" name="Line 77"/>
            <p:cNvSpPr/>
            <p:nvPr/>
          </p:nvSpPr>
          <p:spPr>
            <a:xfrm flipH="1">
              <a:off x="8980" y="5420"/>
              <a:ext cx="993" cy="0"/>
            </a:xfrm>
            <a:prstGeom prst="line">
              <a:avLst/>
            </a:prstGeom>
            <a:ln w="28575" cap="flat" cmpd="sng">
              <a:solidFill>
                <a:schemeClr val="tx1"/>
              </a:solidFill>
              <a:prstDash val="solid"/>
              <a:headEnd type="none" w="med" len="med"/>
              <a:tailEnd type="none" w="med" len="med"/>
            </a:ln>
          </p:spPr>
        </p:sp>
        <p:sp>
          <p:nvSpPr>
            <p:cNvPr id="204859" name="Line 78"/>
            <p:cNvSpPr/>
            <p:nvPr/>
          </p:nvSpPr>
          <p:spPr>
            <a:xfrm flipV="1">
              <a:off x="9000" y="5040"/>
              <a:ext cx="0" cy="383"/>
            </a:xfrm>
            <a:prstGeom prst="line">
              <a:avLst/>
            </a:prstGeom>
            <a:ln w="28575" cap="flat" cmpd="sng">
              <a:solidFill>
                <a:schemeClr val="tx1"/>
              </a:solidFill>
              <a:prstDash val="solid"/>
              <a:headEnd type="none" w="med" len="med"/>
              <a:tailEnd type="none" w="med" len="med"/>
            </a:ln>
          </p:spPr>
        </p:sp>
        <p:sp>
          <p:nvSpPr>
            <p:cNvPr id="204860" name="Text Box 86"/>
            <p:cNvSpPr txBox="1"/>
            <p:nvPr/>
          </p:nvSpPr>
          <p:spPr>
            <a:xfrm>
              <a:off x="10655" y="3845"/>
              <a:ext cx="715"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CLK</a:t>
              </a:r>
            </a:p>
          </p:txBody>
        </p:sp>
        <p:sp>
          <p:nvSpPr>
            <p:cNvPr id="204861" name="Text Box 87"/>
            <p:cNvSpPr txBox="1"/>
            <p:nvPr/>
          </p:nvSpPr>
          <p:spPr>
            <a:xfrm>
              <a:off x="5400" y="2073"/>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1</a:t>
              </a:r>
            </a:p>
          </p:txBody>
        </p:sp>
        <p:sp>
          <p:nvSpPr>
            <p:cNvPr id="204862" name="Text Box 88"/>
            <p:cNvSpPr txBox="1"/>
            <p:nvPr/>
          </p:nvSpPr>
          <p:spPr>
            <a:xfrm>
              <a:off x="240" y="3270"/>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3</a:t>
              </a:r>
            </a:p>
          </p:txBody>
        </p:sp>
        <p:sp>
          <p:nvSpPr>
            <p:cNvPr id="204863" name="Text Box 89"/>
            <p:cNvSpPr txBox="1"/>
            <p:nvPr/>
          </p:nvSpPr>
          <p:spPr>
            <a:xfrm>
              <a:off x="2785" y="3260"/>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2</a:t>
              </a:r>
            </a:p>
          </p:txBody>
        </p:sp>
        <p:sp>
          <p:nvSpPr>
            <p:cNvPr id="204864" name="Text Box 90"/>
            <p:cNvSpPr txBox="1"/>
            <p:nvPr/>
          </p:nvSpPr>
          <p:spPr>
            <a:xfrm>
              <a:off x="5425" y="3260"/>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1</a:t>
              </a:r>
            </a:p>
          </p:txBody>
        </p:sp>
        <p:sp>
          <p:nvSpPr>
            <p:cNvPr id="204865" name="Text Box 91"/>
            <p:cNvSpPr txBox="1"/>
            <p:nvPr/>
          </p:nvSpPr>
          <p:spPr>
            <a:xfrm>
              <a:off x="7490" y="3260"/>
              <a:ext cx="907"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  D</a:t>
              </a:r>
              <a:r>
                <a:rPr lang="en-US" altLang="zh-CN" sz="1400" b="1" baseline="-25000">
                  <a:solidFill>
                    <a:schemeClr val="tx1"/>
                  </a:solidFill>
                  <a:latin typeface="黑体" panose="02010609060101010101" pitchFamily="2" charset="-122"/>
                  <a:ea typeface="黑体" panose="02010609060101010101" pitchFamily="2" charset="-122"/>
                </a:rPr>
                <a:t>02</a:t>
              </a:r>
            </a:p>
          </p:txBody>
        </p:sp>
        <p:sp>
          <p:nvSpPr>
            <p:cNvPr id="204866" name="Text Box 92"/>
            <p:cNvSpPr txBox="1"/>
            <p:nvPr/>
          </p:nvSpPr>
          <p:spPr>
            <a:xfrm>
              <a:off x="8640" y="3260"/>
              <a:ext cx="624"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D</a:t>
              </a:r>
              <a:r>
                <a:rPr lang="en-US" altLang="zh-CN" sz="1400" b="1" baseline="-25000">
                  <a:solidFill>
                    <a:schemeClr val="tx1"/>
                  </a:solidFill>
                  <a:latin typeface="黑体" panose="02010609060101010101" pitchFamily="2" charset="-122"/>
                  <a:ea typeface="黑体" panose="02010609060101010101" pitchFamily="2" charset="-122"/>
                </a:rPr>
                <a:t>01</a:t>
              </a:r>
            </a:p>
          </p:txBody>
        </p:sp>
        <p:sp>
          <p:nvSpPr>
            <p:cNvPr id="204867" name="Text Box 94"/>
            <p:cNvSpPr txBox="1"/>
            <p:nvPr/>
          </p:nvSpPr>
          <p:spPr>
            <a:xfrm>
              <a:off x="240" y="2000"/>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3</a:t>
              </a:r>
            </a:p>
          </p:txBody>
        </p:sp>
        <p:sp>
          <p:nvSpPr>
            <p:cNvPr id="204868" name="Text Box 96"/>
            <p:cNvSpPr txBox="1"/>
            <p:nvPr/>
          </p:nvSpPr>
          <p:spPr>
            <a:xfrm>
              <a:off x="2812" y="1819"/>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2</a:t>
              </a:r>
            </a:p>
          </p:txBody>
        </p:sp>
        <p:sp>
          <p:nvSpPr>
            <p:cNvPr id="204869" name="Rectangle 101"/>
            <p:cNvSpPr/>
            <p:nvPr/>
          </p:nvSpPr>
          <p:spPr>
            <a:xfrm>
              <a:off x="960" y="723"/>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0" name="Text Box 102"/>
            <p:cNvSpPr txBox="1"/>
            <p:nvPr/>
          </p:nvSpPr>
          <p:spPr>
            <a:xfrm>
              <a:off x="1244" y="673"/>
              <a:ext cx="72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204871" name="Line 103"/>
            <p:cNvSpPr/>
            <p:nvPr/>
          </p:nvSpPr>
          <p:spPr>
            <a:xfrm>
              <a:off x="1485" y="398"/>
              <a:ext cx="0" cy="340"/>
            </a:xfrm>
            <a:prstGeom prst="line">
              <a:avLst/>
            </a:prstGeom>
            <a:ln w="28575">
              <a:noFill/>
            </a:ln>
          </p:spPr>
        </p:sp>
        <p:sp>
          <p:nvSpPr>
            <p:cNvPr id="204872" name="Text Box 104"/>
            <p:cNvSpPr txBox="1"/>
            <p:nvPr/>
          </p:nvSpPr>
          <p:spPr>
            <a:xfrm>
              <a:off x="1155" y="0"/>
              <a:ext cx="84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2</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3" name="Rectangle 107"/>
            <p:cNvSpPr/>
            <p:nvPr/>
          </p:nvSpPr>
          <p:spPr>
            <a:xfrm>
              <a:off x="3455"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4" name="Text Box 108"/>
            <p:cNvSpPr txBox="1"/>
            <p:nvPr/>
          </p:nvSpPr>
          <p:spPr>
            <a:xfrm>
              <a:off x="3739" y="683"/>
              <a:ext cx="72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204875" name="Line 109"/>
            <p:cNvSpPr/>
            <p:nvPr/>
          </p:nvSpPr>
          <p:spPr>
            <a:xfrm>
              <a:off x="3980" y="408"/>
              <a:ext cx="0" cy="340"/>
            </a:xfrm>
            <a:prstGeom prst="line">
              <a:avLst/>
            </a:prstGeom>
            <a:ln w="28575">
              <a:noFill/>
            </a:ln>
          </p:spPr>
        </p:sp>
        <p:sp>
          <p:nvSpPr>
            <p:cNvPr id="204876" name="Text Box 110"/>
            <p:cNvSpPr txBox="1"/>
            <p:nvPr/>
          </p:nvSpPr>
          <p:spPr>
            <a:xfrm>
              <a:off x="3650" y="13"/>
              <a:ext cx="84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1</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77" name="Rectangle 112"/>
            <p:cNvSpPr/>
            <p:nvPr/>
          </p:nvSpPr>
          <p:spPr>
            <a:xfrm>
              <a:off x="6000" y="735"/>
              <a:ext cx="1020" cy="510"/>
            </a:xfrm>
            <a:prstGeom prst="rect">
              <a:avLst/>
            </a:prstGeom>
            <a:solidFill>
              <a:schemeClr val="accent1"/>
            </a:solidFill>
            <a:ln w="28575" cap="flat" cmpd="sng">
              <a:solidFill>
                <a:schemeClr val="tx1"/>
              </a:solidFill>
              <a:prstDash val="solid"/>
              <a:miter/>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78" name="Text Box 113"/>
            <p:cNvSpPr txBox="1"/>
            <p:nvPr/>
          </p:nvSpPr>
          <p:spPr>
            <a:xfrm>
              <a:off x="6284" y="683"/>
              <a:ext cx="72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&amp;</a:t>
              </a:r>
            </a:p>
          </p:txBody>
        </p:sp>
        <p:sp>
          <p:nvSpPr>
            <p:cNvPr id="204879" name="Line 114"/>
            <p:cNvSpPr/>
            <p:nvPr/>
          </p:nvSpPr>
          <p:spPr>
            <a:xfrm>
              <a:off x="6525" y="408"/>
              <a:ext cx="0" cy="340"/>
            </a:xfrm>
            <a:prstGeom prst="line">
              <a:avLst/>
            </a:prstGeom>
            <a:ln w="28575">
              <a:noFill/>
            </a:ln>
          </p:spPr>
        </p:sp>
        <p:sp>
          <p:nvSpPr>
            <p:cNvPr id="204880" name="Text Box 115"/>
            <p:cNvSpPr txBox="1"/>
            <p:nvPr/>
          </p:nvSpPr>
          <p:spPr>
            <a:xfrm>
              <a:off x="6195" y="13"/>
              <a:ext cx="840" cy="485"/>
            </a:xfrm>
            <a:prstGeom prst="rect">
              <a:avLst/>
            </a:prstGeom>
            <a:noFill/>
            <a:ln w="28575">
              <a:noFill/>
            </a:ln>
          </p:spPr>
          <p:txBody>
            <a:bodyPr>
              <a:spAutoFit/>
            </a:bodyPr>
            <a:lstStyle/>
            <a:p>
              <a:pPr eaLnBrk="1" hangingPunct="1">
                <a:spcBef>
                  <a:spcPct val="50000"/>
                </a:spcBef>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Y</a:t>
              </a:r>
              <a:r>
                <a:rPr lang="en-US" altLang="zh-CN" sz="1400" b="1" baseline="-25000">
                  <a:solidFill>
                    <a:schemeClr val="tx1"/>
                  </a:solidFill>
                  <a:latin typeface="黑体" panose="02010609060101010101" pitchFamily="2" charset="-122"/>
                  <a:ea typeface="黑体" panose="02010609060101010101" pitchFamily="2" charset="-122"/>
                </a:rPr>
                <a:t>0</a:t>
              </a:r>
              <a:endParaRPr lang="en-US" altLang="zh-CN" sz="1400" b="1">
                <a:solidFill>
                  <a:schemeClr val="tx1"/>
                </a:solidFill>
                <a:latin typeface="黑体" panose="02010609060101010101" pitchFamily="2" charset="-122"/>
                <a:ea typeface="黑体" panose="02010609060101010101" pitchFamily="2" charset="-122"/>
              </a:endParaRPr>
            </a:p>
          </p:txBody>
        </p:sp>
        <p:sp>
          <p:nvSpPr>
            <p:cNvPr id="204881" name="Text Box 117"/>
            <p:cNvSpPr txBox="1"/>
            <p:nvPr/>
          </p:nvSpPr>
          <p:spPr>
            <a:xfrm>
              <a:off x="8254" y="1932"/>
              <a:ext cx="528"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b="1">
                  <a:solidFill>
                    <a:schemeClr val="tx1"/>
                  </a:solidFill>
                  <a:latin typeface="黑体" panose="02010609060101010101" pitchFamily="2" charset="-122"/>
                  <a:ea typeface="黑体" panose="02010609060101010101" pitchFamily="2" charset="-122"/>
                </a:rPr>
                <a:t>Q</a:t>
              </a:r>
              <a:r>
                <a:rPr lang="en-US" altLang="zh-CN" sz="1400" b="1" baseline="-25000">
                  <a:solidFill>
                    <a:schemeClr val="tx1"/>
                  </a:solidFill>
                  <a:latin typeface="黑体" panose="02010609060101010101" pitchFamily="2" charset="-122"/>
                  <a:ea typeface="黑体" panose="02010609060101010101" pitchFamily="2" charset="-122"/>
                </a:rPr>
                <a:t>0</a:t>
              </a:r>
            </a:p>
          </p:txBody>
        </p:sp>
        <p:sp>
          <p:nvSpPr>
            <p:cNvPr id="204882" name="Oval 118"/>
            <p:cNvSpPr/>
            <p:nvPr/>
          </p:nvSpPr>
          <p:spPr>
            <a:xfrm>
              <a:off x="1740" y="37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3" name="Oval 119"/>
            <p:cNvSpPr/>
            <p:nvPr/>
          </p:nvSpPr>
          <p:spPr>
            <a:xfrm>
              <a:off x="1750" y="2145"/>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4" name="Oval 120"/>
            <p:cNvSpPr/>
            <p:nvPr/>
          </p:nvSpPr>
          <p:spPr>
            <a:xfrm>
              <a:off x="1105" y="181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85" name="Line 121"/>
            <p:cNvSpPr/>
            <p:nvPr/>
          </p:nvSpPr>
          <p:spPr>
            <a:xfrm flipV="1">
              <a:off x="3670" y="1255"/>
              <a:ext cx="0" cy="1130"/>
            </a:xfrm>
            <a:prstGeom prst="line">
              <a:avLst/>
            </a:prstGeom>
            <a:ln w="28575" cap="flat" cmpd="sng">
              <a:solidFill>
                <a:schemeClr val="tx1"/>
              </a:solidFill>
              <a:prstDash val="solid"/>
              <a:headEnd type="none" w="med" len="med"/>
              <a:tailEnd type="none" w="med" len="med"/>
            </a:ln>
          </p:spPr>
        </p:sp>
        <p:sp>
          <p:nvSpPr>
            <p:cNvPr id="204886" name="Line 122"/>
            <p:cNvSpPr/>
            <p:nvPr/>
          </p:nvSpPr>
          <p:spPr>
            <a:xfrm flipV="1">
              <a:off x="6290" y="1260"/>
              <a:ext cx="0" cy="1093"/>
            </a:xfrm>
            <a:prstGeom prst="line">
              <a:avLst/>
            </a:prstGeom>
            <a:ln w="28575" cap="flat" cmpd="sng">
              <a:solidFill>
                <a:schemeClr val="tx1"/>
              </a:solidFill>
              <a:prstDash val="solid"/>
              <a:headEnd type="none" w="med" len="med"/>
              <a:tailEnd type="none" w="med" len="med"/>
            </a:ln>
          </p:spPr>
        </p:sp>
        <p:sp>
          <p:nvSpPr>
            <p:cNvPr id="204887" name="Line 123"/>
            <p:cNvSpPr/>
            <p:nvPr/>
          </p:nvSpPr>
          <p:spPr>
            <a:xfrm flipV="1">
              <a:off x="5420" y="2178"/>
              <a:ext cx="0" cy="295"/>
            </a:xfrm>
            <a:prstGeom prst="line">
              <a:avLst/>
            </a:prstGeom>
            <a:ln w="28575" cap="flat" cmpd="sng">
              <a:solidFill>
                <a:schemeClr val="tx1"/>
              </a:solidFill>
              <a:prstDash val="solid"/>
              <a:headEnd type="none" w="med" len="med"/>
              <a:tailEnd type="none" w="med" len="med"/>
            </a:ln>
          </p:spPr>
        </p:sp>
        <p:sp>
          <p:nvSpPr>
            <p:cNvPr id="204888" name="Line 124"/>
            <p:cNvSpPr/>
            <p:nvPr/>
          </p:nvSpPr>
          <p:spPr>
            <a:xfrm flipV="1">
              <a:off x="8305" y="2178"/>
              <a:ext cx="0" cy="295"/>
            </a:xfrm>
            <a:prstGeom prst="line">
              <a:avLst/>
            </a:prstGeom>
            <a:ln w="28575" cap="flat" cmpd="sng">
              <a:solidFill>
                <a:schemeClr val="tx1"/>
              </a:solidFill>
              <a:prstDash val="solid"/>
              <a:headEnd type="none" w="med" len="med"/>
              <a:tailEnd type="none" w="med" len="med"/>
            </a:ln>
          </p:spPr>
        </p:sp>
        <p:sp>
          <p:nvSpPr>
            <p:cNvPr id="204889" name="Line 125"/>
            <p:cNvSpPr/>
            <p:nvPr/>
          </p:nvSpPr>
          <p:spPr>
            <a:xfrm flipV="1">
              <a:off x="6840" y="1260"/>
              <a:ext cx="0" cy="2513"/>
            </a:xfrm>
            <a:prstGeom prst="line">
              <a:avLst/>
            </a:prstGeom>
            <a:ln w="28575" cap="flat" cmpd="sng">
              <a:solidFill>
                <a:schemeClr val="tx1"/>
              </a:solidFill>
              <a:prstDash val="solid"/>
              <a:headEnd type="none" w="med" len="med"/>
              <a:tailEnd type="none" w="med" len="med"/>
            </a:ln>
          </p:spPr>
        </p:sp>
        <p:sp>
          <p:nvSpPr>
            <p:cNvPr id="204890" name="Oval 126"/>
            <p:cNvSpPr/>
            <p:nvPr/>
          </p:nvSpPr>
          <p:spPr>
            <a:xfrm>
              <a:off x="6770" y="212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1" name="Oval 127"/>
            <p:cNvSpPr/>
            <p:nvPr/>
          </p:nvSpPr>
          <p:spPr>
            <a:xfrm>
              <a:off x="4270" y="2123"/>
              <a:ext cx="120" cy="90"/>
            </a:xfrm>
            <a:prstGeom prst="ellipse">
              <a:avLst/>
            </a:prstGeom>
            <a:solidFill>
              <a:schemeClr val="tx1"/>
            </a:solidFill>
            <a:ln w="28575">
              <a:noFill/>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2" name="AutoShape 6"/>
            <p:cNvSpPr/>
            <p:nvPr/>
          </p:nvSpPr>
          <p:spPr>
            <a:xfrm>
              <a:off x="8170" y="4553"/>
              <a:ext cx="1020" cy="510"/>
            </a:xfrm>
            <a:prstGeom prst="flowChartProcess">
              <a:avLst/>
            </a:prstGeom>
            <a:solidFill>
              <a:schemeClr val="accent1"/>
            </a:solidFill>
            <a:ln w="28575" cap="flat" cmpd="sng">
              <a:solidFill>
                <a:schemeClr val="tx1"/>
              </a:solidFill>
              <a:prstDash val="solid"/>
              <a:miter/>
              <a:headEnd type="none" w="med" len="med"/>
              <a:tailEnd type="none" w="med" len="med"/>
            </a:ln>
          </p:spPr>
          <p:txBody>
            <a:bodyPr wrap="none" anchor="ctr"/>
            <a:lstStyle/>
            <a:p>
              <a:pPr algn="ctr">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3" name="Oval 129"/>
            <p:cNvSpPr/>
            <p:nvPr/>
          </p:nvSpPr>
          <p:spPr>
            <a:xfrm>
              <a:off x="369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4" name="Oval 130"/>
            <p:cNvSpPr/>
            <p:nvPr/>
          </p:nvSpPr>
          <p:spPr>
            <a:xfrm>
              <a:off x="633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5" name="Oval 131"/>
            <p:cNvSpPr/>
            <p:nvPr/>
          </p:nvSpPr>
          <p:spPr>
            <a:xfrm>
              <a:off x="9282" y="4068"/>
              <a:ext cx="120" cy="90"/>
            </a:xfrm>
            <a:prstGeom prst="ellipse">
              <a:avLst/>
            </a:prstGeom>
            <a:solidFill>
              <a:schemeClr val="tx1"/>
            </a:solid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96" name="Text Box 7"/>
            <p:cNvSpPr txBox="1"/>
            <p:nvPr/>
          </p:nvSpPr>
          <p:spPr>
            <a:xfrm>
              <a:off x="8349" y="4494"/>
              <a:ext cx="885" cy="485"/>
            </a:xfrm>
            <a:prstGeom prst="rect">
              <a:avLst/>
            </a:prstGeom>
            <a:noFill/>
            <a:ln w="28575">
              <a:noFill/>
            </a:ln>
          </p:spPr>
          <p:txBody>
            <a:bodyPr>
              <a:spAutoFit/>
            </a:bodyPr>
            <a:lstStyle/>
            <a:p>
              <a:pPr>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 &amp;</a:t>
              </a:r>
            </a:p>
          </p:txBody>
        </p:sp>
        <p:grpSp>
          <p:nvGrpSpPr>
            <p:cNvPr id="204897" name="Group 136"/>
            <p:cNvGrpSpPr/>
            <p:nvPr/>
          </p:nvGrpSpPr>
          <p:grpSpPr>
            <a:xfrm>
              <a:off x="1156" y="3132"/>
              <a:ext cx="235" cy="99"/>
              <a:chOff x="18" y="36"/>
              <a:chExt cx="94" cy="53"/>
            </a:xfrm>
          </p:grpSpPr>
          <p:sp>
            <p:nvSpPr>
              <p:cNvPr id="204907" name="Line 137"/>
              <p:cNvSpPr/>
              <p:nvPr/>
            </p:nvSpPr>
            <p:spPr>
              <a:xfrm rot="-5400000">
                <a:off x="18" y="36"/>
                <a:ext cx="48" cy="48"/>
              </a:xfrm>
              <a:prstGeom prst="line">
                <a:avLst/>
              </a:prstGeom>
              <a:ln w="28575" cap="flat" cmpd="sng">
                <a:solidFill>
                  <a:schemeClr val="tx1"/>
                </a:solidFill>
                <a:prstDash val="solid"/>
                <a:headEnd type="none" w="med" len="med"/>
                <a:tailEnd type="none" w="med" len="med"/>
              </a:ln>
            </p:spPr>
          </p:sp>
          <p:sp>
            <p:nvSpPr>
              <p:cNvPr id="204908" name="Line 138"/>
              <p:cNvSpPr/>
              <p:nvPr/>
            </p:nvSpPr>
            <p:spPr>
              <a:xfrm rot="-4800000" flipH="1">
                <a:off x="64" y="41"/>
                <a:ext cx="48" cy="48"/>
              </a:xfrm>
              <a:prstGeom prst="line">
                <a:avLst/>
              </a:prstGeom>
              <a:ln w="28575" cap="flat" cmpd="sng">
                <a:solidFill>
                  <a:schemeClr val="tx1"/>
                </a:solidFill>
                <a:prstDash val="solid"/>
                <a:headEnd type="none" w="med" len="med"/>
                <a:tailEnd type="none" w="med" len="med"/>
              </a:ln>
            </p:spPr>
          </p:sp>
        </p:grpSp>
        <p:sp>
          <p:nvSpPr>
            <p:cNvPr id="204898" name="Text Box 139"/>
            <p:cNvSpPr txBox="1"/>
            <p:nvPr/>
          </p:nvSpPr>
          <p:spPr>
            <a:xfrm>
              <a:off x="3376" y="2753"/>
              <a:ext cx="715"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4899" name="Text Box 140"/>
            <p:cNvSpPr txBox="1"/>
            <p:nvPr/>
          </p:nvSpPr>
          <p:spPr>
            <a:xfrm>
              <a:off x="6038" y="2742"/>
              <a:ext cx="715"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sp>
          <p:nvSpPr>
            <p:cNvPr id="204900" name="Text Box 141"/>
            <p:cNvSpPr txBox="1"/>
            <p:nvPr/>
          </p:nvSpPr>
          <p:spPr>
            <a:xfrm>
              <a:off x="8943" y="2769"/>
              <a:ext cx="715" cy="48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CLK</a:t>
              </a:r>
            </a:p>
          </p:txBody>
        </p:sp>
        <p:grpSp>
          <p:nvGrpSpPr>
            <p:cNvPr id="204901" name="Group 142"/>
            <p:cNvGrpSpPr/>
            <p:nvPr/>
          </p:nvGrpSpPr>
          <p:grpSpPr>
            <a:xfrm>
              <a:off x="6295" y="3150"/>
              <a:ext cx="235" cy="110"/>
              <a:chOff x="0" y="0"/>
              <a:chExt cx="94" cy="59"/>
            </a:xfrm>
          </p:grpSpPr>
          <p:sp>
            <p:nvSpPr>
              <p:cNvPr id="204905" name="Line 143"/>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6" name="Line 144"/>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nvGrpSpPr>
            <p:cNvPr id="204902" name="Group 145"/>
            <p:cNvGrpSpPr/>
            <p:nvPr/>
          </p:nvGrpSpPr>
          <p:grpSpPr>
            <a:xfrm>
              <a:off x="9245" y="3150"/>
              <a:ext cx="235" cy="110"/>
              <a:chOff x="0" y="0"/>
              <a:chExt cx="94" cy="59"/>
            </a:xfrm>
          </p:grpSpPr>
          <p:sp>
            <p:nvSpPr>
              <p:cNvPr id="204903" name="Line 146"/>
              <p:cNvSpPr/>
              <p:nvPr/>
            </p:nvSpPr>
            <p:spPr>
              <a:xfrm rot="-5400000">
                <a:off x="0" y="0"/>
                <a:ext cx="48" cy="48"/>
              </a:xfrm>
              <a:prstGeom prst="line">
                <a:avLst/>
              </a:prstGeom>
              <a:ln w="28575" cap="flat" cmpd="sng">
                <a:solidFill>
                  <a:schemeClr val="tx1"/>
                </a:solidFill>
                <a:prstDash val="solid"/>
                <a:headEnd type="none" w="med" len="med"/>
                <a:tailEnd type="none" w="med" len="med"/>
              </a:ln>
            </p:spPr>
          </p:sp>
          <p:sp>
            <p:nvSpPr>
              <p:cNvPr id="204904" name="Line 147"/>
              <p:cNvSpPr/>
              <p:nvPr/>
            </p:nvSpPr>
            <p:spPr>
              <a:xfrm rot="-4800000" flipH="1">
                <a:off x="46" y="11"/>
                <a:ext cx="48" cy="48"/>
              </a:xfrm>
              <a:prstGeom prst="line">
                <a:avLst/>
              </a:prstGeom>
              <a:ln w="28575" cap="flat" cmpd="sng">
                <a:solidFill>
                  <a:schemeClr val="tx1"/>
                </a:solidFill>
                <a:prstDash val="solid"/>
                <a:headEnd type="none" w="med" len="med"/>
                <a:tailEnd type="none" w="med" len="med"/>
              </a:ln>
            </p:spPr>
          </p:sp>
        </p:grpSp>
      </p:grpSp>
      <p:sp>
        <p:nvSpPr>
          <p:cNvPr id="204804" name="Text Box 39"/>
          <p:cNvSpPr txBox="1"/>
          <p:nvPr/>
        </p:nvSpPr>
        <p:spPr>
          <a:xfrm>
            <a:off x="4811713" y="2593975"/>
            <a:ext cx="273050" cy="307975"/>
          </a:xfrm>
          <a:prstGeom prst="rect">
            <a:avLst/>
          </a:prstGeom>
          <a:noFill/>
          <a:ln w="28575">
            <a:noFill/>
          </a:ln>
        </p:spPr>
        <p:txBody>
          <a:bodyPr wrap="none">
            <a:spAutoFit/>
          </a:bodyPr>
          <a:lstStyle/>
          <a:p>
            <a:pPr eaLnBrk="1" hangingPunct="1">
              <a:buFont typeface="Arial" panose="020B0604020202020204" pitchFamily="34" charset="0"/>
            </a:pPr>
            <a:r>
              <a:rPr lang="en-US" altLang="zh-CN" sz="1400">
                <a:solidFill>
                  <a:schemeClr val="tx1"/>
                </a:solidFill>
                <a:latin typeface="黑体" panose="02010609060101010101" pitchFamily="2" charset="-122"/>
                <a:ea typeface="黑体" panose="02010609060101010101" pitchFamily="2" charset="-122"/>
              </a:rPr>
              <a:t>Q</a:t>
            </a:r>
          </a:p>
        </p:txBody>
      </p:sp>
      <p:sp>
        <p:nvSpPr>
          <p:cNvPr id="204805" name="Oval 78"/>
          <p:cNvSpPr/>
          <p:nvPr/>
        </p:nvSpPr>
        <p:spPr>
          <a:xfrm>
            <a:off x="1654175" y="2565400"/>
            <a:ext cx="96838" cy="73025"/>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6" name="Oval 78"/>
          <p:cNvSpPr/>
          <p:nvPr/>
        </p:nvSpPr>
        <p:spPr>
          <a:xfrm>
            <a:off x="3240088" y="2581275"/>
            <a:ext cx="98425" cy="71438"/>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7" name="Oval 78"/>
          <p:cNvSpPr/>
          <p:nvPr/>
        </p:nvSpPr>
        <p:spPr>
          <a:xfrm>
            <a:off x="4900613" y="2560638"/>
            <a:ext cx="96837"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8" name="Oval 78"/>
          <p:cNvSpPr/>
          <p:nvPr/>
        </p:nvSpPr>
        <p:spPr>
          <a:xfrm>
            <a:off x="6742113" y="256698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09" name="Oval 78"/>
          <p:cNvSpPr/>
          <p:nvPr/>
        </p:nvSpPr>
        <p:spPr>
          <a:xfrm>
            <a:off x="6421438" y="3868738"/>
            <a:ext cx="98425" cy="71437"/>
          </a:xfrm>
          <a:prstGeom prst="ellipse">
            <a:avLst/>
          </a:prstGeom>
          <a:noFill/>
          <a:ln w="28575" cap="flat" cmpd="sng">
            <a:solidFill>
              <a:schemeClr val="tx1"/>
            </a:solidFill>
            <a:prstDash val="solid"/>
            <a:headEnd type="none" w="med" len="med"/>
            <a:tailEnd type="none" w="med" len="med"/>
          </a:ln>
        </p:spPr>
        <p:txBody>
          <a:bodyPr wrap="none" anchor="ctr"/>
          <a:lstStyle/>
          <a:p>
            <a:pPr eaLnBrk="1" hangingPunct="1">
              <a:buFont typeface="Arial" panose="020B0604020202020204" pitchFamily="34" charset="0"/>
            </a:pPr>
            <a:endParaRPr lang="zh-CN" altLang="en-US" sz="1400" dirty="0">
              <a:solidFill>
                <a:schemeClr val="tx1"/>
              </a:solidFill>
              <a:latin typeface="黑体" panose="02010609060101010101" pitchFamily="2" charset="-122"/>
              <a:ea typeface="黑体" panose="02010609060101010101" pitchFamily="2" charset="-122"/>
            </a:endParaRPr>
          </a:p>
        </p:txBody>
      </p:sp>
      <p:sp>
        <p:nvSpPr>
          <p:cNvPr id="204810" name="Line 51"/>
          <p:cNvSpPr/>
          <p:nvPr/>
        </p:nvSpPr>
        <p:spPr>
          <a:xfrm flipH="1" flipV="1">
            <a:off x="1885950" y="1368425"/>
            <a:ext cx="0" cy="157163"/>
          </a:xfrm>
          <a:prstGeom prst="line">
            <a:avLst/>
          </a:prstGeom>
          <a:ln w="28575" cap="flat" cmpd="sng">
            <a:solidFill>
              <a:schemeClr val="tx1"/>
            </a:solidFill>
            <a:prstDash val="solid"/>
            <a:headEnd type="none" w="med" len="med"/>
            <a:tailEnd type="none" w="med" len="med"/>
          </a:ln>
        </p:spPr>
      </p:sp>
      <p:sp>
        <p:nvSpPr>
          <p:cNvPr id="204811" name="Line 51"/>
          <p:cNvSpPr/>
          <p:nvPr/>
        </p:nvSpPr>
        <p:spPr>
          <a:xfrm flipH="1" flipV="1">
            <a:off x="3455988" y="1357313"/>
            <a:ext cx="0" cy="157162"/>
          </a:xfrm>
          <a:prstGeom prst="line">
            <a:avLst/>
          </a:prstGeom>
          <a:ln w="28575" cap="flat" cmpd="sng">
            <a:solidFill>
              <a:schemeClr val="tx1"/>
            </a:solidFill>
            <a:prstDash val="solid"/>
            <a:headEnd type="none" w="med" len="med"/>
            <a:tailEnd type="none" w="med" len="med"/>
          </a:ln>
        </p:spPr>
      </p:sp>
      <p:sp>
        <p:nvSpPr>
          <p:cNvPr id="204812" name="Line 51"/>
          <p:cNvSpPr/>
          <p:nvPr/>
        </p:nvSpPr>
        <p:spPr>
          <a:xfrm flipH="1" flipV="1">
            <a:off x="5040313" y="1357313"/>
            <a:ext cx="0" cy="157162"/>
          </a:xfrm>
          <a:prstGeom prst="line">
            <a:avLst/>
          </a:prstGeom>
          <a:ln w="28575" cap="flat" cmpd="sng">
            <a:solidFill>
              <a:schemeClr val="tx1"/>
            </a:solidFill>
            <a:prstDash val="solid"/>
            <a:headEnd type="none" w="med" len="med"/>
            <a:tailEnd type="none" w="med" len="med"/>
          </a:ln>
        </p:spPr>
      </p:sp>
      <p:sp>
        <p:nvSpPr>
          <p:cNvPr id="2" name="矩形 1"/>
          <p:cNvSpPr/>
          <p:nvPr/>
        </p:nvSpPr>
        <p:spPr>
          <a:xfrm>
            <a:off x="6250305" y="3197225"/>
            <a:ext cx="287655" cy="215900"/>
          </a:xfrm>
          <a:prstGeom prst="rect">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en-US" altLang="zh-CN" sz="1200" b="0" i="0" u="none" strike="noStrike" cap="none" normalizeH="0" baseline="0">
                <a:ln>
                  <a:noFill/>
                </a:ln>
                <a:solidFill>
                  <a:srgbClr val="FFFF00"/>
                </a:solidFill>
                <a:effectLst/>
                <a:latin typeface="华文新魏" panose="02010800040101010101" pitchFamily="2" charset="-122"/>
                <a:ea typeface="华文新魏" panose="02010800040101010101" pitchFamily="2" charset="-122"/>
              </a:rPr>
              <a:t>&amp;</a:t>
            </a:r>
          </a:p>
        </p:txBody>
      </p:sp>
      <p:sp>
        <p:nvSpPr>
          <p:cNvPr id="5" name="文本框 4"/>
          <p:cNvSpPr txBox="1"/>
          <p:nvPr/>
        </p:nvSpPr>
        <p:spPr>
          <a:xfrm>
            <a:off x="6421755" y="195580"/>
            <a:ext cx="2704465" cy="1814830"/>
          </a:xfrm>
          <a:prstGeom prst="rect">
            <a:avLst/>
          </a:prstGeom>
          <a:noFill/>
        </p:spPr>
        <p:txBody>
          <a:bodyPr wrap="square" rtlCol="0">
            <a:spAutoFit/>
          </a:bodyPr>
          <a:lstStyle/>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r>
              <a:rPr lang="en-US" altLang="zh-CN" sz="1600" baseline="30000">
                <a:solidFill>
                  <a:schemeClr val="tx1"/>
                </a:solidFill>
                <a:latin typeface="华文新魏" panose="02010800040101010101" pitchFamily="2" charset="-122"/>
                <a:ea typeface="华文新魏" panose="02010800040101010101" pitchFamily="2" charset="-122"/>
                <a:sym typeface="+mn-ea"/>
              </a:rPr>
              <a:t>n+1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endParaRPr lang="en-US" altLang="zh-CN" sz="1600">
              <a:solidFill>
                <a:schemeClr val="tx1"/>
              </a:solidFill>
              <a:latin typeface="华文新魏" panose="02010800040101010101" pitchFamily="2" charset="-122"/>
              <a:ea typeface="华文新魏" panose="02010800040101010101" pitchFamily="2" charset="-122"/>
              <a:sym typeface="+mn-ea"/>
            </a:endParaRP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baseline="30000">
                <a:solidFill>
                  <a:schemeClr val="tx1"/>
                </a:solidFill>
                <a:latin typeface="华文新魏" panose="02010800040101010101" pitchFamily="2" charset="-122"/>
                <a:ea typeface="华文新魏" panose="02010800040101010101" pitchFamily="2" charset="-122"/>
                <a:sym typeface="+mn-ea"/>
              </a:rPr>
              <a:t>n+1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p>
          <a:p>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r>
              <a:rPr lang="en-US" altLang="zh-CN" sz="1600" baseline="30000">
                <a:solidFill>
                  <a:schemeClr val="tx1"/>
                </a:solidFill>
                <a:latin typeface="华文新魏" panose="02010800040101010101" pitchFamily="2" charset="-122"/>
                <a:ea typeface="华文新魏" panose="02010800040101010101" pitchFamily="2" charset="-122"/>
                <a:sym typeface="+mn-ea"/>
              </a:rPr>
              <a:t>n+1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endParaRPr lang="en-US" altLang="zh-CN" baseline="-25000">
              <a:solidFill>
                <a:schemeClr val="tx1"/>
              </a:solidFill>
              <a:latin typeface="华文新魏" panose="02010800040101010101" pitchFamily="2" charset="-122"/>
              <a:ea typeface="华文新魏" panose="02010800040101010101" pitchFamily="2" charset="-122"/>
              <a:sym typeface="+mn-ea"/>
            </a:endParaRPr>
          </a:p>
          <a:p>
            <a:r>
              <a:rPr lang="en-US" altLang="zh-CN" sz="1600">
                <a:solidFill>
                  <a:schemeClr val="tx1"/>
                </a:solidFill>
                <a:latin typeface="华文新魏" panose="02010800040101010101" pitchFamily="2" charset="-122"/>
                <a:ea typeface="华文新魏" panose="02010800040101010101" pitchFamily="2" charset="-122"/>
              </a:rPr>
              <a:t>Y</a:t>
            </a:r>
            <a:r>
              <a:rPr lang="en-US" altLang="zh-CN" sz="1600" baseline="-25000">
                <a:solidFill>
                  <a:schemeClr val="tx1"/>
                </a:solidFill>
                <a:latin typeface="华文新魏" panose="02010800040101010101" pitchFamily="2" charset="-122"/>
                <a:ea typeface="华文新魏" panose="02010800040101010101" pitchFamily="2" charset="-122"/>
              </a:rPr>
              <a:t>2</a:t>
            </a:r>
            <a:r>
              <a:rPr lang="en-US" altLang="zh-CN" sz="1600">
                <a:solidFill>
                  <a:schemeClr val="tx1"/>
                </a:solidFill>
                <a:latin typeface="华文新魏" panose="02010800040101010101" pitchFamily="2" charset="-122"/>
                <a:ea typeface="华文新魏" panose="02010800040101010101" pitchFamily="2" charset="-122"/>
              </a:rPr>
              <a:t>=</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3</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p>
          <a:p>
            <a:r>
              <a:rPr lang="en-US" altLang="zh-CN" sz="1600">
                <a:solidFill>
                  <a:schemeClr val="tx1"/>
                </a:solidFill>
                <a:latin typeface="华文新魏" panose="02010800040101010101" pitchFamily="2" charset="-122"/>
                <a:ea typeface="华文新魏" panose="02010800040101010101" pitchFamily="2" charset="-122"/>
                <a:sym typeface="+mn-ea"/>
              </a:rPr>
              <a:t>Y</a:t>
            </a:r>
            <a:r>
              <a:rPr lang="en-US" altLang="zh-CN" sz="1600" baseline="-25000">
                <a:solidFill>
                  <a:schemeClr val="tx1"/>
                </a:solidFill>
                <a:latin typeface="华文新魏" panose="02010800040101010101" pitchFamily="2" charset="-122"/>
                <a:ea typeface="华文新魏" panose="02010800040101010101" pitchFamily="2" charset="-122"/>
                <a:sym typeface="+mn-ea"/>
              </a:rPr>
              <a:t>1 </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2</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p>
          <a:p>
            <a:r>
              <a:rPr lang="en-US" altLang="zh-CN" sz="1600">
                <a:solidFill>
                  <a:schemeClr val="tx1"/>
                </a:solidFill>
                <a:latin typeface="华文新魏" panose="02010800040101010101" pitchFamily="2" charset="-122"/>
                <a:ea typeface="华文新魏" panose="02010800040101010101" pitchFamily="2" charset="-122"/>
                <a:sym typeface="+mn-ea"/>
              </a:rPr>
              <a:t>Y</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1</a:t>
            </a:r>
            <a:r>
              <a:rPr lang="en-US" altLang="zh-CN" sz="1600">
                <a:solidFill>
                  <a:schemeClr val="tx1"/>
                </a:solidFill>
                <a:latin typeface="华文新魏" panose="02010800040101010101" pitchFamily="2" charset="-122"/>
                <a:ea typeface="华文新魏" panose="02010800040101010101" pitchFamily="2" charset="-122"/>
                <a:sym typeface="+mn-ea"/>
              </a:rPr>
              <a:t>·Q</a:t>
            </a:r>
            <a:r>
              <a:rPr lang="en-US" altLang="zh-CN" sz="1600" baseline="-25000">
                <a:solidFill>
                  <a:schemeClr val="tx1"/>
                </a:solidFill>
                <a:latin typeface="华文新魏" panose="02010800040101010101" pitchFamily="2" charset="-122"/>
                <a:ea typeface="华文新魏" panose="02010800040101010101" pitchFamily="2" charset="-122"/>
                <a:sym typeface="+mn-ea"/>
              </a:rPr>
              <a:t>0</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5" grpId="0"/>
      <p:bldP spid="5"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a:spLocks noGrp="1"/>
          </p:cNvSpPr>
          <p:nvPr>
            <p:ph type="title"/>
          </p:nvPr>
        </p:nvSpPr>
        <p:spPr>
          <a:xfrm>
            <a:off x="2500313" y="687388"/>
            <a:ext cx="4102100" cy="571500"/>
          </a:xfrm>
          <a:prstGeom prst="rect">
            <a:avLst/>
          </a:prstGeom>
          <a:noFill/>
          <a:ln w="9525">
            <a:noFill/>
          </a:ln>
        </p:spPr>
        <p:txBody>
          <a:bodyPr/>
          <a:lstStyle/>
          <a:p>
            <a:pPr eaLnBrk="1" hangingPunct="1"/>
            <a:r>
              <a:rPr lang="zh-CN" altLang="en-US" sz="2000" b="1" dirty="0">
                <a:latin typeface="华文新魏" panose="02010800040101010101" pitchFamily="2" charset="-122"/>
                <a:ea typeface="华文新魏" panose="02010800040101010101" pitchFamily="2" charset="-122"/>
              </a:rPr>
              <a:t>三输出移位型节拍分配器波形图</a:t>
            </a:r>
          </a:p>
        </p:txBody>
      </p:sp>
      <p:grpSp>
        <p:nvGrpSpPr>
          <p:cNvPr id="205827" name="Group 3"/>
          <p:cNvGrpSpPr/>
          <p:nvPr/>
        </p:nvGrpSpPr>
        <p:grpSpPr>
          <a:xfrm>
            <a:off x="979488" y="1284288"/>
            <a:ext cx="6905625" cy="3016250"/>
            <a:chOff x="0" y="0"/>
            <a:chExt cx="10876" cy="4752"/>
          </a:xfrm>
        </p:grpSpPr>
        <p:sp>
          <p:nvSpPr>
            <p:cNvPr id="205828" name="Text Box 563"/>
            <p:cNvSpPr txBox="1"/>
            <p:nvPr/>
          </p:nvSpPr>
          <p:spPr>
            <a:xfrm>
              <a:off x="0" y="0"/>
              <a:ext cx="1502" cy="581"/>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/CLK</a:t>
              </a:r>
            </a:p>
          </p:txBody>
        </p:sp>
        <p:sp>
          <p:nvSpPr>
            <p:cNvPr id="205829" name="Text Box 564"/>
            <p:cNvSpPr txBox="1"/>
            <p:nvPr/>
          </p:nvSpPr>
          <p:spPr>
            <a:xfrm>
              <a:off x="302" y="3526"/>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Y1</a:t>
              </a:r>
            </a:p>
          </p:txBody>
        </p:sp>
        <p:sp>
          <p:nvSpPr>
            <p:cNvPr id="205830" name="Text Box 565"/>
            <p:cNvSpPr txBox="1"/>
            <p:nvPr/>
          </p:nvSpPr>
          <p:spPr>
            <a:xfrm>
              <a:off x="302" y="2969"/>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Y0</a:t>
              </a:r>
            </a:p>
          </p:txBody>
        </p:sp>
        <p:sp>
          <p:nvSpPr>
            <p:cNvPr id="205831" name="Text Box 566"/>
            <p:cNvSpPr txBox="1"/>
            <p:nvPr/>
          </p:nvSpPr>
          <p:spPr>
            <a:xfrm>
              <a:off x="302" y="4066"/>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Y2</a:t>
              </a:r>
            </a:p>
          </p:txBody>
        </p:sp>
        <p:sp>
          <p:nvSpPr>
            <p:cNvPr id="205832" name="Text Box 567"/>
            <p:cNvSpPr txBox="1"/>
            <p:nvPr/>
          </p:nvSpPr>
          <p:spPr>
            <a:xfrm>
              <a:off x="302" y="719"/>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Q0</a:t>
              </a:r>
            </a:p>
          </p:txBody>
        </p:sp>
        <p:sp>
          <p:nvSpPr>
            <p:cNvPr id="205833" name="Text Box 568"/>
            <p:cNvSpPr txBox="1"/>
            <p:nvPr/>
          </p:nvSpPr>
          <p:spPr>
            <a:xfrm>
              <a:off x="302" y="1259"/>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Q1</a:t>
              </a:r>
            </a:p>
          </p:txBody>
        </p:sp>
        <p:sp>
          <p:nvSpPr>
            <p:cNvPr id="205834" name="Text Box 569"/>
            <p:cNvSpPr txBox="1"/>
            <p:nvPr/>
          </p:nvSpPr>
          <p:spPr>
            <a:xfrm>
              <a:off x="302" y="2339"/>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Q3</a:t>
              </a:r>
            </a:p>
          </p:txBody>
        </p:sp>
        <p:sp>
          <p:nvSpPr>
            <p:cNvPr id="205835" name="Text Box 570"/>
            <p:cNvSpPr txBox="1"/>
            <p:nvPr/>
          </p:nvSpPr>
          <p:spPr>
            <a:xfrm>
              <a:off x="302" y="1799"/>
              <a:ext cx="1142" cy="582"/>
            </a:xfrm>
            <a:prstGeom prst="rect">
              <a:avLst/>
            </a:prstGeom>
            <a:noFill/>
            <a:ln w="9525">
              <a:noFill/>
            </a:ln>
          </p:spPr>
          <p:txBody>
            <a:bodyPr>
              <a:spAutoFit/>
            </a:bodyPr>
            <a:lstStyle/>
            <a:p>
              <a:pPr eaLnBrk="1" hangingPunct="1">
                <a:spcBef>
                  <a:spcPct val="50000"/>
                </a:spcBef>
                <a:buFont typeface="Arial" panose="020B0604020202020204" pitchFamily="34" charset="0"/>
              </a:pPr>
              <a:r>
                <a:rPr lang="en-US" altLang="zh-CN" b="1">
                  <a:solidFill>
                    <a:srgbClr val="FF0000"/>
                  </a:solidFill>
                  <a:latin typeface="黑体" panose="02010609060101010101" pitchFamily="2" charset="-122"/>
                  <a:ea typeface="黑体" panose="02010609060101010101" pitchFamily="2" charset="-122"/>
                </a:rPr>
                <a:t>Q2</a:t>
              </a:r>
            </a:p>
          </p:txBody>
        </p:sp>
        <p:sp>
          <p:nvSpPr>
            <p:cNvPr id="205836" name="Line 572"/>
            <p:cNvSpPr/>
            <p:nvPr/>
          </p:nvSpPr>
          <p:spPr>
            <a:xfrm flipV="1">
              <a:off x="2399" y="3373"/>
              <a:ext cx="4535" cy="0"/>
            </a:xfrm>
            <a:prstGeom prst="line">
              <a:avLst/>
            </a:prstGeom>
            <a:ln w="28575" cap="flat" cmpd="sng">
              <a:solidFill>
                <a:schemeClr val="tx1"/>
              </a:solidFill>
              <a:prstDash val="solid"/>
              <a:headEnd type="none" w="med" len="med"/>
              <a:tailEnd type="none" w="med" len="med"/>
            </a:ln>
          </p:spPr>
        </p:sp>
        <p:sp>
          <p:nvSpPr>
            <p:cNvPr id="205837" name="Line 573"/>
            <p:cNvSpPr/>
            <p:nvPr/>
          </p:nvSpPr>
          <p:spPr>
            <a:xfrm flipV="1">
              <a:off x="1762" y="3075"/>
              <a:ext cx="0" cy="297"/>
            </a:xfrm>
            <a:prstGeom prst="line">
              <a:avLst/>
            </a:prstGeom>
            <a:ln w="28575" cap="flat" cmpd="sng">
              <a:solidFill>
                <a:schemeClr val="tx1"/>
              </a:solidFill>
              <a:prstDash val="solid"/>
              <a:headEnd type="none" w="med" len="med"/>
              <a:tailEnd type="none" w="med" len="med"/>
            </a:ln>
          </p:spPr>
        </p:sp>
        <p:sp>
          <p:nvSpPr>
            <p:cNvPr id="205838" name="Line 574"/>
            <p:cNvSpPr/>
            <p:nvPr/>
          </p:nvSpPr>
          <p:spPr>
            <a:xfrm flipV="1">
              <a:off x="1109" y="3369"/>
              <a:ext cx="650" cy="0"/>
            </a:xfrm>
            <a:prstGeom prst="line">
              <a:avLst/>
            </a:prstGeom>
            <a:ln w="28575" cap="flat" cmpd="sng">
              <a:solidFill>
                <a:schemeClr val="tx1"/>
              </a:solidFill>
              <a:prstDash val="solid"/>
              <a:headEnd type="none" w="med" len="med"/>
              <a:tailEnd type="none" w="med" len="med"/>
            </a:ln>
          </p:spPr>
        </p:sp>
        <p:sp>
          <p:nvSpPr>
            <p:cNvPr id="205839" name="Line 575"/>
            <p:cNvSpPr/>
            <p:nvPr/>
          </p:nvSpPr>
          <p:spPr>
            <a:xfrm flipV="1">
              <a:off x="2417" y="3075"/>
              <a:ext cx="0" cy="297"/>
            </a:xfrm>
            <a:prstGeom prst="line">
              <a:avLst/>
            </a:prstGeom>
            <a:ln w="28575" cap="flat" cmpd="sng">
              <a:solidFill>
                <a:schemeClr val="tx1"/>
              </a:solidFill>
              <a:prstDash val="solid"/>
              <a:headEnd type="none" w="med" len="med"/>
              <a:tailEnd type="none" w="med" len="med"/>
            </a:ln>
          </p:spPr>
        </p:sp>
        <p:sp>
          <p:nvSpPr>
            <p:cNvPr id="205840" name="Line 576"/>
            <p:cNvSpPr/>
            <p:nvPr/>
          </p:nvSpPr>
          <p:spPr>
            <a:xfrm>
              <a:off x="1762" y="3076"/>
              <a:ext cx="655" cy="0"/>
            </a:xfrm>
            <a:prstGeom prst="line">
              <a:avLst/>
            </a:prstGeom>
            <a:ln w="28575" cap="flat" cmpd="sng">
              <a:solidFill>
                <a:schemeClr val="tx1"/>
              </a:solidFill>
              <a:prstDash val="solid"/>
              <a:headEnd type="none" w="med" len="med"/>
              <a:tailEnd type="none" w="med" len="med"/>
            </a:ln>
          </p:spPr>
        </p:sp>
        <p:sp>
          <p:nvSpPr>
            <p:cNvPr id="205841" name="Line 577"/>
            <p:cNvSpPr/>
            <p:nvPr/>
          </p:nvSpPr>
          <p:spPr>
            <a:xfrm flipV="1">
              <a:off x="6947" y="3075"/>
              <a:ext cx="0" cy="297"/>
            </a:xfrm>
            <a:prstGeom prst="line">
              <a:avLst/>
            </a:prstGeom>
            <a:ln w="28575" cap="flat" cmpd="sng">
              <a:solidFill>
                <a:schemeClr val="tx1"/>
              </a:solidFill>
              <a:prstDash val="solid"/>
              <a:headEnd type="none" w="med" len="med"/>
              <a:tailEnd type="none" w="med" len="med"/>
            </a:ln>
          </p:spPr>
        </p:sp>
        <p:sp>
          <p:nvSpPr>
            <p:cNvPr id="205842" name="Line 578"/>
            <p:cNvSpPr/>
            <p:nvPr/>
          </p:nvSpPr>
          <p:spPr>
            <a:xfrm flipV="1">
              <a:off x="7632" y="3075"/>
              <a:ext cx="0" cy="297"/>
            </a:xfrm>
            <a:prstGeom prst="line">
              <a:avLst/>
            </a:prstGeom>
            <a:ln w="28575" cap="flat" cmpd="sng">
              <a:solidFill>
                <a:schemeClr val="tx1"/>
              </a:solidFill>
              <a:prstDash val="solid"/>
              <a:headEnd type="none" w="med" len="med"/>
              <a:tailEnd type="none" w="med" len="med"/>
            </a:ln>
          </p:spPr>
        </p:sp>
        <p:sp>
          <p:nvSpPr>
            <p:cNvPr id="205843" name="Line 579"/>
            <p:cNvSpPr/>
            <p:nvPr/>
          </p:nvSpPr>
          <p:spPr>
            <a:xfrm>
              <a:off x="6947" y="3076"/>
              <a:ext cx="680" cy="0"/>
            </a:xfrm>
            <a:prstGeom prst="line">
              <a:avLst/>
            </a:prstGeom>
            <a:ln w="28575" cap="flat" cmpd="sng">
              <a:solidFill>
                <a:schemeClr val="tx1"/>
              </a:solidFill>
              <a:prstDash val="solid"/>
              <a:headEnd type="none" w="med" len="med"/>
              <a:tailEnd type="none" w="med" len="med"/>
            </a:ln>
          </p:spPr>
        </p:sp>
        <p:sp>
          <p:nvSpPr>
            <p:cNvPr id="205844" name="Line 580"/>
            <p:cNvSpPr/>
            <p:nvPr/>
          </p:nvSpPr>
          <p:spPr>
            <a:xfrm>
              <a:off x="7629" y="3388"/>
              <a:ext cx="3005" cy="0"/>
            </a:xfrm>
            <a:prstGeom prst="line">
              <a:avLst/>
            </a:prstGeom>
            <a:ln w="28575" cap="flat" cmpd="sng">
              <a:solidFill>
                <a:schemeClr val="tx1"/>
              </a:solidFill>
              <a:prstDash val="solid"/>
              <a:headEnd type="none" w="med" len="med"/>
              <a:tailEnd type="none" w="med" len="med"/>
            </a:ln>
          </p:spPr>
        </p:sp>
        <p:grpSp>
          <p:nvGrpSpPr>
            <p:cNvPr id="205845" name="Group 581"/>
            <p:cNvGrpSpPr/>
            <p:nvPr/>
          </p:nvGrpSpPr>
          <p:grpSpPr>
            <a:xfrm>
              <a:off x="1169" y="719"/>
              <a:ext cx="9503" cy="312"/>
              <a:chOff x="0" y="0"/>
              <a:chExt cx="3801" cy="166"/>
            </a:xfrm>
          </p:grpSpPr>
          <p:sp>
            <p:nvSpPr>
              <p:cNvPr id="205967" name="Line 582"/>
              <p:cNvSpPr/>
              <p:nvPr/>
            </p:nvSpPr>
            <p:spPr>
              <a:xfrm>
                <a:off x="0" y="159"/>
                <a:ext cx="227" cy="0"/>
              </a:xfrm>
              <a:prstGeom prst="line">
                <a:avLst/>
              </a:prstGeom>
              <a:ln w="28575" cap="flat" cmpd="sng">
                <a:solidFill>
                  <a:schemeClr val="tx1"/>
                </a:solidFill>
                <a:prstDash val="solid"/>
                <a:headEnd type="none" w="med" len="med"/>
                <a:tailEnd type="none" w="med" len="med"/>
              </a:ln>
            </p:spPr>
          </p:sp>
          <p:sp>
            <p:nvSpPr>
              <p:cNvPr id="205968" name="Line 583"/>
              <p:cNvSpPr/>
              <p:nvPr/>
            </p:nvSpPr>
            <p:spPr>
              <a:xfrm>
                <a:off x="228" y="0"/>
                <a:ext cx="1047" cy="0"/>
              </a:xfrm>
              <a:prstGeom prst="line">
                <a:avLst/>
              </a:prstGeom>
              <a:ln w="28575" cap="flat" cmpd="sng">
                <a:solidFill>
                  <a:schemeClr val="tx1"/>
                </a:solidFill>
                <a:prstDash val="solid"/>
                <a:headEnd type="none" w="med" len="med"/>
                <a:tailEnd type="none" w="med" len="med"/>
              </a:ln>
            </p:spPr>
          </p:sp>
          <p:sp>
            <p:nvSpPr>
              <p:cNvPr id="205969" name="Line 584"/>
              <p:cNvSpPr/>
              <p:nvPr/>
            </p:nvSpPr>
            <p:spPr>
              <a:xfrm>
                <a:off x="229" y="0"/>
                <a:ext cx="0" cy="166"/>
              </a:xfrm>
              <a:prstGeom prst="line">
                <a:avLst/>
              </a:prstGeom>
              <a:ln w="28575" cap="flat" cmpd="sng">
                <a:solidFill>
                  <a:schemeClr val="tx1"/>
                </a:solidFill>
                <a:prstDash val="solid"/>
                <a:headEnd type="none" w="med" len="med"/>
                <a:tailEnd type="none" w="med" len="med"/>
              </a:ln>
            </p:spPr>
          </p:sp>
          <p:sp>
            <p:nvSpPr>
              <p:cNvPr id="205970" name="Line 585"/>
              <p:cNvSpPr/>
              <p:nvPr/>
            </p:nvSpPr>
            <p:spPr>
              <a:xfrm>
                <a:off x="1264" y="0"/>
                <a:ext cx="0" cy="166"/>
              </a:xfrm>
              <a:prstGeom prst="line">
                <a:avLst/>
              </a:prstGeom>
              <a:ln w="28575" cap="flat" cmpd="sng">
                <a:solidFill>
                  <a:schemeClr val="tx1"/>
                </a:solidFill>
                <a:prstDash val="solid"/>
                <a:headEnd type="none" w="med" len="med"/>
                <a:tailEnd type="none" w="med" len="med"/>
              </a:ln>
            </p:spPr>
          </p:sp>
          <p:sp>
            <p:nvSpPr>
              <p:cNvPr id="205971" name="Line 586"/>
              <p:cNvSpPr/>
              <p:nvPr/>
            </p:nvSpPr>
            <p:spPr>
              <a:xfrm>
                <a:off x="1258" y="166"/>
                <a:ext cx="1065" cy="0"/>
              </a:xfrm>
              <a:prstGeom prst="line">
                <a:avLst/>
              </a:prstGeom>
              <a:ln w="28575" cap="flat" cmpd="sng">
                <a:solidFill>
                  <a:schemeClr val="tx1"/>
                </a:solidFill>
                <a:prstDash val="solid"/>
                <a:headEnd type="none" w="med" len="med"/>
                <a:tailEnd type="none" w="med" len="med"/>
              </a:ln>
            </p:spPr>
          </p:sp>
          <p:sp>
            <p:nvSpPr>
              <p:cNvPr id="205972" name="Line 587"/>
              <p:cNvSpPr/>
              <p:nvPr/>
            </p:nvSpPr>
            <p:spPr>
              <a:xfrm>
                <a:off x="2301" y="0"/>
                <a:ext cx="1047" cy="0"/>
              </a:xfrm>
              <a:prstGeom prst="line">
                <a:avLst/>
              </a:prstGeom>
              <a:ln w="28575" cap="flat" cmpd="sng">
                <a:solidFill>
                  <a:schemeClr val="tx1"/>
                </a:solidFill>
                <a:prstDash val="solid"/>
                <a:headEnd type="none" w="med" len="med"/>
                <a:tailEnd type="none" w="med" len="med"/>
              </a:ln>
            </p:spPr>
          </p:sp>
          <p:sp>
            <p:nvSpPr>
              <p:cNvPr id="205973" name="Line 588"/>
              <p:cNvSpPr/>
              <p:nvPr/>
            </p:nvSpPr>
            <p:spPr>
              <a:xfrm>
                <a:off x="2311" y="0"/>
                <a:ext cx="0" cy="166"/>
              </a:xfrm>
              <a:prstGeom prst="line">
                <a:avLst/>
              </a:prstGeom>
              <a:ln w="28575" cap="flat" cmpd="sng">
                <a:solidFill>
                  <a:schemeClr val="tx1"/>
                </a:solidFill>
                <a:prstDash val="solid"/>
                <a:headEnd type="none" w="med" len="med"/>
                <a:tailEnd type="none" w="med" len="med"/>
              </a:ln>
            </p:spPr>
          </p:sp>
          <p:sp>
            <p:nvSpPr>
              <p:cNvPr id="205974" name="Line 589"/>
              <p:cNvSpPr/>
              <p:nvPr/>
            </p:nvSpPr>
            <p:spPr>
              <a:xfrm>
                <a:off x="3348" y="0"/>
                <a:ext cx="0" cy="166"/>
              </a:xfrm>
              <a:prstGeom prst="line">
                <a:avLst/>
              </a:prstGeom>
              <a:ln w="28575" cap="flat" cmpd="sng">
                <a:solidFill>
                  <a:schemeClr val="tx1"/>
                </a:solidFill>
                <a:prstDash val="solid"/>
                <a:headEnd type="none" w="med" len="med"/>
                <a:tailEnd type="none" w="med" len="med"/>
              </a:ln>
            </p:spPr>
          </p:sp>
          <p:sp>
            <p:nvSpPr>
              <p:cNvPr id="205975" name="Line 590"/>
              <p:cNvSpPr/>
              <p:nvPr/>
            </p:nvSpPr>
            <p:spPr>
              <a:xfrm>
                <a:off x="3348" y="157"/>
                <a:ext cx="453" cy="0"/>
              </a:xfrm>
              <a:prstGeom prst="line">
                <a:avLst/>
              </a:prstGeom>
              <a:ln w="28575" cap="flat" cmpd="sng">
                <a:solidFill>
                  <a:schemeClr val="tx1"/>
                </a:solidFill>
                <a:prstDash val="solid"/>
                <a:headEnd type="none" w="med" len="med"/>
                <a:tailEnd type="none" w="med" len="med"/>
              </a:ln>
            </p:spPr>
          </p:sp>
        </p:grpSp>
        <p:grpSp>
          <p:nvGrpSpPr>
            <p:cNvPr id="205846" name="Group 591"/>
            <p:cNvGrpSpPr/>
            <p:nvPr/>
          </p:nvGrpSpPr>
          <p:grpSpPr>
            <a:xfrm>
              <a:off x="1117" y="1259"/>
              <a:ext cx="9730" cy="312"/>
              <a:chOff x="0" y="0"/>
              <a:chExt cx="3892" cy="166"/>
            </a:xfrm>
          </p:grpSpPr>
          <p:sp>
            <p:nvSpPr>
              <p:cNvPr id="205958" name="Line 592"/>
              <p:cNvSpPr/>
              <p:nvPr/>
            </p:nvSpPr>
            <p:spPr>
              <a:xfrm>
                <a:off x="0" y="154"/>
                <a:ext cx="521" cy="0"/>
              </a:xfrm>
              <a:prstGeom prst="line">
                <a:avLst/>
              </a:prstGeom>
              <a:ln w="28575" cap="flat" cmpd="sng">
                <a:solidFill>
                  <a:schemeClr val="tx1"/>
                </a:solidFill>
                <a:prstDash val="solid"/>
                <a:headEnd type="none" w="med" len="med"/>
                <a:tailEnd type="none" w="med" len="med"/>
              </a:ln>
            </p:spPr>
          </p:sp>
          <p:sp>
            <p:nvSpPr>
              <p:cNvPr id="205959" name="Line 593"/>
              <p:cNvSpPr/>
              <p:nvPr/>
            </p:nvSpPr>
            <p:spPr>
              <a:xfrm>
                <a:off x="518" y="0"/>
                <a:ext cx="1031" cy="0"/>
              </a:xfrm>
              <a:prstGeom prst="line">
                <a:avLst/>
              </a:prstGeom>
              <a:ln w="28575" cap="flat" cmpd="sng">
                <a:solidFill>
                  <a:schemeClr val="tx1"/>
                </a:solidFill>
                <a:prstDash val="solid"/>
                <a:headEnd type="none" w="med" len="med"/>
                <a:tailEnd type="none" w="med" len="med"/>
              </a:ln>
            </p:spPr>
          </p:sp>
          <p:sp>
            <p:nvSpPr>
              <p:cNvPr id="205960" name="Line 594"/>
              <p:cNvSpPr/>
              <p:nvPr/>
            </p:nvSpPr>
            <p:spPr>
              <a:xfrm>
                <a:off x="518" y="0"/>
                <a:ext cx="0" cy="166"/>
              </a:xfrm>
              <a:prstGeom prst="line">
                <a:avLst/>
              </a:prstGeom>
              <a:ln w="28575" cap="flat" cmpd="sng">
                <a:solidFill>
                  <a:schemeClr val="tx1"/>
                </a:solidFill>
                <a:prstDash val="solid"/>
                <a:headEnd type="none" w="med" len="med"/>
                <a:tailEnd type="none" w="med" len="med"/>
              </a:ln>
            </p:spPr>
          </p:sp>
          <p:sp>
            <p:nvSpPr>
              <p:cNvPr id="205961" name="Line 595"/>
              <p:cNvSpPr/>
              <p:nvPr/>
            </p:nvSpPr>
            <p:spPr>
              <a:xfrm>
                <a:off x="1550" y="0"/>
                <a:ext cx="0" cy="166"/>
              </a:xfrm>
              <a:prstGeom prst="line">
                <a:avLst/>
              </a:prstGeom>
              <a:ln w="28575" cap="flat" cmpd="sng">
                <a:solidFill>
                  <a:schemeClr val="tx1"/>
                </a:solidFill>
                <a:prstDash val="solid"/>
                <a:headEnd type="none" w="med" len="med"/>
                <a:tailEnd type="none" w="med" len="med"/>
              </a:ln>
            </p:spPr>
          </p:sp>
          <p:sp>
            <p:nvSpPr>
              <p:cNvPr id="205962" name="Line 596"/>
              <p:cNvSpPr/>
              <p:nvPr/>
            </p:nvSpPr>
            <p:spPr>
              <a:xfrm>
                <a:off x="1549" y="166"/>
                <a:ext cx="1065" cy="0"/>
              </a:xfrm>
              <a:prstGeom prst="line">
                <a:avLst/>
              </a:prstGeom>
              <a:ln w="28575" cap="flat" cmpd="sng">
                <a:solidFill>
                  <a:schemeClr val="tx1"/>
                </a:solidFill>
                <a:prstDash val="solid"/>
                <a:headEnd type="none" w="med" len="med"/>
                <a:tailEnd type="none" w="med" len="med"/>
              </a:ln>
            </p:spPr>
          </p:sp>
          <p:sp>
            <p:nvSpPr>
              <p:cNvPr id="205963" name="Line 597"/>
              <p:cNvSpPr/>
              <p:nvPr/>
            </p:nvSpPr>
            <p:spPr>
              <a:xfrm>
                <a:off x="2602" y="0"/>
                <a:ext cx="1031" cy="0"/>
              </a:xfrm>
              <a:prstGeom prst="line">
                <a:avLst/>
              </a:prstGeom>
              <a:ln w="28575" cap="flat" cmpd="sng">
                <a:solidFill>
                  <a:schemeClr val="tx1"/>
                </a:solidFill>
                <a:prstDash val="solid"/>
                <a:headEnd type="none" w="med" len="med"/>
                <a:tailEnd type="none" w="med" len="med"/>
              </a:ln>
            </p:spPr>
          </p:sp>
          <p:sp>
            <p:nvSpPr>
              <p:cNvPr id="205964" name="Line 598"/>
              <p:cNvSpPr/>
              <p:nvPr/>
            </p:nvSpPr>
            <p:spPr>
              <a:xfrm>
                <a:off x="2602" y="0"/>
                <a:ext cx="0" cy="166"/>
              </a:xfrm>
              <a:prstGeom prst="line">
                <a:avLst/>
              </a:prstGeom>
              <a:ln w="28575" cap="flat" cmpd="sng">
                <a:solidFill>
                  <a:schemeClr val="tx1"/>
                </a:solidFill>
                <a:prstDash val="solid"/>
                <a:headEnd type="none" w="med" len="med"/>
                <a:tailEnd type="none" w="med" len="med"/>
              </a:ln>
            </p:spPr>
          </p:sp>
          <p:sp>
            <p:nvSpPr>
              <p:cNvPr id="205965" name="Line 599"/>
              <p:cNvSpPr/>
              <p:nvPr/>
            </p:nvSpPr>
            <p:spPr>
              <a:xfrm>
                <a:off x="3629" y="0"/>
                <a:ext cx="0" cy="166"/>
              </a:xfrm>
              <a:prstGeom prst="line">
                <a:avLst/>
              </a:prstGeom>
              <a:ln w="28575" cap="flat" cmpd="sng">
                <a:solidFill>
                  <a:schemeClr val="tx1"/>
                </a:solidFill>
                <a:prstDash val="solid"/>
                <a:headEnd type="none" w="med" len="med"/>
                <a:tailEnd type="none" w="med" len="med"/>
              </a:ln>
            </p:spPr>
          </p:sp>
          <p:sp>
            <p:nvSpPr>
              <p:cNvPr id="205966" name="Line 600"/>
              <p:cNvSpPr/>
              <p:nvPr/>
            </p:nvSpPr>
            <p:spPr>
              <a:xfrm>
                <a:off x="3629" y="157"/>
                <a:ext cx="263" cy="0"/>
              </a:xfrm>
              <a:prstGeom prst="line">
                <a:avLst/>
              </a:prstGeom>
              <a:ln w="28575" cap="flat" cmpd="sng">
                <a:solidFill>
                  <a:schemeClr val="tx1"/>
                </a:solidFill>
                <a:prstDash val="solid"/>
                <a:headEnd type="none" w="med" len="med"/>
                <a:tailEnd type="none" w="med" len="med"/>
              </a:ln>
            </p:spPr>
          </p:sp>
        </p:grpSp>
        <p:grpSp>
          <p:nvGrpSpPr>
            <p:cNvPr id="205847" name="Group 601"/>
            <p:cNvGrpSpPr/>
            <p:nvPr/>
          </p:nvGrpSpPr>
          <p:grpSpPr>
            <a:xfrm>
              <a:off x="1142" y="1799"/>
              <a:ext cx="9690" cy="312"/>
              <a:chOff x="0" y="0"/>
              <a:chExt cx="3876" cy="166"/>
            </a:xfrm>
          </p:grpSpPr>
          <p:sp>
            <p:nvSpPr>
              <p:cNvPr id="205951" name="Line 602"/>
              <p:cNvSpPr/>
              <p:nvPr/>
            </p:nvSpPr>
            <p:spPr>
              <a:xfrm>
                <a:off x="0" y="154"/>
                <a:ext cx="771" cy="0"/>
              </a:xfrm>
              <a:prstGeom prst="line">
                <a:avLst/>
              </a:prstGeom>
              <a:ln w="28575" cap="flat" cmpd="sng">
                <a:solidFill>
                  <a:schemeClr val="tx1"/>
                </a:solidFill>
                <a:prstDash val="solid"/>
                <a:headEnd type="none" w="med" len="med"/>
                <a:tailEnd type="none" w="med" len="med"/>
              </a:ln>
            </p:spPr>
          </p:sp>
          <p:sp>
            <p:nvSpPr>
              <p:cNvPr id="205952" name="Line 603"/>
              <p:cNvSpPr/>
              <p:nvPr/>
            </p:nvSpPr>
            <p:spPr>
              <a:xfrm>
                <a:off x="771" y="0"/>
                <a:ext cx="1031" cy="0"/>
              </a:xfrm>
              <a:prstGeom prst="line">
                <a:avLst/>
              </a:prstGeom>
              <a:ln w="28575" cap="flat" cmpd="sng">
                <a:solidFill>
                  <a:schemeClr val="tx1"/>
                </a:solidFill>
                <a:prstDash val="solid"/>
                <a:headEnd type="none" w="med" len="med"/>
                <a:tailEnd type="none" w="med" len="med"/>
              </a:ln>
            </p:spPr>
          </p:sp>
          <p:sp>
            <p:nvSpPr>
              <p:cNvPr id="205953" name="Line 604"/>
              <p:cNvSpPr/>
              <p:nvPr/>
            </p:nvSpPr>
            <p:spPr>
              <a:xfrm>
                <a:off x="771" y="0"/>
                <a:ext cx="0" cy="166"/>
              </a:xfrm>
              <a:prstGeom prst="line">
                <a:avLst/>
              </a:prstGeom>
              <a:ln w="28575" cap="flat" cmpd="sng">
                <a:solidFill>
                  <a:schemeClr val="tx1"/>
                </a:solidFill>
                <a:prstDash val="solid"/>
                <a:headEnd type="none" w="med" len="med"/>
                <a:tailEnd type="none" w="med" len="med"/>
              </a:ln>
            </p:spPr>
          </p:sp>
          <p:sp>
            <p:nvSpPr>
              <p:cNvPr id="205954" name="Line 605"/>
              <p:cNvSpPr/>
              <p:nvPr/>
            </p:nvSpPr>
            <p:spPr>
              <a:xfrm>
                <a:off x="1803" y="0"/>
                <a:ext cx="0" cy="166"/>
              </a:xfrm>
              <a:prstGeom prst="line">
                <a:avLst/>
              </a:prstGeom>
              <a:ln w="28575" cap="flat" cmpd="sng">
                <a:solidFill>
                  <a:schemeClr val="tx1"/>
                </a:solidFill>
                <a:prstDash val="solid"/>
                <a:headEnd type="none" w="med" len="med"/>
                <a:tailEnd type="none" w="med" len="med"/>
              </a:ln>
            </p:spPr>
          </p:sp>
          <p:sp>
            <p:nvSpPr>
              <p:cNvPr id="205955" name="Line 606"/>
              <p:cNvSpPr/>
              <p:nvPr/>
            </p:nvSpPr>
            <p:spPr>
              <a:xfrm>
                <a:off x="1797" y="166"/>
                <a:ext cx="1055" cy="0"/>
              </a:xfrm>
              <a:prstGeom prst="line">
                <a:avLst/>
              </a:prstGeom>
              <a:ln w="28575" cap="flat" cmpd="sng">
                <a:solidFill>
                  <a:schemeClr val="tx1"/>
                </a:solidFill>
                <a:prstDash val="solid"/>
                <a:headEnd type="none" w="med" len="med"/>
                <a:tailEnd type="none" w="med" len="med"/>
              </a:ln>
            </p:spPr>
          </p:sp>
          <p:sp>
            <p:nvSpPr>
              <p:cNvPr id="205956" name="Line 607"/>
              <p:cNvSpPr/>
              <p:nvPr/>
            </p:nvSpPr>
            <p:spPr>
              <a:xfrm>
                <a:off x="2845" y="0"/>
                <a:ext cx="1031" cy="0"/>
              </a:xfrm>
              <a:prstGeom prst="line">
                <a:avLst/>
              </a:prstGeom>
              <a:ln w="28575" cap="flat" cmpd="sng">
                <a:solidFill>
                  <a:schemeClr val="tx1"/>
                </a:solidFill>
                <a:prstDash val="solid"/>
                <a:headEnd type="none" w="med" len="med"/>
                <a:tailEnd type="none" w="med" len="med"/>
              </a:ln>
            </p:spPr>
          </p:sp>
          <p:sp>
            <p:nvSpPr>
              <p:cNvPr id="205957" name="Line 608"/>
              <p:cNvSpPr/>
              <p:nvPr/>
            </p:nvSpPr>
            <p:spPr>
              <a:xfrm>
                <a:off x="2852" y="0"/>
                <a:ext cx="0" cy="166"/>
              </a:xfrm>
              <a:prstGeom prst="line">
                <a:avLst/>
              </a:prstGeom>
              <a:ln w="28575" cap="flat" cmpd="sng">
                <a:solidFill>
                  <a:schemeClr val="tx1"/>
                </a:solidFill>
                <a:prstDash val="solid"/>
                <a:headEnd type="none" w="med" len="med"/>
                <a:tailEnd type="none" w="med" len="med"/>
              </a:ln>
            </p:spPr>
          </p:sp>
        </p:grpSp>
        <p:grpSp>
          <p:nvGrpSpPr>
            <p:cNvPr id="205848" name="Group 609"/>
            <p:cNvGrpSpPr/>
            <p:nvPr/>
          </p:nvGrpSpPr>
          <p:grpSpPr>
            <a:xfrm>
              <a:off x="1142" y="2339"/>
              <a:ext cx="9735" cy="312"/>
              <a:chOff x="0" y="0"/>
              <a:chExt cx="3894" cy="166"/>
            </a:xfrm>
          </p:grpSpPr>
          <p:sp>
            <p:nvSpPr>
              <p:cNvPr id="205944" name="Line 610"/>
              <p:cNvSpPr/>
              <p:nvPr/>
            </p:nvSpPr>
            <p:spPr>
              <a:xfrm>
                <a:off x="0" y="154"/>
                <a:ext cx="1020" cy="0"/>
              </a:xfrm>
              <a:prstGeom prst="line">
                <a:avLst/>
              </a:prstGeom>
              <a:ln w="28575" cap="flat" cmpd="sng">
                <a:solidFill>
                  <a:schemeClr val="tx1"/>
                </a:solidFill>
                <a:prstDash val="solid"/>
                <a:headEnd type="none" w="med" len="med"/>
                <a:tailEnd type="none" w="med" len="med"/>
              </a:ln>
            </p:spPr>
          </p:sp>
          <p:sp>
            <p:nvSpPr>
              <p:cNvPr id="205945" name="Line 611"/>
              <p:cNvSpPr/>
              <p:nvPr/>
            </p:nvSpPr>
            <p:spPr>
              <a:xfrm>
                <a:off x="1028" y="0"/>
                <a:ext cx="1031" cy="0"/>
              </a:xfrm>
              <a:prstGeom prst="line">
                <a:avLst/>
              </a:prstGeom>
              <a:ln w="28575" cap="flat" cmpd="sng">
                <a:solidFill>
                  <a:schemeClr val="tx1"/>
                </a:solidFill>
                <a:prstDash val="solid"/>
                <a:headEnd type="none" w="med" len="med"/>
                <a:tailEnd type="none" w="med" len="med"/>
              </a:ln>
            </p:spPr>
          </p:sp>
          <p:sp>
            <p:nvSpPr>
              <p:cNvPr id="205946" name="Line 612"/>
              <p:cNvSpPr/>
              <p:nvPr/>
            </p:nvSpPr>
            <p:spPr>
              <a:xfrm>
                <a:off x="1028" y="0"/>
                <a:ext cx="0" cy="166"/>
              </a:xfrm>
              <a:prstGeom prst="line">
                <a:avLst/>
              </a:prstGeom>
              <a:ln w="28575" cap="flat" cmpd="sng">
                <a:solidFill>
                  <a:schemeClr val="tx1"/>
                </a:solidFill>
                <a:prstDash val="solid"/>
                <a:headEnd type="none" w="med" len="med"/>
                <a:tailEnd type="none" w="med" len="med"/>
              </a:ln>
            </p:spPr>
          </p:sp>
          <p:sp>
            <p:nvSpPr>
              <p:cNvPr id="205947" name="Line 613"/>
              <p:cNvSpPr/>
              <p:nvPr/>
            </p:nvSpPr>
            <p:spPr>
              <a:xfrm>
                <a:off x="2054" y="0"/>
                <a:ext cx="0" cy="166"/>
              </a:xfrm>
              <a:prstGeom prst="line">
                <a:avLst/>
              </a:prstGeom>
              <a:ln w="28575" cap="flat" cmpd="sng">
                <a:solidFill>
                  <a:schemeClr val="tx1"/>
                </a:solidFill>
                <a:prstDash val="solid"/>
                <a:headEnd type="none" w="med" len="med"/>
                <a:tailEnd type="none" w="med" len="med"/>
              </a:ln>
            </p:spPr>
          </p:sp>
          <p:sp>
            <p:nvSpPr>
              <p:cNvPr id="205948" name="Line 614"/>
              <p:cNvSpPr/>
              <p:nvPr/>
            </p:nvSpPr>
            <p:spPr>
              <a:xfrm>
                <a:off x="2052" y="166"/>
                <a:ext cx="1065" cy="0"/>
              </a:xfrm>
              <a:prstGeom prst="line">
                <a:avLst/>
              </a:prstGeom>
              <a:ln w="28575" cap="flat" cmpd="sng">
                <a:solidFill>
                  <a:schemeClr val="tx1"/>
                </a:solidFill>
                <a:prstDash val="solid"/>
                <a:headEnd type="none" w="med" len="med"/>
                <a:tailEnd type="none" w="med" len="med"/>
              </a:ln>
            </p:spPr>
          </p:sp>
          <p:sp>
            <p:nvSpPr>
              <p:cNvPr id="205949" name="Line 615"/>
              <p:cNvSpPr/>
              <p:nvPr/>
            </p:nvSpPr>
            <p:spPr>
              <a:xfrm>
                <a:off x="3112" y="0"/>
                <a:ext cx="782" cy="0"/>
              </a:xfrm>
              <a:prstGeom prst="line">
                <a:avLst/>
              </a:prstGeom>
              <a:ln w="28575" cap="flat" cmpd="sng">
                <a:solidFill>
                  <a:schemeClr val="tx1"/>
                </a:solidFill>
                <a:prstDash val="solid"/>
                <a:headEnd type="none" w="med" len="med"/>
                <a:tailEnd type="none" w="med" len="med"/>
              </a:ln>
            </p:spPr>
          </p:sp>
          <p:sp>
            <p:nvSpPr>
              <p:cNvPr id="205950" name="Line 616"/>
              <p:cNvSpPr/>
              <p:nvPr/>
            </p:nvSpPr>
            <p:spPr>
              <a:xfrm>
                <a:off x="3120" y="0"/>
                <a:ext cx="0" cy="166"/>
              </a:xfrm>
              <a:prstGeom prst="line">
                <a:avLst/>
              </a:prstGeom>
              <a:ln w="28575" cap="flat" cmpd="sng">
                <a:solidFill>
                  <a:schemeClr val="tx1"/>
                </a:solidFill>
                <a:prstDash val="solid"/>
                <a:headEnd type="none" w="med" len="med"/>
                <a:tailEnd type="none" w="med" len="med"/>
              </a:ln>
            </p:spPr>
          </p:sp>
        </p:grpSp>
        <p:grpSp>
          <p:nvGrpSpPr>
            <p:cNvPr id="205849" name="Group 617"/>
            <p:cNvGrpSpPr/>
            <p:nvPr/>
          </p:nvGrpSpPr>
          <p:grpSpPr>
            <a:xfrm>
              <a:off x="1169" y="3648"/>
              <a:ext cx="9543" cy="311"/>
              <a:chOff x="0" y="0"/>
              <a:chExt cx="3817" cy="166"/>
            </a:xfrm>
          </p:grpSpPr>
          <p:sp>
            <p:nvSpPr>
              <p:cNvPr id="205934" name="Line 618"/>
              <p:cNvSpPr/>
              <p:nvPr/>
            </p:nvSpPr>
            <p:spPr>
              <a:xfrm flipV="1">
                <a:off x="0" y="156"/>
                <a:ext cx="262" cy="0"/>
              </a:xfrm>
              <a:prstGeom prst="line">
                <a:avLst/>
              </a:prstGeom>
              <a:ln w="28575" cap="flat" cmpd="sng">
                <a:solidFill>
                  <a:schemeClr val="tx1"/>
                </a:solidFill>
                <a:prstDash val="solid"/>
                <a:headEnd type="none" w="med" len="med"/>
                <a:tailEnd type="none" w="med" len="med"/>
              </a:ln>
            </p:spPr>
          </p:sp>
          <p:sp>
            <p:nvSpPr>
              <p:cNvPr id="205935" name="Line 619"/>
              <p:cNvSpPr/>
              <p:nvPr/>
            </p:nvSpPr>
            <p:spPr>
              <a:xfrm flipV="1">
                <a:off x="760" y="158"/>
                <a:ext cx="1814" cy="0"/>
              </a:xfrm>
              <a:prstGeom prst="line">
                <a:avLst/>
              </a:prstGeom>
              <a:ln w="28575" cap="flat" cmpd="sng">
                <a:solidFill>
                  <a:schemeClr val="tx1"/>
                </a:solidFill>
                <a:prstDash val="solid"/>
                <a:headEnd type="none" w="med" len="med"/>
                <a:tailEnd type="none" w="med" len="med"/>
              </a:ln>
            </p:spPr>
          </p:sp>
          <p:sp>
            <p:nvSpPr>
              <p:cNvPr id="205936" name="Line 620"/>
              <p:cNvSpPr/>
              <p:nvPr/>
            </p:nvSpPr>
            <p:spPr>
              <a:xfrm flipV="1">
                <a:off x="495" y="0"/>
                <a:ext cx="0" cy="158"/>
              </a:xfrm>
              <a:prstGeom prst="line">
                <a:avLst/>
              </a:prstGeom>
              <a:ln w="28575" cap="flat" cmpd="sng">
                <a:solidFill>
                  <a:schemeClr val="tx1"/>
                </a:solidFill>
                <a:prstDash val="solid"/>
                <a:headEnd type="none" w="med" len="med"/>
                <a:tailEnd type="none" w="med" len="med"/>
              </a:ln>
            </p:spPr>
          </p:sp>
          <p:sp>
            <p:nvSpPr>
              <p:cNvPr id="205937" name="Line 621"/>
              <p:cNvSpPr/>
              <p:nvPr/>
            </p:nvSpPr>
            <p:spPr>
              <a:xfrm flipV="1">
                <a:off x="229" y="156"/>
                <a:ext cx="259" cy="0"/>
              </a:xfrm>
              <a:prstGeom prst="line">
                <a:avLst/>
              </a:prstGeom>
              <a:ln w="28575" cap="flat" cmpd="sng">
                <a:solidFill>
                  <a:schemeClr val="tx1"/>
                </a:solidFill>
                <a:prstDash val="solid"/>
                <a:headEnd type="none" w="med" len="med"/>
                <a:tailEnd type="none" w="med" len="med"/>
              </a:ln>
            </p:spPr>
          </p:sp>
          <p:sp>
            <p:nvSpPr>
              <p:cNvPr id="205938" name="Line 622"/>
              <p:cNvSpPr/>
              <p:nvPr/>
            </p:nvSpPr>
            <p:spPr>
              <a:xfrm flipV="1">
                <a:off x="758" y="0"/>
                <a:ext cx="0" cy="158"/>
              </a:xfrm>
              <a:prstGeom prst="line">
                <a:avLst/>
              </a:prstGeom>
              <a:ln w="28575" cap="flat" cmpd="sng">
                <a:solidFill>
                  <a:schemeClr val="tx1"/>
                </a:solidFill>
                <a:prstDash val="solid"/>
                <a:headEnd type="none" w="med" len="med"/>
                <a:tailEnd type="none" w="med" len="med"/>
              </a:ln>
            </p:spPr>
          </p:sp>
          <p:sp>
            <p:nvSpPr>
              <p:cNvPr id="205939" name="Line 623"/>
              <p:cNvSpPr/>
              <p:nvPr/>
            </p:nvSpPr>
            <p:spPr>
              <a:xfrm>
                <a:off x="495" y="0"/>
                <a:ext cx="263" cy="0"/>
              </a:xfrm>
              <a:prstGeom prst="line">
                <a:avLst/>
              </a:prstGeom>
              <a:ln w="28575" cap="flat" cmpd="sng">
                <a:solidFill>
                  <a:schemeClr val="tx1"/>
                </a:solidFill>
                <a:prstDash val="solid"/>
                <a:headEnd type="none" w="med" len="med"/>
                <a:tailEnd type="none" w="med" len="med"/>
              </a:ln>
            </p:spPr>
          </p:sp>
          <p:sp>
            <p:nvSpPr>
              <p:cNvPr id="205940" name="Line 624"/>
              <p:cNvSpPr/>
              <p:nvPr/>
            </p:nvSpPr>
            <p:spPr>
              <a:xfrm flipV="1">
                <a:off x="2581" y="0"/>
                <a:ext cx="0" cy="158"/>
              </a:xfrm>
              <a:prstGeom prst="line">
                <a:avLst/>
              </a:prstGeom>
              <a:ln w="28575" cap="flat" cmpd="sng">
                <a:solidFill>
                  <a:schemeClr val="tx1"/>
                </a:solidFill>
                <a:prstDash val="solid"/>
                <a:headEnd type="none" w="med" len="med"/>
                <a:tailEnd type="none" w="med" len="med"/>
              </a:ln>
            </p:spPr>
          </p:sp>
          <p:sp>
            <p:nvSpPr>
              <p:cNvPr id="205941" name="Line 625"/>
              <p:cNvSpPr/>
              <p:nvPr/>
            </p:nvSpPr>
            <p:spPr>
              <a:xfrm flipV="1">
                <a:off x="2846" y="0"/>
                <a:ext cx="0" cy="158"/>
              </a:xfrm>
              <a:prstGeom prst="line">
                <a:avLst/>
              </a:prstGeom>
              <a:ln w="28575" cap="flat" cmpd="sng">
                <a:solidFill>
                  <a:schemeClr val="tx1"/>
                </a:solidFill>
                <a:prstDash val="solid"/>
                <a:headEnd type="none" w="med" len="med"/>
                <a:tailEnd type="none" w="med" len="med"/>
              </a:ln>
            </p:spPr>
          </p:sp>
          <p:sp>
            <p:nvSpPr>
              <p:cNvPr id="205942" name="Line 626"/>
              <p:cNvSpPr/>
              <p:nvPr/>
            </p:nvSpPr>
            <p:spPr>
              <a:xfrm>
                <a:off x="2574" y="0"/>
                <a:ext cx="262" cy="0"/>
              </a:xfrm>
              <a:prstGeom prst="line">
                <a:avLst/>
              </a:prstGeom>
              <a:ln w="28575" cap="flat" cmpd="sng">
                <a:solidFill>
                  <a:schemeClr val="tx1"/>
                </a:solidFill>
                <a:prstDash val="solid"/>
                <a:headEnd type="none" w="med" len="med"/>
                <a:tailEnd type="none" w="med" len="med"/>
              </a:ln>
            </p:spPr>
          </p:sp>
          <p:sp>
            <p:nvSpPr>
              <p:cNvPr id="205943" name="Line 627"/>
              <p:cNvSpPr/>
              <p:nvPr/>
            </p:nvSpPr>
            <p:spPr>
              <a:xfrm>
                <a:off x="2845" y="166"/>
                <a:ext cx="972" cy="0"/>
              </a:xfrm>
              <a:prstGeom prst="line">
                <a:avLst/>
              </a:prstGeom>
              <a:ln w="28575" cap="flat" cmpd="sng">
                <a:solidFill>
                  <a:schemeClr val="tx1"/>
                </a:solidFill>
                <a:prstDash val="solid"/>
                <a:headEnd type="none" w="med" len="med"/>
                <a:tailEnd type="none" w="med" len="med"/>
              </a:ln>
            </p:spPr>
          </p:sp>
        </p:grpSp>
        <p:grpSp>
          <p:nvGrpSpPr>
            <p:cNvPr id="205850" name="Group 628"/>
            <p:cNvGrpSpPr/>
            <p:nvPr/>
          </p:nvGrpSpPr>
          <p:grpSpPr>
            <a:xfrm>
              <a:off x="1142" y="4229"/>
              <a:ext cx="9625" cy="312"/>
              <a:chOff x="0" y="0"/>
              <a:chExt cx="3850" cy="166"/>
            </a:xfrm>
          </p:grpSpPr>
          <p:sp>
            <p:nvSpPr>
              <p:cNvPr id="205925" name="Line 629"/>
              <p:cNvSpPr/>
              <p:nvPr/>
            </p:nvSpPr>
            <p:spPr>
              <a:xfrm flipV="1">
                <a:off x="0" y="156"/>
                <a:ext cx="771" cy="0"/>
              </a:xfrm>
              <a:prstGeom prst="line">
                <a:avLst/>
              </a:prstGeom>
              <a:ln w="28575" cap="flat" cmpd="sng">
                <a:solidFill>
                  <a:schemeClr val="tx1"/>
                </a:solidFill>
                <a:prstDash val="solid"/>
                <a:headEnd type="none" w="med" len="med"/>
                <a:tailEnd type="none" w="med" len="med"/>
              </a:ln>
            </p:spPr>
          </p:sp>
          <p:sp>
            <p:nvSpPr>
              <p:cNvPr id="205926" name="Line 630"/>
              <p:cNvSpPr/>
              <p:nvPr/>
            </p:nvSpPr>
            <p:spPr>
              <a:xfrm flipV="1">
                <a:off x="1033" y="158"/>
                <a:ext cx="1814" cy="0"/>
              </a:xfrm>
              <a:prstGeom prst="line">
                <a:avLst/>
              </a:prstGeom>
              <a:ln w="28575" cap="flat" cmpd="sng">
                <a:solidFill>
                  <a:schemeClr val="tx1"/>
                </a:solidFill>
                <a:prstDash val="solid"/>
                <a:headEnd type="none" w="med" len="med"/>
                <a:tailEnd type="none" w="med" len="med"/>
              </a:ln>
            </p:spPr>
          </p:sp>
          <p:sp>
            <p:nvSpPr>
              <p:cNvPr id="205927" name="Line 631"/>
              <p:cNvSpPr/>
              <p:nvPr/>
            </p:nvSpPr>
            <p:spPr>
              <a:xfrm flipV="1">
                <a:off x="768" y="0"/>
                <a:ext cx="0" cy="158"/>
              </a:xfrm>
              <a:prstGeom prst="line">
                <a:avLst/>
              </a:prstGeom>
              <a:ln w="28575" cap="flat" cmpd="sng">
                <a:solidFill>
                  <a:schemeClr val="tx1"/>
                </a:solidFill>
                <a:prstDash val="solid"/>
                <a:headEnd type="none" w="med" len="med"/>
                <a:tailEnd type="none" w="med" len="med"/>
              </a:ln>
            </p:spPr>
          </p:sp>
          <p:sp>
            <p:nvSpPr>
              <p:cNvPr id="205928" name="Line 632"/>
              <p:cNvSpPr/>
              <p:nvPr/>
            </p:nvSpPr>
            <p:spPr>
              <a:xfrm flipV="1">
                <a:off x="1031" y="0"/>
                <a:ext cx="0" cy="158"/>
              </a:xfrm>
              <a:prstGeom prst="line">
                <a:avLst/>
              </a:prstGeom>
              <a:ln w="28575" cap="flat" cmpd="sng">
                <a:solidFill>
                  <a:schemeClr val="tx1"/>
                </a:solidFill>
                <a:prstDash val="solid"/>
                <a:headEnd type="none" w="med" len="med"/>
                <a:tailEnd type="none" w="med" len="med"/>
              </a:ln>
            </p:spPr>
          </p:sp>
          <p:sp>
            <p:nvSpPr>
              <p:cNvPr id="205929" name="Line 633"/>
              <p:cNvSpPr/>
              <p:nvPr/>
            </p:nvSpPr>
            <p:spPr>
              <a:xfrm>
                <a:off x="768" y="0"/>
                <a:ext cx="263" cy="0"/>
              </a:xfrm>
              <a:prstGeom prst="line">
                <a:avLst/>
              </a:prstGeom>
              <a:ln w="28575" cap="flat" cmpd="sng">
                <a:solidFill>
                  <a:schemeClr val="tx1"/>
                </a:solidFill>
                <a:prstDash val="solid"/>
                <a:headEnd type="none" w="med" len="med"/>
                <a:tailEnd type="none" w="med" len="med"/>
              </a:ln>
            </p:spPr>
          </p:sp>
          <p:sp>
            <p:nvSpPr>
              <p:cNvPr id="205930" name="Line 634"/>
              <p:cNvSpPr/>
              <p:nvPr/>
            </p:nvSpPr>
            <p:spPr>
              <a:xfrm flipV="1">
                <a:off x="2858" y="0"/>
                <a:ext cx="0" cy="158"/>
              </a:xfrm>
              <a:prstGeom prst="line">
                <a:avLst/>
              </a:prstGeom>
              <a:ln w="28575" cap="flat" cmpd="sng">
                <a:solidFill>
                  <a:schemeClr val="tx1"/>
                </a:solidFill>
                <a:prstDash val="solid"/>
                <a:headEnd type="none" w="med" len="med"/>
                <a:tailEnd type="none" w="med" len="med"/>
              </a:ln>
            </p:spPr>
          </p:sp>
          <p:sp>
            <p:nvSpPr>
              <p:cNvPr id="205931" name="Line 635"/>
              <p:cNvSpPr/>
              <p:nvPr/>
            </p:nvSpPr>
            <p:spPr>
              <a:xfrm flipV="1">
                <a:off x="3110" y="0"/>
                <a:ext cx="0" cy="158"/>
              </a:xfrm>
              <a:prstGeom prst="line">
                <a:avLst/>
              </a:prstGeom>
              <a:ln w="28575" cap="flat" cmpd="sng">
                <a:solidFill>
                  <a:schemeClr val="tx1"/>
                </a:solidFill>
                <a:prstDash val="solid"/>
                <a:headEnd type="none" w="med" len="med"/>
                <a:tailEnd type="none" w="med" len="med"/>
              </a:ln>
            </p:spPr>
          </p:sp>
          <p:sp>
            <p:nvSpPr>
              <p:cNvPr id="205932" name="Line 636"/>
              <p:cNvSpPr/>
              <p:nvPr/>
            </p:nvSpPr>
            <p:spPr>
              <a:xfrm>
                <a:off x="2858" y="0"/>
                <a:ext cx="262" cy="0"/>
              </a:xfrm>
              <a:prstGeom prst="line">
                <a:avLst/>
              </a:prstGeom>
              <a:ln w="28575" cap="flat" cmpd="sng">
                <a:solidFill>
                  <a:schemeClr val="tx1"/>
                </a:solidFill>
                <a:prstDash val="solid"/>
                <a:headEnd type="none" w="med" len="med"/>
                <a:tailEnd type="none" w="med" len="med"/>
              </a:ln>
            </p:spPr>
          </p:sp>
          <p:sp>
            <p:nvSpPr>
              <p:cNvPr id="205933" name="Line 637"/>
              <p:cNvSpPr/>
              <p:nvPr/>
            </p:nvSpPr>
            <p:spPr>
              <a:xfrm>
                <a:off x="3119" y="166"/>
                <a:ext cx="731" cy="0"/>
              </a:xfrm>
              <a:prstGeom prst="line">
                <a:avLst/>
              </a:prstGeom>
              <a:ln w="28575" cap="flat" cmpd="sng">
                <a:solidFill>
                  <a:schemeClr val="tx1"/>
                </a:solidFill>
                <a:prstDash val="solid"/>
                <a:headEnd type="none" w="med" len="med"/>
                <a:tailEnd type="none" w="med" len="med"/>
              </a:ln>
            </p:spPr>
          </p:sp>
        </p:grpSp>
        <p:grpSp>
          <p:nvGrpSpPr>
            <p:cNvPr id="205851" name="Group 638"/>
            <p:cNvGrpSpPr/>
            <p:nvPr/>
          </p:nvGrpSpPr>
          <p:grpSpPr>
            <a:xfrm>
              <a:off x="1427" y="89"/>
              <a:ext cx="9410" cy="312"/>
              <a:chOff x="0" y="0"/>
              <a:chExt cx="3764" cy="166"/>
            </a:xfrm>
          </p:grpSpPr>
          <p:sp>
            <p:nvSpPr>
              <p:cNvPr id="205867" name="Line 639"/>
              <p:cNvSpPr/>
              <p:nvPr/>
            </p:nvSpPr>
            <p:spPr>
              <a:xfrm>
                <a:off x="0" y="166"/>
                <a:ext cx="131" cy="0"/>
              </a:xfrm>
              <a:prstGeom prst="line">
                <a:avLst/>
              </a:prstGeom>
              <a:ln w="28575" cap="flat" cmpd="sng">
                <a:solidFill>
                  <a:srgbClr val="FF0000"/>
                </a:solidFill>
                <a:prstDash val="solid"/>
                <a:headEnd type="none" w="med" len="med"/>
                <a:tailEnd type="none" w="med" len="med"/>
              </a:ln>
            </p:spPr>
          </p:sp>
          <p:sp>
            <p:nvSpPr>
              <p:cNvPr id="205868" name="Line 640"/>
              <p:cNvSpPr/>
              <p:nvPr/>
            </p:nvSpPr>
            <p:spPr>
              <a:xfrm>
                <a:off x="128" y="0"/>
                <a:ext cx="130" cy="0"/>
              </a:xfrm>
              <a:prstGeom prst="line">
                <a:avLst/>
              </a:prstGeom>
              <a:ln w="28575" cap="flat" cmpd="sng">
                <a:solidFill>
                  <a:srgbClr val="FF0000"/>
                </a:solidFill>
                <a:prstDash val="solid"/>
                <a:headEnd type="none" w="med" len="med"/>
                <a:tailEnd type="none" w="med" len="med"/>
              </a:ln>
            </p:spPr>
          </p:sp>
          <p:sp>
            <p:nvSpPr>
              <p:cNvPr id="205869" name="Line 641"/>
              <p:cNvSpPr/>
              <p:nvPr/>
            </p:nvSpPr>
            <p:spPr>
              <a:xfrm>
                <a:off x="128" y="0"/>
                <a:ext cx="0" cy="166"/>
              </a:xfrm>
              <a:prstGeom prst="line">
                <a:avLst/>
              </a:prstGeom>
              <a:ln w="28575" cap="flat" cmpd="sng">
                <a:solidFill>
                  <a:srgbClr val="FF0000"/>
                </a:solidFill>
                <a:prstDash val="solid"/>
                <a:headEnd type="none" w="med" len="med"/>
                <a:tailEnd type="none" w="med" len="med"/>
              </a:ln>
            </p:spPr>
          </p:sp>
          <p:sp>
            <p:nvSpPr>
              <p:cNvPr id="205870" name="Line 642"/>
              <p:cNvSpPr/>
              <p:nvPr/>
            </p:nvSpPr>
            <p:spPr>
              <a:xfrm>
                <a:off x="258" y="0"/>
                <a:ext cx="0" cy="166"/>
              </a:xfrm>
              <a:prstGeom prst="line">
                <a:avLst/>
              </a:prstGeom>
              <a:ln w="28575" cap="flat" cmpd="sng">
                <a:solidFill>
                  <a:srgbClr val="FF0000"/>
                </a:solidFill>
                <a:prstDash val="solid"/>
                <a:headEnd type="none" w="med" len="med"/>
                <a:tailEnd type="none" w="med" len="med"/>
              </a:ln>
            </p:spPr>
          </p:sp>
          <p:sp>
            <p:nvSpPr>
              <p:cNvPr id="205871" name="Line 643"/>
              <p:cNvSpPr/>
              <p:nvPr/>
            </p:nvSpPr>
            <p:spPr>
              <a:xfrm>
                <a:off x="258" y="166"/>
                <a:ext cx="131" cy="0"/>
              </a:xfrm>
              <a:prstGeom prst="line">
                <a:avLst/>
              </a:prstGeom>
              <a:ln w="28575" cap="flat" cmpd="sng">
                <a:solidFill>
                  <a:srgbClr val="FF0000"/>
                </a:solidFill>
                <a:prstDash val="solid"/>
                <a:headEnd type="none" w="med" len="med"/>
                <a:tailEnd type="none" w="med" len="med"/>
              </a:ln>
            </p:spPr>
          </p:sp>
          <p:sp>
            <p:nvSpPr>
              <p:cNvPr id="205872" name="Line 644"/>
              <p:cNvSpPr/>
              <p:nvPr/>
            </p:nvSpPr>
            <p:spPr>
              <a:xfrm>
                <a:off x="386" y="0"/>
                <a:ext cx="130" cy="0"/>
              </a:xfrm>
              <a:prstGeom prst="line">
                <a:avLst/>
              </a:prstGeom>
              <a:ln w="28575" cap="flat" cmpd="sng">
                <a:solidFill>
                  <a:srgbClr val="FF0000"/>
                </a:solidFill>
                <a:prstDash val="solid"/>
                <a:headEnd type="none" w="med" len="med"/>
                <a:tailEnd type="none" w="med" len="med"/>
              </a:ln>
            </p:spPr>
          </p:sp>
          <p:sp>
            <p:nvSpPr>
              <p:cNvPr id="205873" name="Line 645"/>
              <p:cNvSpPr/>
              <p:nvPr/>
            </p:nvSpPr>
            <p:spPr>
              <a:xfrm>
                <a:off x="386" y="0"/>
                <a:ext cx="0" cy="166"/>
              </a:xfrm>
              <a:prstGeom prst="line">
                <a:avLst/>
              </a:prstGeom>
              <a:ln w="28575" cap="flat" cmpd="sng">
                <a:solidFill>
                  <a:srgbClr val="FF0000"/>
                </a:solidFill>
                <a:prstDash val="solid"/>
                <a:headEnd type="none" w="med" len="med"/>
                <a:tailEnd type="none" w="med" len="med"/>
              </a:ln>
            </p:spPr>
          </p:sp>
          <p:sp>
            <p:nvSpPr>
              <p:cNvPr id="205874" name="Line 646"/>
              <p:cNvSpPr/>
              <p:nvPr/>
            </p:nvSpPr>
            <p:spPr>
              <a:xfrm>
                <a:off x="516" y="0"/>
                <a:ext cx="0" cy="166"/>
              </a:xfrm>
              <a:prstGeom prst="line">
                <a:avLst/>
              </a:prstGeom>
              <a:ln w="28575" cap="flat" cmpd="sng">
                <a:solidFill>
                  <a:srgbClr val="FF0000"/>
                </a:solidFill>
                <a:prstDash val="solid"/>
                <a:headEnd type="none" w="med" len="med"/>
                <a:tailEnd type="none" w="med" len="med"/>
              </a:ln>
            </p:spPr>
          </p:sp>
          <p:sp>
            <p:nvSpPr>
              <p:cNvPr id="205875" name="Line 647"/>
              <p:cNvSpPr/>
              <p:nvPr/>
            </p:nvSpPr>
            <p:spPr>
              <a:xfrm>
                <a:off x="521" y="166"/>
                <a:ext cx="130" cy="0"/>
              </a:xfrm>
              <a:prstGeom prst="line">
                <a:avLst/>
              </a:prstGeom>
              <a:ln w="28575" cap="flat" cmpd="sng">
                <a:solidFill>
                  <a:srgbClr val="FF0000"/>
                </a:solidFill>
                <a:prstDash val="solid"/>
                <a:headEnd type="none" w="med" len="med"/>
                <a:tailEnd type="none" w="med" len="med"/>
              </a:ln>
            </p:spPr>
          </p:sp>
          <p:sp>
            <p:nvSpPr>
              <p:cNvPr id="205876" name="Line 648"/>
              <p:cNvSpPr/>
              <p:nvPr/>
            </p:nvSpPr>
            <p:spPr>
              <a:xfrm>
                <a:off x="648" y="0"/>
                <a:ext cx="131" cy="0"/>
              </a:xfrm>
              <a:prstGeom prst="line">
                <a:avLst/>
              </a:prstGeom>
              <a:ln w="28575" cap="flat" cmpd="sng">
                <a:solidFill>
                  <a:srgbClr val="FF0000"/>
                </a:solidFill>
                <a:prstDash val="solid"/>
                <a:headEnd type="none" w="med" len="med"/>
                <a:tailEnd type="none" w="med" len="med"/>
              </a:ln>
            </p:spPr>
          </p:sp>
          <p:sp>
            <p:nvSpPr>
              <p:cNvPr id="205877" name="Line 649"/>
              <p:cNvSpPr/>
              <p:nvPr/>
            </p:nvSpPr>
            <p:spPr>
              <a:xfrm>
                <a:off x="648" y="0"/>
                <a:ext cx="0" cy="166"/>
              </a:xfrm>
              <a:prstGeom prst="line">
                <a:avLst/>
              </a:prstGeom>
              <a:ln w="28575" cap="flat" cmpd="sng">
                <a:solidFill>
                  <a:srgbClr val="FF0000"/>
                </a:solidFill>
                <a:prstDash val="solid"/>
                <a:headEnd type="none" w="med" len="med"/>
                <a:tailEnd type="none" w="med" len="med"/>
              </a:ln>
            </p:spPr>
          </p:sp>
          <p:sp>
            <p:nvSpPr>
              <p:cNvPr id="205878" name="Line 650"/>
              <p:cNvSpPr/>
              <p:nvPr/>
            </p:nvSpPr>
            <p:spPr>
              <a:xfrm>
                <a:off x="779" y="0"/>
                <a:ext cx="0" cy="166"/>
              </a:xfrm>
              <a:prstGeom prst="line">
                <a:avLst/>
              </a:prstGeom>
              <a:ln w="28575" cap="flat" cmpd="sng">
                <a:solidFill>
                  <a:srgbClr val="FF0000"/>
                </a:solidFill>
                <a:prstDash val="solid"/>
                <a:headEnd type="none" w="med" len="med"/>
                <a:tailEnd type="none" w="med" len="med"/>
              </a:ln>
            </p:spPr>
          </p:sp>
          <p:sp>
            <p:nvSpPr>
              <p:cNvPr id="205879" name="Line 651"/>
              <p:cNvSpPr/>
              <p:nvPr/>
            </p:nvSpPr>
            <p:spPr>
              <a:xfrm>
                <a:off x="779" y="166"/>
                <a:ext cx="130" cy="0"/>
              </a:xfrm>
              <a:prstGeom prst="line">
                <a:avLst/>
              </a:prstGeom>
              <a:ln w="28575" cap="flat" cmpd="sng">
                <a:solidFill>
                  <a:srgbClr val="FF0000"/>
                </a:solidFill>
                <a:prstDash val="solid"/>
                <a:headEnd type="none" w="med" len="med"/>
                <a:tailEnd type="none" w="med" len="med"/>
              </a:ln>
            </p:spPr>
          </p:sp>
          <p:sp>
            <p:nvSpPr>
              <p:cNvPr id="205880" name="Line 652"/>
              <p:cNvSpPr/>
              <p:nvPr/>
            </p:nvSpPr>
            <p:spPr>
              <a:xfrm>
                <a:off x="906" y="0"/>
                <a:ext cx="131" cy="0"/>
              </a:xfrm>
              <a:prstGeom prst="line">
                <a:avLst/>
              </a:prstGeom>
              <a:ln w="28575" cap="flat" cmpd="sng">
                <a:solidFill>
                  <a:srgbClr val="FF0000"/>
                </a:solidFill>
                <a:prstDash val="solid"/>
                <a:headEnd type="none" w="med" len="med"/>
                <a:tailEnd type="none" w="med" len="med"/>
              </a:ln>
            </p:spPr>
          </p:sp>
          <p:sp>
            <p:nvSpPr>
              <p:cNvPr id="205881" name="Line 653"/>
              <p:cNvSpPr/>
              <p:nvPr/>
            </p:nvSpPr>
            <p:spPr>
              <a:xfrm>
                <a:off x="906" y="0"/>
                <a:ext cx="0" cy="166"/>
              </a:xfrm>
              <a:prstGeom prst="line">
                <a:avLst/>
              </a:prstGeom>
              <a:ln w="28575" cap="flat" cmpd="sng">
                <a:solidFill>
                  <a:srgbClr val="FF0000"/>
                </a:solidFill>
                <a:prstDash val="solid"/>
                <a:headEnd type="none" w="med" len="med"/>
                <a:tailEnd type="none" w="med" len="med"/>
              </a:ln>
            </p:spPr>
          </p:sp>
          <p:sp>
            <p:nvSpPr>
              <p:cNvPr id="205882" name="Line 654"/>
              <p:cNvSpPr/>
              <p:nvPr/>
            </p:nvSpPr>
            <p:spPr>
              <a:xfrm>
                <a:off x="1037" y="0"/>
                <a:ext cx="0" cy="166"/>
              </a:xfrm>
              <a:prstGeom prst="line">
                <a:avLst/>
              </a:prstGeom>
              <a:ln w="28575" cap="flat" cmpd="sng">
                <a:solidFill>
                  <a:srgbClr val="FF0000"/>
                </a:solidFill>
                <a:prstDash val="solid"/>
                <a:headEnd type="none" w="med" len="med"/>
                <a:tailEnd type="none" w="med" len="med"/>
              </a:ln>
            </p:spPr>
          </p:sp>
          <p:sp>
            <p:nvSpPr>
              <p:cNvPr id="205883" name="Line 655"/>
              <p:cNvSpPr/>
              <p:nvPr/>
            </p:nvSpPr>
            <p:spPr>
              <a:xfrm>
                <a:off x="1032" y="166"/>
                <a:ext cx="131" cy="0"/>
              </a:xfrm>
              <a:prstGeom prst="line">
                <a:avLst/>
              </a:prstGeom>
              <a:ln w="28575" cap="flat" cmpd="sng">
                <a:solidFill>
                  <a:srgbClr val="FF0000"/>
                </a:solidFill>
                <a:prstDash val="solid"/>
                <a:headEnd type="none" w="med" len="med"/>
                <a:tailEnd type="none" w="med" len="med"/>
              </a:ln>
            </p:spPr>
          </p:sp>
          <p:sp>
            <p:nvSpPr>
              <p:cNvPr id="205884" name="Line 656"/>
              <p:cNvSpPr/>
              <p:nvPr/>
            </p:nvSpPr>
            <p:spPr>
              <a:xfrm>
                <a:off x="1160" y="0"/>
                <a:ext cx="130" cy="0"/>
              </a:xfrm>
              <a:prstGeom prst="line">
                <a:avLst/>
              </a:prstGeom>
              <a:ln w="28575" cap="flat" cmpd="sng">
                <a:solidFill>
                  <a:srgbClr val="FF0000"/>
                </a:solidFill>
                <a:prstDash val="solid"/>
                <a:headEnd type="none" w="med" len="med"/>
                <a:tailEnd type="none" w="med" len="med"/>
              </a:ln>
            </p:spPr>
          </p:sp>
          <p:sp>
            <p:nvSpPr>
              <p:cNvPr id="205885" name="Line 657"/>
              <p:cNvSpPr/>
              <p:nvPr/>
            </p:nvSpPr>
            <p:spPr>
              <a:xfrm>
                <a:off x="1160" y="0"/>
                <a:ext cx="0" cy="166"/>
              </a:xfrm>
              <a:prstGeom prst="line">
                <a:avLst/>
              </a:prstGeom>
              <a:ln w="28575" cap="flat" cmpd="sng">
                <a:solidFill>
                  <a:srgbClr val="FF0000"/>
                </a:solidFill>
                <a:prstDash val="solid"/>
                <a:headEnd type="none" w="med" len="med"/>
                <a:tailEnd type="none" w="med" len="med"/>
              </a:ln>
            </p:spPr>
          </p:sp>
          <p:sp>
            <p:nvSpPr>
              <p:cNvPr id="205886" name="Line 658"/>
              <p:cNvSpPr/>
              <p:nvPr/>
            </p:nvSpPr>
            <p:spPr>
              <a:xfrm>
                <a:off x="1290" y="0"/>
                <a:ext cx="0" cy="166"/>
              </a:xfrm>
              <a:prstGeom prst="line">
                <a:avLst/>
              </a:prstGeom>
              <a:ln w="28575" cap="flat" cmpd="sng">
                <a:solidFill>
                  <a:srgbClr val="FF0000"/>
                </a:solidFill>
                <a:prstDash val="solid"/>
                <a:headEnd type="none" w="med" len="med"/>
                <a:tailEnd type="none" w="med" len="med"/>
              </a:ln>
            </p:spPr>
          </p:sp>
          <p:sp>
            <p:nvSpPr>
              <p:cNvPr id="205887" name="Line 659"/>
              <p:cNvSpPr/>
              <p:nvPr/>
            </p:nvSpPr>
            <p:spPr>
              <a:xfrm>
                <a:off x="1290" y="166"/>
                <a:ext cx="131" cy="0"/>
              </a:xfrm>
              <a:prstGeom prst="line">
                <a:avLst/>
              </a:prstGeom>
              <a:ln w="28575" cap="flat" cmpd="sng">
                <a:solidFill>
                  <a:srgbClr val="FF0000"/>
                </a:solidFill>
                <a:prstDash val="solid"/>
                <a:headEnd type="none" w="med" len="med"/>
                <a:tailEnd type="none" w="med" len="med"/>
              </a:ln>
            </p:spPr>
          </p:sp>
          <p:sp>
            <p:nvSpPr>
              <p:cNvPr id="205888" name="Line 660"/>
              <p:cNvSpPr/>
              <p:nvPr/>
            </p:nvSpPr>
            <p:spPr>
              <a:xfrm>
                <a:off x="1418" y="0"/>
                <a:ext cx="130" cy="0"/>
              </a:xfrm>
              <a:prstGeom prst="line">
                <a:avLst/>
              </a:prstGeom>
              <a:ln w="28575" cap="flat" cmpd="sng">
                <a:solidFill>
                  <a:srgbClr val="FF0000"/>
                </a:solidFill>
                <a:prstDash val="solid"/>
                <a:headEnd type="none" w="med" len="med"/>
                <a:tailEnd type="none" w="med" len="med"/>
              </a:ln>
            </p:spPr>
          </p:sp>
          <p:sp>
            <p:nvSpPr>
              <p:cNvPr id="205889" name="Line 661"/>
              <p:cNvSpPr/>
              <p:nvPr/>
            </p:nvSpPr>
            <p:spPr>
              <a:xfrm>
                <a:off x="1418" y="0"/>
                <a:ext cx="0" cy="166"/>
              </a:xfrm>
              <a:prstGeom prst="line">
                <a:avLst/>
              </a:prstGeom>
              <a:ln w="28575" cap="flat" cmpd="sng">
                <a:solidFill>
                  <a:srgbClr val="FF0000"/>
                </a:solidFill>
                <a:prstDash val="solid"/>
                <a:headEnd type="none" w="med" len="med"/>
                <a:tailEnd type="none" w="med" len="med"/>
              </a:ln>
            </p:spPr>
          </p:sp>
          <p:sp>
            <p:nvSpPr>
              <p:cNvPr id="205890" name="Line 662"/>
              <p:cNvSpPr/>
              <p:nvPr/>
            </p:nvSpPr>
            <p:spPr>
              <a:xfrm>
                <a:off x="1548" y="0"/>
                <a:ext cx="0" cy="166"/>
              </a:xfrm>
              <a:prstGeom prst="line">
                <a:avLst/>
              </a:prstGeom>
              <a:ln w="28575" cap="flat" cmpd="sng">
                <a:solidFill>
                  <a:srgbClr val="FF0000"/>
                </a:solidFill>
                <a:prstDash val="solid"/>
                <a:headEnd type="none" w="med" len="med"/>
                <a:tailEnd type="none" w="med" len="med"/>
              </a:ln>
            </p:spPr>
          </p:sp>
          <p:sp>
            <p:nvSpPr>
              <p:cNvPr id="205891" name="Line 663"/>
              <p:cNvSpPr/>
              <p:nvPr/>
            </p:nvSpPr>
            <p:spPr>
              <a:xfrm>
                <a:off x="1553" y="166"/>
                <a:ext cx="130" cy="0"/>
              </a:xfrm>
              <a:prstGeom prst="line">
                <a:avLst/>
              </a:prstGeom>
              <a:ln w="28575" cap="flat" cmpd="sng">
                <a:solidFill>
                  <a:srgbClr val="FF0000"/>
                </a:solidFill>
                <a:prstDash val="solid"/>
                <a:headEnd type="none" w="med" len="med"/>
                <a:tailEnd type="none" w="med" len="med"/>
              </a:ln>
            </p:spPr>
          </p:sp>
          <p:sp>
            <p:nvSpPr>
              <p:cNvPr id="205892" name="Line 664"/>
              <p:cNvSpPr/>
              <p:nvPr/>
            </p:nvSpPr>
            <p:spPr>
              <a:xfrm>
                <a:off x="1680" y="0"/>
                <a:ext cx="131" cy="0"/>
              </a:xfrm>
              <a:prstGeom prst="line">
                <a:avLst/>
              </a:prstGeom>
              <a:ln w="28575" cap="flat" cmpd="sng">
                <a:solidFill>
                  <a:srgbClr val="FF0000"/>
                </a:solidFill>
                <a:prstDash val="solid"/>
                <a:headEnd type="none" w="med" len="med"/>
                <a:tailEnd type="none" w="med" len="med"/>
              </a:ln>
            </p:spPr>
          </p:sp>
          <p:sp>
            <p:nvSpPr>
              <p:cNvPr id="205893" name="Line 665"/>
              <p:cNvSpPr/>
              <p:nvPr/>
            </p:nvSpPr>
            <p:spPr>
              <a:xfrm>
                <a:off x="1680" y="0"/>
                <a:ext cx="0" cy="166"/>
              </a:xfrm>
              <a:prstGeom prst="line">
                <a:avLst/>
              </a:prstGeom>
              <a:ln w="28575" cap="flat" cmpd="sng">
                <a:solidFill>
                  <a:srgbClr val="FF0000"/>
                </a:solidFill>
                <a:prstDash val="solid"/>
                <a:headEnd type="none" w="med" len="med"/>
                <a:tailEnd type="none" w="med" len="med"/>
              </a:ln>
            </p:spPr>
          </p:sp>
          <p:sp>
            <p:nvSpPr>
              <p:cNvPr id="205894" name="Line 666"/>
              <p:cNvSpPr/>
              <p:nvPr/>
            </p:nvSpPr>
            <p:spPr>
              <a:xfrm>
                <a:off x="1811" y="0"/>
                <a:ext cx="0" cy="166"/>
              </a:xfrm>
              <a:prstGeom prst="line">
                <a:avLst/>
              </a:prstGeom>
              <a:ln w="28575" cap="flat" cmpd="sng">
                <a:solidFill>
                  <a:srgbClr val="FF0000"/>
                </a:solidFill>
                <a:prstDash val="solid"/>
                <a:headEnd type="none" w="med" len="med"/>
                <a:tailEnd type="none" w="med" len="med"/>
              </a:ln>
            </p:spPr>
          </p:sp>
          <p:sp>
            <p:nvSpPr>
              <p:cNvPr id="205895" name="Line 667"/>
              <p:cNvSpPr/>
              <p:nvPr/>
            </p:nvSpPr>
            <p:spPr>
              <a:xfrm>
                <a:off x="1811" y="166"/>
                <a:ext cx="130" cy="0"/>
              </a:xfrm>
              <a:prstGeom prst="line">
                <a:avLst/>
              </a:prstGeom>
              <a:ln w="28575" cap="flat" cmpd="sng">
                <a:solidFill>
                  <a:srgbClr val="FF0000"/>
                </a:solidFill>
                <a:prstDash val="solid"/>
                <a:headEnd type="none" w="med" len="med"/>
                <a:tailEnd type="none" w="med" len="med"/>
              </a:ln>
            </p:spPr>
          </p:sp>
          <p:sp>
            <p:nvSpPr>
              <p:cNvPr id="205896" name="Line 668"/>
              <p:cNvSpPr/>
              <p:nvPr/>
            </p:nvSpPr>
            <p:spPr>
              <a:xfrm>
                <a:off x="1938" y="0"/>
                <a:ext cx="131" cy="0"/>
              </a:xfrm>
              <a:prstGeom prst="line">
                <a:avLst/>
              </a:prstGeom>
              <a:ln w="28575" cap="flat" cmpd="sng">
                <a:solidFill>
                  <a:srgbClr val="FF0000"/>
                </a:solidFill>
                <a:prstDash val="solid"/>
                <a:headEnd type="none" w="med" len="med"/>
                <a:tailEnd type="none" w="med" len="med"/>
              </a:ln>
            </p:spPr>
          </p:sp>
          <p:sp>
            <p:nvSpPr>
              <p:cNvPr id="205897" name="Line 669"/>
              <p:cNvSpPr/>
              <p:nvPr/>
            </p:nvSpPr>
            <p:spPr>
              <a:xfrm>
                <a:off x="1938" y="0"/>
                <a:ext cx="0" cy="166"/>
              </a:xfrm>
              <a:prstGeom prst="line">
                <a:avLst/>
              </a:prstGeom>
              <a:ln w="28575" cap="flat" cmpd="sng">
                <a:solidFill>
                  <a:srgbClr val="FF0000"/>
                </a:solidFill>
                <a:prstDash val="solid"/>
                <a:headEnd type="none" w="med" len="med"/>
                <a:tailEnd type="none" w="med" len="med"/>
              </a:ln>
            </p:spPr>
          </p:sp>
          <p:sp>
            <p:nvSpPr>
              <p:cNvPr id="205898" name="Line 670"/>
              <p:cNvSpPr/>
              <p:nvPr/>
            </p:nvSpPr>
            <p:spPr>
              <a:xfrm>
                <a:off x="2069" y="0"/>
                <a:ext cx="0" cy="166"/>
              </a:xfrm>
              <a:prstGeom prst="line">
                <a:avLst/>
              </a:prstGeom>
              <a:ln w="28575" cap="flat" cmpd="sng">
                <a:solidFill>
                  <a:srgbClr val="FF0000"/>
                </a:solidFill>
                <a:prstDash val="solid"/>
                <a:headEnd type="none" w="med" len="med"/>
                <a:tailEnd type="none" w="med" len="med"/>
              </a:ln>
            </p:spPr>
          </p:sp>
          <p:sp>
            <p:nvSpPr>
              <p:cNvPr id="205899" name="Line 671"/>
              <p:cNvSpPr/>
              <p:nvPr/>
            </p:nvSpPr>
            <p:spPr>
              <a:xfrm>
                <a:off x="2069" y="166"/>
                <a:ext cx="132" cy="0"/>
              </a:xfrm>
              <a:prstGeom prst="line">
                <a:avLst/>
              </a:prstGeom>
              <a:ln w="28575" cap="flat" cmpd="sng">
                <a:solidFill>
                  <a:srgbClr val="FF0000"/>
                </a:solidFill>
                <a:prstDash val="solid"/>
                <a:headEnd type="none" w="med" len="med"/>
                <a:tailEnd type="none" w="med" len="med"/>
              </a:ln>
            </p:spPr>
          </p:sp>
          <p:sp>
            <p:nvSpPr>
              <p:cNvPr id="205900" name="Line 672"/>
              <p:cNvSpPr/>
              <p:nvPr/>
            </p:nvSpPr>
            <p:spPr>
              <a:xfrm>
                <a:off x="2088" y="166"/>
                <a:ext cx="131" cy="0"/>
              </a:xfrm>
              <a:prstGeom prst="line">
                <a:avLst/>
              </a:prstGeom>
              <a:ln w="28575" cap="flat" cmpd="sng">
                <a:solidFill>
                  <a:srgbClr val="FF0000"/>
                </a:solidFill>
                <a:prstDash val="solid"/>
                <a:headEnd type="none" w="med" len="med"/>
                <a:tailEnd type="none" w="med" len="med"/>
              </a:ln>
            </p:spPr>
          </p:sp>
          <p:sp>
            <p:nvSpPr>
              <p:cNvPr id="205901" name="Line 673"/>
              <p:cNvSpPr/>
              <p:nvPr/>
            </p:nvSpPr>
            <p:spPr>
              <a:xfrm>
                <a:off x="2216" y="0"/>
                <a:ext cx="130" cy="0"/>
              </a:xfrm>
              <a:prstGeom prst="line">
                <a:avLst/>
              </a:prstGeom>
              <a:ln w="28575" cap="flat" cmpd="sng">
                <a:solidFill>
                  <a:srgbClr val="FF0000"/>
                </a:solidFill>
                <a:prstDash val="solid"/>
                <a:headEnd type="none" w="med" len="med"/>
                <a:tailEnd type="none" w="med" len="med"/>
              </a:ln>
            </p:spPr>
          </p:sp>
          <p:sp>
            <p:nvSpPr>
              <p:cNvPr id="205902" name="Line 674"/>
              <p:cNvSpPr/>
              <p:nvPr/>
            </p:nvSpPr>
            <p:spPr>
              <a:xfrm>
                <a:off x="2216" y="0"/>
                <a:ext cx="0" cy="166"/>
              </a:xfrm>
              <a:prstGeom prst="line">
                <a:avLst/>
              </a:prstGeom>
              <a:ln w="28575" cap="flat" cmpd="sng">
                <a:solidFill>
                  <a:srgbClr val="FF0000"/>
                </a:solidFill>
                <a:prstDash val="solid"/>
                <a:headEnd type="none" w="med" len="med"/>
                <a:tailEnd type="none" w="med" len="med"/>
              </a:ln>
            </p:spPr>
          </p:sp>
          <p:sp>
            <p:nvSpPr>
              <p:cNvPr id="205903" name="Line 675"/>
              <p:cNvSpPr/>
              <p:nvPr/>
            </p:nvSpPr>
            <p:spPr>
              <a:xfrm>
                <a:off x="2346" y="0"/>
                <a:ext cx="0" cy="166"/>
              </a:xfrm>
              <a:prstGeom prst="line">
                <a:avLst/>
              </a:prstGeom>
              <a:ln w="28575" cap="flat" cmpd="sng">
                <a:solidFill>
                  <a:srgbClr val="FF0000"/>
                </a:solidFill>
                <a:prstDash val="solid"/>
                <a:headEnd type="none" w="med" len="med"/>
                <a:tailEnd type="none" w="med" len="med"/>
              </a:ln>
            </p:spPr>
          </p:sp>
          <p:sp>
            <p:nvSpPr>
              <p:cNvPr id="205904" name="Line 676"/>
              <p:cNvSpPr/>
              <p:nvPr/>
            </p:nvSpPr>
            <p:spPr>
              <a:xfrm>
                <a:off x="2346" y="166"/>
                <a:ext cx="131" cy="0"/>
              </a:xfrm>
              <a:prstGeom prst="line">
                <a:avLst/>
              </a:prstGeom>
              <a:ln w="28575" cap="flat" cmpd="sng">
                <a:solidFill>
                  <a:srgbClr val="FF0000"/>
                </a:solidFill>
                <a:prstDash val="solid"/>
                <a:headEnd type="none" w="med" len="med"/>
                <a:tailEnd type="none" w="med" len="med"/>
              </a:ln>
            </p:spPr>
          </p:sp>
          <p:sp>
            <p:nvSpPr>
              <p:cNvPr id="205905" name="Line 677"/>
              <p:cNvSpPr/>
              <p:nvPr/>
            </p:nvSpPr>
            <p:spPr>
              <a:xfrm>
                <a:off x="2474" y="0"/>
                <a:ext cx="130" cy="0"/>
              </a:xfrm>
              <a:prstGeom prst="line">
                <a:avLst/>
              </a:prstGeom>
              <a:ln w="28575" cap="flat" cmpd="sng">
                <a:solidFill>
                  <a:srgbClr val="FF0000"/>
                </a:solidFill>
                <a:prstDash val="solid"/>
                <a:headEnd type="none" w="med" len="med"/>
                <a:tailEnd type="none" w="med" len="med"/>
              </a:ln>
            </p:spPr>
          </p:sp>
          <p:sp>
            <p:nvSpPr>
              <p:cNvPr id="205906" name="Line 678"/>
              <p:cNvSpPr/>
              <p:nvPr/>
            </p:nvSpPr>
            <p:spPr>
              <a:xfrm>
                <a:off x="2474" y="0"/>
                <a:ext cx="0" cy="166"/>
              </a:xfrm>
              <a:prstGeom prst="line">
                <a:avLst/>
              </a:prstGeom>
              <a:ln w="28575" cap="flat" cmpd="sng">
                <a:solidFill>
                  <a:srgbClr val="FF0000"/>
                </a:solidFill>
                <a:prstDash val="solid"/>
                <a:headEnd type="none" w="med" len="med"/>
                <a:tailEnd type="none" w="med" len="med"/>
              </a:ln>
            </p:spPr>
          </p:sp>
          <p:sp>
            <p:nvSpPr>
              <p:cNvPr id="205907" name="Line 679"/>
              <p:cNvSpPr/>
              <p:nvPr/>
            </p:nvSpPr>
            <p:spPr>
              <a:xfrm>
                <a:off x="2604" y="0"/>
                <a:ext cx="0" cy="166"/>
              </a:xfrm>
              <a:prstGeom prst="line">
                <a:avLst/>
              </a:prstGeom>
              <a:ln w="28575" cap="flat" cmpd="sng">
                <a:solidFill>
                  <a:srgbClr val="FF0000"/>
                </a:solidFill>
                <a:prstDash val="solid"/>
                <a:headEnd type="none" w="med" len="med"/>
                <a:tailEnd type="none" w="med" len="med"/>
              </a:ln>
            </p:spPr>
          </p:sp>
          <p:sp>
            <p:nvSpPr>
              <p:cNvPr id="205908" name="Line 680"/>
              <p:cNvSpPr/>
              <p:nvPr/>
            </p:nvSpPr>
            <p:spPr>
              <a:xfrm>
                <a:off x="2609" y="166"/>
                <a:ext cx="130" cy="0"/>
              </a:xfrm>
              <a:prstGeom prst="line">
                <a:avLst/>
              </a:prstGeom>
              <a:ln w="28575" cap="flat" cmpd="sng">
                <a:solidFill>
                  <a:srgbClr val="FF0000"/>
                </a:solidFill>
                <a:prstDash val="solid"/>
                <a:headEnd type="none" w="med" len="med"/>
                <a:tailEnd type="none" w="med" len="med"/>
              </a:ln>
            </p:spPr>
          </p:sp>
          <p:sp>
            <p:nvSpPr>
              <p:cNvPr id="205909" name="Line 681"/>
              <p:cNvSpPr/>
              <p:nvPr/>
            </p:nvSpPr>
            <p:spPr>
              <a:xfrm>
                <a:off x="2736" y="0"/>
                <a:ext cx="131" cy="0"/>
              </a:xfrm>
              <a:prstGeom prst="line">
                <a:avLst/>
              </a:prstGeom>
              <a:ln w="28575" cap="flat" cmpd="sng">
                <a:solidFill>
                  <a:srgbClr val="FF0000"/>
                </a:solidFill>
                <a:prstDash val="solid"/>
                <a:headEnd type="none" w="med" len="med"/>
                <a:tailEnd type="none" w="med" len="med"/>
              </a:ln>
            </p:spPr>
          </p:sp>
          <p:sp>
            <p:nvSpPr>
              <p:cNvPr id="205910" name="Line 682"/>
              <p:cNvSpPr/>
              <p:nvPr/>
            </p:nvSpPr>
            <p:spPr>
              <a:xfrm>
                <a:off x="2736" y="0"/>
                <a:ext cx="0" cy="166"/>
              </a:xfrm>
              <a:prstGeom prst="line">
                <a:avLst/>
              </a:prstGeom>
              <a:ln w="28575" cap="flat" cmpd="sng">
                <a:solidFill>
                  <a:srgbClr val="FF0000"/>
                </a:solidFill>
                <a:prstDash val="solid"/>
                <a:headEnd type="none" w="med" len="med"/>
                <a:tailEnd type="none" w="med" len="med"/>
              </a:ln>
            </p:spPr>
          </p:sp>
          <p:sp>
            <p:nvSpPr>
              <p:cNvPr id="205911" name="Line 683"/>
              <p:cNvSpPr/>
              <p:nvPr/>
            </p:nvSpPr>
            <p:spPr>
              <a:xfrm>
                <a:off x="2867" y="0"/>
                <a:ext cx="0" cy="166"/>
              </a:xfrm>
              <a:prstGeom prst="line">
                <a:avLst/>
              </a:prstGeom>
              <a:ln w="28575" cap="flat" cmpd="sng">
                <a:solidFill>
                  <a:srgbClr val="FF0000"/>
                </a:solidFill>
                <a:prstDash val="solid"/>
                <a:headEnd type="none" w="med" len="med"/>
                <a:tailEnd type="none" w="med" len="med"/>
              </a:ln>
            </p:spPr>
          </p:sp>
          <p:sp>
            <p:nvSpPr>
              <p:cNvPr id="205912" name="Line 684"/>
              <p:cNvSpPr/>
              <p:nvPr/>
            </p:nvSpPr>
            <p:spPr>
              <a:xfrm>
                <a:off x="2867" y="166"/>
                <a:ext cx="130" cy="0"/>
              </a:xfrm>
              <a:prstGeom prst="line">
                <a:avLst/>
              </a:prstGeom>
              <a:ln w="28575" cap="flat" cmpd="sng">
                <a:solidFill>
                  <a:srgbClr val="FF0000"/>
                </a:solidFill>
                <a:prstDash val="solid"/>
                <a:headEnd type="none" w="med" len="med"/>
                <a:tailEnd type="none" w="med" len="med"/>
              </a:ln>
            </p:spPr>
          </p:sp>
          <p:sp>
            <p:nvSpPr>
              <p:cNvPr id="205913" name="Line 685"/>
              <p:cNvSpPr/>
              <p:nvPr/>
            </p:nvSpPr>
            <p:spPr>
              <a:xfrm>
                <a:off x="2994" y="0"/>
                <a:ext cx="131" cy="0"/>
              </a:xfrm>
              <a:prstGeom prst="line">
                <a:avLst/>
              </a:prstGeom>
              <a:ln w="28575" cap="flat" cmpd="sng">
                <a:solidFill>
                  <a:srgbClr val="FF0000"/>
                </a:solidFill>
                <a:prstDash val="solid"/>
                <a:headEnd type="none" w="med" len="med"/>
                <a:tailEnd type="none" w="med" len="med"/>
              </a:ln>
            </p:spPr>
          </p:sp>
          <p:sp>
            <p:nvSpPr>
              <p:cNvPr id="205914" name="Line 686"/>
              <p:cNvSpPr/>
              <p:nvPr/>
            </p:nvSpPr>
            <p:spPr>
              <a:xfrm>
                <a:off x="2994" y="0"/>
                <a:ext cx="0" cy="166"/>
              </a:xfrm>
              <a:prstGeom prst="line">
                <a:avLst/>
              </a:prstGeom>
              <a:ln w="28575" cap="flat" cmpd="sng">
                <a:solidFill>
                  <a:srgbClr val="FF0000"/>
                </a:solidFill>
                <a:prstDash val="solid"/>
                <a:headEnd type="none" w="med" len="med"/>
                <a:tailEnd type="none" w="med" len="med"/>
              </a:ln>
            </p:spPr>
          </p:sp>
          <p:sp>
            <p:nvSpPr>
              <p:cNvPr id="205915" name="Line 687"/>
              <p:cNvSpPr/>
              <p:nvPr/>
            </p:nvSpPr>
            <p:spPr>
              <a:xfrm>
                <a:off x="3125" y="0"/>
                <a:ext cx="0" cy="166"/>
              </a:xfrm>
              <a:prstGeom prst="line">
                <a:avLst/>
              </a:prstGeom>
              <a:ln w="28575" cap="flat" cmpd="sng">
                <a:solidFill>
                  <a:srgbClr val="FF0000"/>
                </a:solidFill>
                <a:prstDash val="solid"/>
                <a:headEnd type="none" w="med" len="med"/>
                <a:tailEnd type="none" w="med" len="med"/>
              </a:ln>
            </p:spPr>
          </p:sp>
          <p:sp>
            <p:nvSpPr>
              <p:cNvPr id="205916" name="Line 688"/>
              <p:cNvSpPr/>
              <p:nvPr/>
            </p:nvSpPr>
            <p:spPr>
              <a:xfrm>
                <a:off x="3120" y="166"/>
                <a:ext cx="131" cy="0"/>
              </a:xfrm>
              <a:prstGeom prst="line">
                <a:avLst/>
              </a:prstGeom>
              <a:ln w="28575" cap="flat" cmpd="sng">
                <a:solidFill>
                  <a:srgbClr val="FF0000"/>
                </a:solidFill>
                <a:prstDash val="solid"/>
                <a:headEnd type="none" w="med" len="med"/>
                <a:tailEnd type="none" w="med" len="med"/>
              </a:ln>
            </p:spPr>
          </p:sp>
          <p:sp>
            <p:nvSpPr>
              <p:cNvPr id="205917" name="Line 689"/>
              <p:cNvSpPr/>
              <p:nvPr/>
            </p:nvSpPr>
            <p:spPr>
              <a:xfrm>
                <a:off x="3248" y="0"/>
                <a:ext cx="130" cy="0"/>
              </a:xfrm>
              <a:prstGeom prst="line">
                <a:avLst/>
              </a:prstGeom>
              <a:ln w="28575" cap="flat" cmpd="sng">
                <a:solidFill>
                  <a:srgbClr val="FF0000"/>
                </a:solidFill>
                <a:prstDash val="solid"/>
                <a:headEnd type="none" w="med" len="med"/>
                <a:tailEnd type="none" w="med" len="med"/>
              </a:ln>
            </p:spPr>
          </p:sp>
          <p:sp>
            <p:nvSpPr>
              <p:cNvPr id="205918" name="Line 690"/>
              <p:cNvSpPr/>
              <p:nvPr/>
            </p:nvSpPr>
            <p:spPr>
              <a:xfrm>
                <a:off x="3248" y="0"/>
                <a:ext cx="0" cy="166"/>
              </a:xfrm>
              <a:prstGeom prst="line">
                <a:avLst/>
              </a:prstGeom>
              <a:ln w="28575" cap="flat" cmpd="sng">
                <a:solidFill>
                  <a:srgbClr val="FF0000"/>
                </a:solidFill>
                <a:prstDash val="solid"/>
                <a:headEnd type="none" w="med" len="med"/>
                <a:tailEnd type="none" w="med" len="med"/>
              </a:ln>
            </p:spPr>
          </p:sp>
          <p:sp>
            <p:nvSpPr>
              <p:cNvPr id="205919" name="Line 691"/>
              <p:cNvSpPr/>
              <p:nvPr/>
            </p:nvSpPr>
            <p:spPr>
              <a:xfrm>
                <a:off x="3378" y="0"/>
                <a:ext cx="0" cy="166"/>
              </a:xfrm>
              <a:prstGeom prst="line">
                <a:avLst/>
              </a:prstGeom>
              <a:ln w="28575" cap="flat" cmpd="sng">
                <a:solidFill>
                  <a:srgbClr val="FF0000"/>
                </a:solidFill>
                <a:prstDash val="solid"/>
                <a:headEnd type="none" w="med" len="med"/>
                <a:tailEnd type="none" w="med" len="med"/>
              </a:ln>
            </p:spPr>
          </p:sp>
          <p:sp>
            <p:nvSpPr>
              <p:cNvPr id="205920" name="Line 692"/>
              <p:cNvSpPr/>
              <p:nvPr/>
            </p:nvSpPr>
            <p:spPr>
              <a:xfrm>
                <a:off x="3378" y="166"/>
                <a:ext cx="131" cy="0"/>
              </a:xfrm>
              <a:prstGeom prst="line">
                <a:avLst/>
              </a:prstGeom>
              <a:ln w="28575" cap="flat" cmpd="sng">
                <a:solidFill>
                  <a:srgbClr val="FF0000"/>
                </a:solidFill>
                <a:prstDash val="solid"/>
                <a:headEnd type="none" w="med" len="med"/>
                <a:tailEnd type="none" w="med" len="med"/>
              </a:ln>
            </p:spPr>
          </p:sp>
          <p:sp>
            <p:nvSpPr>
              <p:cNvPr id="205921" name="Line 693"/>
              <p:cNvSpPr/>
              <p:nvPr/>
            </p:nvSpPr>
            <p:spPr>
              <a:xfrm>
                <a:off x="3506" y="0"/>
                <a:ext cx="130" cy="0"/>
              </a:xfrm>
              <a:prstGeom prst="line">
                <a:avLst/>
              </a:prstGeom>
              <a:ln w="28575" cap="flat" cmpd="sng">
                <a:solidFill>
                  <a:srgbClr val="FF0000"/>
                </a:solidFill>
                <a:prstDash val="solid"/>
                <a:headEnd type="none" w="med" len="med"/>
                <a:tailEnd type="none" w="med" len="med"/>
              </a:ln>
            </p:spPr>
          </p:sp>
          <p:sp>
            <p:nvSpPr>
              <p:cNvPr id="205922" name="Line 694"/>
              <p:cNvSpPr/>
              <p:nvPr/>
            </p:nvSpPr>
            <p:spPr>
              <a:xfrm>
                <a:off x="3506" y="0"/>
                <a:ext cx="0" cy="166"/>
              </a:xfrm>
              <a:prstGeom prst="line">
                <a:avLst/>
              </a:prstGeom>
              <a:ln w="28575" cap="flat" cmpd="sng">
                <a:solidFill>
                  <a:srgbClr val="FF0000"/>
                </a:solidFill>
                <a:prstDash val="solid"/>
                <a:headEnd type="none" w="med" len="med"/>
                <a:tailEnd type="none" w="med" len="med"/>
              </a:ln>
            </p:spPr>
          </p:sp>
          <p:sp>
            <p:nvSpPr>
              <p:cNvPr id="205923" name="Line 695"/>
              <p:cNvSpPr/>
              <p:nvPr/>
            </p:nvSpPr>
            <p:spPr>
              <a:xfrm>
                <a:off x="3636" y="0"/>
                <a:ext cx="0" cy="166"/>
              </a:xfrm>
              <a:prstGeom prst="line">
                <a:avLst/>
              </a:prstGeom>
              <a:ln w="28575" cap="flat" cmpd="sng">
                <a:solidFill>
                  <a:srgbClr val="FF0000"/>
                </a:solidFill>
                <a:prstDash val="solid"/>
                <a:headEnd type="none" w="med" len="med"/>
                <a:tailEnd type="none" w="med" len="med"/>
              </a:ln>
            </p:spPr>
          </p:sp>
          <p:sp>
            <p:nvSpPr>
              <p:cNvPr id="205924" name="Line 696"/>
              <p:cNvSpPr/>
              <p:nvPr/>
            </p:nvSpPr>
            <p:spPr>
              <a:xfrm>
                <a:off x="3633" y="166"/>
                <a:ext cx="131" cy="0"/>
              </a:xfrm>
              <a:prstGeom prst="line">
                <a:avLst/>
              </a:prstGeom>
              <a:ln w="28575" cap="flat" cmpd="sng">
                <a:solidFill>
                  <a:srgbClr val="FF0000"/>
                </a:solidFill>
                <a:prstDash val="solid"/>
                <a:headEnd type="none" w="med" len="med"/>
                <a:tailEnd type="none" w="med" len="med"/>
              </a:ln>
            </p:spPr>
          </p:sp>
        </p:grpSp>
        <p:grpSp>
          <p:nvGrpSpPr>
            <p:cNvPr id="205852" name="Group 697"/>
            <p:cNvGrpSpPr/>
            <p:nvPr/>
          </p:nvGrpSpPr>
          <p:grpSpPr>
            <a:xfrm>
              <a:off x="1742" y="502"/>
              <a:ext cx="8425" cy="4251"/>
              <a:chOff x="0" y="0"/>
              <a:chExt cx="3370" cy="2084"/>
            </a:xfrm>
          </p:grpSpPr>
          <p:sp>
            <p:nvSpPr>
              <p:cNvPr id="205853" name="Line 698"/>
              <p:cNvSpPr/>
              <p:nvPr/>
            </p:nvSpPr>
            <p:spPr>
              <a:xfrm>
                <a:off x="0" y="0"/>
                <a:ext cx="0" cy="2064"/>
              </a:xfrm>
              <a:prstGeom prst="line">
                <a:avLst/>
              </a:prstGeom>
              <a:ln w="9525" cap="flat" cmpd="sng">
                <a:solidFill>
                  <a:schemeClr val="tx1"/>
                </a:solidFill>
                <a:prstDash val="lgDash"/>
                <a:headEnd type="none" w="med" len="med"/>
                <a:tailEnd type="none" w="med" len="med"/>
              </a:ln>
            </p:spPr>
          </p:sp>
          <p:sp>
            <p:nvSpPr>
              <p:cNvPr id="205854" name="Line 699"/>
              <p:cNvSpPr/>
              <p:nvPr/>
            </p:nvSpPr>
            <p:spPr>
              <a:xfrm>
                <a:off x="260" y="20"/>
                <a:ext cx="0" cy="2064"/>
              </a:xfrm>
              <a:prstGeom prst="line">
                <a:avLst/>
              </a:prstGeom>
              <a:ln w="9525" cap="flat" cmpd="sng">
                <a:solidFill>
                  <a:schemeClr val="tx1"/>
                </a:solidFill>
                <a:prstDash val="lgDash"/>
                <a:headEnd type="none" w="med" len="med"/>
                <a:tailEnd type="none" w="med" len="med"/>
              </a:ln>
            </p:spPr>
          </p:sp>
          <p:sp>
            <p:nvSpPr>
              <p:cNvPr id="205855" name="Line 700"/>
              <p:cNvSpPr/>
              <p:nvPr/>
            </p:nvSpPr>
            <p:spPr>
              <a:xfrm>
                <a:off x="528" y="20"/>
                <a:ext cx="0" cy="2064"/>
              </a:xfrm>
              <a:prstGeom prst="line">
                <a:avLst/>
              </a:prstGeom>
              <a:ln w="9525" cap="flat" cmpd="sng">
                <a:solidFill>
                  <a:schemeClr val="tx1"/>
                </a:solidFill>
                <a:prstDash val="lgDash"/>
                <a:headEnd type="none" w="med" len="med"/>
                <a:tailEnd type="none" w="med" len="med"/>
              </a:ln>
            </p:spPr>
          </p:sp>
          <p:sp>
            <p:nvSpPr>
              <p:cNvPr id="205856" name="Line 701"/>
              <p:cNvSpPr/>
              <p:nvPr/>
            </p:nvSpPr>
            <p:spPr>
              <a:xfrm>
                <a:off x="788" y="20"/>
                <a:ext cx="0" cy="2064"/>
              </a:xfrm>
              <a:prstGeom prst="line">
                <a:avLst/>
              </a:prstGeom>
              <a:ln w="9525" cap="flat" cmpd="sng">
                <a:solidFill>
                  <a:schemeClr val="tx1"/>
                </a:solidFill>
                <a:prstDash val="lgDash"/>
                <a:headEnd type="none" w="med" len="med"/>
                <a:tailEnd type="none" w="med" len="med"/>
              </a:ln>
            </p:spPr>
          </p:sp>
          <p:sp>
            <p:nvSpPr>
              <p:cNvPr id="205857" name="Line 702"/>
              <p:cNvSpPr/>
              <p:nvPr/>
            </p:nvSpPr>
            <p:spPr>
              <a:xfrm>
                <a:off x="1028" y="20"/>
                <a:ext cx="0" cy="2064"/>
              </a:xfrm>
              <a:prstGeom prst="line">
                <a:avLst/>
              </a:prstGeom>
              <a:ln w="9525" cap="flat" cmpd="sng">
                <a:solidFill>
                  <a:schemeClr val="tx1"/>
                </a:solidFill>
                <a:prstDash val="lgDash"/>
                <a:headEnd type="none" w="med" len="med"/>
                <a:tailEnd type="none" w="med" len="med"/>
              </a:ln>
            </p:spPr>
          </p:sp>
          <p:sp>
            <p:nvSpPr>
              <p:cNvPr id="205858" name="Line 703"/>
              <p:cNvSpPr/>
              <p:nvPr/>
            </p:nvSpPr>
            <p:spPr>
              <a:xfrm>
                <a:off x="1296" y="20"/>
                <a:ext cx="0" cy="2064"/>
              </a:xfrm>
              <a:prstGeom prst="line">
                <a:avLst/>
              </a:prstGeom>
              <a:ln w="9525" cap="flat" cmpd="sng">
                <a:solidFill>
                  <a:schemeClr val="tx1"/>
                </a:solidFill>
                <a:prstDash val="lgDash"/>
                <a:headEnd type="none" w="med" len="med"/>
                <a:tailEnd type="none" w="med" len="med"/>
              </a:ln>
            </p:spPr>
          </p:sp>
          <p:sp>
            <p:nvSpPr>
              <p:cNvPr id="205859" name="Line 704"/>
              <p:cNvSpPr/>
              <p:nvPr/>
            </p:nvSpPr>
            <p:spPr>
              <a:xfrm>
                <a:off x="1556" y="20"/>
                <a:ext cx="0" cy="2064"/>
              </a:xfrm>
              <a:prstGeom prst="line">
                <a:avLst/>
              </a:prstGeom>
              <a:ln w="9525" cap="flat" cmpd="sng">
                <a:solidFill>
                  <a:schemeClr val="tx1"/>
                </a:solidFill>
                <a:prstDash val="lgDash"/>
                <a:headEnd type="none" w="med" len="med"/>
                <a:tailEnd type="none" w="med" len="med"/>
              </a:ln>
            </p:spPr>
          </p:sp>
          <p:sp>
            <p:nvSpPr>
              <p:cNvPr id="205860" name="Line 705"/>
              <p:cNvSpPr/>
              <p:nvPr/>
            </p:nvSpPr>
            <p:spPr>
              <a:xfrm>
                <a:off x="1806" y="20"/>
                <a:ext cx="0" cy="2064"/>
              </a:xfrm>
              <a:prstGeom prst="line">
                <a:avLst/>
              </a:prstGeom>
              <a:ln w="9525" cap="flat" cmpd="sng">
                <a:solidFill>
                  <a:schemeClr val="tx1"/>
                </a:solidFill>
                <a:prstDash val="lgDash"/>
                <a:headEnd type="none" w="med" len="med"/>
                <a:tailEnd type="none" w="med" len="med"/>
              </a:ln>
            </p:spPr>
          </p:sp>
          <p:sp>
            <p:nvSpPr>
              <p:cNvPr id="205861" name="Line 706"/>
              <p:cNvSpPr/>
              <p:nvPr/>
            </p:nvSpPr>
            <p:spPr>
              <a:xfrm>
                <a:off x="2084" y="20"/>
                <a:ext cx="0" cy="2064"/>
              </a:xfrm>
              <a:prstGeom prst="line">
                <a:avLst/>
              </a:prstGeom>
              <a:ln w="9525" cap="flat" cmpd="sng">
                <a:solidFill>
                  <a:schemeClr val="tx1"/>
                </a:solidFill>
                <a:prstDash val="lgDash"/>
                <a:headEnd type="none" w="med" len="med"/>
                <a:tailEnd type="none" w="med" len="med"/>
              </a:ln>
            </p:spPr>
          </p:sp>
          <p:sp>
            <p:nvSpPr>
              <p:cNvPr id="205862" name="Line 707"/>
              <p:cNvSpPr/>
              <p:nvPr/>
            </p:nvSpPr>
            <p:spPr>
              <a:xfrm>
                <a:off x="2352" y="20"/>
                <a:ext cx="0" cy="2064"/>
              </a:xfrm>
              <a:prstGeom prst="line">
                <a:avLst/>
              </a:prstGeom>
              <a:ln w="9525" cap="flat" cmpd="sng">
                <a:solidFill>
                  <a:schemeClr val="tx1"/>
                </a:solidFill>
                <a:prstDash val="lgDash"/>
                <a:headEnd type="none" w="med" len="med"/>
                <a:tailEnd type="none" w="med" len="med"/>
              </a:ln>
            </p:spPr>
          </p:sp>
          <p:sp>
            <p:nvSpPr>
              <p:cNvPr id="205863" name="Line 708"/>
              <p:cNvSpPr/>
              <p:nvPr/>
            </p:nvSpPr>
            <p:spPr>
              <a:xfrm>
                <a:off x="2612" y="20"/>
                <a:ext cx="0" cy="2064"/>
              </a:xfrm>
              <a:prstGeom prst="line">
                <a:avLst/>
              </a:prstGeom>
              <a:ln w="9525" cap="flat" cmpd="sng">
                <a:solidFill>
                  <a:schemeClr val="tx1"/>
                </a:solidFill>
                <a:prstDash val="lgDash"/>
                <a:headEnd type="none" w="med" len="med"/>
                <a:tailEnd type="none" w="med" len="med"/>
              </a:ln>
            </p:spPr>
          </p:sp>
          <p:sp>
            <p:nvSpPr>
              <p:cNvPr id="205864" name="Line 709"/>
              <p:cNvSpPr/>
              <p:nvPr/>
            </p:nvSpPr>
            <p:spPr>
              <a:xfrm>
                <a:off x="2870" y="20"/>
                <a:ext cx="0" cy="2064"/>
              </a:xfrm>
              <a:prstGeom prst="line">
                <a:avLst/>
              </a:prstGeom>
              <a:ln w="9525" cap="flat" cmpd="sng">
                <a:solidFill>
                  <a:schemeClr val="tx1"/>
                </a:solidFill>
                <a:prstDash val="lgDash"/>
                <a:headEnd type="none" w="med" len="med"/>
                <a:tailEnd type="none" w="med" len="med"/>
              </a:ln>
            </p:spPr>
          </p:sp>
          <p:sp>
            <p:nvSpPr>
              <p:cNvPr id="205865" name="Line 710"/>
              <p:cNvSpPr/>
              <p:nvPr/>
            </p:nvSpPr>
            <p:spPr>
              <a:xfrm>
                <a:off x="3120" y="20"/>
                <a:ext cx="0" cy="2064"/>
              </a:xfrm>
              <a:prstGeom prst="line">
                <a:avLst/>
              </a:prstGeom>
              <a:ln w="9525" cap="flat" cmpd="sng">
                <a:solidFill>
                  <a:schemeClr val="tx1"/>
                </a:solidFill>
                <a:prstDash val="lgDash"/>
                <a:headEnd type="none" w="med" len="med"/>
                <a:tailEnd type="none" w="med" len="med"/>
              </a:ln>
            </p:spPr>
          </p:sp>
          <p:sp>
            <p:nvSpPr>
              <p:cNvPr id="205866" name="Line 711"/>
              <p:cNvSpPr/>
              <p:nvPr/>
            </p:nvSpPr>
            <p:spPr>
              <a:xfrm>
                <a:off x="3370" y="20"/>
                <a:ext cx="0" cy="2064"/>
              </a:xfrm>
              <a:prstGeom prst="line">
                <a:avLst/>
              </a:prstGeom>
              <a:ln w="9525" cap="flat" cmpd="sng">
                <a:solidFill>
                  <a:schemeClr val="tx1"/>
                </a:solidFill>
                <a:prstDash val="lgDash"/>
                <a:headEnd type="none" w="med" len="med"/>
                <a:tailEnd type="none" w="med" len="med"/>
              </a:ln>
            </p:spPr>
          </p:sp>
        </p:grpSp>
      </p:grpSp>
      <p:sp>
        <p:nvSpPr>
          <p:cNvPr id="5" name="文本框 4"/>
          <p:cNvSpPr txBox="1"/>
          <p:nvPr/>
        </p:nvSpPr>
        <p:spPr>
          <a:xfrm>
            <a:off x="6876415" y="0"/>
            <a:ext cx="2280285" cy="1383665"/>
          </a:xfrm>
          <a:prstGeom prst="rect">
            <a:avLst/>
          </a:prstGeom>
          <a:noFill/>
        </p:spPr>
        <p:txBody>
          <a:bodyPr wrap="square" rtlCol="0">
            <a:spAutoFit/>
          </a:bodyPr>
          <a:lstStyle/>
          <a:p>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3</a:t>
            </a:r>
            <a:r>
              <a:rPr lang="en-US" altLang="zh-CN" sz="1200" baseline="30000" dirty="0">
                <a:solidFill>
                  <a:schemeClr val="tx1"/>
                </a:solidFill>
                <a:latin typeface="华文新魏" panose="02010800040101010101" pitchFamily="2" charset="-122"/>
                <a:ea typeface="华文新魏" panose="02010800040101010101" pitchFamily="2" charset="-122"/>
                <a:sym typeface="+mn-ea"/>
              </a:rPr>
              <a:t>n+1</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2</a:t>
            </a:r>
            <a:endParaRPr lang="en-US" altLang="zh-CN" sz="1200" dirty="0">
              <a:solidFill>
                <a:schemeClr val="tx1"/>
              </a:solidFill>
              <a:latin typeface="华文新魏" panose="02010800040101010101" pitchFamily="2" charset="-122"/>
              <a:ea typeface="华文新魏" panose="02010800040101010101" pitchFamily="2" charset="-122"/>
              <a:sym typeface="+mn-ea"/>
            </a:endParaRPr>
          </a:p>
          <a:p>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2</a:t>
            </a:r>
            <a:r>
              <a:rPr lang="en-US" altLang="zh-CN" sz="1200" baseline="30000" dirty="0">
                <a:solidFill>
                  <a:schemeClr val="tx1"/>
                </a:solidFill>
                <a:latin typeface="华文新魏" panose="02010800040101010101" pitchFamily="2" charset="-122"/>
                <a:ea typeface="华文新魏" panose="02010800040101010101" pitchFamily="2" charset="-122"/>
                <a:sym typeface="+mn-ea"/>
              </a:rPr>
              <a:t>n+1</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1</a:t>
            </a:r>
          </a:p>
          <a:p>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200" baseline="30000" dirty="0">
                <a:solidFill>
                  <a:schemeClr val="tx1"/>
                </a:solidFill>
                <a:latin typeface="华文新魏" panose="02010800040101010101" pitchFamily="2" charset="-122"/>
                <a:ea typeface="华文新魏" panose="02010800040101010101" pitchFamily="2" charset="-122"/>
                <a:sym typeface="+mn-ea"/>
              </a:rPr>
              <a:t>n+1 </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0</a:t>
            </a:r>
          </a:p>
          <a:p>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200" baseline="30000" dirty="0">
                <a:solidFill>
                  <a:schemeClr val="tx1"/>
                </a:solidFill>
                <a:latin typeface="华文新魏" panose="02010800040101010101" pitchFamily="2" charset="-122"/>
                <a:ea typeface="华文新魏" panose="02010800040101010101" pitchFamily="2" charset="-122"/>
                <a:sym typeface="+mn-ea"/>
              </a:rPr>
              <a:t>n+1 </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3</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3</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2</a:t>
            </a:r>
          </a:p>
          <a:p>
            <a:r>
              <a:rPr lang="en-US" altLang="zh-CN" sz="1200" dirty="0">
                <a:solidFill>
                  <a:schemeClr val="tx1"/>
                </a:solidFill>
                <a:latin typeface="华文新魏" panose="02010800040101010101" pitchFamily="2" charset="-122"/>
                <a:ea typeface="华文新魏" panose="02010800040101010101" pitchFamily="2" charset="-122"/>
              </a:rPr>
              <a:t>Y</a:t>
            </a:r>
            <a:r>
              <a:rPr lang="en-US" altLang="zh-CN" sz="1200" baseline="-25000" dirty="0">
                <a:solidFill>
                  <a:schemeClr val="tx1"/>
                </a:solidFill>
                <a:latin typeface="华文新魏" panose="02010800040101010101" pitchFamily="2" charset="-122"/>
                <a:ea typeface="华文新魏" panose="02010800040101010101" pitchFamily="2" charset="-122"/>
              </a:rPr>
              <a:t>2</a:t>
            </a:r>
            <a:r>
              <a:rPr lang="en-US" altLang="zh-CN" sz="1200" dirty="0">
                <a:solidFill>
                  <a:schemeClr val="tx1"/>
                </a:solidFill>
                <a:latin typeface="华文新魏" panose="02010800040101010101" pitchFamily="2" charset="-122"/>
                <a:ea typeface="华文新魏" panose="02010800040101010101" pitchFamily="2" charset="-122"/>
              </a:rPr>
              <a:t>=</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3</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2</a:t>
            </a:r>
          </a:p>
          <a:p>
            <a:r>
              <a:rPr lang="en-US" altLang="zh-CN" sz="1200" dirty="0">
                <a:solidFill>
                  <a:schemeClr val="tx1"/>
                </a:solidFill>
                <a:latin typeface="华文新魏" panose="02010800040101010101" pitchFamily="2" charset="-122"/>
                <a:ea typeface="华文新魏" panose="02010800040101010101" pitchFamily="2" charset="-122"/>
                <a:sym typeface="+mn-ea"/>
              </a:rPr>
              <a:t>Y</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1 </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2</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1</a:t>
            </a:r>
          </a:p>
          <a:p>
            <a:r>
              <a:rPr lang="en-US" altLang="zh-CN" sz="1200" dirty="0">
                <a:solidFill>
                  <a:schemeClr val="tx1"/>
                </a:solidFill>
                <a:latin typeface="华文新魏" panose="02010800040101010101" pitchFamily="2" charset="-122"/>
                <a:ea typeface="华文新魏" panose="02010800040101010101" pitchFamily="2" charset="-122"/>
                <a:sym typeface="+mn-ea"/>
              </a:rPr>
              <a:t>Y</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0</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1</a:t>
            </a:r>
            <a:r>
              <a:rPr lang="en-US" altLang="zh-CN" sz="1200" dirty="0">
                <a:solidFill>
                  <a:schemeClr val="tx1"/>
                </a:solidFill>
                <a:latin typeface="华文新魏" panose="02010800040101010101" pitchFamily="2" charset="-122"/>
                <a:ea typeface="华文新魏" panose="02010800040101010101" pitchFamily="2" charset="-122"/>
                <a:sym typeface="+mn-ea"/>
              </a:rPr>
              <a:t>·Q</a:t>
            </a:r>
            <a:r>
              <a:rPr lang="en-US" altLang="zh-CN" sz="1200" baseline="-25000" dirty="0">
                <a:solidFill>
                  <a:schemeClr val="tx1"/>
                </a:solidFill>
                <a:latin typeface="华文新魏" panose="02010800040101010101" pitchFamily="2" charset="-122"/>
                <a:ea typeface="华文新魏" panose="02010800040101010101" pitchFamily="2" charset="-122"/>
                <a:sym typeface="+mn-ea"/>
              </a:rPr>
              <a:t>0</a:t>
            </a:r>
            <a:endParaRPr lang="en-US" altLang="zh-CN"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p:cNvSpPr>
          <p:nvPr>
            <p:ph type="title"/>
          </p:nvPr>
        </p:nvSpPr>
        <p:spPr>
          <a:xfrm>
            <a:off x="690563" y="557530"/>
            <a:ext cx="7010400" cy="514350"/>
          </a:xfrm>
          <a:prstGeom prst="rect">
            <a:avLst/>
          </a:prstGeom>
          <a:noFill/>
          <a:ln w="28575">
            <a:noFill/>
          </a:ln>
        </p:spPr>
        <p:txBody>
          <a:bodyPr/>
          <a:lstStyle/>
          <a:p>
            <a:pPr eaLnBrk="1" hangingPunct="1"/>
            <a:r>
              <a:rPr lang="en-US" altLang="zh-CN" sz="2000" b="1">
                <a:latin typeface="华文新魏" panose="02010800040101010101" pitchFamily="2" charset="-122"/>
                <a:ea typeface="华文新魏" panose="02010800040101010101" pitchFamily="2" charset="-122"/>
              </a:rPr>
              <a:t>(3) </a:t>
            </a:r>
            <a:r>
              <a:rPr lang="zh-CN" sz="2000" b="1" dirty="0">
                <a:latin typeface="华文新魏" panose="02010800040101010101" pitchFamily="2" charset="-122"/>
                <a:ea typeface="华文新魏" panose="02010800040101010101" pitchFamily="2" charset="-122"/>
              </a:rPr>
              <a:t>用寄存器构建特殊存储器件</a:t>
            </a:r>
          </a:p>
        </p:txBody>
      </p:sp>
      <p:sp>
        <p:nvSpPr>
          <p:cNvPr id="202755" name="Rectangle 4"/>
          <p:cNvSpPr/>
          <p:nvPr/>
        </p:nvSpPr>
        <p:spPr>
          <a:xfrm>
            <a:off x="972185" y="1415415"/>
            <a:ext cx="1601470" cy="457200"/>
          </a:xfrm>
          <a:prstGeom prst="rect">
            <a:avLst/>
          </a:prstGeom>
          <a:noFill/>
          <a:ln w="28575">
            <a:noFill/>
          </a:ln>
        </p:spPr>
        <p:txBody>
          <a:bodyPr/>
          <a:lstStyle/>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a:t>
            </a:r>
          </a:p>
        </p:txBody>
      </p:sp>
      <p:sp>
        <p:nvSpPr>
          <p:cNvPr id="202757" name="Line 38"/>
          <p:cNvSpPr/>
          <p:nvPr/>
        </p:nvSpPr>
        <p:spPr>
          <a:xfrm>
            <a:off x="3094038" y="1657350"/>
            <a:ext cx="0" cy="0"/>
          </a:xfrm>
          <a:prstGeom prst="line">
            <a:avLst/>
          </a:prstGeom>
          <a:ln w="28575" cap="flat" cmpd="sng">
            <a:solidFill>
              <a:schemeClr val="tx1"/>
            </a:solidFill>
            <a:prstDash val="solid"/>
            <a:headEnd type="none" w="med" len="med"/>
            <a:tailEnd type="none" w="med" len="med"/>
          </a:ln>
        </p:spPr>
      </p:sp>
      <p:sp>
        <p:nvSpPr>
          <p:cNvPr id="2" name="Rectangle 4"/>
          <p:cNvSpPr/>
          <p:nvPr/>
        </p:nvSpPr>
        <p:spPr>
          <a:xfrm>
            <a:off x="955675" y="1829435"/>
            <a:ext cx="1601470" cy="457200"/>
          </a:xfrm>
          <a:prstGeom prst="rect">
            <a:avLst/>
          </a:prstGeom>
          <a:noFill/>
          <a:ln w="28575">
            <a:noFill/>
          </a:ln>
        </p:spPr>
        <p:txBody>
          <a:bodyPr/>
          <a:lstStyle/>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寄存器队列</a:t>
            </a:r>
          </a:p>
        </p:txBody>
      </p:sp>
      <p:sp>
        <p:nvSpPr>
          <p:cNvPr id="3" name="Rectangle 4"/>
          <p:cNvSpPr/>
          <p:nvPr/>
        </p:nvSpPr>
        <p:spPr>
          <a:xfrm>
            <a:off x="972185" y="2282825"/>
            <a:ext cx="1601470" cy="457200"/>
          </a:xfrm>
          <a:prstGeom prst="rect">
            <a:avLst/>
          </a:prstGeom>
          <a:noFill/>
          <a:ln w="28575">
            <a:noFill/>
          </a:ln>
        </p:spPr>
        <p:txBody>
          <a:bodyPr/>
          <a:lstStyle/>
          <a:p>
            <a:pPr marL="342900" indent="-342900" eaLnBrk="1" hangingPunct="1">
              <a:spcBef>
                <a:spcPct val="20000"/>
              </a:spcBef>
              <a:buFont typeface="Arial" panose="020B0604020202020204" pitchFamily="34" charset="0"/>
            </a:pPr>
            <a:r>
              <a:rPr lang="en-US" altLang="zh-CN">
                <a:solidFill>
                  <a:schemeClr val="tx1"/>
                </a:solidFill>
                <a:latin typeface="华文新魏" panose="02010800040101010101" pitchFamily="2" charset="-122"/>
                <a:ea typeface="华文新魏" panose="02010800040101010101" pitchFamily="2" charset="-122"/>
              </a:rPr>
              <a:t> </a:t>
            </a:r>
            <a:r>
              <a:rPr lang="zh-CN" altLang="en-US" b="1" dirty="0">
                <a:solidFill>
                  <a:schemeClr val="tx1"/>
                </a:solidFill>
                <a:latin typeface="华文新魏" panose="02010800040101010101" pitchFamily="2" charset="-122"/>
                <a:ea typeface="华文新魏" panose="02010800040101010101" pitchFamily="2" charset="-122"/>
              </a:rPr>
              <a:t>寄存器堆栈</a:t>
            </a:r>
          </a:p>
        </p:txBody>
      </p:sp>
      <p:pic>
        <p:nvPicPr>
          <p:cNvPr id="4" name="图片 3"/>
          <p:cNvPicPr>
            <a:picLocks noChangeAspect="1"/>
          </p:cNvPicPr>
          <p:nvPr/>
        </p:nvPicPr>
        <p:blipFill>
          <a:blip r:embed="rId3"/>
          <a:stretch>
            <a:fillRect/>
          </a:stretch>
        </p:blipFill>
        <p:spPr>
          <a:xfrm>
            <a:off x="3059430" y="1059815"/>
            <a:ext cx="5734050" cy="36703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02757"/>
                                        </p:tgtEl>
                                        <p:attrNameLst>
                                          <p:attrName>style.visibility</p:attrName>
                                        </p:attrNameLst>
                                      </p:cBhvr>
                                      <p:to>
                                        <p:strVal val="visible"/>
                                      </p:to>
                                    </p:set>
                                    <p:anim calcmode="lin" valueType="num">
                                      <p:cBhvr additive="base">
                                        <p:cTn id="7" dur="500" fill="hold"/>
                                        <p:tgtEl>
                                          <p:spTgt spid="202757"/>
                                        </p:tgtEl>
                                        <p:attrNameLst>
                                          <p:attrName>ppt_x</p:attrName>
                                        </p:attrNameLst>
                                      </p:cBhvr>
                                      <p:tavLst>
                                        <p:tav tm="0">
                                          <p:val>
                                            <p:strVal val="#ppt_x"/>
                                          </p:val>
                                        </p:tav>
                                        <p:tav tm="100000">
                                          <p:val>
                                            <p:strVal val="#ppt_x"/>
                                          </p:val>
                                        </p:tav>
                                      </p:tavLst>
                                    </p:anim>
                                    <p:anim calcmode="lin" valueType="num">
                                      <p:cBhvr additive="base">
                                        <p:cTn id="8" dur="500" fill="hold"/>
                                        <p:tgtEl>
                                          <p:spTgt spid="202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02755"/>
                                        </p:tgtEl>
                                        <p:attrNameLst>
                                          <p:attrName>style.visibility</p:attrName>
                                        </p:attrNameLst>
                                      </p:cBhvr>
                                      <p:to>
                                        <p:strVal val="visible"/>
                                      </p:to>
                                    </p:set>
                                    <p:animEffect transition="in" filter="blinds(horizontal)">
                                      <p:cBhvr>
                                        <p:cTn id="18" dur="500"/>
                                        <p:tgtEl>
                                          <p:spTgt spid="202755"/>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linds(horizontal)">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5" grpId="0"/>
      <p:bldP spid="202755" grpId="1"/>
      <p:bldP spid="2" grpId="0"/>
      <p:bldP spid="2" grpId="1"/>
      <p:bldP spid="3" grpId="0"/>
      <p:bldP spid="3"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6850" name="Picture 9"/>
          <p:cNvPicPr>
            <a:picLocks noChangeAspect="1"/>
          </p:cNvPicPr>
          <p:nvPr/>
        </p:nvPicPr>
        <p:blipFill>
          <a:blip r:embed="rId3"/>
          <a:stretch>
            <a:fillRect/>
          </a:stretch>
        </p:blipFill>
        <p:spPr>
          <a:xfrm>
            <a:off x="1042988" y="2283460"/>
            <a:ext cx="6880225" cy="2330450"/>
          </a:xfrm>
          <a:prstGeom prst="rect">
            <a:avLst/>
          </a:prstGeom>
          <a:noFill/>
          <a:ln w="9525">
            <a:noFill/>
          </a:ln>
        </p:spPr>
      </p:pic>
      <p:pic>
        <p:nvPicPr>
          <p:cNvPr id="206851" name="Picture 7"/>
          <p:cNvPicPr>
            <a:picLocks noChangeAspect="1"/>
          </p:cNvPicPr>
          <p:nvPr/>
        </p:nvPicPr>
        <p:blipFill>
          <a:blip r:embed="rId4"/>
          <a:stretch>
            <a:fillRect/>
          </a:stretch>
        </p:blipFill>
        <p:spPr>
          <a:xfrm>
            <a:off x="1243013" y="842963"/>
            <a:ext cx="7073900" cy="1306512"/>
          </a:xfrm>
          <a:prstGeom prst="rect">
            <a:avLst/>
          </a:prstGeom>
          <a:noFill/>
          <a:ln w="9525">
            <a:noFill/>
          </a:ln>
        </p:spPr>
      </p:pic>
      <p:sp>
        <p:nvSpPr>
          <p:cNvPr id="206852" name="矩形 289"/>
          <p:cNvSpPr/>
          <p:nvPr/>
        </p:nvSpPr>
        <p:spPr>
          <a:xfrm>
            <a:off x="785813" y="714375"/>
            <a:ext cx="2674937" cy="457200"/>
          </a:xfrm>
          <a:prstGeom prst="rect">
            <a:avLst/>
          </a:prstGeom>
          <a:noFill/>
          <a:ln w="9525">
            <a:noFill/>
          </a:ln>
        </p:spPr>
        <p:txBody>
          <a:bodyPr wrap="none">
            <a:spAutoFit/>
          </a:bodyPr>
          <a:lstStyle/>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  </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 name="矩形 1"/>
          <p:cNvSpPr/>
          <p:nvPr/>
        </p:nvSpPr>
        <p:spPr>
          <a:xfrm>
            <a:off x="3126105" y="2715895"/>
            <a:ext cx="1423035" cy="2990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3" name="矩形 2"/>
          <p:cNvSpPr/>
          <p:nvPr/>
        </p:nvSpPr>
        <p:spPr>
          <a:xfrm>
            <a:off x="1242695" y="3138170"/>
            <a:ext cx="2548890" cy="34798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4993640" y="739140"/>
            <a:ext cx="2664460" cy="432435"/>
          </a:xfrm>
          <a:prstGeom prst="rect">
            <a:avLst/>
          </a:prstGeom>
          <a:solidFill>
            <a:schemeClr val="bg1"/>
          </a:solidFill>
          <a:ln w="9525" cap="flat" cmpd="sng" algn="ctr">
            <a:solidFill>
              <a:schemeClr val="bg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5" name="矩形 4"/>
          <p:cNvSpPr/>
          <p:nvPr/>
        </p:nvSpPr>
        <p:spPr>
          <a:xfrm>
            <a:off x="1242695" y="3581400"/>
            <a:ext cx="4385945" cy="324485"/>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9" name="矩形标注 4">
            <a:extLst>
              <a:ext uri="{FF2B5EF4-FFF2-40B4-BE49-F238E27FC236}">
                <a16:creationId xmlns:a16="http://schemas.microsoft.com/office/drawing/2014/main" id="{F43B80B0-FC13-42EB-8A04-6028FD915136}"/>
              </a:ext>
            </a:extLst>
          </p:cNvPr>
          <p:cNvSpPr/>
          <p:nvPr/>
        </p:nvSpPr>
        <p:spPr>
          <a:xfrm>
            <a:off x="4932040" y="3045143"/>
            <a:ext cx="3312368" cy="325755"/>
          </a:xfrm>
          <a:prstGeom prst="wedgeRectCallout">
            <a:avLst>
              <a:gd name="adj1" fmla="val -82735"/>
              <a:gd name="adj2" fmla="val 43105"/>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1600" dirty="0">
                <a:latin typeface="华文新魏" panose="02010800040101010101" pitchFamily="2" charset="-122"/>
                <a:ea typeface="华文新魏" panose="02010800040101010101" pitchFamily="2" charset="-122"/>
                <a:sym typeface="+mn-ea"/>
              </a:rPr>
              <a:t>精度要求不高，增加</a:t>
            </a:r>
            <a:r>
              <a:rPr lang="en-US" altLang="zh-CN" sz="1600" dirty="0">
                <a:latin typeface="华文新魏" panose="02010800040101010101" pitchFamily="2" charset="-122"/>
                <a:ea typeface="华文新魏" panose="02010800040101010101" pitchFamily="2" charset="-122"/>
                <a:sym typeface="+mn-ea"/>
              </a:rPr>
              <a:t>RC</a:t>
            </a:r>
            <a:r>
              <a:rPr lang="zh-CN" altLang="en-US" sz="1600" dirty="0">
                <a:latin typeface="华文新魏" panose="02010800040101010101" pitchFamily="2" charset="-122"/>
                <a:ea typeface="华文新魏" panose="02010800040101010101" pitchFamily="2" charset="-122"/>
                <a:sym typeface="+mn-ea"/>
              </a:rPr>
              <a:t>电路可调频</a:t>
            </a:r>
            <a:endParaRPr kumimoji="0" lang="zh-CN" altLang="en-US" sz="1600" b="0" i="0" u="none" strike="noStrike" cap="none" normalizeH="0" baseline="0" dirty="0">
              <a:ln>
                <a:noFill/>
              </a:ln>
              <a:solidFill>
                <a:srgbClr val="FFFF00"/>
              </a:solidFill>
              <a:effectLst/>
              <a:latin typeface="华文新魏" panose="02010800040101010101" pitchFamily="2" charset="-122"/>
              <a:ea typeface="华文新魏" panose="02010800040101010101" pitchFamily="2"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additive="base">
                                        <p:cTn id="23" dur="500" fill="hold"/>
                                        <p:tgtEl>
                                          <p:spTgt spid="5"/>
                                        </p:tgtEl>
                                        <p:attrNameLst>
                                          <p:attrName>ppt_x</p:attrName>
                                        </p:attrNameLst>
                                      </p:cBhvr>
                                      <p:tavLst>
                                        <p:tav tm="0">
                                          <p:val>
                                            <p:strVal val="#ppt_x"/>
                                          </p:val>
                                        </p:tav>
                                        <p:tav tm="100000">
                                          <p:val>
                                            <p:strVal val="#ppt_x"/>
                                          </p:val>
                                        </p:tav>
                                      </p:tavLst>
                                    </p:anim>
                                    <p:anim calcmode="lin" valueType="num">
                                      <p:cBhvr additive="base">
                                        <p:cTn id="2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 grpId="0" bldLvl="0" animBg="1"/>
      <p:bldP spid="4" grpId="0" bldLvl="0" animBg="1"/>
      <p:bldP spid="5" grpId="0" bldLvl="0" animBg="1"/>
      <p:bldP spid="9" grpId="0" animBg="1"/>
      <p:bldP spid="9"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矩形 289"/>
          <p:cNvSpPr/>
          <p:nvPr/>
        </p:nvSpPr>
        <p:spPr>
          <a:xfrm>
            <a:off x="785813" y="714375"/>
            <a:ext cx="4168775" cy="457200"/>
          </a:xfrm>
          <a:prstGeom prst="rect">
            <a:avLst/>
          </a:prstGeom>
          <a:noFill/>
          <a:ln w="9525">
            <a:noFill/>
          </a:ln>
        </p:spPr>
        <p:txBody>
          <a:bodyPr wrap="none">
            <a:spAutoFit/>
          </a:bodyPr>
          <a:lstStyle/>
          <a:p>
            <a:pPr eaLnBrk="1" hangingPunct="1">
              <a:buFont typeface="Arial" panose="020B0604020202020204" pitchFamily="34" charset="0"/>
            </a:pPr>
            <a:r>
              <a:rPr lang="en-US" altLang="zh-CN"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时钟脉冲源电路</a:t>
            </a:r>
            <a:r>
              <a:rPr lang="en-US" altLang="zh-CN" sz="2400" b="1">
                <a:solidFill>
                  <a:schemeClr val="tx1"/>
                </a:solidFill>
                <a:latin typeface="华文新魏" panose="02010800040101010101" pitchFamily="2" charset="-122"/>
                <a:ea typeface="华文新魏" panose="02010800040101010101" pitchFamily="2" charset="-122"/>
              </a:rPr>
              <a:t>-</a:t>
            </a:r>
            <a:r>
              <a:rPr lang="zh-CN" altLang="en-US" sz="2400" b="1" dirty="0">
                <a:solidFill>
                  <a:srgbClr val="FF0000"/>
                </a:solidFill>
                <a:latin typeface="华文新魏" panose="02010800040101010101" pitchFamily="2" charset="-122"/>
                <a:ea typeface="华文新魏" panose="02010800040101010101" pitchFamily="2" charset="-122"/>
              </a:rPr>
              <a:t>脉冲发生器</a:t>
            </a:r>
          </a:p>
        </p:txBody>
      </p:sp>
      <p:sp>
        <p:nvSpPr>
          <p:cNvPr id="207875" name="Text Box 4"/>
          <p:cNvSpPr txBox="1"/>
          <p:nvPr/>
        </p:nvSpPr>
        <p:spPr>
          <a:xfrm>
            <a:off x="611188" y="1492250"/>
            <a:ext cx="8064500" cy="2873375"/>
          </a:xfrm>
          <a:prstGeom prst="rect">
            <a:avLst/>
          </a:prstGeom>
          <a:noFill/>
          <a:ln w="9525">
            <a:noFill/>
          </a:ln>
        </p:spPr>
        <p:txBody>
          <a:bodyPr>
            <a:spAutoFit/>
          </a:bodyPr>
          <a:lstStyle/>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脉冲电压或电流是指在极短时间间隔内作用于电路的电压或电流。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脉冲在模拟电路分析时需要考虑不同波形、电平、时延等特性</a:t>
            </a:r>
            <a:r>
              <a:rPr lang="en-US" altLang="zh-CN" sz="2400">
                <a:solidFill>
                  <a:schemeClr val="tx1"/>
                </a:solidFill>
                <a:latin typeface="华文新魏" panose="02010800040101010101" pitchFamily="2" charset="-122"/>
                <a:ea typeface="华文新魏" panose="02010800040101010101" pitchFamily="2" charset="-122"/>
              </a:rPr>
              <a:t>(P135</a:t>
            </a:r>
            <a:r>
              <a:rPr lang="zh-CN" altLang="en-US" sz="2400" dirty="0">
                <a:solidFill>
                  <a:schemeClr val="tx1"/>
                </a:solidFill>
                <a:latin typeface="华文新魏" panose="02010800040101010101" pitchFamily="2" charset="-122"/>
                <a:ea typeface="华文新魏" panose="02010800040101010101" pitchFamily="2" charset="-122"/>
              </a:rPr>
              <a:t>页图</a:t>
            </a:r>
            <a:r>
              <a:rPr lang="en-US" altLang="zh-CN" sz="2400">
                <a:solidFill>
                  <a:schemeClr val="tx1"/>
                </a:solidFill>
                <a:latin typeface="华文新魏" panose="02010800040101010101" pitchFamily="2" charset="-122"/>
                <a:ea typeface="华文新魏" panose="02010800040101010101" pitchFamily="2" charset="-122"/>
              </a:rPr>
              <a:t>3.49</a:t>
            </a:r>
            <a:r>
              <a:rPr lang="zh-CN" altLang="en-US" sz="2400" dirty="0">
                <a:solidFill>
                  <a:schemeClr val="tx1"/>
                </a:solidFill>
                <a:latin typeface="华文新魏" panose="02010800040101010101" pitchFamily="2" charset="-122"/>
                <a:ea typeface="华文新魏" panose="02010800040101010101" pitchFamily="2" charset="-122"/>
              </a:rPr>
              <a:t>中的参数要搞清楚</a:t>
            </a:r>
            <a:r>
              <a:rPr lang="en-US" altLang="zh-CN" sz="2400">
                <a:solidFill>
                  <a:schemeClr val="tx1"/>
                </a:solidFill>
                <a:latin typeface="华文新魏" panose="02010800040101010101" pitchFamily="2" charset="-122"/>
                <a:ea typeface="华文新魏" panose="02010800040101010101" pitchFamily="2" charset="-122"/>
              </a:rPr>
              <a:t>)</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endParaRPr lang="zh-CN" altLang="en-US" sz="2400" dirty="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  脉冲在数字电路分析时需要对不同波形进行整形，以达到适合数字电路使用的波形和电平，如矩形波。</a:t>
            </a:r>
            <a:endParaRPr lang="en-US" altLang="zh-CN" sz="2400">
              <a:solidFill>
                <a:schemeClr val="tx1"/>
              </a:solidFill>
              <a:latin typeface="华文新魏" panose="02010800040101010101" pitchFamily="2" charset="-122"/>
              <a:ea typeface="华文新魏" panose="02010800040101010101" pitchFamily="2" charset="-122"/>
            </a:endParaRPr>
          </a:p>
        </p:txBody>
      </p:sp>
      <p:sp>
        <p:nvSpPr>
          <p:cNvPr id="3" name="矩形 2"/>
          <p:cNvSpPr/>
          <p:nvPr/>
        </p:nvSpPr>
        <p:spPr>
          <a:xfrm>
            <a:off x="611505" y="2510790"/>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4" name="矩形 3"/>
          <p:cNvSpPr/>
          <p:nvPr/>
        </p:nvSpPr>
        <p:spPr>
          <a:xfrm>
            <a:off x="594995" y="3612515"/>
            <a:ext cx="815340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pic>
        <p:nvPicPr>
          <p:cNvPr id="2" name="图片 1"/>
          <p:cNvPicPr>
            <a:picLocks noChangeAspect="1"/>
          </p:cNvPicPr>
          <p:nvPr>
            <p:custDataLst>
              <p:tags r:id="rId1"/>
            </p:custDataLst>
          </p:nvPr>
        </p:nvPicPr>
        <p:blipFill>
          <a:blip r:embed="rId3"/>
          <a:stretch>
            <a:fillRect/>
          </a:stretch>
        </p:blipFill>
        <p:spPr>
          <a:xfrm>
            <a:off x="1242060" y="43815"/>
            <a:ext cx="7543165" cy="50730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p:cNvSpPr>
          <p:nvPr>
            <p:ph type="title"/>
          </p:nvPr>
        </p:nvSpPr>
        <p:spPr>
          <a:xfrm>
            <a:off x="614363" y="473075"/>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000" b="1" dirty="0">
                <a:solidFill>
                  <a:srgbClr val="FF0000"/>
                </a:solidFill>
                <a:latin typeface="华文新魏" panose="02010800040101010101" pitchFamily="2" charset="-122"/>
                <a:ea typeface="华文新魏" panose="02010800040101010101" pitchFamily="2" charset="-122"/>
              </a:rPr>
              <a:t>多谐振荡器</a:t>
            </a:r>
            <a:endParaRPr lang="en-US" altLang="zh-CN" sz="2000" b="1">
              <a:solidFill>
                <a:srgbClr val="FF0000"/>
              </a:solidFill>
              <a:latin typeface="华文新魏" panose="02010800040101010101" pitchFamily="2" charset="-122"/>
              <a:ea typeface="华文新魏" panose="02010800040101010101" pitchFamily="2" charset="-122"/>
            </a:endParaRPr>
          </a:p>
        </p:txBody>
      </p:sp>
      <p:sp>
        <p:nvSpPr>
          <p:cNvPr id="208899" name="Text Box 4"/>
          <p:cNvSpPr txBox="1"/>
          <p:nvPr/>
        </p:nvSpPr>
        <p:spPr>
          <a:xfrm>
            <a:off x="900113" y="896938"/>
            <a:ext cx="7924800" cy="1098550"/>
          </a:xfrm>
          <a:prstGeom prst="rect">
            <a:avLst/>
          </a:prstGeom>
          <a:noFill/>
          <a:ln w="9525">
            <a:noFill/>
          </a:ln>
        </p:spPr>
        <p:txBody>
          <a:bodyPr>
            <a:spAutoFit/>
          </a:bodyPr>
          <a:lstStyle/>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在数字系统中经常需要用到方波信号，如时钟信号</a:t>
            </a:r>
            <a:r>
              <a:rPr lang="en-US" altLang="zh-CN" sz="2400">
                <a:solidFill>
                  <a:schemeClr val="tx1"/>
                </a:solidFill>
                <a:latin typeface="华文新魏" panose="02010800040101010101" pitchFamily="2" charset="-122"/>
                <a:ea typeface="华文新魏" panose="02010800040101010101" pitchFamily="2" charset="-122"/>
              </a:rPr>
              <a:t>CLK</a:t>
            </a:r>
            <a:r>
              <a:rPr lang="zh-CN" altLang="en-US" sz="2400" dirty="0">
                <a:solidFill>
                  <a:schemeClr val="tx1"/>
                </a:solidFill>
                <a:latin typeface="华文新魏" panose="02010800040101010101" pitchFamily="2" charset="-122"/>
                <a:ea typeface="华文新魏" panose="02010800040101010101" pitchFamily="2" charset="-122"/>
              </a:rPr>
              <a:t>。</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多谐振荡器是一种产生方波的电路，能够在</a:t>
            </a:r>
            <a:r>
              <a:rPr lang="en-US" altLang="zh-CN" sz="2400">
                <a:solidFill>
                  <a:schemeClr val="tx1"/>
                </a:solidFill>
                <a:latin typeface="华文新魏" panose="02010800040101010101" pitchFamily="2" charset="-122"/>
                <a:ea typeface="华文新魏" panose="02010800040101010101" pitchFamily="2" charset="-122"/>
              </a:rPr>
              <a:t>0</a:t>
            </a:r>
            <a:r>
              <a:rPr lang="zh-CN" altLang="en-US" sz="2400" dirty="0">
                <a:solidFill>
                  <a:schemeClr val="tx1"/>
                </a:solidFill>
                <a:latin typeface="华文新魏" panose="02010800040101010101" pitchFamily="2" charset="-122"/>
                <a:ea typeface="华文新魏" panose="02010800040101010101" pitchFamily="2" charset="-122"/>
              </a:rPr>
              <a:t>和</a:t>
            </a:r>
            <a:r>
              <a:rPr lang="en-US" altLang="zh-CN" sz="2400">
                <a:solidFill>
                  <a:schemeClr val="tx1"/>
                </a:solidFill>
                <a:latin typeface="华文新魏" panose="02010800040101010101" pitchFamily="2" charset="-122"/>
                <a:ea typeface="华文新魏" panose="02010800040101010101" pitchFamily="2" charset="-122"/>
              </a:rPr>
              <a:t>1</a:t>
            </a:r>
            <a:r>
              <a:rPr lang="zh-CN" altLang="en-US" sz="2400" dirty="0">
                <a:solidFill>
                  <a:schemeClr val="tx1"/>
                </a:solidFill>
                <a:latin typeface="华文新魏" panose="02010800040101010101" pitchFamily="2" charset="-122"/>
                <a:ea typeface="华文新魏" panose="02010800040101010101" pitchFamily="2" charset="-122"/>
              </a:rPr>
              <a:t>两个暂稳态之间进行转换从而产生矩形波电路。</a:t>
            </a:r>
          </a:p>
        </p:txBody>
      </p:sp>
      <p:pic>
        <p:nvPicPr>
          <p:cNvPr id="208900" name="图片 1"/>
          <p:cNvPicPr>
            <a:picLocks noChangeAspect="1"/>
          </p:cNvPicPr>
          <p:nvPr/>
        </p:nvPicPr>
        <p:blipFill>
          <a:blip r:embed="rId3"/>
          <a:stretch>
            <a:fillRect/>
          </a:stretch>
        </p:blipFill>
        <p:spPr>
          <a:xfrm>
            <a:off x="5867400" y="2105025"/>
            <a:ext cx="2592388" cy="946150"/>
          </a:xfrm>
          <a:prstGeom prst="rect">
            <a:avLst/>
          </a:prstGeom>
          <a:noFill/>
          <a:ln w="9525">
            <a:noFill/>
          </a:ln>
        </p:spPr>
      </p:pic>
      <p:sp>
        <p:nvSpPr>
          <p:cNvPr id="208901" name="Text Box 4"/>
          <p:cNvSpPr txBox="1"/>
          <p:nvPr/>
        </p:nvSpPr>
        <p:spPr>
          <a:xfrm>
            <a:off x="900113" y="2193925"/>
            <a:ext cx="4683125" cy="1025525"/>
          </a:xfrm>
          <a:prstGeom prst="rect">
            <a:avLst/>
          </a:prstGeom>
          <a:noFill/>
          <a:ln w="9525">
            <a:noFill/>
          </a:ln>
        </p:spPr>
        <p:txBody>
          <a:bodyPr>
            <a:spAutoFit/>
          </a:bodyPr>
          <a:lstStyle/>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奇数个与非门首尾相连，可以组成一个简单的环形振荡器，震荡周期固定为器件的两级门延迟。</a:t>
            </a:r>
          </a:p>
        </p:txBody>
      </p:sp>
      <p:sp>
        <p:nvSpPr>
          <p:cNvPr id="208902" name="Text Box 4"/>
          <p:cNvSpPr txBox="1"/>
          <p:nvPr/>
        </p:nvSpPr>
        <p:spPr>
          <a:xfrm>
            <a:off x="900113" y="3579813"/>
            <a:ext cx="4683125" cy="1031875"/>
          </a:xfrm>
          <a:prstGeom prst="rect">
            <a:avLst/>
          </a:prstGeom>
          <a:noFill/>
          <a:ln w="9525">
            <a:noFill/>
          </a:ln>
        </p:spPr>
        <p:txBody>
          <a:bodyPr>
            <a:spAutoFit/>
          </a:bodyPr>
          <a:lstStyle/>
          <a:p>
            <a:pPr eaLnBrk="1" hangingPunct="1">
              <a:lnSpc>
                <a:spcPct val="85000"/>
              </a:lnSpc>
              <a:spcBef>
                <a:spcPct val="20000"/>
              </a:spcBef>
            </a:pPr>
            <a:r>
              <a:rPr lang="zh-CN" altLang="en-US" sz="2400" dirty="0">
                <a:solidFill>
                  <a:schemeClr val="tx1"/>
                </a:solidFill>
                <a:latin typeface="华文新魏" panose="02010800040101010101" pitchFamily="2" charset="-122"/>
                <a:ea typeface="华文新魏" panose="02010800040101010101" pitchFamily="2" charset="-122"/>
              </a:rPr>
              <a:t>在原环型振荡器基础上添加</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电路，就可以产生受</a:t>
            </a:r>
            <a:r>
              <a:rPr lang="en-US" altLang="zh-CN" sz="2400">
                <a:solidFill>
                  <a:schemeClr val="tx1"/>
                </a:solidFill>
                <a:latin typeface="华文新魏" panose="02010800040101010101" pitchFamily="2" charset="-122"/>
                <a:ea typeface="华文新魏" panose="02010800040101010101" pitchFamily="2" charset="-122"/>
              </a:rPr>
              <a:t>RC</a:t>
            </a:r>
            <a:r>
              <a:rPr lang="zh-CN" altLang="en-US" sz="2400" dirty="0">
                <a:solidFill>
                  <a:schemeClr val="tx1"/>
                </a:solidFill>
                <a:latin typeface="华文新魏" panose="02010800040101010101" pitchFamily="2" charset="-122"/>
                <a:ea typeface="华文新魏" panose="02010800040101010101" pitchFamily="2" charset="-122"/>
              </a:rPr>
              <a:t>参数控制的周期方波信号。</a:t>
            </a:r>
            <a:r>
              <a:rPr lang="en-US" altLang="zh-CN" sz="2400" dirty="0">
                <a:solidFill>
                  <a:schemeClr val="tx1"/>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T</a:t>
            </a:r>
            <a:r>
              <a:rPr lang="zh-CN" altLang="zh-CN" sz="2400" dirty="0">
                <a:solidFill>
                  <a:srgbClr val="FF0000"/>
                </a:solidFill>
                <a:latin typeface="华文新魏" panose="02010800040101010101" pitchFamily="2" charset="-122"/>
                <a:ea typeface="华文新魏" panose="02010800040101010101" pitchFamily="2" charset="-122"/>
              </a:rPr>
              <a:t>约为</a:t>
            </a:r>
            <a:r>
              <a:rPr lang="en-US" altLang="zh-CN" sz="2400" dirty="0">
                <a:solidFill>
                  <a:srgbClr val="FF0000"/>
                </a:solidFill>
                <a:latin typeface="华文新魏" panose="02010800040101010101" pitchFamily="2" charset="-122"/>
                <a:ea typeface="华文新魏" panose="02010800040101010101" pitchFamily="2" charset="-122"/>
              </a:rPr>
              <a:t>2.2RC</a:t>
            </a:r>
          </a:p>
        </p:txBody>
      </p:sp>
      <p:pic>
        <p:nvPicPr>
          <p:cNvPr id="208903" name="图片 2"/>
          <p:cNvPicPr>
            <a:picLocks noChangeAspect="1"/>
          </p:cNvPicPr>
          <p:nvPr/>
        </p:nvPicPr>
        <p:blipFill>
          <a:blip r:embed="rId4"/>
          <a:stretch>
            <a:fillRect/>
          </a:stretch>
        </p:blipFill>
        <p:spPr>
          <a:xfrm>
            <a:off x="5867400" y="3317875"/>
            <a:ext cx="2592388" cy="1109663"/>
          </a:xfrm>
          <a:prstGeom prst="rect">
            <a:avLst/>
          </a:prstGeom>
          <a:noFill/>
          <a:ln w="9525">
            <a:noFill/>
          </a:ln>
        </p:spPr>
      </p:pic>
      <p:sp>
        <p:nvSpPr>
          <p:cNvPr id="3" name="矩形 2"/>
          <p:cNvSpPr/>
          <p:nvPr/>
        </p:nvSpPr>
        <p:spPr>
          <a:xfrm>
            <a:off x="900430" y="2193925"/>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900430" y="3522980"/>
            <a:ext cx="4558665" cy="102616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p:cNvSpPr>
          <p:nvPr>
            <p:ph type="title"/>
          </p:nvPr>
        </p:nvSpPr>
        <p:spPr>
          <a:xfrm>
            <a:off x="614363" y="627063"/>
            <a:ext cx="6400800" cy="431800"/>
          </a:xfrm>
          <a:prstGeom prst="rect">
            <a:avLst/>
          </a:prstGeom>
          <a:noFill/>
          <a:ln w="9525">
            <a:noFill/>
          </a:ln>
        </p:spPr>
        <p:txBody>
          <a:bodyPr/>
          <a:lstStyle/>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单稳态电路</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09923" name="Text Box 4"/>
          <p:cNvSpPr txBox="1"/>
          <p:nvPr/>
        </p:nvSpPr>
        <p:spPr>
          <a:xfrm>
            <a:off x="684213" y="843598"/>
            <a:ext cx="4684712" cy="3709670"/>
          </a:xfrm>
          <a:prstGeom prst="rect">
            <a:avLst/>
          </a:prstGeom>
          <a:noFill/>
          <a:ln w="9525">
            <a:noFill/>
          </a:ln>
        </p:spPr>
        <p:txBody>
          <a:bodyPr>
            <a:spAutoFit/>
          </a:bodyPr>
          <a:lstStyle/>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单稳态触发器：有一个稳定状态和一个暂稳状态，在外来脉冲触发下，电路能从稳定状态翻转到暂稳状态；维持一段时间后，又自动返回稳定状态。</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dirty="0">
                <a:solidFill>
                  <a:schemeClr val="tx1"/>
                </a:solidFill>
                <a:latin typeface="华文新魏" panose="02010800040101010101" pitchFamily="2" charset="-122"/>
                <a:ea typeface="华文新魏" panose="02010800040101010101" pitchFamily="2" charset="-122"/>
              </a:rPr>
              <a:t>        </a:t>
            </a:r>
            <a:r>
              <a:rPr lang="zh-CN" altLang="en-US" sz="2400" dirty="0">
                <a:solidFill>
                  <a:schemeClr val="tx1"/>
                </a:solidFill>
                <a:latin typeface="华文新魏" panose="02010800040101010101" pitchFamily="2" charset="-122"/>
                <a:ea typeface="华文新魏" panose="02010800040101010101" pitchFamily="2" charset="-122"/>
              </a:rPr>
              <a:t>每触发一次，电路就会输出一个宽度一定、幅度一定的矩形波。一般用于</a:t>
            </a:r>
            <a:r>
              <a:rPr lang="zh-CN" altLang="en-US" sz="2400" u="sng" dirty="0">
                <a:solidFill>
                  <a:srgbClr val="FF0000"/>
                </a:solidFill>
                <a:latin typeface="华文新魏" panose="02010800040101010101" pitchFamily="2" charset="-122"/>
                <a:ea typeface="华文新魏" panose="02010800040101010101" pitchFamily="2" charset="-122"/>
              </a:rPr>
              <a:t>定时、整形、</a:t>
            </a:r>
            <a:r>
              <a:rPr lang="zh-CN" altLang="en-US" sz="2400" u="sng" dirty="0">
                <a:solidFill>
                  <a:srgbClr val="FF0000"/>
                </a:solidFill>
                <a:latin typeface="华文新魏" panose="02010800040101010101" pitchFamily="2" charset="-122"/>
                <a:ea typeface="华文新魏" panose="02010800040101010101" pitchFamily="2" charset="-122"/>
                <a:sym typeface="+mn-ea"/>
              </a:rPr>
              <a:t>延</a:t>
            </a:r>
            <a:r>
              <a:rPr lang="zh-CN" altLang="en-US" sz="2400" u="sng" dirty="0">
                <a:solidFill>
                  <a:srgbClr val="FF0000"/>
                </a:solidFill>
                <a:latin typeface="华文新魏" panose="02010800040101010101" pitchFamily="2" charset="-122"/>
                <a:ea typeface="华文新魏" panose="02010800040101010101" pitchFamily="2" charset="-122"/>
              </a:rPr>
              <a:t>时</a:t>
            </a:r>
            <a:r>
              <a:rPr lang="zh-CN" altLang="en-US" sz="2400" dirty="0">
                <a:solidFill>
                  <a:schemeClr val="tx1"/>
                </a:solidFill>
                <a:latin typeface="华文新魏" panose="02010800040101010101" pitchFamily="2" charset="-122"/>
                <a:ea typeface="华文新魏" panose="02010800040101010101" pitchFamily="2" charset="-122"/>
              </a:rPr>
              <a:t>。</a:t>
            </a:r>
          </a:p>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       </a:t>
            </a:r>
            <a:r>
              <a:rPr lang="zh-CN" altLang="en-US" sz="2400">
                <a:solidFill>
                  <a:schemeClr val="tx1"/>
                </a:solidFill>
                <a:latin typeface="华文新魏" panose="02010800040101010101" pitchFamily="2" charset="-122"/>
                <a:ea typeface="华文新魏" panose="02010800040101010101" pitchFamily="2" charset="-122"/>
              </a:rPr>
              <a:t>此电路中，负脉冲暂稳态周期</a:t>
            </a:r>
            <a:r>
              <a:rPr lang="en-US" altLang="zh-CN" sz="2400">
                <a:solidFill>
                  <a:schemeClr val="tx1"/>
                </a:solidFill>
                <a:latin typeface="华文新魏" panose="02010800040101010101" pitchFamily="2" charset="-122"/>
                <a:ea typeface="华文新魏" panose="02010800040101010101" pitchFamily="2" charset="-122"/>
              </a:rPr>
              <a:t>Tw</a:t>
            </a:r>
            <a:r>
              <a:rPr lang="zh-CN" altLang="en-US" sz="2400">
                <a:solidFill>
                  <a:schemeClr val="tx1"/>
                </a:solidFill>
                <a:latin typeface="华文新魏" panose="02010800040101010101" pitchFamily="2" charset="-122"/>
                <a:ea typeface="华文新魏" panose="02010800040101010101" pitchFamily="2" charset="-122"/>
              </a:rPr>
              <a:t>约为</a:t>
            </a:r>
            <a:r>
              <a:rPr lang="en-US" altLang="zh-CN" sz="2400">
                <a:solidFill>
                  <a:schemeClr val="tx1"/>
                </a:solidFill>
                <a:latin typeface="华文新魏" panose="02010800040101010101" pitchFamily="2" charset="-122"/>
                <a:ea typeface="华文新魏" panose="02010800040101010101" pitchFamily="2" charset="-122"/>
              </a:rPr>
              <a:t>1.1RC</a:t>
            </a:r>
            <a:r>
              <a:rPr lang="zh-CN" altLang="en-US" sz="2400">
                <a:solidFill>
                  <a:schemeClr val="tx1"/>
                </a:solidFill>
                <a:latin typeface="华文新魏" panose="02010800040101010101" pitchFamily="2" charset="-122"/>
                <a:ea typeface="华文新魏" panose="02010800040101010101" pitchFamily="2" charset="-122"/>
              </a:rPr>
              <a:t>。</a:t>
            </a:r>
          </a:p>
        </p:txBody>
      </p:sp>
      <p:pic>
        <p:nvPicPr>
          <p:cNvPr id="209924" name="图片 3"/>
          <p:cNvPicPr>
            <a:picLocks noChangeAspect="1"/>
          </p:cNvPicPr>
          <p:nvPr/>
        </p:nvPicPr>
        <p:blipFill>
          <a:blip r:embed="rId3"/>
          <a:stretch>
            <a:fillRect/>
          </a:stretch>
        </p:blipFill>
        <p:spPr>
          <a:xfrm>
            <a:off x="5724525" y="1779588"/>
            <a:ext cx="3070225" cy="1776412"/>
          </a:xfrm>
          <a:prstGeom prst="rect">
            <a:avLst/>
          </a:prstGeom>
          <a:noFill/>
          <a:ln w="9525">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p:cNvSpPr>
          <p:nvPr>
            <p:ph type="title"/>
          </p:nvPr>
        </p:nvSpPr>
        <p:spPr>
          <a:xfrm>
            <a:off x="611188" y="484188"/>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施密特双稳态电路（</a:t>
            </a:r>
            <a:r>
              <a:rPr lang="en-US" altLang="zh-CN" sz="2400" b="1" dirty="0">
                <a:solidFill>
                  <a:srgbClr val="FF0000"/>
                </a:solidFill>
                <a:latin typeface="华文新魏" panose="02010800040101010101" pitchFamily="2" charset="-122"/>
                <a:ea typeface="华文新魏" panose="02010800040101010101" pitchFamily="2" charset="-122"/>
              </a:rPr>
              <a:t>P137-138</a:t>
            </a:r>
            <a:r>
              <a:rPr lang="zh-CN" altLang="en-US" sz="2400" b="1" dirty="0">
                <a:solidFill>
                  <a:srgbClr val="FF0000"/>
                </a:solidFill>
                <a:latin typeface="华文新魏" panose="02010800040101010101" pitchFamily="2" charset="-122"/>
                <a:ea typeface="华文新魏" panose="02010800040101010101" pitchFamily="2" charset="-122"/>
              </a:rPr>
              <a:t>，认真读一下）</a:t>
            </a:r>
            <a:endParaRPr lang="en-US" altLang="zh-CN" sz="2400" b="1">
              <a:solidFill>
                <a:srgbClr val="FF0000"/>
              </a:solidFill>
              <a:latin typeface="华文新魏" panose="02010800040101010101" pitchFamily="2" charset="-122"/>
              <a:ea typeface="华文新魏" panose="02010800040101010101" pitchFamily="2" charset="-122"/>
            </a:endParaRPr>
          </a:p>
        </p:txBody>
      </p:sp>
      <p:sp>
        <p:nvSpPr>
          <p:cNvPr id="210947" name="Text Box 4"/>
          <p:cNvSpPr txBox="1"/>
          <p:nvPr/>
        </p:nvSpPr>
        <p:spPr>
          <a:xfrm>
            <a:off x="827405" y="1132205"/>
            <a:ext cx="7829550" cy="1345565"/>
          </a:xfrm>
          <a:prstGeom prst="rect">
            <a:avLst/>
          </a:prstGeom>
          <a:noFill/>
          <a:ln w="9525">
            <a:noFill/>
          </a:ln>
        </p:spPr>
        <p:txBody>
          <a:bodyPr wrap="square">
            <a:spAutoFit/>
          </a:bodyPr>
          <a:lstStyle/>
          <a:p>
            <a:pPr eaLnBrk="1" hangingPunct="1">
              <a:lnSpc>
                <a:spcPct val="85000"/>
              </a:lnSpc>
              <a:spcBef>
                <a:spcPct val="20000"/>
              </a:spcBef>
            </a:pPr>
            <a:r>
              <a:rPr lang="zh-CN" altLang="en-US" sz="2400" b="1" dirty="0">
                <a:solidFill>
                  <a:srgbClr val="FF0000"/>
                </a:solidFill>
                <a:latin typeface="华文新魏" panose="02010800040101010101" pitchFamily="2" charset="-122"/>
                <a:ea typeface="华文新魏" panose="02010800040101010101" pitchFamily="2" charset="-122"/>
              </a:rPr>
              <a:t>施密特触发器是一种脉冲波整形电路</a:t>
            </a:r>
            <a:r>
              <a:rPr lang="zh-CN" altLang="en-US" sz="2400" b="1" dirty="0">
                <a:solidFill>
                  <a:schemeClr val="tx1"/>
                </a:solidFill>
                <a:latin typeface="华文新魏" panose="02010800040101010101" pitchFamily="2" charset="-122"/>
                <a:ea typeface="华文新魏" panose="02010800040101010101" pitchFamily="2" charset="-122"/>
              </a:rPr>
              <a:t>。它的一个重要作用是可以将边沿变化缓慢的输入信号波形（正弦波、锯齿波）整形为矩形波。给</a:t>
            </a:r>
            <a:r>
              <a:rPr lang="en-US" altLang="zh-CN"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S-/R</a:t>
            </a:r>
            <a:r>
              <a:rPr lang="zh-CN" altLang="en-US" sz="2400" b="1" dirty="0">
                <a:solidFill>
                  <a:schemeClr val="tx1"/>
                </a:solidFill>
                <a:latin typeface="华文新魏" panose="02010800040101010101" pitchFamily="2" charset="-122"/>
                <a:ea typeface="华文新魏" panose="02010800040101010101" pitchFamily="2" charset="-122"/>
              </a:rPr>
              <a:t>锁存器两个输入端分别加一个反相器和一个二极管，形成施密特触发器基本结构。</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0948" name="图片 1"/>
          <p:cNvPicPr>
            <a:picLocks noChangeAspect="1"/>
          </p:cNvPicPr>
          <p:nvPr/>
        </p:nvPicPr>
        <p:blipFill>
          <a:blip r:embed="rId3"/>
          <a:stretch>
            <a:fillRect/>
          </a:stretch>
        </p:blipFill>
        <p:spPr>
          <a:xfrm>
            <a:off x="971550" y="2725738"/>
            <a:ext cx="2952750" cy="2078037"/>
          </a:xfrm>
          <a:prstGeom prst="rect">
            <a:avLst/>
          </a:prstGeom>
          <a:noFill/>
          <a:ln w="9525">
            <a:noFill/>
          </a:ln>
        </p:spPr>
      </p:pic>
      <p:pic>
        <p:nvPicPr>
          <p:cNvPr id="210949" name="图片 2"/>
          <p:cNvPicPr>
            <a:picLocks noChangeAspect="1"/>
          </p:cNvPicPr>
          <p:nvPr/>
        </p:nvPicPr>
        <p:blipFill>
          <a:blip r:embed="rId4"/>
          <a:stretch>
            <a:fillRect/>
          </a:stretch>
        </p:blipFill>
        <p:spPr>
          <a:xfrm>
            <a:off x="5435600" y="2665413"/>
            <a:ext cx="3168650" cy="2138362"/>
          </a:xfrm>
          <a:prstGeom prst="rect">
            <a:avLst/>
          </a:prstGeom>
          <a:noFill/>
          <a:ln w="9525">
            <a:noFill/>
          </a:ln>
        </p:spPr>
      </p:pic>
      <p:sp>
        <p:nvSpPr>
          <p:cNvPr id="3" name="矩形 2"/>
          <p:cNvSpPr/>
          <p:nvPr/>
        </p:nvSpPr>
        <p:spPr>
          <a:xfrm>
            <a:off x="6027420" y="2665730"/>
            <a:ext cx="1991995" cy="94234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6027420" y="3836035"/>
            <a:ext cx="1991995" cy="51943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 grpId="0" bldLvl="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p:cNvSpPr>
          <p:nvPr>
            <p:ph type="title"/>
          </p:nvPr>
        </p:nvSpPr>
        <p:spPr>
          <a:xfrm>
            <a:off x="395288" y="515938"/>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000" b="1">
                <a:latin typeface="华文新魏" panose="02010800040101010101" pitchFamily="2" charset="-122"/>
                <a:ea typeface="华文新魏" panose="02010800040101010101" pitchFamily="2" charset="-122"/>
              </a:rPr>
              <a:t> </a:t>
            </a:r>
            <a:r>
              <a:rPr lang="zh-CN" altLang="en-US" sz="2400" b="1" dirty="0">
                <a:solidFill>
                  <a:srgbClr val="FF0000"/>
                </a:solidFill>
                <a:latin typeface="华文新魏" panose="02010800040101010101" pitchFamily="2" charset="-122"/>
                <a:ea typeface="华文新魏" panose="02010800040101010101" pitchFamily="2" charset="-122"/>
              </a:rPr>
              <a:t>双极型</a:t>
            </a:r>
            <a:r>
              <a:rPr lang="en-US" altLang="zh-CN" sz="2400" b="1">
                <a:solidFill>
                  <a:srgbClr val="FF0000"/>
                </a:solidFill>
                <a:latin typeface="华文新魏" panose="02010800040101010101" pitchFamily="2" charset="-122"/>
                <a:ea typeface="华文新魏" panose="02010800040101010101" pitchFamily="2" charset="-122"/>
              </a:rPr>
              <a:t>555</a:t>
            </a:r>
            <a:r>
              <a:rPr lang="zh-CN" altLang="en-US" sz="2400" b="1" dirty="0">
                <a:solidFill>
                  <a:srgbClr val="FF0000"/>
                </a:solidFill>
                <a:latin typeface="华文新魏" panose="02010800040101010101" pitchFamily="2" charset="-122"/>
                <a:ea typeface="华文新魏" panose="02010800040101010101" pitchFamily="2" charset="-122"/>
              </a:rPr>
              <a:t>定时器</a:t>
            </a:r>
            <a:endParaRPr lang="en-US" altLang="zh-CN" sz="2400" b="1">
              <a:solidFill>
                <a:srgbClr val="FF0000"/>
              </a:solidFill>
              <a:latin typeface="华文新魏" panose="02010800040101010101" pitchFamily="2" charset="-122"/>
              <a:ea typeface="华文新魏" panose="02010800040101010101" pitchFamily="2" charset="-122"/>
            </a:endParaRPr>
          </a:p>
        </p:txBody>
      </p:sp>
      <p:pic>
        <p:nvPicPr>
          <p:cNvPr id="211971" name="Picture 2"/>
          <p:cNvPicPr>
            <a:picLocks noChangeAspect="1"/>
          </p:cNvPicPr>
          <p:nvPr/>
        </p:nvPicPr>
        <p:blipFill>
          <a:blip r:embed="rId3"/>
          <a:stretch>
            <a:fillRect/>
          </a:stretch>
        </p:blipFill>
        <p:spPr>
          <a:xfrm>
            <a:off x="2051050" y="987425"/>
            <a:ext cx="7046913" cy="3859213"/>
          </a:xfrm>
          <a:prstGeom prst="rect">
            <a:avLst/>
          </a:prstGeom>
          <a:noFill/>
          <a:ln w="9525">
            <a:noFill/>
          </a:ln>
        </p:spPr>
      </p:pic>
      <p:sp>
        <p:nvSpPr>
          <p:cNvPr id="211972" name="文本框 1"/>
          <p:cNvSpPr txBox="1"/>
          <p:nvPr/>
        </p:nvSpPr>
        <p:spPr>
          <a:xfrm>
            <a:off x="323850" y="1419225"/>
            <a:ext cx="1800225" cy="3013075"/>
          </a:xfrm>
          <a:prstGeom prst="rect">
            <a:avLst/>
          </a:prstGeom>
          <a:noFill/>
          <a:ln w="9525">
            <a:noFill/>
          </a:ln>
        </p:spPr>
        <p:txBody>
          <a:bodyPr>
            <a:spAutoFit/>
          </a:bodyPr>
          <a:lstStyle/>
          <a:p>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定时器由电阻分压器、比较器、</a:t>
            </a:r>
            <a:r>
              <a:rPr lang="en-US" altLang="zh-CN" sz="2400">
                <a:solidFill>
                  <a:schemeClr val="tx1"/>
                </a:solidFill>
                <a:latin typeface="华文新魏" panose="02010800040101010101" pitchFamily="2" charset="-122"/>
                <a:ea typeface="华文新魏" panose="02010800040101010101" pitchFamily="2" charset="-122"/>
              </a:rPr>
              <a:t>/S-/R</a:t>
            </a:r>
            <a:r>
              <a:rPr lang="zh-CN" altLang="en-US" sz="2400" dirty="0">
                <a:solidFill>
                  <a:schemeClr val="tx1"/>
                </a:solidFill>
                <a:latin typeface="华文新魏" panose="02010800040101010101" pitchFamily="2" charset="-122"/>
                <a:ea typeface="华文新魏" panose="02010800040101010101" pitchFamily="2" charset="-122"/>
              </a:rPr>
              <a:t>触发器、三极管开关和输出缓存器五部分组成。</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2"/>
          <p:cNvSpPr>
            <a:spLocks noGrp="1"/>
          </p:cNvSpPr>
          <p:nvPr>
            <p:ph type="title"/>
          </p:nvPr>
        </p:nvSpPr>
        <p:spPr>
          <a:xfrm>
            <a:off x="611188" y="555625"/>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双极型</a:t>
            </a:r>
            <a:r>
              <a:rPr lang="en-US" altLang="zh-CN" sz="2400" b="1">
                <a:latin typeface="华文新魏" panose="02010800040101010101" pitchFamily="2" charset="-122"/>
                <a:ea typeface="华文新魏" panose="02010800040101010101" pitchFamily="2" charset="-122"/>
              </a:rPr>
              <a:t>555</a:t>
            </a:r>
            <a:r>
              <a:rPr lang="zh-CN" altLang="en-US" sz="2400" b="1" dirty="0">
                <a:latin typeface="华文新魏" panose="02010800040101010101" pitchFamily="2" charset="-122"/>
                <a:ea typeface="华文新魏" panose="02010800040101010101" pitchFamily="2" charset="-122"/>
              </a:rPr>
              <a:t>定时器</a:t>
            </a:r>
            <a:endParaRPr lang="en-US" altLang="zh-CN" sz="2400" b="1">
              <a:latin typeface="华文新魏" panose="02010800040101010101" pitchFamily="2" charset="-122"/>
              <a:ea typeface="华文新魏" panose="02010800040101010101" pitchFamily="2" charset="-122"/>
            </a:endParaRPr>
          </a:p>
        </p:txBody>
      </p:sp>
      <p:sp>
        <p:nvSpPr>
          <p:cNvPr id="212995" name="Text Box 4"/>
          <p:cNvSpPr txBox="1"/>
          <p:nvPr/>
        </p:nvSpPr>
        <p:spPr>
          <a:xfrm>
            <a:off x="611188" y="1131888"/>
            <a:ext cx="3529012" cy="3476625"/>
          </a:xfrm>
          <a:prstGeom prst="rect">
            <a:avLst/>
          </a:prstGeom>
          <a:noFill/>
          <a:ln w="9525">
            <a:noFill/>
          </a:ln>
        </p:spPr>
        <p:txBody>
          <a:bodyPr>
            <a:spAutoFit/>
          </a:bodyPr>
          <a:lstStyle/>
          <a:p>
            <a:pPr eaLnBrk="1" hangingPunct="1">
              <a:lnSpc>
                <a:spcPct val="85000"/>
              </a:lnSpc>
              <a:spcBef>
                <a:spcPct val="20000"/>
              </a:spcBef>
            </a:pPr>
            <a:r>
              <a:rPr lang="en-US" altLang="zh-CN" sz="2400">
                <a:solidFill>
                  <a:schemeClr val="tx1"/>
                </a:solidFill>
                <a:latin typeface="华文新魏" panose="02010800040101010101" pitchFamily="2" charset="-122"/>
                <a:ea typeface="华文新魏" panose="02010800040101010101" pitchFamily="2" charset="-122"/>
              </a:rPr>
              <a:t>555</a:t>
            </a:r>
            <a:r>
              <a:rPr lang="zh-CN" altLang="en-US" sz="2400" dirty="0">
                <a:solidFill>
                  <a:schemeClr val="tx1"/>
                </a:solidFill>
                <a:latin typeface="华文新魏" panose="02010800040101010101" pitchFamily="2" charset="-122"/>
                <a:ea typeface="华文新魏" panose="02010800040101010101" pitchFamily="2" charset="-122"/>
              </a:rPr>
              <a:t>定时器有</a:t>
            </a:r>
            <a:r>
              <a:rPr lang="en-US" altLang="zh-CN" sz="2400">
                <a:solidFill>
                  <a:schemeClr val="tx1"/>
                </a:solidFill>
                <a:latin typeface="华文新魏" panose="02010800040101010101" pitchFamily="2" charset="-122"/>
                <a:ea typeface="华文新魏" panose="02010800040101010101" pitchFamily="2" charset="-122"/>
              </a:rPr>
              <a:t>8</a:t>
            </a:r>
            <a:r>
              <a:rPr lang="zh-CN" altLang="en-US" sz="2400" dirty="0">
                <a:solidFill>
                  <a:schemeClr val="tx1"/>
                </a:solidFill>
                <a:latin typeface="华文新魏" panose="02010800040101010101" pitchFamily="2" charset="-122"/>
                <a:ea typeface="华文新魏" panose="02010800040101010101" pitchFamily="2" charset="-122"/>
              </a:rPr>
              <a:t>个引出端：</a:t>
            </a:r>
            <a:endParaRPr lang="en-US" altLang="zh-CN" sz="2400">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地端</a:t>
            </a:r>
            <a:r>
              <a:rPr lang="en-US" altLang="zh-CN" sz="2400">
                <a:solidFill>
                  <a:schemeClr val="tx1"/>
                </a:solidFill>
                <a:latin typeface="华文新魏" panose="02010800040101010101" pitchFamily="2" charset="-122"/>
                <a:ea typeface="华文新魏" panose="02010800040101010101" pitchFamily="2" charset="-122"/>
              </a:rPr>
              <a:t>1</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低触发端</a:t>
            </a:r>
            <a:r>
              <a:rPr lang="en-US" altLang="zh-CN" sz="2400">
                <a:solidFill>
                  <a:schemeClr val="tx1"/>
                </a:solidFill>
                <a:latin typeface="华文新魏" panose="02010800040101010101" pitchFamily="2" charset="-122"/>
                <a:ea typeface="华文新魏" panose="02010800040101010101" pitchFamily="2" charset="-122"/>
              </a:rPr>
              <a:t>2</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输出端</a:t>
            </a:r>
            <a:r>
              <a:rPr lang="en-US" altLang="zh-CN" sz="2400">
                <a:solidFill>
                  <a:schemeClr val="tx1"/>
                </a:solidFill>
                <a:latin typeface="华文新魏" panose="02010800040101010101" pitchFamily="2" charset="-122"/>
                <a:ea typeface="华文新魏" panose="02010800040101010101" pitchFamily="2" charset="-122"/>
              </a:rPr>
              <a:t>3</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复位端</a:t>
            </a:r>
            <a:r>
              <a:rPr lang="en-US" altLang="zh-CN" sz="2400">
                <a:solidFill>
                  <a:schemeClr val="tx1"/>
                </a:solidFill>
                <a:latin typeface="华文新魏" panose="02010800040101010101" pitchFamily="2" charset="-122"/>
                <a:ea typeface="华文新魏" panose="02010800040101010101" pitchFamily="2" charset="-122"/>
              </a:rPr>
              <a:t>4</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电压控制端</a:t>
            </a:r>
            <a:r>
              <a:rPr lang="en-US" altLang="zh-CN" sz="2400">
                <a:solidFill>
                  <a:schemeClr val="tx1"/>
                </a:solidFill>
                <a:latin typeface="华文新魏" panose="02010800040101010101" pitchFamily="2" charset="-122"/>
                <a:ea typeface="华文新魏" panose="02010800040101010101" pitchFamily="2" charset="-122"/>
              </a:rPr>
              <a:t>5</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高触发端</a:t>
            </a:r>
            <a:r>
              <a:rPr lang="en-US" altLang="zh-CN" sz="2400">
                <a:solidFill>
                  <a:schemeClr val="tx1"/>
                </a:solidFill>
                <a:latin typeface="华文新魏" panose="02010800040101010101" pitchFamily="2" charset="-122"/>
                <a:ea typeface="华文新魏" panose="02010800040101010101" pitchFamily="2" charset="-122"/>
              </a:rPr>
              <a:t>6</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放电端</a:t>
            </a:r>
            <a:r>
              <a:rPr lang="en-US" altLang="zh-CN" sz="2400">
                <a:solidFill>
                  <a:schemeClr val="tx1"/>
                </a:solidFill>
                <a:latin typeface="华文新魏" panose="02010800040101010101" pitchFamily="2" charset="-122"/>
                <a:ea typeface="华文新魏" panose="02010800040101010101" pitchFamily="2" charset="-122"/>
              </a:rPr>
              <a:t>7</a:t>
            </a:r>
          </a:p>
          <a:p>
            <a:pPr eaLnBrk="1" hangingPunct="1">
              <a:lnSpc>
                <a:spcPct val="85000"/>
              </a:lnSpc>
              <a:spcBef>
                <a:spcPct val="20000"/>
              </a:spcBef>
              <a:buFont typeface="Arial" panose="020B0604020202020204" pitchFamily="34" charset="0"/>
              <a:buChar char="•"/>
            </a:pPr>
            <a:r>
              <a:rPr lang="zh-CN" altLang="en-US" sz="2400" dirty="0">
                <a:solidFill>
                  <a:schemeClr val="tx1"/>
                </a:solidFill>
                <a:latin typeface="华文新魏" panose="02010800040101010101" pitchFamily="2" charset="-122"/>
                <a:ea typeface="华文新魏" panose="02010800040101010101" pitchFamily="2" charset="-122"/>
              </a:rPr>
              <a:t>电源端</a:t>
            </a:r>
            <a:r>
              <a:rPr lang="en-US" altLang="zh-CN" sz="2400">
                <a:solidFill>
                  <a:schemeClr val="tx1"/>
                </a:solidFill>
                <a:latin typeface="华文新魏" panose="02010800040101010101" pitchFamily="2" charset="-122"/>
                <a:ea typeface="华文新魏" panose="02010800040101010101" pitchFamily="2" charset="-122"/>
              </a:rPr>
              <a:t>8</a:t>
            </a:r>
          </a:p>
        </p:txBody>
      </p:sp>
      <p:grpSp>
        <p:nvGrpSpPr>
          <p:cNvPr id="3" name="组合 2"/>
          <p:cNvGrpSpPr/>
          <p:nvPr/>
        </p:nvGrpSpPr>
        <p:grpSpPr>
          <a:xfrm>
            <a:off x="4787900" y="1347470"/>
            <a:ext cx="2752090" cy="2533650"/>
            <a:chOff x="8444" y="2010"/>
            <a:chExt cx="4334" cy="3990"/>
          </a:xfrm>
        </p:grpSpPr>
        <p:pic>
          <p:nvPicPr>
            <p:cNvPr id="212996" name="图片 1"/>
            <p:cNvPicPr>
              <a:picLocks noChangeAspect="1"/>
            </p:cNvPicPr>
            <p:nvPr/>
          </p:nvPicPr>
          <p:blipFill>
            <a:blip r:embed="rId3"/>
            <a:stretch>
              <a:fillRect/>
            </a:stretch>
          </p:blipFill>
          <p:spPr>
            <a:xfrm>
              <a:off x="8444" y="2010"/>
              <a:ext cx="4335" cy="3990"/>
            </a:xfrm>
            <a:prstGeom prst="rect">
              <a:avLst/>
            </a:prstGeom>
            <a:noFill/>
            <a:ln w="9525">
              <a:noFill/>
            </a:ln>
          </p:spPr>
        </p:pic>
        <p:sp>
          <p:nvSpPr>
            <p:cNvPr id="2" name="文本框 1"/>
            <p:cNvSpPr txBox="1"/>
            <p:nvPr/>
          </p:nvSpPr>
          <p:spPr>
            <a:xfrm>
              <a:off x="9355" y="3355"/>
              <a:ext cx="522" cy="483"/>
            </a:xfrm>
            <a:prstGeom prst="rect">
              <a:avLst/>
            </a:prstGeom>
            <a:noFill/>
          </p:spPr>
          <p:txBody>
            <a:bodyPr wrap="square" rtlCol="0">
              <a:spAutoFit/>
            </a:bodyPr>
            <a:lstStyle/>
            <a:p>
              <a:r>
                <a:rPr lang="en-US" altLang="zh-CN" sz="1400" b="1">
                  <a:solidFill>
                    <a:schemeClr val="tx1"/>
                  </a:solidFill>
                </a:rPr>
                <a:t>7</a:t>
              </a:r>
            </a:p>
          </p:txBody>
        </p:sp>
      </p:grpSp>
      <p:sp>
        <p:nvSpPr>
          <p:cNvPr id="4" name="文本框 3"/>
          <p:cNvSpPr txBox="1"/>
          <p:nvPr/>
        </p:nvSpPr>
        <p:spPr>
          <a:xfrm>
            <a:off x="4355465" y="4156075"/>
            <a:ext cx="4629785" cy="373380"/>
          </a:xfrm>
          <a:prstGeom prst="rect">
            <a:avLst/>
          </a:prstGeom>
          <a:noFill/>
        </p:spPr>
        <p:txBody>
          <a:bodyPr wrap="square" rtlCol="0">
            <a:noAutofit/>
          </a:bodyPr>
          <a:lstStyle/>
          <a:p>
            <a:r>
              <a:rPr lang="zh-CN" altLang="en-US" sz="1800">
                <a:solidFill>
                  <a:schemeClr val="tx1"/>
                </a:solidFill>
              </a:rPr>
              <a:t>芯片给出的是逻辑符号，不是芯片的视图。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018" name="Picture 7"/>
          <p:cNvPicPr>
            <a:picLocks noChangeAspect="1"/>
          </p:cNvPicPr>
          <p:nvPr/>
        </p:nvPicPr>
        <p:blipFill>
          <a:blip r:embed="rId2"/>
          <a:stretch>
            <a:fillRect/>
          </a:stretch>
        </p:blipFill>
        <p:spPr>
          <a:xfrm>
            <a:off x="179388" y="571500"/>
            <a:ext cx="5818187" cy="4376738"/>
          </a:xfrm>
          <a:prstGeom prst="rect">
            <a:avLst/>
          </a:prstGeom>
          <a:noFill/>
          <a:ln w="9525">
            <a:noFill/>
          </a:ln>
        </p:spPr>
      </p:pic>
      <p:pic>
        <p:nvPicPr>
          <p:cNvPr id="214021" name="图片 214020"/>
          <p:cNvPicPr>
            <a:picLocks noChangeAspect="1"/>
          </p:cNvPicPr>
          <p:nvPr/>
        </p:nvPicPr>
        <p:blipFill>
          <a:blip r:embed="rId3"/>
          <a:stretch>
            <a:fillRect/>
          </a:stretch>
        </p:blipFill>
        <p:spPr>
          <a:xfrm>
            <a:off x="4418965" y="689610"/>
            <a:ext cx="4725035" cy="3985895"/>
          </a:xfrm>
          <a:prstGeom prst="rect">
            <a:avLst/>
          </a:prstGeom>
          <a:noFill/>
          <a:ln w="9525">
            <a:noFill/>
          </a:ln>
        </p:spPr>
      </p:pic>
      <p:sp>
        <p:nvSpPr>
          <p:cNvPr id="3" name="矩形 2"/>
          <p:cNvSpPr/>
          <p:nvPr/>
        </p:nvSpPr>
        <p:spPr>
          <a:xfrm>
            <a:off x="2188845" y="812165"/>
            <a:ext cx="1987550" cy="85471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
        <p:nvSpPr>
          <p:cNvPr id="2" name="矩形 1"/>
          <p:cNvSpPr/>
          <p:nvPr/>
        </p:nvSpPr>
        <p:spPr>
          <a:xfrm>
            <a:off x="1943100" y="4093845"/>
            <a:ext cx="2400300" cy="946150"/>
          </a:xfrm>
          <a:prstGeom prst="rect">
            <a:avLst/>
          </a:prstGeom>
          <a:noFill/>
          <a:ln w="9525" cap="flat" cmpd="sng" algn="ctr">
            <a:solidFill>
              <a:srgbClr val="FF0000"/>
            </a:solidFill>
            <a:prstDash val="solid"/>
            <a:round/>
            <a:headEnd type="none" w="med" len="med"/>
            <a:tailEnd type="none" w="med" len="med"/>
          </a:ln>
          <a:extLst>
            <a:ext uri="{909E8E84-426E-40DD-AFC4-6F175D3DCCD1}">
              <a14:hiddenFill xmlns:a14="http://schemas.microsoft.com/office/drawing/2010/main">
                <a:solidFill>
                  <a:srgbClr val="FFFF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2000" b="0" i="0" u="none" strike="noStrike" cap="none" normalizeH="0" baseline="0">
              <a:ln>
                <a:noFill/>
              </a:ln>
              <a:solidFill>
                <a:srgbClr val="FFFF00"/>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214021"/>
                                        </p:tgtEl>
                                        <p:attrNameLst>
                                          <p:attrName>ppt_x</p:attrName>
                                        </p:attrNameLst>
                                      </p:cBhvr>
                                      <p:tavLst>
                                        <p:tav tm="0">
                                          <p:val>
                                            <p:strVal val="ppt_x"/>
                                          </p:val>
                                        </p:tav>
                                        <p:tav tm="100000">
                                          <p:val>
                                            <p:strVal val="ppt_x"/>
                                          </p:val>
                                        </p:tav>
                                      </p:tavLst>
                                    </p:anim>
                                    <p:anim calcmode="lin" valueType="num">
                                      <p:cBhvr additive="base">
                                        <p:cTn id="7" dur="500"/>
                                        <p:tgtEl>
                                          <p:spTgt spid="214021"/>
                                        </p:tgtEl>
                                        <p:attrNameLst>
                                          <p:attrName>ppt_y</p:attrName>
                                        </p:attrNameLst>
                                      </p:cBhvr>
                                      <p:tavLst>
                                        <p:tav tm="0">
                                          <p:val>
                                            <p:strVal val="ppt_y"/>
                                          </p:val>
                                        </p:tav>
                                        <p:tav tm="100000">
                                          <p:val>
                                            <p:strVal val="1+ppt_h/2"/>
                                          </p:val>
                                        </p:tav>
                                      </p:tavLst>
                                    </p:anim>
                                    <p:set>
                                      <p:cBhvr>
                                        <p:cTn id="8" dur="1" fill="hold">
                                          <p:stCondLst>
                                            <p:cond delay="499"/>
                                          </p:stCondLst>
                                        </p:cTn>
                                        <p:tgtEl>
                                          <p:spTgt spid="214021"/>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500" fill="hold"/>
                                        <p:tgtEl>
                                          <p:spTgt spid="2"/>
                                        </p:tgtEl>
                                        <p:attrNameLst>
                                          <p:attrName>ppt_x</p:attrName>
                                        </p:attrNameLst>
                                      </p:cBhvr>
                                      <p:tavLst>
                                        <p:tav tm="0">
                                          <p:val>
                                            <p:strVal val="#ppt_x"/>
                                          </p:val>
                                        </p:tav>
                                        <p:tav tm="100000">
                                          <p:val>
                                            <p:strVal val="#ppt_x"/>
                                          </p:val>
                                        </p:tav>
                                      </p:tavLst>
                                    </p:anim>
                                    <p:anim calcmode="lin" valueType="num">
                                      <p:cBhvr additive="base">
                                        <p:cTn id="20"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42" name="Picture 9"/>
          <p:cNvPicPr>
            <a:picLocks noChangeAspect="1"/>
          </p:cNvPicPr>
          <p:nvPr/>
        </p:nvPicPr>
        <p:blipFill>
          <a:blip r:embed="rId2"/>
          <a:stretch>
            <a:fillRect/>
          </a:stretch>
        </p:blipFill>
        <p:spPr>
          <a:xfrm>
            <a:off x="428625" y="571500"/>
            <a:ext cx="6826250" cy="4162425"/>
          </a:xfrm>
          <a:prstGeom prst="rect">
            <a:avLst/>
          </a:prstGeom>
          <a:noFill/>
          <a:ln w="9525">
            <a:noFill/>
          </a:ln>
        </p:spPr>
      </p:pic>
      <p:pic>
        <p:nvPicPr>
          <p:cNvPr id="215044" name="图片 215043"/>
          <p:cNvPicPr>
            <a:picLocks noChangeAspect="1"/>
          </p:cNvPicPr>
          <p:nvPr/>
        </p:nvPicPr>
        <p:blipFill>
          <a:blip r:embed="rId3"/>
          <a:stretch>
            <a:fillRect/>
          </a:stretch>
        </p:blipFill>
        <p:spPr>
          <a:xfrm>
            <a:off x="5435600" y="1354138"/>
            <a:ext cx="3529013" cy="2978150"/>
          </a:xfrm>
          <a:prstGeom prst="rect">
            <a:avLst/>
          </a:prstGeom>
          <a:noFill/>
          <a:ln w="9525">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p:cNvSpPr>
            <a:spLocks noGrp="1"/>
          </p:cNvSpPr>
          <p:nvPr>
            <p:ph type="title"/>
          </p:nvPr>
        </p:nvSpPr>
        <p:spPr>
          <a:xfrm>
            <a:off x="614363" y="473075"/>
            <a:ext cx="6400800" cy="400050"/>
          </a:xfrm>
          <a:prstGeom prst="rect">
            <a:avLst/>
          </a:prstGeom>
          <a:noFill/>
          <a:ln w="9525">
            <a:noFill/>
          </a:ln>
        </p:spPr>
        <p:txBody>
          <a:bodyPr/>
          <a:lstStyle/>
          <a:p>
            <a:pPr eaLnBrk="1" hangingPunct="1">
              <a:buFont typeface="Wingdings" panose="05000000000000000000" pitchFamily="2" charset="2"/>
              <a:buChar char="Ø"/>
            </a:pPr>
            <a:r>
              <a:rPr lang="en-US" altLang="zh-CN" sz="2400" b="1">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构建单稳态触发器</a:t>
            </a:r>
            <a:endParaRPr lang="en-US" altLang="zh-CN" sz="2400" b="1">
              <a:latin typeface="华文新魏" panose="02010800040101010101" pitchFamily="2" charset="-122"/>
              <a:ea typeface="华文新魏" panose="02010800040101010101" pitchFamily="2" charset="-122"/>
            </a:endParaRPr>
          </a:p>
        </p:txBody>
      </p:sp>
      <p:sp>
        <p:nvSpPr>
          <p:cNvPr id="216067" name="Text Box 4"/>
          <p:cNvSpPr txBox="1"/>
          <p:nvPr/>
        </p:nvSpPr>
        <p:spPr>
          <a:xfrm>
            <a:off x="539750" y="700088"/>
            <a:ext cx="4824413" cy="1979612"/>
          </a:xfrm>
          <a:prstGeom prst="rect">
            <a:avLst/>
          </a:prstGeom>
          <a:noFill/>
          <a:ln w="9525">
            <a:noFill/>
          </a:ln>
        </p:spPr>
        <p:txBody>
          <a:bodyPr>
            <a:spAutoFit/>
          </a:bodyPr>
          <a:lstStyle/>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en-US" altLang="zh-CN" sz="2400" b="1">
                <a:solidFill>
                  <a:schemeClr val="tx1"/>
                </a:solidFill>
                <a:latin typeface="华文新魏" panose="02010800040101010101" pitchFamily="2" charset="-122"/>
                <a:ea typeface="华文新魏" panose="02010800040101010101" pitchFamily="2" charset="-122"/>
              </a:rPr>
              <a:t>R,C</a:t>
            </a:r>
            <a:r>
              <a:rPr lang="zh-CN" altLang="en-US" sz="2400" b="1" dirty="0">
                <a:solidFill>
                  <a:schemeClr val="tx1"/>
                </a:solidFill>
                <a:latin typeface="华文新魏" panose="02010800040101010101" pitchFamily="2" charset="-122"/>
                <a:ea typeface="华文新魏" panose="02010800040101010101" pitchFamily="2" charset="-122"/>
              </a:rPr>
              <a:t>是定时元件；单稳态触发器的输入信号</a:t>
            </a:r>
            <a:r>
              <a:rPr lang="en-US" altLang="zh-CN" sz="2400" b="1">
                <a:solidFill>
                  <a:schemeClr val="tx1"/>
                </a:solidFill>
                <a:latin typeface="华文新魏" panose="02010800040101010101" pitchFamily="2" charset="-122"/>
                <a:ea typeface="华文新魏" panose="02010800040101010101" pitchFamily="2" charset="-122"/>
              </a:rPr>
              <a:t>v1</a:t>
            </a:r>
            <a:r>
              <a:rPr lang="zh-CN" altLang="en-US" sz="2400" b="1" dirty="0">
                <a:solidFill>
                  <a:schemeClr val="tx1"/>
                </a:solidFill>
                <a:latin typeface="华文新魏" panose="02010800040101010101" pitchFamily="2" charset="-122"/>
                <a:ea typeface="华文新魏" panose="02010800040101010101" pitchFamily="2" charset="-122"/>
              </a:rPr>
              <a:t>加在低触发端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上；端</a:t>
            </a:r>
            <a:r>
              <a:rPr lang="en-US" altLang="zh-CN" sz="2400" b="1">
                <a:solidFill>
                  <a:schemeClr val="tx1"/>
                </a:solidFill>
                <a:latin typeface="华文新魏" panose="02010800040101010101" pitchFamily="2" charset="-122"/>
                <a:ea typeface="华文新魏" panose="02010800040101010101" pitchFamily="2" charset="-122"/>
              </a:rPr>
              <a:t>3</a:t>
            </a:r>
            <a:r>
              <a:rPr lang="zh-CN" altLang="en-US" sz="2400" b="1" dirty="0">
                <a:solidFill>
                  <a:schemeClr val="tx1"/>
                </a:solidFill>
                <a:latin typeface="华文新魏" panose="02010800040101010101" pitchFamily="2" charset="-122"/>
                <a:ea typeface="华文新魏" panose="02010800040101010101" pitchFamily="2" charset="-122"/>
              </a:rPr>
              <a:t>是单稳态触发器输出脉冲端电压</a:t>
            </a:r>
            <a:r>
              <a:rPr lang="en-US" altLang="zh-CN" sz="2400" b="1">
                <a:solidFill>
                  <a:schemeClr val="tx1"/>
                </a:solidFill>
                <a:latin typeface="华文新魏" panose="02010800040101010101" pitchFamily="2" charset="-122"/>
                <a:ea typeface="华文新魏" panose="02010800040101010101" pitchFamily="2" charset="-122"/>
              </a:rPr>
              <a:t>v0</a:t>
            </a:r>
            <a:r>
              <a:rPr lang="zh-CN" altLang="en-US" sz="2400" b="1" dirty="0">
                <a:solidFill>
                  <a:schemeClr val="tx1"/>
                </a:solidFill>
                <a:latin typeface="华文新魏" panose="02010800040101010101" pitchFamily="2" charset="-122"/>
                <a:ea typeface="华文新魏" panose="02010800040101010101" pitchFamily="2" charset="-122"/>
              </a:rPr>
              <a:t>；高触发端</a:t>
            </a:r>
            <a:r>
              <a:rPr lang="en-US" altLang="zh-CN" sz="2400" b="1">
                <a:solidFill>
                  <a:schemeClr val="tx1"/>
                </a:solidFill>
                <a:latin typeface="华文新魏" panose="02010800040101010101" pitchFamily="2" charset="-122"/>
                <a:ea typeface="华文新魏" panose="02010800040101010101" pitchFamily="2" charset="-122"/>
              </a:rPr>
              <a:t>6</a:t>
            </a:r>
            <a:r>
              <a:rPr lang="zh-CN" altLang="en-US" sz="2400" b="1" dirty="0">
                <a:solidFill>
                  <a:schemeClr val="tx1"/>
                </a:solidFill>
                <a:latin typeface="华文新魏" panose="02010800040101010101" pitchFamily="2" charset="-122"/>
                <a:ea typeface="华文新魏" panose="02010800040101010101" pitchFamily="2" charset="-122"/>
              </a:rPr>
              <a:t>为</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端为放电端</a:t>
            </a:r>
            <a:r>
              <a:rPr lang="en-US" altLang="zh-CN" sz="2400" b="1">
                <a:solidFill>
                  <a:schemeClr val="tx1"/>
                </a:solidFill>
                <a:latin typeface="华文新魏" panose="02010800040101010101" pitchFamily="2" charset="-122"/>
                <a:ea typeface="华文新魏" panose="02010800040101010101" pitchFamily="2" charset="-122"/>
              </a:rPr>
              <a:t>7</a:t>
            </a:r>
            <a:r>
              <a:rPr lang="zh-CN" altLang="en-US" sz="2400" b="1" dirty="0">
                <a:solidFill>
                  <a:schemeClr val="tx1"/>
                </a:solidFill>
                <a:latin typeface="华文新魏" panose="02010800040101010101" pitchFamily="2" charset="-122"/>
                <a:ea typeface="华文新魏" panose="02010800040101010101" pitchFamily="2" charset="-122"/>
              </a:rPr>
              <a:t>，连接到</a:t>
            </a:r>
            <a:r>
              <a:rPr lang="en-US" altLang="zh-CN" sz="2400" b="1">
                <a:solidFill>
                  <a:schemeClr val="tx1"/>
                </a:solidFill>
                <a:latin typeface="华文新魏" panose="02010800040101010101" pitchFamily="2" charset="-122"/>
                <a:ea typeface="华文新魏" panose="02010800040101010101" pitchFamily="2" charset="-122"/>
              </a:rPr>
              <a:t>C</a:t>
            </a:r>
            <a:r>
              <a:rPr lang="zh-CN" altLang="en-US" sz="2400" b="1" dirty="0">
                <a:solidFill>
                  <a:schemeClr val="tx1"/>
                </a:solidFill>
                <a:latin typeface="华文新魏" panose="02010800040101010101" pitchFamily="2" charset="-122"/>
                <a:ea typeface="华文新魏" panose="02010800040101010101" pitchFamily="2" charset="-122"/>
              </a:rPr>
              <a:t>与</a:t>
            </a:r>
            <a:r>
              <a:rPr lang="en-US" altLang="zh-CN" sz="2400" b="1">
                <a:solidFill>
                  <a:schemeClr val="tx1"/>
                </a:solidFill>
                <a:latin typeface="华文新魏" panose="02010800040101010101" pitchFamily="2" charset="-122"/>
                <a:ea typeface="华文新魏" panose="02010800040101010101" pitchFamily="2" charset="-122"/>
              </a:rPr>
              <a:t>R</a:t>
            </a:r>
            <a:r>
              <a:rPr lang="zh-CN" altLang="en-US" sz="2400" b="1" dirty="0">
                <a:solidFill>
                  <a:schemeClr val="tx1"/>
                </a:solidFill>
                <a:latin typeface="华文新魏" panose="02010800040101010101" pitchFamily="2" charset="-122"/>
                <a:ea typeface="华文新魏" panose="02010800040101010101" pitchFamily="2" charset="-122"/>
              </a:rPr>
              <a:t>的连接处</a:t>
            </a:r>
            <a:r>
              <a:rPr lang="en-US" altLang="zh-CN" sz="2400" b="1">
                <a:solidFill>
                  <a:schemeClr val="tx1"/>
                </a:solidFill>
                <a:latin typeface="华文新魏" panose="02010800040101010101" pitchFamily="2" charset="-122"/>
                <a:ea typeface="华文新魏" panose="02010800040101010101" pitchFamily="2" charset="-122"/>
              </a:rPr>
              <a:t>d</a:t>
            </a:r>
            <a:r>
              <a:rPr lang="zh-CN" altLang="en-US" sz="2400" b="1" dirty="0">
                <a:solidFill>
                  <a:schemeClr val="tx1"/>
                </a:solidFill>
                <a:latin typeface="华文新魏" panose="02010800040101010101" pitchFamily="2" charset="-122"/>
                <a:ea typeface="华文新魏" panose="02010800040101010101" pitchFamily="2" charset="-122"/>
              </a:rPr>
              <a:t>。</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68" name="图片 3"/>
          <p:cNvPicPr>
            <a:picLocks noChangeAspect="1"/>
          </p:cNvPicPr>
          <p:nvPr/>
        </p:nvPicPr>
        <p:blipFill>
          <a:blip r:embed="rId2"/>
          <a:stretch>
            <a:fillRect/>
          </a:stretch>
        </p:blipFill>
        <p:spPr>
          <a:xfrm>
            <a:off x="5507038" y="614363"/>
            <a:ext cx="3168650" cy="2141537"/>
          </a:xfrm>
          <a:prstGeom prst="rect">
            <a:avLst/>
          </a:prstGeom>
          <a:noFill/>
          <a:ln w="9525">
            <a:noFill/>
          </a:ln>
        </p:spPr>
      </p:pic>
      <p:sp>
        <p:nvSpPr>
          <p:cNvPr id="216069" name="Rectangle 2"/>
          <p:cNvSpPr txBox="1"/>
          <p:nvPr/>
        </p:nvSpPr>
        <p:spPr>
          <a:xfrm>
            <a:off x="614363" y="3003550"/>
            <a:ext cx="6400800" cy="400050"/>
          </a:xfrm>
          <a:prstGeom prst="rect">
            <a:avLst/>
          </a:prstGeom>
          <a:noFill/>
          <a:ln w="9525">
            <a:noFill/>
          </a:ln>
        </p:spPr>
        <p:txBody>
          <a:bodyPr/>
          <a:lstStyle/>
          <a:p>
            <a:pPr defTabSz="685800" eaLnBrk="1" hangingPunct="1">
              <a:lnSpc>
                <a:spcPct val="90000"/>
              </a:lnSpc>
              <a:buFont typeface="Wingdings" panose="05000000000000000000" pitchFamily="2" charset="2"/>
              <a:buChar char="Ø"/>
            </a:pPr>
            <a:r>
              <a:rPr lang="zh-CN" altLang="en-US" sz="2400" b="1" dirty="0">
                <a:solidFill>
                  <a:schemeClr val="tx1"/>
                </a:solidFill>
                <a:latin typeface="华文新魏" panose="02010800040101010101" pitchFamily="2" charset="-122"/>
                <a:ea typeface="华文新魏" panose="02010800040101010101" pitchFamily="2" charset="-122"/>
              </a:rPr>
              <a:t>构建施密特触发器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sp>
        <p:nvSpPr>
          <p:cNvPr id="216070" name="Text Box 4"/>
          <p:cNvSpPr txBox="1"/>
          <p:nvPr/>
        </p:nvSpPr>
        <p:spPr>
          <a:xfrm>
            <a:off x="468313" y="3292475"/>
            <a:ext cx="4967287" cy="1357313"/>
          </a:xfrm>
          <a:prstGeom prst="rect">
            <a:avLst/>
          </a:prstGeom>
          <a:noFill/>
          <a:ln w="9525">
            <a:noFill/>
          </a:ln>
        </p:spPr>
        <p:txBody>
          <a:bodyPr>
            <a:spAutoFit/>
          </a:bodyPr>
          <a:lstStyle/>
          <a:p>
            <a:pPr eaLnBrk="1" hangingPunct="1">
              <a:lnSpc>
                <a:spcPct val="85000"/>
              </a:lnSpc>
              <a:spcBef>
                <a:spcPct val="20000"/>
              </a:spcBef>
            </a:pPr>
            <a:endParaRPr lang="en-US" altLang="zh-CN">
              <a:solidFill>
                <a:schemeClr val="tx1"/>
              </a:solidFill>
              <a:latin typeface="华文新魏" panose="02010800040101010101" pitchFamily="2" charset="-122"/>
              <a:ea typeface="华文新魏" panose="02010800040101010101" pitchFamily="2" charset="-122"/>
            </a:endParaRPr>
          </a:p>
          <a:p>
            <a:pPr eaLnBrk="1" hangingPunct="1">
              <a:lnSpc>
                <a:spcPct val="85000"/>
              </a:lnSpc>
              <a:spcBef>
                <a:spcPct val="20000"/>
              </a:spcBef>
            </a:pPr>
            <a:r>
              <a:rPr lang="zh-CN" altLang="en-US" sz="2400" b="1" dirty="0">
                <a:solidFill>
                  <a:schemeClr val="tx1"/>
                </a:solidFill>
                <a:latin typeface="华文新魏" panose="02010800040101010101" pitchFamily="2" charset="-122"/>
                <a:ea typeface="华文新魏" panose="02010800040101010101" pitchFamily="2" charset="-122"/>
              </a:rPr>
              <a:t>将</a:t>
            </a:r>
            <a:r>
              <a:rPr lang="en-US" altLang="zh-CN" sz="2400" b="1">
                <a:solidFill>
                  <a:schemeClr val="tx1"/>
                </a:solidFill>
                <a:latin typeface="华文新魏" panose="02010800040101010101" pitchFamily="2" charset="-122"/>
                <a:ea typeface="华文新魏" panose="02010800040101010101" pitchFamily="2" charset="-122"/>
              </a:rPr>
              <a:t>555</a:t>
            </a:r>
            <a:r>
              <a:rPr lang="zh-CN" altLang="en-US" sz="2400" b="1" dirty="0">
                <a:solidFill>
                  <a:schemeClr val="tx1"/>
                </a:solidFill>
                <a:latin typeface="华文新魏" panose="02010800040101010101" pitchFamily="2" charset="-122"/>
                <a:ea typeface="华文新魏" panose="02010800040101010101" pitchFamily="2" charset="-122"/>
              </a:rPr>
              <a:t>定时器的高触发端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和低出发端</a:t>
            </a:r>
            <a:r>
              <a:rPr lang="en-US" altLang="zh-CN" sz="2400" b="1">
                <a:solidFill>
                  <a:schemeClr val="tx1"/>
                </a:solidFill>
                <a:latin typeface="华文新魏" panose="02010800040101010101" pitchFamily="2" charset="-122"/>
                <a:ea typeface="华文新魏" panose="02010800040101010101" pitchFamily="2" charset="-122"/>
              </a:rPr>
              <a:t>T-</a:t>
            </a:r>
            <a:r>
              <a:rPr lang="zh-CN" altLang="en-US" sz="2400" b="1" dirty="0">
                <a:solidFill>
                  <a:schemeClr val="tx1"/>
                </a:solidFill>
                <a:latin typeface="华文新魏" panose="02010800040101010101" pitchFamily="2" charset="-122"/>
                <a:ea typeface="华文新魏" panose="02010800040101010101" pitchFamily="2" charset="-122"/>
              </a:rPr>
              <a:t>连接起来即可构成施密特触发器。</a:t>
            </a:r>
            <a:endParaRPr lang="en-US" altLang="zh-CN" sz="2400" b="1">
              <a:solidFill>
                <a:schemeClr val="tx1"/>
              </a:solidFill>
              <a:latin typeface="华文新魏" panose="02010800040101010101" pitchFamily="2" charset="-122"/>
              <a:ea typeface="华文新魏" panose="02010800040101010101" pitchFamily="2" charset="-122"/>
            </a:endParaRPr>
          </a:p>
        </p:txBody>
      </p:sp>
      <p:pic>
        <p:nvPicPr>
          <p:cNvPr id="216071" name="图片 4"/>
          <p:cNvPicPr>
            <a:picLocks noChangeAspect="1"/>
          </p:cNvPicPr>
          <p:nvPr/>
        </p:nvPicPr>
        <p:blipFill>
          <a:blip r:embed="rId3"/>
          <a:stretch>
            <a:fillRect/>
          </a:stretch>
        </p:blipFill>
        <p:spPr>
          <a:xfrm>
            <a:off x="5551488" y="2897188"/>
            <a:ext cx="2333625" cy="2095500"/>
          </a:xfrm>
          <a:prstGeom prst="rect">
            <a:avLst/>
          </a:prstGeom>
          <a:noFill/>
          <a:ln w="9525">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090" name="Picture 2"/>
          <p:cNvPicPr>
            <a:picLocks noChangeAspect="1"/>
          </p:cNvPicPr>
          <p:nvPr/>
        </p:nvPicPr>
        <p:blipFill>
          <a:blip r:embed="rId2"/>
          <a:stretch>
            <a:fillRect/>
          </a:stretch>
        </p:blipFill>
        <p:spPr>
          <a:xfrm>
            <a:off x="180975" y="555625"/>
            <a:ext cx="7581900" cy="4162425"/>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8114" name="Picture 10"/>
          <p:cNvPicPr>
            <a:picLocks noChangeAspect="1"/>
          </p:cNvPicPr>
          <p:nvPr/>
        </p:nvPicPr>
        <p:blipFill>
          <a:blip r:embed="rId2"/>
          <a:stretch>
            <a:fillRect/>
          </a:stretch>
        </p:blipFill>
        <p:spPr>
          <a:xfrm>
            <a:off x="469900" y="1492250"/>
            <a:ext cx="5759450" cy="3092450"/>
          </a:xfrm>
          <a:prstGeom prst="rect">
            <a:avLst/>
          </a:prstGeom>
          <a:noFill/>
          <a:ln w="9525">
            <a:noFill/>
          </a:ln>
        </p:spPr>
      </p:pic>
      <p:sp>
        <p:nvSpPr>
          <p:cNvPr id="218115" name="矩形 8"/>
          <p:cNvSpPr/>
          <p:nvPr/>
        </p:nvSpPr>
        <p:spPr>
          <a:xfrm>
            <a:off x="2913063" y="4643438"/>
            <a:ext cx="3322637" cy="400050"/>
          </a:xfrm>
          <a:prstGeom prst="rect">
            <a:avLst/>
          </a:prstGeom>
          <a:noFill/>
          <a:ln w="9525">
            <a:noFill/>
          </a:ln>
        </p:spPr>
        <p:txBody>
          <a:bodyPr wrap="none">
            <a:spAutoFit/>
          </a:bodyPr>
          <a:lstStyle/>
          <a:p>
            <a:pPr eaLnBrk="1" hangingPunct="1">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3.38 </a:t>
            </a:r>
            <a:r>
              <a:rPr lang="zh-CN" altLang="en-US" dirty="0">
                <a:solidFill>
                  <a:schemeClr val="tx1"/>
                </a:solidFill>
                <a:latin typeface="华文新魏" panose="02010800040101010101" pitchFamily="2" charset="-122"/>
                <a:ea typeface="华文新魏" panose="02010800040101010101" pitchFamily="2" charset="-122"/>
              </a:rPr>
              <a:t>节拍脉冲产生器框图</a:t>
            </a:r>
          </a:p>
        </p:txBody>
      </p:sp>
      <p:pic>
        <p:nvPicPr>
          <p:cNvPr id="218116" name="Picture 4"/>
          <p:cNvPicPr>
            <a:picLocks noChangeAspect="1"/>
          </p:cNvPicPr>
          <p:nvPr/>
        </p:nvPicPr>
        <p:blipFill>
          <a:blip r:embed="rId3"/>
          <a:stretch>
            <a:fillRect/>
          </a:stretch>
        </p:blipFill>
        <p:spPr>
          <a:xfrm>
            <a:off x="214313" y="571500"/>
            <a:ext cx="8070850" cy="920750"/>
          </a:xfrm>
          <a:prstGeom prst="rect">
            <a:avLst/>
          </a:prstGeom>
          <a:noFill/>
          <a:ln w="9525">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9138" name="Picture 2"/>
          <p:cNvPicPr>
            <a:picLocks noChangeAspect="1"/>
          </p:cNvPicPr>
          <p:nvPr/>
        </p:nvPicPr>
        <p:blipFill>
          <a:blip r:embed="rId2"/>
          <a:stretch>
            <a:fillRect/>
          </a:stretch>
        </p:blipFill>
        <p:spPr>
          <a:xfrm>
            <a:off x="142875" y="704850"/>
            <a:ext cx="7786688" cy="3956050"/>
          </a:xfrm>
          <a:prstGeom prst="rect">
            <a:avLst/>
          </a:prstGeom>
          <a:noFill/>
          <a:ln w="9525">
            <a:noFill/>
          </a:ln>
        </p:spPr>
      </p:pic>
      <p:sp>
        <p:nvSpPr>
          <p:cNvPr id="219139" name="Rectangle 7"/>
          <p:cNvSpPr/>
          <p:nvPr/>
        </p:nvSpPr>
        <p:spPr>
          <a:xfrm>
            <a:off x="2952750" y="4716463"/>
            <a:ext cx="3613150" cy="396875"/>
          </a:xfrm>
          <a:prstGeom prst="rect">
            <a:avLst/>
          </a:prstGeom>
          <a:noFill/>
          <a:ln w="9525">
            <a:noFill/>
          </a:ln>
        </p:spPr>
        <p:txBody>
          <a:bodyPr wrap="none" anchor="ctr">
            <a:spAutoFit/>
          </a:bodyPr>
          <a:lstStyle/>
          <a:p>
            <a:pPr algn="ctr">
              <a:buFont typeface="Arial" panose="020B0604020202020204" pitchFamily="34" charset="0"/>
            </a:pPr>
            <a:r>
              <a:rPr lang="zh-CN" altLang="en-US" dirty="0">
                <a:solidFill>
                  <a:schemeClr val="tx1"/>
                </a:solidFill>
                <a:latin typeface="华文新魏" panose="02010800040101010101" pitchFamily="2" charset="-122"/>
                <a:ea typeface="华文新魏" panose="02010800040101010101" pitchFamily="2" charset="-122"/>
              </a:rPr>
              <a:t>图</a:t>
            </a:r>
            <a:r>
              <a:rPr lang="en-US" altLang="zh-CN">
                <a:solidFill>
                  <a:schemeClr val="tx1"/>
                </a:solidFill>
                <a:latin typeface="华文新魏" panose="02010800040101010101" pitchFamily="2" charset="-122"/>
                <a:ea typeface="华文新魏" panose="02010800040101010101" pitchFamily="2" charset="-122"/>
              </a:rPr>
              <a:t>3.39 </a:t>
            </a:r>
            <a:r>
              <a:rPr lang="zh-CN" altLang="en-US" dirty="0">
                <a:solidFill>
                  <a:schemeClr val="tx1"/>
                </a:solidFill>
                <a:latin typeface="华文新魏" panose="02010800040101010101" pitchFamily="2" charset="-122"/>
                <a:ea typeface="华文新魏" panose="02010800040101010101" pitchFamily="2" charset="-122"/>
              </a:rPr>
              <a:t>节拍脉冲产生器逻辑图</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p:cNvPicPr>
            <a:picLocks noChangeAspect="1"/>
          </p:cNvPicPr>
          <p:nvPr/>
        </p:nvPicPr>
        <p:blipFill>
          <a:blip r:embed="rId2"/>
          <a:stretch>
            <a:fillRect/>
          </a:stretch>
        </p:blipFill>
        <p:spPr>
          <a:xfrm>
            <a:off x="428625" y="642938"/>
            <a:ext cx="5929313" cy="4125912"/>
          </a:xfrm>
          <a:prstGeom prst="rect">
            <a:avLst/>
          </a:prstGeom>
          <a:noFill/>
          <a:ln w="9525">
            <a:noFill/>
          </a:ln>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灯片编号占位符 4"/>
          <p:cNvSpPr txBox="1">
            <a:spLocks noGrp="1"/>
          </p:cNvSpPr>
          <p:nvPr/>
        </p:nvSpPr>
        <p:spPr>
          <a:xfrm>
            <a:off x="8748713" y="5056188"/>
            <a:ext cx="431800" cy="142875"/>
          </a:xfrm>
          <a:prstGeom prst="rect">
            <a:avLst/>
          </a:prstGeom>
          <a:solidFill>
            <a:srgbClr val="00CCFF"/>
          </a:solidFill>
          <a:ln w="9525">
            <a:noFill/>
          </a:ln>
        </p:spPr>
        <p:txBody>
          <a:bodyPr lIns="18000" tIns="0"/>
          <a:lstStyle/>
          <a:p>
            <a:pPr algn="r" eaLnBrk="1" hangingPunct="1">
              <a:lnSpc>
                <a:spcPct val="90000"/>
              </a:lnSpc>
              <a:buFont typeface="Arial" panose="020B0604020202020204" pitchFamily="34" charset="0"/>
            </a:pPr>
            <a:fld id="{9A0DB2DC-4C9A-4742-B13C-FB6460FD3503}" type="slidenum">
              <a:rPr lang="en-US" altLang="zh-CN" sz="900" b="1">
                <a:solidFill>
                  <a:schemeClr val="tx1"/>
                </a:solidFill>
                <a:latin typeface="Calibri" panose="020F0502020204030204" pitchFamily="34" charset="0"/>
              </a:rPr>
              <a:t>80</a:t>
            </a:fld>
            <a:endParaRPr lang="en-US" altLang="zh-CN" sz="900" b="1">
              <a:solidFill>
                <a:schemeClr val="tx1"/>
              </a:solidFill>
              <a:latin typeface="Calibri" panose="020F0502020204030204" pitchFamily="34" charset="0"/>
            </a:endParaRPr>
          </a:p>
        </p:txBody>
      </p:sp>
      <p:sp>
        <p:nvSpPr>
          <p:cNvPr id="221188" name="Rectangle 3"/>
          <p:cNvSpPr>
            <a:spLocks noGrp="1"/>
          </p:cNvSpPr>
          <p:nvPr>
            <p:ph type="title"/>
          </p:nvPr>
        </p:nvSpPr>
        <p:spPr>
          <a:xfrm>
            <a:off x="685800" y="555625"/>
            <a:ext cx="7391400" cy="400050"/>
          </a:xfrm>
          <a:prstGeom prst="rect">
            <a:avLst/>
          </a:prstGeom>
          <a:solidFill>
            <a:srgbClr val="FFFFFF"/>
          </a:solidFill>
          <a:ln w="9525" cap="flat" cmpd="sng">
            <a:solidFill>
              <a:srgbClr val="000000"/>
            </a:solidFill>
            <a:prstDash val="solid"/>
            <a:headEnd type="none" w="med" len="med"/>
            <a:tailEnd type="none" w="med" len="med"/>
          </a:ln>
        </p:spPr>
        <p:txBody>
          <a:bodyPr anchor="ctr"/>
          <a:lstStyle/>
          <a:p>
            <a:pPr eaLnBrk="1" hangingPunct="1"/>
            <a:r>
              <a:rPr lang="zh-CN" altLang="en-US" sz="1900" b="1" dirty="0">
                <a:solidFill>
                  <a:schemeClr val="accent2"/>
                </a:solidFill>
                <a:ea typeface="华文新魏" panose="02010800040101010101" pitchFamily="2" charset="-122"/>
              </a:rPr>
              <a:t>第</a:t>
            </a:r>
            <a:r>
              <a:rPr lang="en-US" altLang="zh-CN" sz="1900" b="1" dirty="0">
                <a:solidFill>
                  <a:schemeClr val="accent2"/>
                </a:solidFill>
                <a:ea typeface="华文新魏" panose="02010800040101010101" pitchFamily="2" charset="-122"/>
              </a:rPr>
              <a:t>3</a:t>
            </a:r>
            <a:r>
              <a:rPr lang="zh-CN" altLang="en-US" sz="1900" b="1" dirty="0">
                <a:solidFill>
                  <a:schemeClr val="accent2"/>
                </a:solidFill>
                <a:ea typeface="华文新魏" panose="02010800040101010101" pitchFamily="2" charset="-122"/>
              </a:rPr>
              <a:t>章作业（</a:t>
            </a:r>
            <a:r>
              <a:rPr lang="en-US" altLang="zh-CN" sz="1900" b="1" dirty="0">
                <a:solidFill>
                  <a:schemeClr val="accent2"/>
                </a:solidFill>
                <a:ea typeface="华文新魏" panose="02010800040101010101" pitchFamily="2" charset="-122"/>
              </a:rPr>
              <a:t>3</a:t>
            </a:r>
            <a:r>
              <a:rPr lang="zh-CN" altLang="en-US" sz="1900" b="1" dirty="0">
                <a:solidFill>
                  <a:schemeClr val="accent2"/>
                </a:solidFill>
                <a:ea typeface="华文新魏" panose="02010800040101010101" pitchFamily="2" charset="-122"/>
              </a:rPr>
              <a:t>）</a:t>
            </a:r>
          </a:p>
        </p:txBody>
      </p:sp>
      <p:sp>
        <p:nvSpPr>
          <p:cNvPr id="221191" name="Rectangle 3"/>
          <p:cNvSpPr txBox="1"/>
          <p:nvPr/>
        </p:nvSpPr>
        <p:spPr>
          <a:xfrm>
            <a:off x="685800" y="1491630"/>
            <a:ext cx="5832475" cy="688975"/>
          </a:xfrm>
          <a:prstGeom prst="rect">
            <a:avLst/>
          </a:prstGeom>
          <a:solidFill>
            <a:srgbClr val="FFFFFF"/>
          </a:solidFill>
          <a:ln w="9525" cap="flat" cmpd="sng">
            <a:solidFill>
              <a:srgbClr val="000000"/>
            </a:solidFill>
            <a:prstDash val="solid"/>
            <a:miter/>
            <a:headEnd type="none" w="med" len="med"/>
            <a:tailEnd type="none" w="med" len="med"/>
          </a:ln>
        </p:spPr>
        <p:txBody>
          <a:bodyPr anchor="ctr"/>
          <a:lstStyle/>
          <a:p>
            <a:pPr defTabSz="685800" eaLnBrk="1" hangingPunct="1">
              <a:lnSpc>
                <a:spcPct val="90000"/>
              </a:lnSpc>
            </a:pPr>
            <a:r>
              <a:rPr lang="en-US" altLang="zh-CN" sz="1900" b="1" dirty="0">
                <a:solidFill>
                  <a:schemeClr val="accent2"/>
                </a:solidFill>
                <a:latin typeface="Calibri Light" panose="020F0302020204030204" pitchFamily="34" charset="0"/>
                <a:ea typeface="华文新魏" panose="02010800040101010101" pitchFamily="2" charset="-122"/>
              </a:rPr>
              <a:t>3.10</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3.11</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3.12</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3.23</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3.24 </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 3.27</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3.28</a:t>
            </a:r>
            <a:r>
              <a:rPr lang="zh-CN" altLang="en-US" sz="1900" b="1" dirty="0">
                <a:solidFill>
                  <a:schemeClr val="accent2"/>
                </a:solidFill>
                <a:latin typeface="Calibri Light" panose="020F0302020204030204" pitchFamily="34" charset="0"/>
                <a:ea typeface="华文新魏" panose="02010800040101010101" pitchFamily="2" charset="-122"/>
              </a:rPr>
              <a:t>、</a:t>
            </a:r>
            <a:r>
              <a:rPr lang="en-US" altLang="zh-CN" sz="1900" b="1" dirty="0">
                <a:solidFill>
                  <a:schemeClr val="accent2"/>
                </a:solidFill>
                <a:latin typeface="Calibri Light" panose="020F0302020204030204" pitchFamily="34" charset="0"/>
                <a:ea typeface="华文新魏" panose="02010800040101010101" pitchFamily="2" charset="-122"/>
              </a:rPr>
              <a:t>3.29</a:t>
            </a:r>
            <a:endParaRPr lang="zh-CN" altLang="en-US" sz="1900" b="1" dirty="0">
              <a:solidFill>
                <a:schemeClr val="accent2"/>
              </a:solidFill>
              <a:latin typeface="Calibri Light" panose="020F0302020204030204" pitchFamily="34" charset="0"/>
              <a:ea typeface="华文新魏" panose="0201080004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26bb753-65c2-4463-909b-d2b222f22d52"/>
  <p:tag name="COMMONDATA" val="eyJoZGlkIjoiYWM1OWY0MGVhYmU5NTRkZGZlMzJmNTI0MzdiODI0Mjc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940,&quot;width&quot;:8780}"/>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UNIT_TABLE_BEAUTIFY" val="smartTable{ab32fd3f-dd84-4b9e-8d93-42df2f6a20c2}"/>
</p:tagLst>
</file>

<file path=ppt/tags/tag7.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400,&quot;width&quot;:10340}"/>
</p:tagLst>
</file>

<file path=ppt/theme/theme1.xml><?xml version="1.0" encoding="utf-8"?>
<a:theme xmlns:a="http://schemas.openxmlformats.org/drawingml/2006/main" name="自定义设计方案">
  <a:themeElements>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自定义设计方案">
  <a:themeElements>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2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2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3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3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4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4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5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5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自定义设计方案">
  <a:themeElements>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6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6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自定义设计方案">
  <a:themeElements>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7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7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自定义设计方案">
  <a:themeElements>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8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8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自定义设计方案">
  <a:themeElements>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9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9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自定义设计方案">
  <a:themeElements>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0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0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自定义设计方案">
  <a:themeElements>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11_自定义设计方案">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2000" b="0" i="0" u="none" strike="noStrike" cap="none" normalizeH="0" baseline="0" smtClean="0">
            <a:ln>
              <a:noFill/>
            </a:ln>
            <a:solidFill>
              <a:srgbClr val="FFFF00"/>
            </a:solidFill>
            <a:effectLst/>
            <a:latin typeface="Calibri" panose="020F0502020204030204" pitchFamily="34" charset="0"/>
            <a:ea typeface="宋体" panose="02010600030101010101" pitchFamily="2" charset="-122"/>
          </a:defRPr>
        </a:defPPr>
      </a:lstStyle>
    </a:lnDef>
  </a:objectDefaults>
  <a:extraClrSchemeLst>
    <a:extraClrScheme>
      <a:clrScheme name="11_自定义设计方案 1">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1744</TotalTime>
  <Words>6488</Words>
  <Application>Microsoft Office PowerPoint</Application>
  <PresentationFormat>全屏显示(16:9)</PresentationFormat>
  <Paragraphs>1836</Paragraphs>
  <Slides>80</Slides>
  <Notes>56</Notes>
  <HiddenSlides>0</HiddenSlides>
  <MMClips>0</MMClips>
  <ScaleCrop>false</ScaleCrop>
  <HeadingPairs>
    <vt:vector size="8" baseType="variant">
      <vt:variant>
        <vt:lpstr>已用的字体</vt:lpstr>
      </vt:variant>
      <vt:variant>
        <vt:i4>11</vt:i4>
      </vt:variant>
      <vt:variant>
        <vt:lpstr>主题</vt:lpstr>
      </vt:variant>
      <vt:variant>
        <vt:i4>12</vt:i4>
      </vt:variant>
      <vt:variant>
        <vt:lpstr>嵌入 OLE 服务器</vt:lpstr>
      </vt:variant>
      <vt:variant>
        <vt:i4>3</vt:i4>
      </vt:variant>
      <vt:variant>
        <vt:lpstr>幻灯片标题</vt:lpstr>
      </vt:variant>
      <vt:variant>
        <vt:i4>80</vt:i4>
      </vt:variant>
    </vt:vector>
  </HeadingPairs>
  <TitlesOfParts>
    <vt:vector size="106" baseType="lpstr">
      <vt:lpstr>Arial Unicode MS</vt:lpstr>
      <vt:lpstr>方正综艺简体</vt:lpstr>
      <vt:lpstr>黑体</vt:lpstr>
      <vt:lpstr>华文新魏</vt:lpstr>
      <vt:lpstr>宋体</vt:lpstr>
      <vt:lpstr>微软雅黑</vt:lpstr>
      <vt:lpstr>Arial</vt:lpstr>
      <vt:lpstr>Calibri</vt:lpstr>
      <vt:lpstr>Calibri Light</vt:lpstr>
      <vt:lpstr>Times New Roman</vt:lpstr>
      <vt:lpstr>Wingdings</vt:lpstr>
      <vt:lpstr>自定义设计方案</vt:lpstr>
      <vt:lpstr>1_自定义设计方案</vt:lpstr>
      <vt:lpstr>2_自定义设计方案</vt:lpstr>
      <vt:lpstr>3_自定义设计方案</vt:lpstr>
      <vt:lpstr>4_自定义设计方案</vt:lpstr>
      <vt:lpstr>5_自定义设计方案</vt:lpstr>
      <vt:lpstr>6_自定义设计方案</vt:lpstr>
      <vt:lpstr>7_自定义设计方案</vt:lpstr>
      <vt:lpstr>8_自定义设计方案</vt:lpstr>
      <vt:lpstr>9_自定义设计方案</vt:lpstr>
      <vt:lpstr>10_自定义设计方案</vt:lpstr>
      <vt:lpstr>11_自定义设计方案</vt:lpstr>
      <vt:lpstr>PBrush</vt:lpstr>
      <vt:lpstr>Equation.KSEE3</vt:lpstr>
      <vt:lpstr>Paintbrush Picture</vt:lpstr>
      <vt:lpstr>数 字 逻 辑 电 路</vt:lpstr>
      <vt:lpstr>3.4、常用MSI时序逻辑器件及其应用</vt:lpstr>
      <vt:lpstr>3.4.1.计数器 Counters</vt:lpstr>
      <vt:lpstr>1) 计数器的分类</vt:lpstr>
      <vt:lpstr>(1) 二进制串行（异步）计数器 Ripple Counters</vt:lpstr>
      <vt:lpstr>串行计数器的连接结构</vt:lpstr>
      <vt:lpstr>串行计数器的连接结构</vt:lpstr>
      <vt:lpstr>串行计数器的连接结构</vt:lpstr>
      <vt:lpstr>设：初态  Q3 Q2 Q1 Q0 = 0000</vt:lpstr>
      <vt:lpstr>加法状态变化规律：</vt:lpstr>
      <vt:lpstr>加法状态变化规律：</vt:lpstr>
      <vt:lpstr>加法状态变化规律：</vt:lpstr>
      <vt:lpstr>减法状态变化规律：</vt:lpstr>
      <vt:lpstr>小结：二进制串行计数器连接规律</vt:lpstr>
      <vt:lpstr>（2）二进制并行（同步）计数器 </vt:lpstr>
      <vt:lpstr>PowerPoint 演示文稿</vt:lpstr>
      <vt:lpstr>例2  用D触发器组成的 4 位同步二进制减1计数器。按照“借位”的概念：</vt:lpstr>
      <vt:lpstr>PowerPoint 演示文稿</vt:lpstr>
      <vt:lpstr>电路图：</vt:lpstr>
      <vt:lpstr>PowerPoint 演示文稿</vt:lpstr>
      <vt:lpstr>二进制串行（异步）计数器连接规律</vt:lpstr>
      <vt:lpstr>二进制并行（同步）计数器连接规律</vt:lpstr>
      <vt:lpstr>(3)  用跳越的方法实现任意模数的计数器</vt:lpstr>
      <vt:lpstr>例1 设计一个 m = 6的计数器。</vt:lpstr>
      <vt:lpstr>多余状态的处理</vt:lpstr>
      <vt:lpstr> 强置位计数器 (Resetting)</vt:lpstr>
      <vt:lpstr>PowerPoint 演示文稿</vt:lpstr>
      <vt:lpstr>例 分析图示的六进制计数器。</vt:lpstr>
      <vt:lpstr>预置位计数器</vt:lpstr>
      <vt:lpstr>预置位电路跳越过程如下：</vt:lpstr>
      <vt:lpstr>例  用预置位法设计六进制计数器。</vt:lpstr>
      <vt:lpstr>用 D 触发器实现的预置位计数器</vt:lpstr>
      <vt:lpstr>修正式计数器</vt:lpstr>
      <vt:lpstr>例   用修正式方法设计的模 6 计数器。</vt:lpstr>
      <vt:lpstr>(4)  MSI 计数器及应用                      MSI Counters and Applications</vt:lpstr>
      <vt:lpstr>PowerPoint 演示文稿</vt:lpstr>
      <vt:lpstr>单片74LS163应用</vt:lpstr>
      <vt:lpstr>用74LS163实现计数值为0,1,···,10 的模11计数器。</vt:lpstr>
      <vt:lpstr>用74LS163实现计数值为5,6,···,15 的模11计数器。</vt:lpstr>
      <vt:lpstr>用74LS163实现余3码计数器。</vt:lpstr>
      <vt:lpstr>多片74LS163的级联应用  (63~255模193计数器)</vt:lpstr>
      <vt:lpstr> 其它类型MSI计数器</vt:lpstr>
      <vt:lpstr>⑤计数型(Binary)节拍分配器（产生节拍信号控制各功能部件协同工作）</vt:lpstr>
      <vt:lpstr>四输出节拍分配器波形图</vt:lpstr>
      <vt:lpstr>四输出脉冲分配器逻辑图</vt:lpstr>
      <vt:lpstr>四输出脉冲分配器波形图</vt:lpstr>
      <vt:lpstr>⑥ MSI节拍分配器举例</vt:lpstr>
      <vt:lpstr>译码器输出节拍信号时序图</vt:lpstr>
      <vt:lpstr>2.  寄存器 Registers</vt:lpstr>
      <vt:lpstr>1)  并行寄存器举例</vt:lpstr>
      <vt:lpstr>并行输出控制的 4 位寄存器</vt:lpstr>
      <vt:lpstr>通用8位寄存器 (Generic 8-bit Register)</vt:lpstr>
      <vt:lpstr>时钟使能的8位寄存器</vt:lpstr>
      <vt:lpstr>2)  移位寄存器 Shift Registers</vt:lpstr>
      <vt:lpstr>(2) 串入-并出结构 Serial in – Parallel out</vt:lpstr>
      <vt:lpstr>(3) 并入-串出结构  Parallel in – serial out </vt:lpstr>
      <vt:lpstr>(4) 并入-并出结构 Parallel in – parallel out </vt:lpstr>
      <vt:lpstr>外加读出控制门</vt:lpstr>
      <vt:lpstr> MSI 移位寄存器举例      </vt:lpstr>
      <vt:lpstr>3)  MSI寄存器应用举例*      (1) 数据串并行的转换</vt:lpstr>
      <vt:lpstr>(2) 移位型(Ring/Twisted)节拍分配器</vt:lpstr>
      <vt:lpstr>四输出移位型节拍分配器的波形图</vt:lpstr>
      <vt:lpstr>三输出扭环移位型节拍分配器逻辑图</vt:lpstr>
      <vt:lpstr>三输出移位型节拍分配器波形图</vt:lpstr>
      <vt:lpstr>(3) 用寄存器构建特殊存储器件</vt:lpstr>
      <vt:lpstr>PowerPoint 演示文稿</vt:lpstr>
      <vt:lpstr>PowerPoint 演示文稿</vt:lpstr>
      <vt:lpstr> 多谐振荡器</vt:lpstr>
      <vt:lpstr> 单稳态电路</vt:lpstr>
      <vt:lpstr> 施密特双稳态电路（P137-138，认真读一下）</vt:lpstr>
      <vt:lpstr> 双极型555定时器</vt:lpstr>
      <vt:lpstr> 双极型555定时器</vt:lpstr>
      <vt:lpstr>PowerPoint 演示文稿</vt:lpstr>
      <vt:lpstr>PowerPoint 演示文稿</vt:lpstr>
      <vt:lpstr> 构建单稳态触发器</vt:lpstr>
      <vt:lpstr>PowerPoint 演示文稿</vt:lpstr>
      <vt:lpstr>PowerPoint 演示文稿</vt:lpstr>
      <vt:lpstr>PowerPoint 演示文稿</vt:lpstr>
      <vt:lpstr>PowerPoint 演示文稿</vt:lpstr>
      <vt:lpstr>第3章作业（3）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 字 逻 辑 电 路</dc:title>
  <dc:creator>Microsoft Office 用户</dc:creator>
  <cp:lastModifiedBy>松 刘</cp:lastModifiedBy>
  <cp:revision>319</cp:revision>
  <dcterms:created xsi:type="dcterms:W3CDTF">2025-04-22T14:03:02Z</dcterms:created>
  <dcterms:modified xsi:type="dcterms:W3CDTF">2025-09-09T08:04:15Z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2052-4.6.1.7451</vt:lpwstr>
  </property>
  <property fmtid="{D5CDD505-2E9C-101B-9397-08002B2CF9AE}" pid="3" name="ICV">
    <vt:lpwstr>917EDC618B334D54957C07F5C02F0A9C_13</vt:lpwstr>
  </property>
  <property fmtid="{D5CDD505-2E9C-101B-9397-08002B2CF9AE}" pid="4" name="commondata">
    <vt:lpwstr>eyJoZGlkIjoiNDhiNjIzYzU1ZGEzZTY4YzZjM2Q5NDg5MTNkOWY5NmYifQ==</vt:lpwstr>
  </property>
</Properties>
</file>