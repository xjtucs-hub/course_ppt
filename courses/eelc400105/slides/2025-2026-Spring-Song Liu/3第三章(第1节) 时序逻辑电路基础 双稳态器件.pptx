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528" r:id="rId3"/>
    <p:sldId id="529" r:id="rId4"/>
    <p:sldId id="530" r:id="rId6"/>
    <p:sldId id="531" r:id="rId7"/>
    <p:sldId id="532" r:id="rId8"/>
    <p:sldId id="533" r:id="rId9"/>
    <p:sldId id="575" r:id="rId10"/>
    <p:sldId id="577" r:id="rId11"/>
    <p:sldId id="601" r:id="rId12"/>
    <p:sldId id="579" r:id="rId13"/>
    <p:sldId id="536" r:id="rId14"/>
    <p:sldId id="699" r:id="rId15"/>
    <p:sldId id="700" r:id="rId16"/>
    <p:sldId id="537" r:id="rId17"/>
    <p:sldId id="539" r:id="rId18"/>
    <p:sldId id="580" r:id="rId19"/>
    <p:sldId id="540" r:id="rId20"/>
    <p:sldId id="541" r:id="rId21"/>
    <p:sldId id="542" r:id="rId22"/>
    <p:sldId id="543" r:id="rId23"/>
    <p:sldId id="544" r:id="rId24"/>
    <p:sldId id="545" r:id="rId25"/>
    <p:sldId id="546" r:id="rId26"/>
    <p:sldId id="581" r:id="rId27"/>
    <p:sldId id="582" r:id="rId28"/>
    <p:sldId id="583" r:id="rId29"/>
    <p:sldId id="584" r:id="rId30"/>
    <p:sldId id="585" r:id="rId31"/>
    <p:sldId id="586" r:id="rId32"/>
    <p:sldId id="547" r:id="rId33"/>
    <p:sldId id="548" r:id="rId34"/>
    <p:sldId id="549" r:id="rId35"/>
    <p:sldId id="550" r:id="rId36"/>
    <p:sldId id="551" r:id="rId37"/>
    <p:sldId id="552" r:id="rId38"/>
    <p:sldId id="663" r:id="rId39"/>
    <p:sldId id="664" r:id="rId40"/>
    <p:sldId id="665" r:id="rId41"/>
    <p:sldId id="666" r:id="rId42"/>
    <p:sldId id="667" r:id="rId43"/>
    <p:sldId id="668" r:id="rId44"/>
    <p:sldId id="669" r:id="rId45"/>
    <p:sldId id="670" r:id="rId46"/>
    <p:sldId id="671" r:id="rId47"/>
    <p:sldId id="553" r:id="rId48"/>
    <p:sldId id="571" r:id="rId49"/>
    <p:sldId id="554" r:id="rId50"/>
    <p:sldId id="555" r:id="rId51"/>
    <p:sldId id="556" r:id="rId52"/>
    <p:sldId id="557" r:id="rId53"/>
    <p:sldId id="558" r:id="rId54"/>
    <p:sldId id="559" r:id="rId55"/>
    <p:sldId id="560" r:id="rId56"/>
    <p:sldId id="572" r:id="rId57"/>
    <p:sldId id="561" r:id="rId58"/>
    <p:sldId id="702" r:id="rId59"/>
    <p:sldId id="563" r:id="rId60"/>
    <p:sldId id="564" r:id="rId61"/>
    <p:sldId id="565" r:id="rId62"/>
    <p:sldId id="573" r:id="rId63"/>
    <p:sldId id="566" r:id="rId64"/>
    <p:sldId id="567" r:id="rId65"/>
    <p:sldId id="574" r:id="rId66"/>
    <p:sldId id="568" r:id="rId67"/>
    <p:sldId id="569" r:id="rId68"/>
    <p:sldId id="570" r:id="rId69"/>
  </p:sldIdLst>
  <p:sldSz cx="9144000" cy="5143500" type="screen16x9"/>
  <p:notesSz cx="6858000" cy="9144000"/>
  <p:custDataLst>
    <p:tags r:id="rId74"/>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989" userDrawn="1">
          <p15:clr>
            <a:srgbClr val="A4A3A4"/>
          </p15:clr>
        </p15:guide>
        <p15:guide id="2" pos="288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FF0066"/>
    <a:srgbClr val="FF9900"/>
    <a:srgbClr val="008000"/>
    <a:srgbClr val="339933"/>
    <a:srgbClr val="00CC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87"/>
    <p:restoredTop sz="77864" autoAdjust="0"/>
  </p:normalViewPr>
  <p:slideViewPr>
    <p:cSldViewPr showGuides="1">
      <p:cViewPr varScale="1">
        <p:scale>
          <a:sx n="91" d="100"/>
          <a:sy n="91" d="100"/>
        </p:scale>
        <p:origin x="642" y="72"/>
      </p:cViewPr>
      <p:guideLst>
        <p:guide orient="horz" pos="1989"/>
        <p:guide pos="288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388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4" Type="http://schemas.openxmlformats.org/officeDocument/2006/relationships/tags" Target="tags/tag17.xml"/><Relationship Id="rId73" Type="http://schemas.openxmlformats.org/officeDocument/2006/relationships/commentAuthors" Target="commentAuthors.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noProof="1">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C899599-2E2E-476C-ACA6-73CB84A16FF1}" type="datetimeFigureOut">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
        <p:nvSpPr>
          <p:cNvPr id="15364"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10245" name="备注占位符 4"/>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eaLnBrk="1" hangingPunct="1">
              <a:buFont typeface="Arial" panose="020B0604020202020204" pitchFamily="34" charset="0"/>
              <a:buNone/>
              <a:defRPr sz="1200" noProof="1">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65D0868-E792-4E1C-90F7-28E5BAA4899E}"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p:sp>
      <p:sp>
        <p:nvSpPr>
          <p:cNvPr id="18435" name="文本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13315" name="灯片编号占位符 3"/>
          <p:cNvSpPr txBox="1">
            <a:spLocks noGrp="1" noChangeArrowheads="1"/>
          </p:cNvSpPr>
          <p:nvPr>
            <p:ph type="sldNum"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rtlCol="0" anchor="b"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8956AC-40C1-4141-AD61-BFFF8DC464A4}"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p:sp>
      <p:sp>
        <p:nvSpPr>
          <p:cNvPr id="22531"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CE05265-A539-40DA-A971-6571A83EF5D8}"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a:p>
            <a:endParaRPr lang="zh-CN" altLang="en-US" dirty="0"/>
          </a:p>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p:sp>
      <p:sp>
        <p:nvSpPr>
          <p:cNvPr id="36867" name="文本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27651" name="灯片编号占位符 3"/>
          <p:cNvSpPr txBox="1">
            <a:spLocks noGrp="1" noChangeArrowheads="1"/>
          </p:cNvSpPr>
          <p:nvPr>
            <p:ph type="sldNum"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rtlCol="0" anchor="b"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B35088A-2DBA-469B-BD37-B237A44DB2F8}"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idx="1"/>
          </p:nvPr>
        </p:nvSpPr>
        <p:spPr/>
        <p:txBody>
          <a:bodyPr wrap="square" lIns="91440" tIns="45720" rIns="91440" bIns="45720" anchor="t"/>
          <a:lstStyle/>
          <a:p>
            <a:pPr lvl="0"/>
            <a:endParaRPr lang="en-US" altLang="zh-CN"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8448FB1-B5A3-4DDD-B619-7C6CC702FCBA}"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sym typeface="+mn-ea"/>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b="1" dirty="0">
              <a:latin typeface="华文新魏" panose="02010800040101010101" pitchFamily="2" charset="-122"/>
              <a:ea typeface="华文新魏" panose="02010800040101010101" pitchFamily="2" charset="-122"/>
              <a:sym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p:sp>
      <p:sp>
        <p:nvSpPr>
          <p:cNvPr id="44035"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1ACE131-0C90-432D-9CF7-2F6E51198C3C}"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p:sp>
      <p:sp>
        <p:nvSpPr>
          <p:cNvPr id="46083" name="备注占位符 2"/>
          <p:cNvSpPr>
            <a:spLocks noGrp="1"/>
          </p:cNvSpPr>
          <p:nvPr>
            <p:ph type="body" idx="1"/>
          </p:nvPr>
        </p:nvSpPr>
        <p:spPr/>
        <p:txBody>
          <a:bodyPr wrap="square" lIns="91440" tIns="45720" rIns="91440" bIns="45720" anchor="t"/>
          <a:lstStyle/>
          <a:p>
            <a:pPr lvl="0" eaLnBrk="1" hangingPunct="1"/>
            <a:endParaRPr lang="en-US" altLang="zh-CN"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0F1F5AA-2144-4CD6-BDED-0B7E4D3BA4EC}"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p:sp>
      <p:sp>
        <p:nvSpPr>
          <p:cNvPr id="48131" name="备注占位符 2"/>
          <p:cNvSpPr>
            <a:spLocks noGrp="1"/>
          </p:cNvSpPr>
          <p:nvPr>
            <p:ph type="body" idx="1"/>
          </p:nvPr>
        </p:nvSpPr>
        <p:spPr/>
        <p:txBody>
          <a:bodyPr wrap="square" lIns="91440" tIns="45720" rIns="91440" bIns="45720" anchor="t"/>
          <a:lstStyle/>
          <a:p>
            <a:pPr lvl="0" eaLnBrk="1" hangingPunct="1"/>
            <a:endParaRPr lang="en-US" altLang="zh-CN"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F3728AA-733B-45AC-878D-4B46A428D277}"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p:sp>
      <p:sp>
        <p:nvSpPr>
          <p:cNvPr id="50179"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1FA993F-E4C4-4CD5-8DBC-500773EFA2BF}"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p:sp>
      <p:sp>
        <p:nvSpPr>
          <p:cNvPr id="52227" name="备注占位符 2"/>
          <p:cNvSpPr>
            <a:spLocks noGrp="1"/>
          </p:cNvSpPr>
          <p:nvPr>
            <p:ph type="body" idx="1"/>
          </p:nvPr>
        </p:nvSpPr>
        <p:spPr/>
        <p:txBody>
          <a:bodyPr wrap="square" lIns="91440" tIns="45720" rIns="91440" bIns="45720" anchor="t"/>
          <a:lstStyle/>
          <a:p>
            <a:pPr lvl="0" eaLnBrk="1" hangingPunct="1"/>
            <a:endParaRPr lang="en-US" altLang="zh-CN"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09B512D-C0FA-4BC5-887C-326A81E5C1DE}"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p:sp>
      <p:sp>
        <p:nvSpPr>
          <p:cNvPr id="54275"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9E8F720-7703-451A-AAD4-2F71020045B6}"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en-US"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p:sp>
      <p:sp>
        <p:nvSpPr>
          <p:cNvPr id="58371"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2FCD740-C8B9-470D-9405-DBD5A5808766}"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p:sp>
      <p:sp>
        <p:nvSpPr>
          <p:cNvPr id="60419"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A81A7C6-982B-42B2-B9F1-1A4A04C2E006}"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p:sp>
      <p:sp>
        <p:nvSpPr>
          <p:cNvPr id="62467"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1945396-4AE8-4144-96C3-1E5FDF8C44A1}"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p:sp>
      <p:sp>
        <p:nvSpPr>
          <p:cNvPr id="64515"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26DB619-42C8-4CA7-80C9-76C075872AF0}"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en-US"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en-US"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F6E00A2-AC79-4AF3-8D5E-C46753DD43ED}"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p:sp>
      <p:sp>
        <p:nvSpPr>
          <p:cNvPr id="68611"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75CC68E-A748-42E5-9433-C912334795C2}"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TextEdit="1"/>
          </p:cNvSpPr>
          <p:nvPr>
            <p:ph type="sldImg"/>
          </p:nvPr>
        </p:nvSpPr>
        <p:spPr/>
      </p:sp>
      <p:sp>
        <p:nvSpPr>
          <p:cNvPr id="72707" name="Rectangle 3"/>
          <p:cNvSpPr>
            <a:spLocks noGrp="1"/>
          </p:cNvSpPr>
          <p:nvPr>
            <p:ph type="body" idx="1"/>
          </p:nvPr>
        </p:nvSpPr>
        <p:spPr/>
        <p:txBody>
          <a:bodyPr wrap="square" lIns="91440" tIns="45720" rIns="91440" bIns="45720" anchor="t"/>
          <a:lstStyle/>
          <a:p>
            <a:pPr lvl="0"/>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p:sp>
      <p:sp>
        <p:nvSpPr>
          <p:cNvPr id="80899"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6B0E24E-30F9-4B68-A972-83209A16EC85}"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D3BD694-B7C7-424A-A114-EF2B5968B1D9}"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252705-8E9B-4EF6-A99A-D751D4548D98}"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p:sp>
      <p:sp>
        <p:nvSpPr>
          <p:cNvPr id="93187" name="文本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60419" name="灯片编号占位符 3"/>
          <p:cNvSpPr txBox="1">
            <a:spLocks noGrp="1" noChangeArrowheads="1"/>
          </p:cNvSpPr>
          <p:nvPr>
            <p:ph type="sldNum"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rtlCol="0" anchor="b"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7CCEDE-7884-4822-BC75-C05FF4C3E095}"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2"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ctrTitle"/>
          </p:nvPr>
        </p:nvSpPr>
        <p:spPr>
          <a:xfrm>
            <a:off x="1143000" y="841876"/>
            <a:ext cx="6858000" cy="1790921"/>
          </a:xfrm>
        </p:spPr>
        <p:txBody>
          <a:bodyPr anchor="b"/>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2701862"/>
            <a:ext cx="6858000" cy="124197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0BE99CA-C068-494F-B90B-2AA3868DF59D}"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2F9347A-3271-4699-A3B1-C8E02B7C0320}"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3076"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3" name="内容占位符 2"/>
          <p:cNvSpPr>
            <a:spLocks noGrp="1"/>
          </p:cNvSpPr>
          <p:nvPr>
            <p:ph idx="1"/>
          </p:nvPr>
        </p:nvSpPr>
        <p:spPr>
          <a:xfrm>
            <a:off x="628650" y="1369388"/>
            <a:ext cx="78867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4830BB3-AA6D-49E2-A41D-2F78BE5FC540}"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5FF60F0-5A7F-4EA8-91CF-83FE1B1D1EF1}"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pic>
        <p:nvPicPr>
          <p:cNvPr id="4100"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3888" y="1282462"/>
            <a:ext cx="7886700" cy="2139817"/>
          </a:xfrm>
        </p:spPr>
        <p:txBody>
          <a:bodyPr anchor="b"/>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3442522"/>
            <a:ext cx="7886700" cy="1125279"/>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4CFE74C-733A-46D0-8E74-D73DE73983FB}"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FE6C09B-EEA6-4EFF-A99E-253649A2BD2A}"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pic>
        <p:nvPicPr>
          <p:cNvPr id="5124"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28650" y="1369388"/>
            <a:ext cx="38862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29150" y="1369388"/>
            <a:ext cx="38862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4"/>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B251084-F900-4862-BD31-09C5E04E0DD5}"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5"/>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6"/>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9C7348A-B6E7-4796-9B1E-86C8E0DC2733}"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pic>
        <p:nvPicPr>
          <p:cNvPr id="6148" name="图片 9"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9841" y="273878"/>
            <a:ext cx="7886700" cy="99429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9841" y="1261028"/>
            <a:ext cx="3868340" cy="618010"/>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29841" y="1879038"/>
            <a:ext cx="3868340" cy="276378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29150" y="1261028"/>
            <a:ext cx="3887391" cy="618010"/>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29150" y="1879038"/>
            <a:ext cx="3887391" cy="276378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C8AF63A-1467-4D2B-9C24-959DF951F485}"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7"/>
          <p:cNvSpPr>
            <a:spLocks noGrp="1"/>
          </p:cNvSpPr>
          <p:nvPr>
            <p:ph type="ftr" sz="quarter" idx="1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8"/>
          <p:cNvSpPr>
            <a:spLocks noGrp="1"/>
          </p:cNvSpPr>
          <p:nvPr>
            <p:ph type="sldNum" sz="quarter" idx="1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F5D7CE-10CB-442F-992C-FF362667A79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pic>
        <p:nvPicPr>
          <p:cNvPr id="7172"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11" name="日期占位符 2"/>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697FDFC-7BB0-4334-B732-594619C2F8F2}"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3"/>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4"/>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7C69552-8C48-4DC5-BEFF-6075389B927B}"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pic>
        <p:nvPicPr>
          <p:cNvPr id="8196"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11" name="日期占位符 1"/>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FEA1EC-1F7B-4976-AF64-D7CF67DF9557}"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2"/>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3"/>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83578FE-C5E5-4095-AA03-A1153DEEEA9B}"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42"/>
            <a:ext cx="2949178" cy="1200298"/>
          </a:xfrm>
        </p:spPr>
        <p:txBody>
          <a:bodyPr anchor="b"/>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740660"/>
            <a:ext cx="4629150" cy="365567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1543240"/>
            <a:ext cx="2949178" cy="285904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0" name="日期占位符 3"/>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D2D42C-28F4-4691-BE9C-6D62603B3526}"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F71C2D-B59F-4C9E-901A-E70E60B2882E}"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42"/>
            <a:ext cx="2949178" cy="1200298"/>
          </a:xfrm>
        </p:spPr>
        <p:txBody>
          <a:bodyPr anchor="b"/>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740660"/>
            <a:ext cx="4629150" cy="365567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1543240"/>
            <a:ext cx="2949178" cy="285904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0" name="日期占位符 3"/>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B3A79FD-B525-4C0D-8745-3F9DBF577606}"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AEBC1CD-C0FA-4625-9489-82D08C4BB7F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28650" y="1369388"/>
            <a:ext cx="7886700" cy="3263906"/>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AFD089A-6F05-483E-92FA-766162112852}"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E0E45A2-77CD-439D-9E5C-0A1477DA2CB0}"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78"/>
            <a:ext cx="1971675" cy="4359417"/>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28650" y="273878"/>
            <a:ext cx="5800725" cy="435941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0A1C75F-AFC9-4280-B408-995C95B831A6}"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C154EF-27EC-4424-9BC1-364B75BA3793}"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628650" y="273878"/>
            <a:ext cx="7886700" cy="4359417"/>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88C0CD8-C8ED-48B3-B8AF-41D59E5CD38C}"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B15339-1C62-4C2C-A119-615712A91915}"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86F7952-81A4-4BE3-BCB6-59CB3930BE08}" type="slidenum">
              <a:rPr kumimoji="0" lang="en-US" altLang="zh-CN"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en-US" altLang="zh-CN"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jpeg"/><Relationship Id="rId14" Type="http://schemas.openxmlformats.org/officeDocument/2006/relationships/image" Target="../media/image2.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0" descr="电路幻灯片11"/>
          <p:cNvPicPr>
            <a:picLocks noChangeAspect="1"/>
          </p:cNvPicPr>
          <p:nvPr userDrawn="1"/>
        </p:nvPicPr>
        <p:blipFill>
          <a:blip r:embed="rId14"/>
          <a:stretch>
            <a:fillRect/>
          </a:stretch>
        </p:blipFill>
        <p:spPr>
          <a:xfrm>
            <a:off x="-36512" y="-20637"/>
            <a:ext cx="9175750" cy="5168900"/>
          </a:xfrm>
          <a:prstGeom prst="rect">
            <a:avLst/>
          </a:prstGeom>
          <a:noFill/>
          <a:ln w="9525">
            <a:noFill/>
          </a:ln>
        </p:spPr>
      </p:pic>
      <p:sp>
        <p:nvSpPr>
          <p:cNvPr id="4"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lgn="l" eaLnBrk="1" hangingPunct="1">
              <a:buFont typeface="Arial" panose="020B0604020202020204" pitchFamily="34" charset="0"/>
              <a:buNone/>
              <a:defRPr sz="900" noProof="1">
                <a:solidFill>
                  <a:schemeClr val="tx1">
                    <a:tint val="75000"/>
                  </a:schemeClr>
                </a:solidFill>
                <a:latin typeface="Times New Roman" panose="02020603050405020304" pitchFamily="18" charset="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A2F5C4B-9112-4DF3-BD93-F8C40F8E1E97}"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5"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lgn="ctr" eaLnBrk="1" hangingPunct="1">
              <a:buFont typeface="Arial" panose="020B0604020202020204" pitchFamily="34" charset="0"/>
              <a:buNone/>
              <a:defRPr sz="900" noProof="1">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lgn="r" eaLnBrk="1" hangingPunct="1">
              <a:buFont typeface="Arial" panose="020B0604020202020204" pitchFamily="34" charset="0"/>
              <a:buNone/>
              <a:defRPr sz="900" noProof="1">
                <a:solidFill>
                  <a:srgbClr val="898989"/>
                </a:solidFill>
                <a:latin typeface="Times New Roman" panose="02020603050405020304" pitchFamily="18" charset="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528D61A-E768-48FF-A832-FD3E8F1DD65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2077" y="3004"/>
            <a:chExt cx="5804" cy="1740"/>
          </a:xfrm>
        </p:grpSpPr>
        <p:pic>
          <p:nvPicPr>
            <p:cNvPr id="1031" name="图片 7" descr="交大矢量logo"/>
            <p:cNvPicPr>
              <a:picLocks noChangeAspect="1"/>
            </p:cNvPicPr>
            <p:nvPr userDrawn="1"/>
          </p:nvPicPr>
          <p:blipFill>
            <a:blip r:embed="rId15"/>
            <a:srcRect l="-1437" t="-9560" r="41219" b="-10179"/>
            <a:stretch>
              <a:fillRect/>
            </a:stretch>
          </p:blipFill>
          <p:spPr>
            <a:xfrm>
              <a:off x="2077" y="3004"/>
              <a:ext cx="5616" cy="1741"/>
            </a:xfrm>
            <a:prstGeom prst="rect">
              <a:avLst/>
            </a:prstGeom>
            <a:noFill/>
            <a:ln w="9525">
              <a:noFill/>
            </a:ln>
          </p:spPr>
        </p:pic>
        <p:sp>
          <p:nvSpPr>
            <p:cNvPr id="9" name="矩形 8"/>
            <p:cNvSpPr/>
            <p:nvPr/>
          </p:nvSpPr>
          <p:spPr>
            <a:xfrm>
              <a:off x="7542" y="4166"/>
              <a:ext cx="339" cy="3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6.xml"/><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6.xml"/><Relationship Id="rId2" Type="http://schemas.openxmlformats.org/officeDocument/2006/relationships/tags" Target="../tags/tag4.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6.xml"/><Relationship Id="rId3" Type="http://schemas.openxmlformats.org/officeDocument/2006/relationships/image" Target="../media/image9.png"/><Relationship Id="rId2" Type="http://schemas.openxmlformats.org/officeDocument/2006/relationships/tags" Target="../tags/tag7.xml"/><Relationship Id="rId1" Type="http://schemas.openxmlformats.org/officeDocument/2006/relationships/tags" Target="../tags/tag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6.xml"/><Relationship Id="rId1" Type="http://schemas.openxmlformats.org/officeDocument/2006/relationships/tags" Target="../tags/tag12.xml"/></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1.png"/><Relationship Id="rId2" Type="http://schemas.openxmlformats.org/officeDocument/2006/relationships/tags" Target="../tags/tag14.xml"/><Relationship Id="rId1" Type="http://schemas.openxmlformats.org/officeDocument/2006/relationships/tags" Target="../tags/tag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6.xml"/><Relationship Id="rId2" Type="http://schemas.openxmlformats.org/officeDocument/2006/relationships/image" Target="../media/image13.png"/><Relationship Id="rId1" Type="http://schemas.openxmlformats.org/officeDocument/2006/relationships/image" Target="../media/image1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08150"/>
            <a:ext cx="9156700" cy="164306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6387" name="标题 1"/>
          <p:cNvSpPr>
            <a:spLocks noGrp="1"/>
          </p:cNvSpPr>
          <p:nvPr>
            <p:ph type="title"/>
          </p:nvPr>
        </p:nvSpPr>
        <p:spPr>
          <a:xfrm>
            <a:off x="2566988" y="2020888"/>
            <a:ext cx="3852862" cy="971550"/>
          </a:xfrm>
          <a:prstGeom prst="rect">
            <a:avLst/>
          </a:prstGeom>
          <a:solidFill>
            <a:srgbClr val="FFFFFF"/>
          </a:solidFill>
          <a:ln>
            <a:solidFill>
              <a:srgbClr val="000000"/>
            </a:solidFill>
            <a:miter/>
          </a:ln>
        </p:spPr>
        <p:txBody>
          <a:bodyPr/>
          <a:lstStyle/>
          <a:p>
            <a:pPr eaLnBrk="1" hangingPunct="1"/>
            <a:r>
              <a:rPr lang="en-US" altLang="en-US" sz="3600" dirty="0">
                <a:latin typeface="方正综艺简体" charset="-122"/>
                <a:ea typeface="方正综艺简体" charset="-122"/>
              </a:rPr>
              <a:t>数 字 逻 辑 电 路</a:t>
            </a:r>
            <a:endParaRPr lang="en-US" altLang="en-US" sz="3600" dirty="0">
              <a:latin typeface="方正综艺简体" charset="-122"/>
              <a:ea typeface="方正综艺简体" charset="-122"/>
            </a:endParaRPr>
          </a:p>
        </p:txBody>
      </p:sp>
      <p:sp>
        <p:nvSpPr>
          <p:cNvPr id="16388" name="文本框 2"/>
          <p:cNvSpPr txBox="1"/>
          <p:nvPr/>
        </p:nvSpPr>
        <p:spPr>
          <a:xfrm>
            <a:off x="3703638" y="2646363"/>
            <a:ext cx="1073150" cy="398462"/>
          </a:xfrm>
          <a:prstGeom prst="rect">
            <a:avLst/>
          </a:prstGeom>
          <a:noFill/>
          <a:ln w="9525">
            <a:noFill/>
          </a:ln>
        </p:spPr>
        <p:txBody>
          <a:bodyPr>
            <a:spAutoFit/>
          </a:bodyPr>
          <a:lstStyle/>
          <a:p>
            <a:pPr eaLnBrk="1" hangingPunct="1">
              <a:buFont typeface="Arial" panose="020B0604020202020204" pitchFamily="34" charset="0"/>
            </a:pPr>
            <a:r>
              <a:rPr lang="zh-CN" altLang="en-US" dirty="0">
                <a:solidFill>
                  <a:schemeClr val="tx1"/>
                </a:solidFill>
                <a:latin typeface="方正综艺简体" charset="-122"/>
                <a:ea typeface="方正综艺简体" charset="-122"/>
              </a:rPr>
              <a:t>朱正东</a:t>
            </a:r>
            <a:endParaRPr lang="zh-CN" altLang="en-US" dirty="0">
              <a:solidFill>
                <a:schemeClr val="tx1"/>
              </a:solidFill>
              <a:latin typeface="方正综艺简体" charset="-122"/>
              <a:ea typeface="方正综艺简体" charset="-122"/>
            </a:endParaRPr>
          </a:p>
        </p:txBody>
      </p:sp>
      <p:sp>
        <p:nvSpPr>
          <p:cNvPr id="9" name="矩形 8"/>
          <p:cNvSpPr/>
          <p:nvPr/>
        </p:nvSpPr>
        <p:spPr>
          <a:xfrm>
            <a:off x="0" y="-19050"/>
            <a:ext cx="9166225" cy="5164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0" name="矩形 9"/>
          <p:cNvSpPr/>
          <p:nvPr/>
        </p:nvSpPr>
        <p:spPr>
          <a:xfrm>
            <a:off x="0" y="1563688"/>
            <a:ext cx="9169400" cy="164623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6391" name="标题 1"/>
          <p:cNvSpPr/>
          <p:nvPr/>
        </p:nvSpPr>
        <p:spPr>
          <a:xfrm>
            <a:off x="2486025" y="1711325"/>
            <a:ext cx="6916738" cy="1190625"/>
          </a:xfrm>
          <a:prstGeom prst="rect">
            <a:avLst/>
          </a:prstGeom>
          <a:noFill/>
          <a:ln w="9525">
            <a:noFill/>
          </a:ln>
        </p:spPr>
        <p:txBody>
          <a:bodyPr anchor="ctr"/>
          <a:lstStyle/>
          <a:p>
            <a:pPr eaLnBrk="1" hangingPunct="1">
              <a:lnSpc>
                <a:spcPct val="90000"/>
              </a:lnSpc>
              <a:buFont typeface="Arial" panose="020B0604020202020204" pitchFamily="34" charset="0"/>
            </a:pPr>
            <a:r>
              <a:rPr lang="zh-CN" altLang="en-US" sz="4400" dirty="0">
                <a:solidFill>
                  <a:schemeClr val="tx1"/>
                </a:solidFill>
                <a:latin typeface="方正综艺简体" charset="-122"/>
                <a:ea typeface="方正综艺简体" charset="-122"/>
              </a:rPr>
              <a:t>数 字 逻 辑 电 路</a:t>
            </a:r>
            <a:endParaRPr lang="zh-CN" altLang="en-US" sz="4400" dirty="0">
              <a:solidFill>
                <a:schemeClr val="tx1"/>
              </a:solidFill>
              <a:latin typeface="方正综艺简体" charset="-122"/>
              <a:ea typeface="方正综艺简体" charset="-122"/>
            </a:endParaRPr>
          </a:p>
        </p:txBody>
      </p:sp>
      <p:sp>
        <p:nvSpPr>
          <p:cNvPr id="16392" name="文本框 11"/>
          <p:cNvSpPr txBox="1"/>
          <p:nvPr/>
        </p:nvSpPr>
        <p:spPr>
          <a:xfrm>
            <a:off x="4165600" y="2692400"/>
            <a:ext cx="1428750" cy="398780"/>
          </a:xfrm>
          <a:prstGeom prst="rect">
            <a:avLst/>
          </a:prstGeom>
          <a:noFill/>
          <a:ln w="9525">
            <a:noFill/>
          </a:ln>
        </p:spPr>
        <p:txBody>
          <a:bodyPr>
            <a:spAutoFit/>
          </a:bodyPr>
          <a:lstStyle/>
          <a:p>
            <a:pPr eaLnBrk="1" hangingPunct="1">
              <a:buFont typeface="Arial" panose="020B0604020202020204" pitchFamily="34" charset="0"/>
            </a:pPr>
            <a:r>
              <a:rPr lang="zh-CN" altLang="en-US" dirty="0">
                <a:solidFill>
                  <a:schemeClr val="tx1"/>
                </a:solidFill>
                <a:latin typeface="方正综艺简体" charset="-122"/>
                <a:ea typeface="方正综艺简体" charset="-122"/>
              </a:rPr>
              <a:t>刘</a:t>
            </a:r>
            <a:r>
              <a:rPr lang="en-US" altLang="zh-CN" dirty="0">
                <a:solidFill>
                  <a:schemeClr val="tx1"/>
                </a:solidFill>
                <a:latin typeface="方正综艺简体" charset="-122"/>
                <a:ea typeface="方正综艺简体" charset="-122"/>
              </a:rPr>
              <a:t> </a:t>
            </a:r>
            <a:r>
              <a:rPr lang="zh-CN" altLang="en-US" dirty="0">
                <a:solidFill>
                  <a:schemeClr val="tx1"/>
                </a:solidFill>
                <a:latin typeface="方正综艺简体" charset="-122"/>
                <a:ea typeface="方正综艺简体" charset="-122"/>
              </a:rPr>
              <a:t>松</a:t>
            </a:r>
            <a:endParaRPr lang="zh-CN" altLang="en-US" dirty="0">
              <a:solidFill>
                <a:schemeClr val="tx1"/>
              </a:solidFill>
              <a:latin typeface="方正综艺简体" charset="-122"/>
              <a:ea typeface="方正综艺简体" charset="-122"/>
            </a:endParaRPr>
          </a:p>
        </p:txBody>
      </p:sp>
      <p:grpSp>
        <p:nvGrpSpPr>
          <p:cNvPr id="16393" name="组合 12"/>
          <p:cNvGrpSpPr/>
          <p:nvPr/>
        </p:nvGrpSpPr>
        <p:grpSpPr>
          <a:xfrm>
            <a:off x="466725" y="268288"/>
            <a:ext cx="2322513" cy="696912"/>
            <a:chOff x="2077" y="3004"/>
            <a:chExt cx="5804" cy="1740"/>
          </a:xfrm>
        </p:grpSpPr>
        <p:pic>
          <p:nvPicPr>
            <p:cNvPr id="16394" name="图片 13" descr="交大矢量logo"/>
            <p:cNvPicPr>
              <a:picLocks noChangeAspect="1"/>
            </p:cNvPicPr>
            <p:nvPr/>
          </p:nvPicPr>
          <p:blipFill>
            <a:blip r:embed="rId1"/>
            <a:srcRect l="-1437" t="-9560" r="41219" b="-10179"/>
            <a:stretch>
              <a:fillRect/>
            </a:stretch>
          </p:blipFill>
          <p:spPr>
            <a:xfrm>
              <a:off x="2077" y="3004"/>
              <a:ext cx="5616" cy="1741"/>
            </a:xfrm>
            <a:prstGeom prst="rect">
              <a:avLst/>
            </a:prstGeom>
            <a:noFill/>
            <a:ln w="9525">
              <a:noFill/>
            </a:ln>
          </p:spPr>
        </p:pic>
        <p:sp>
          <p:nvSpPr>
            <p:cNvPr id="15" name="矩形 14"/>
            <p:cNvSpPr/>
            <p:nvPr/>
          </p:nvSpPr>
          <p:spPr>
            <a:xfrm>
              <a:off x="7540" y="4165"/>
              <a:ext cx="341" cy="3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528955" y="564515"/>
            <a:ext cx="8229600" cy="471170"/>
          </a:xfrm>
          <a:noFill/>
          <a:ln>
            <a:noFill/>
          </a:ln>
        </p:spPr>
        <p:txBody>
          <a:bodyPr/>
          <a:lstStyle/>
          <a:p>
            <a:pPr eaLnBrk="1" hangingPunct="1"/>
            <a:r>
              <a:rPr lang="zh-CN" altLang="en-US" sz="3200" b="1" dirty="0">
                <a:latin typeface="华文新魏" panose="02010800040101010101" pitchFamily="2" charset="-122"/>
                <a:ea typeface="华文新魏" panose="02010800040101010101" pitchFamily="2" charset="-122"/>
              </a:rPr>
              <a:t>第</a:t>
            </a:r>
            <a:r>
              <a:rPr lang="en-US" altLang="zh-CN" sz="3200" b="1" dirty="0">
                <a:latin typeface="华文新魏" panose="02010800040101010101" pitchFamily="2" charset="-122"/>
                <a:ea typeface="华文新魏" panose="02010800040101010101" pitchFamily="2" charset="-122"/>
              </a:rPr>
              <a:t>3</a:t>
            </a:r>
            <a:r>
              <a:rPr lang="zh-CN" altLang="en-US" sz="3200" b="1" dirty="0">
                <a:latin typeface="华文新魏" panose="02010800040101010101" pitchFamily="2" charset="-122"/>
                <a:ea typeface="华文新魏" panose="02010800040101010101" pitchFamily="2" charset="-122"/>
              </a:rPr>
              <a:t>章 时序逻辑电路</a:t>
            </a:r>
            <a:endParaRPr lang="zh-CN" altLang="en-US" sz="3200" b="1" i="1" dirty="0">
              <a:latin typeface="华文新魏" panose="02010800040101010101" pitchFamily="2" charset="-122"/>
              <a:ea typeface="华文新魏" panose="02010800040101010101" pitchFamily="2" charset="-122"/>
            </a:endParaRPr>
          </a:p>
        </p:txBody>
      </p:sp>
      <p:sp>
        <p:nvSpPr>
          <p:cNvPr id="17411" name="Rectangle 3"/>
          <p:cNvSpPr>
            <a:spLocks noGrp="1"/>
          </p:cNvSpPr>
          <p:nvPr>
            <p:ph idx="1"/>
          </p:nvPr>
        </p:nvSpPr>
        <p:spPr>
          <a:xfrm>
            <a:off x="586740" y="2129155"/>
            <a:ext cx="7132320" cy="2838450"/>
          </a:xfrm>
          <a:noFill/>
          <a:ln>
            <a:noFill/>
          </a:ln>
        </p:spPr>
        <p:txBody>
          <a:bodyPr/>
          <a:lstStyle/>
          <a:p>
            <a:pPr>
              <a:lnSpc>
                <a:spcPct val="110000"/>
              </a:lnSpc>
              <a:buNone/>
            </a:pPr>
            <a:r>
              <a:rPr lang="zh-CN" altLang="en-US" sz="2000" b="1" dirty="0">
                <a:solidFill>
                  <a:srgbClr val="FF0000"/>
                </a:solidFill>
                <a:latin typeface="华文新魏" panose="02010800040101010101" pitchFamily="2" charset="-122"/>
                <a:ea typeface="华文新魏" panose="02010800040101010101" pitchFamily="2" charset="-122"/>
              </a:rPr>
              <a:t>学习要求：</a:t>
            </a:r>
            <a:endParaRPr lang="zh-CN" altLang="en-US" sz="2000" b="1"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熟悉时序电路的一般形式、分类和描述方法；</a:t>
            </a:r>
            <a:endParaRPr lang="zh-CN" altLang="en-US" sz="2000"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掌握时序电路</a:t>
            </a:r>
            <a:r>
              <a:rPr lang="zh-CN" altLang="en-US" sz="2000" dirty="0">
                <a:solidFill>
                  <a:srgbClr val="FF0000"/>
                </a:solidFill>
                <a:latin typeface="华文新魏" panose="02010800040101010101" pitchFamily="2" charset="-122"/>
                <a:ea typeface="华文新魏" panose="02010800040101010101" pitchFamily="2" charset="-122"/>
              </a:rPr>
              <a:t>双稳态元件</a:t>
            </a:r>
            <a:r>
              <a:rPr lang="zh-CN" altLang="en-US" sz="2000" dirty="0">
                <a:latin typeface="华文新魏" panose="02010800040101010101" pitchFamily="2" charset="-122"/>
                <a:ea typeface="华文新魏" panose="02010800040101010101" pitchFamily="2" charset="-122"/>
              </a:rPr>
              <a:t>的内部结构、逻辑符号、次态真值表和次态方程；</a:t>
            </a:r>
            <a:endParaRPr lang="zh-CN" altLang="en-US" sz="2000"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熟练掌握同步时序逻辑电路的分析和设计方法；</a:t>
            </a:r>
            <a:endParaRPr lang="zh-CN" altLang="en-US" sz="2000"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掌握脉冲异步时序逻辑电路的分析和设计方法；</a:t>
            </a:r>
            <a:endParaRPr lang="zh-CN" altLang="en-US" sz="2000"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熟练掌握常用时序中规模集成电路</a:t>
            </a:r>
            <a:r>
              <a:rPr lang="en-US" altLang="zh-CN" sz="2000" dirty="0">
                <a:latin typeface="华文新魏" panose="02010800040101010101" pitchFamily="2" charset="-122"/>
                <a:ea typeface="华文新魏" panose="02010800040101010101" pitchFamily="2" charset="-122"/>
              </a:rPr>
              <a:t>MSI</a:t>
            </a:r>
            <a:r>
              <a:rPr lang="zh-CN" altLang="en-US" sz="2000" dirty="0">
                <a:latin typeface="华文新魏" panose="02010800040101010101" pitchFamily="2" charset="-122"/>
                <a:ea typeface="华文新魏" panose="02010800040101010101" pitchFamily="2" charset="-122"/>
              </a:rPr>
              <a:t>的应用。</a:t>
            </a:r>
            <a:endParaRPr lang="zh-CN" altLang="en-US" sz="2000" dirty="0">
              <a:latin typeface="华文新魏" panose="02010800040101010101" pitchFamily="2" charset="-122"/>
              <a:ea typeface="华文新魏" panose="02010800040101010101" pitchFamily="2" charset="-122"/>
            </a:endParaRPr>
          </a:p>
          <a:p>
            <a:pPr eaLnBrk="1" hangingPunct="1">
              <a:buNone/>
            </a:pPr>
            <a:endParaRPr lang="en-US" altLang="zh-CN" sz="2000" b="1" dirty="0">
              <a:latin typeface="华文新魏" panose="02010800040101010101" pitchFamily="2" charset="-122"/>
              <a:ea typeface="华文新魏" panose="02010800040101010101" pitchFamily="2" charset="-122"/>
            </a:endParaRPr>
          </a:p>
        </p:txBody>
      </p:sp>
      <p:sp>
        <p:nvSpPr>
          <p:cNvPr id="2" name="Rectangle 3"/>
          <p:cNvSpPr>
            <a:spLocks noGrp="1"/>
          </p:cNvSpPr>
          <p:nvPr/>
        </p:nvSpPr>
        <p:spPr>
          <a:xfrm>
            <a:off x="699770" y="1036320"/>
            <a:ext cx="7086600" cy="1380490"/>
          </a:xfrm>
          <a:prstGeom prst="rect">
            <a:avLst/>
          </a:prstGeom>
          <a:noFill/>
          <a:ln>
            <a:noFill/>
          </a:ln>
        </p:spPr>
        <p:txBody>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eaLnBrk="1" hangingPunct="1">
              <a:buNone/>
            </a:pPr>
            <a:endParaRPr lang="en-US" altLang="zh-CN" sz="2000" b="1" dirty="0">
              <a:latin typeface="华文新魏" panose="02010800040101010101" pitchFamily="2" charset="-122"/>
              <a:ea typeface="华文新魏" panose="02010800040101010101" pitchFamily="2" charset="-122"/>
            </a:endParaRPr>
          </a:p>
        </p:txBody>
      </p:sp>
      <p:sp>
        <p:nvSpPr>
          <p:cNvPr id="3" name="Rectangle 2"/>
          <p:cNvSpPr>
            <a:spLocks noGrp="1"/>
          </p:cNvSpPr>
          <p:nvPr/>
        </p:nvSpPr>
        <p:spPr>
          <a:xfrm>
            <a:off x="528955" y="1347470"/>
            <a:ext cx="7306310" cy="678180"/>
          </a:xfrm>
          <a:prstGeom prst="rect">
            <a:avLst/>
          </a:prstGeom>
          <a:noFill/>
          <a:ln>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a:lstStyle>
          <a:p>
            <a:pPr eaLnBrk="1" hangingPunct="1"/>
            <a:r>
              <a:rPr lang="zh-CN" altLang="en-US" sz="2000" b="1" dirty="0">
                <a:latin typeface="华文新魏" panose="02010800040101010101" pitchFamily="2" charset="-122"/>
                <a:ea typeface="华文新魏" panose="02010800040101010101" pitchFamily="2" charset="-122"/>
              </a:rPr>
              <a:t>本章由</a:t>
            </a:r>
            <a:r>
              <a:rPr lang="en-US" altLang="zh-CN" sz="2000" b="1" dirty="0">
                <a:solidFill>
                  <a:srgbClr val="FF0000"/>
                </a:solidFill>
                <a:latin typeface="华文新魏" panose="02010800040101010101" pitchFamily="2" charset="-122"/>
                <a:ea typeface="华文新魏" panose="02010800040101010101" pitchFamily="2" charset="-122"/>
              </a:rPr>
              <a:t>4</a:t>
            </a:r>
            <a:r>
              <a:rPr lang="zh-CN" altLang="en-US" sz="2000" b="1" dirty="0">
                <a:solidFill>
                  <a:srgbClr val="FF0000"/>
                </a:solidFill>
                <a:latin typeface="华文新魏" panose="02010800040101010101" pitchFamily="2" charset="-122"/>
                <a:ea typeface="华文新魏" panose="02010800040101010101" pitchFamily="2" charset="-122"/>
              </a:rPr>
              <a:t>节</a:t>
            </a:r>
            <a:r>
              <a:rPr lang="zh-CN" altLang="en-US" sz="2000" b="1" dirty="0">
                <a:latin typeface="华文新魏" panose="02010800040101010101" pitchFamily="2" charset="-122"/>
                <a:ea typeface="华文新魏" panose="02010800040101010101" pitchFamily="2" charset="-122"/>
              </a:rPr>
              <a:t>内容组成：时序逻辑电路基础、同步时序电路的分析与设计、脉冲异步时序电路的分析与设计、常用时序逻辑器件。</a:t>
            </a:r>
            <a:endParaRPr lang="zh-CN" altLang="en-US" sz="2000" b="1" i="1"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1">
                                            <p:txEl>
                                              <p:pRg st="0" end="0"/>
                                            </p:txEl>
                                          </p:spTgt>
                                        </p:tgtEl>
                                        <p:attrNameLst>
                                          <p:attrName>style.visibility</p:attrName>
                                        </p:attrNameLst>
                                      </p:cBhvr>
                                      <p:to>
                                        <p:strVal val="visible"/>
                                      </p:to>
                                    </p:set>
                                    <p:anim calcmode="lin" valueType="num">
                                      <p:cBhvr additive="base">
                                        <p:cTn id="13"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411">
                                            <p:txEl>
                                              <p:pRg st="1" end="1"/>
                                            </p:txEl>
                                          </p:spTgt>
                                        </p:tgtEl>
                                        <p:attrNameLst>
                                          <p:attrName>style.visibility</p:attrName>
                                        </p:attrNameLst>
                                      </p:cBhvr>
                                      <p:to>
                                        <p:strVal val="visible"/>
                                      </p:to>
                                    </p:set>
                                    <p:anim calcmode="lin" valueType="num">
                                      <p:cBhvr additive="base">
                                        <p:cTn id="19"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411">
                                            <p:txEl>
                                              <p:pRg st="2" end="2"/>
                                            </p:txEl>
                                          </p:spTgt>
                                        </p:tgtEl>
                                        <p:attrNameLst>
                                          <p:attrName>style.visibility</p:attrName>
                                        </p:attrNameLst>
                                      </p:cBhvr>
                                      <p:to>
                                        <p:strVal val="visible"/>
                                      </p:to>
                                    </p:set>
                                    <p:anim calcmode="lin" valueType="num">
                                      <p:cBhvr additive="base">
                                        <p:cTn id="25" dur="5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411">
                                            <p:txEl>
                                              <p:pRg st="3" end="3"/>
                                            </p:txEl>
                                          </p:spTgt>
                                        </p:tgtEl>
                                        <p:attrNameLst>
                                          <p:attrName>style.visibility</p:attrName>
                                        </p:attrNameLst>
                                      </p:cBhvr>
                                      <p:to>
                                        <p:strVal val="visible"/>
                                      </p:to>
                                    </p:set>
                                    <p:anim calcmode="lin" valueType="num">
                                      <p:cBhvr additive="base">
                                        <p:cTn id="31" dur="500" fill="hold"/>
                                        <p:tgtEl>
                                          <p:spTgt spid="17411">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4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7411">
                                            <p:txEl>
                                              <p:pRg st="4" end="4"/>
                                            </p:txEl>
                                          </p:spTgt>
                                        </p:tgtEl>
                                        <p:attrNameLst>
                                          <p:attrName>style.visibility</p:attrName>
                                        </p:attrNameLst>
                                      </p:cBhvr>
                                      <p:to>
                                        <p:strVal val="visible"/>
                                      </p:to>
                                    </p:set>
                                    <p:anim calcmode="lin" valueType="num">
                                      <p:cBhvr additive="base">
                                        <p:cTn id="37" dur="5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4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7411">
                                            <p:txEl>
                                              <p:pRg st="5" end="5"/>
                                            </p:txEl>
                                          </p:spTgt>
                                        </p:tgtEl>
                                        <p:attrNameLst>
                                          <p:attrName>style.visibility</p:attrName>
                                        </p:attrNameLst>
                                      </p:cBhvr>
                                      <p:to>
                                        <p:strVal val="visible"/>
                                      </p:to>
                                    </p:set>
                                    <p:anim calcmode="lin" valueType="num">
                                      <p:cBhvr additive="base">
                                        <p:cTn id="43" dur="500" fill="hold"/>
                                        <p:tgtEl>
                                          <p:spTgt spid="17411">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74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469900" y="658813"/>
            <a:ext cx="6324600" cy="685800"/>
          </a:xfrm>
          <a:prstGeom prst="rect">
            <a:avLst/>
          </a:prstGeom>
          <a:noFill/>
          <a:ln>
            <a:noFill/>
          </a:ln>
        </p:spPr>
        <p:txBody>
          <a:bodyPr/>
          <a:lstStyle/>
          <a:p>
            <a:pPr eaLnBrk="1" hangingPunct="1"/>
            <a:r>
              <a:rPr lang="en-US" altLang="zh-CN" sz="2800" b="1" dirty="0">
                <a:solidFill>
                  <a:srgbClr val="FF0000"/>
                </a:solidFill>
                <a:latin typeface="华文新魏" panose="02010800040101010101" pitchFamily="2" charset="-122"/>
                <a:ea typeface="华文新魏" panose="02010800040101010101" pitchFamily="2" charset="-122"/>
              </a:rPr>
              <a:t>3.1  </a:t>
            </a:r>
            <a:r>
              <a:rPr lang="zh-CN" altLang="en-US" sz="2800" b="1" dirty="0">
                <a:solidFill>
                  <a:srgbClr val="FF0000"/>
                </a:solidFill>
                <a:latin typeface="华文新魏" panose="02010800040101010101" pitchFamily="2" charset="-122"/>
                <a:ea typeface="华文新魏" panose="02010800040101010101" pitchFamily="2" charset="-122"/>
              </a:rPr>
              <a:t>时序逻辑电路基础</a:t>
            </a:r>
            <a:endParaRPr lang="zh-CN" altLang="en-US" sz="2800" b="1" dirty="0">
              <a:solidFill>
                <a:srgbClr val="FF0000"/>
              </a:solidFill>
              <a:latin typeface="华文新魏" panose="02010800040101010101" pitchFamily="2" charset="-122"/>
              <a:ea typeface="华文新魏" panose="02010800040101010101" pitchFamily="2" charset="-122"/>
            </a:endParaRPr>
          </a:p>
        </p:txBody>
      </p:sp>
      <p:sp>
        <p:nvSpPr>
          <p:cNvPr id="19459" name="Rectangle 3"/>
          <p:cNvSpPr>
            <a:spLocks noGrp="1"/>
          </p:cNvSpPr>
          <p:nvPr>
            <p:ph sz="half" idx="1"/>
          </p:nvPr>
        </p:nvSpPr>
        <p:spPr>
          <a:xfrm>
            <a:off x="827088" y="1344613"/>
            <a:ext cx="7286625" cy="3055937"/>
          </a:xfrm>
          <a:prstGeom prst="rect">
            <a:avLst/>
          </a:prstGeom>
          <a:noFill/>
          <a:ln>
            <a:noFill/>
          </a:ln>
        </p:spPr>
        <p:txBody>
          <a:bodyPr/>
          <a:lstStyle/>
          <a:p>
            <a:pPr eaLnBrk="1" hangingPunct="1">
              <a:lnSpc>
                <a:spcPct val="70000"/>
              </a:lnSpc>
              <a:buClrTx/>
              <a:buSzTx/>
              <a:buFontTx/>
              <a:buNone/>
            </a:pPr>
            <a:r>
              <a:rPr lang="en-US" altLang="zh-CN" sz="2400" b="1" dirty="0">
                <a:solidFill>
                  <a:srgbClr val="FF0000"/>
                </a:solidFill>
                <a:latin typeface="华文新魏" panose="02010800040101010101" pitchFamily="2" charset="-122"/>
                <a:ea typeface="华文新魏" panose="02010800040101010101" pitchFamily="2" charset="-122"/>
              </a:rPr>
              <a:t>3.1.1 </a:t>
            </a:r>
            <a:r>
              <a:rPr lang="zh-CN" altLang="en-US" sz="2400" b="1" dirty="0">
                <a:solidFill>
                  <a:srgbClr val="FF0000"/>
                </a:solidFill>
                <a:latin typeface="华文新魏" panose="02010800040101010101" pitchFamily="2" charset="-122"/>
                <a:ea typeface="华文新魏" panose="02010800040101010101" pitchFamily="2" charset="-122"/>
              </a:rPr>
              <a:t>时序电路概述</a:t>
            </a:r>
            <a:endParaRPr lang="zh-CN" altLang="en-US" sz="2400" b="1" dirty="0">
              <a:solidFill>
                <a:srgbClr val="FF0000"/>
              </a:solidFill>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逻辑电路的特性、时序电路状态</a:t>
            </a:r>
            <a:endParaRPr lang="zh-CN" altLang="en-US" sz="2000" b="1" dirty="0">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时序电路的一般结构</a:t>
            </a:r>
            <a:endParaRPr lang="zh-CN" altLang="en-US" sz="2000" b="1" dirty="0">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时序电路的分类</a:t>
            </a:r>
            <a:endParaRPr lang="zh-CN" altLang="en-US" sz="2000" b="1" dirty="0">
              <a:latin typeface="华文新魏" panose="02010800040101010101" pitchFamily="2" charset="-122"/>
              <a:ea typeface="华文新魏" panose="02010800040101010101" pitchFamily="2" charset="-122"/>
            </a:endParaRPr>
          </a:p>
          <a:p>
            <a:pPr eaLnBrk="1" hangingPunct="1">
              <a:lnSpc>
                <a:spcPct val="110000"/>
              </a:lnSpc>
              <a:buClrTx/>
              <a:buSzTx/>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时序电路的描述方法</a:t>
            </a:r>
            <a:endParaRPr lang="zh-CN" altLang="en-US" sz="2000" b="1" dirty="0">
              <a:latin typeface="华文新魏" panose="02010800040101010101" pitchFamily="2" charset="-122"/>
              <a:ea typeface="华文新魏" panose="02010800040101010101" pitchFamily="2" charset="-122"/>
            </a:endParaRPr>
          </a:p>
          <a:p>
            <a:pPr eaLnBrk="1" hangingPunct="1">
              <a:lnSpc>
                <a:spcPct val="110000"/>
              </a:lnSpc>
              <a:buClrTx/>
              <a:buSzTx/>
              <a:buFontTx/>
              <a:buNone/>
            </a:pPr>
            <a:r>
              <a:rPr lang="en-US" altLang="zh-CN" sz="2400" b="1" dirty="0">
                <a:solidFill>
                  <a:srgbClr val="FF0000"/>
                </a:solidFill>
                <a:latin typeface="华文新魏" panose="02010800040101010101" pitchFamily="2" charset="-122"/>
                <a:ea typeface="华文新魏" panose="02010800040101010101" pitchFamily="2" charset="-122"/>
              </a:rPr>
              <a:t>3.1.2 </a:t>
            </a:r>
            <a:r>
              <a:rPr lang="zh-CN" altLang="en-US" sz="2400" b="1" dirty="0">
                <a:solidFill>
                  <a:srgbClr val="FF0000"/>
                </a:solidFill>
                <a:latin typeface="华文新魏" panose="02010800040101010101" pitchFamily="2" charset="-122"/>
                <a:ea typeface="华文新魏" panose="02010800040101010101" pitchFamily="2" charset="-122"/>
                <a:sym typeface="+mn-ea"/>
              </a:rPr>
              <a:t>时序电路的</a:t>
            </a:r>
            <a:r>
              <a:rPr lang="zh-CN" altLang="en-US" sz="2400" b="1" dirty="0">
                <a:solidFill>
                  <a:srgbClr val="FF0000"/>
                </a:solidFill>
                <a:latin typeface="华文新魏" panose="02010800040101010101" pitchFamily="2" charset="-122"/>
                <a:ea typeface="华文新魏" panose="02010800040101010101" pitchFamily="2" charset="-122"/>
              </a:rPr>
              <a:t>双稳态元件</a:t>
            </a:r>
            <a:endParaRPr lang="zh-CN" altLang="en-US" sz="2400" b="1" dirty="0">
              <a:solidFill>
                <a:srgbClr val="FF0000"/>
              </a:solidFill>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zh-CN" altLang="en-US" sz="2000" b="1" u="sng" dirty="0">
                <a:solidFill>
                  <a:srgbClr val="FF0000"/>
                </a:solidFill>
                <a:latin typeface="华文新魏" panose="02010800040101010101" pitchFamily="2" charset="-122"/>
                <a:ea typeface="华文新魏" panose="02010800040101010101" pitchFamily="2" charset="-122"/>
              </a:rPr>
              <a:t>锁存器</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SR</a:t>
            </a:r>
            <a:r>
              <a:rPr lang="zh-CN" altLang="en-US" sz="2000" b="1" dirty="0">
                <a:latin typeface="华文新魏" panose="02010800040101010101" pitchFamily="2" charset="-122"/>
                <a:ea typeface="华文新魏" panose="02010800040101010101" pitchFamily="2" charset="-122"/>
              </a:rPr>
              <a:t>锁存器、</a:t>
            </a:r>
            <a:r>
              <a:rPr lang="en-US" altLang="zh-CN" sz="2000" b="1" dirty="0">
                <a:latin typeface="华文新魏" panose="02010800040101010101" pitchFamily="2" charset="-122"/>
                <a:ea typeface="华文新魏" panose="02010800040101010101" pitchFamily="2" charset="-122"/>
              </a:rPr>
              <a:t>/S/R</a:t>
            </a:r>
            <a:r>
              <a:rPr lang="zh-CN" altLang="en-US" sz="2000" b="1" dirty="0">
                <a:latin typeface="华文新魏" panose="02010800040101010101" pitchFamily="2" charset="-122"/>
                <a:ea typeface="华文新魏" panose="02010800040101010101" pitchFamily="2" charset="-122"/>
              </a:rPr>
              <a:t>锁存器、</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锁存器</a:t>
            </a:r>
            <a:endParaRPr lang="en-US" altLang="zh-CN" sz="2000" b="1" dirty="0">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zh-CN" altLang="en-US" sz="2000" b="1" u="sng" dirty="0">
                <a:solidFill>
                  <a:srgbClr val="FF0000"/>
                </a:solidFill>
                <a:latin typeface="华文新魏" panose="02010800040101010101" pitchFamily="2" charset="-122"/>
                <a:ea typeface="华文新魏" panose="02010800040101010101" pitchFamily="2" charset="-122"/>
              </a:rPr>
              <a:t>触发器</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a:t>
            </a:r>
            <a:r>
              <a:rPr lang="en-US" altLang="zh-CN" sz="2000" b="1" dirty="0">
                <a:latin typeface="华文新魏" panose="02010800040101010101" pitchFamily="2" charset="-122"/>
                <a:ea typeface="华文新魏" panose="02010800040101010101" pitchFamily="2" charset="-122"/>
              </a:rPr>
              <a:t>SR</a:t>
            </a:r>
            <a:r>
              <a:rPr lang="zh-CN" altLang="en-US" sz="2000" b="1" dirty="0">
                <a:latin typeface="华文新魏" panose="02010800040101010101" pitchFamily="2" charset="-122"/>
                <a:ea typeface="华文新魏" panose="02010800040101010101" pitchFamily="2" charset="-122"/>
              </a:rPr>
              <a:t>触发器、</a:t>
            </a:r>
            <a:r>
              <a:rPr lang="en-US" altLang="zh-CN" sz="2000" b="1" dirty="0">
                <a:latin typeface="华文新魏" panose="02010800040101010101" pitchFamily="2" charset="-122"/>
                <a:ea typeface="华文新魏" panose="02010800040101010101" pitchFamily="2" charset="-122"/>
              </a:rPr>
              <a:t>JK</a:t>
            </a:r>
            <a:r>
              <a:rPr lang="zh-CN" altLang="en-US" sz="2000" b="1" dirty="0">
                <a:latin typeface="华文新魏" panose="02010800040101010101" pitchFamily="2" charset="-122"/>
                <a:ea typeface="华文新魏" panose="02010800040101010101" pitchFamily="2" charset="-122"/>
              </a:rPr>
              <a:t>触发器、</a:t>
            </a:r>
            <a:r>
              <a:rPr lang="en-US" altLang="zh-CN" sz="2000" b="1" dirty="0">
                <a:latin typeface="华文新魏" panose="02010800040101010101" pitchFamily="2" charset="-122"/>
                <a:ea typeface="华文新魏" panose="02010800040101010101" pitchFamily="2" charset="-122"/>
              </a:rPr>
              <a:t>T</a:t>
            </a:r>
            <a:r>
              <a:rPr lang="zh-CN" altLang="en-US" sz="2000" b="1" dirty="0">
                <a:latin typeface="华文新魏" panose="02010800040101010101" pitchFamily="2" charset="-122"/>
                <a:ea typeface="华文新魏" panose="02010800040101010101" pitchFamily="2" charset="-122"/>
              </a:rPr>
              <a:t>触发器</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anim calcmode="lin" valueType="num">
                                      <p:cBhvr additive="base">
                                        <p:cTn id="11"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45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anim calcmode="lin" valueType="num">
                                      <p:cBhvr additive="base">
                                        <p:cTn id="15"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945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anim calcmode="lin" valueType="num">
                                      <p:cBhvr additive="base">
                                        <p:cTn id="19"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anim calcmode="lin" valueType="num">
                                      <p:cBhvr additive="base">
                                        <p:cTn id="23"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9459">
                                            <p:txEl>
                                              <p:pRg st="5" end="5"/>
                                            </p:txEl>
                                          </p:spTgt>
                                        </p:tgtEl>
                                        <p:attrNameLst>
                                          <p:attrName>style.visibility</p:attrName>
                                        </p:attrNameLst>
                                      </p:cBhvr>
                                      <p:to>
                                        <p:strVal val="visible"/>
                                      </p:to>
                                    </p:set>
                                    <p:anim calcmode="lin" valueType="num">
                                      <p:cBhvr additive="base">
                                        <p:cTn id="29"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9459">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9459">
                                            <p:txEl>
                                              <p:pRg st="6" end="6"/>
                                            </p:txEl>
                                          </p:spTgt>
                                        </p:tgtEl>
                                        <p:attrNameLst>
                                          <p:attrName>style.visibility</p:attrName>
                                        </p:attrNameLst>
                                      </p:cBhvr>
                                      <p:to>
                                        <p:strVal val="visible"/>
                                      </p:to>
                                    </p:set>
                                    <p:anim calcmode="lin" valueType="num">
                                      <p:cBhvr additive="base">
                                        <p:cTn id="33"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9459">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9459">
                                            <p:txEl>
                                              <p:pRg st="7" end="7"/>
                                            </p:txEl>
                                          </p:spTgt>
                                        </p:tgtEl>
                                        <p:attrNameLst>
                                          <p:attrName>style.visibility</p:attrName>
                                        </p:attrNameLst>
                                      </p:cBhvr>
                                      <p:to>
                                        <p:strVal val="visible"/>
                                      </p:to>
                                    </p:set>
                                    <p:anim calcmode="lin" valueType="num">
                                      <p:cBhvr additive="base">
                                        <p:cTn id="37" dur="5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827584" y="411510"/>
            <a:ext cx="6324600" cy="534987"/>
          </a:xfrm>
          <a:prstGeom prst="rect">
            <a:avLst/>
          </a:prstGeom>
          <a:noFill/>
          <a:ln>
            <a:noFill/>
          </a:ln>
        </p:spPr>
        <p:txBody>
          <a:bodyPr/>
          <a:lstStyle/>
          <a:p>
            <a:pPr eaLnBrk="1" hangingPunct="1"/>
            <a:r>
              <a:rPr lang="en-US" altLang="zh-CN" sz="2400" b="1" dirty="0">
                <a:solidFill>
                  <a:srgbClr val="FF0000"/>
                </a:solidFill>
                <a:latin typeface="华文新魏" panose="02010800040101010101" pitchFamily="2" charset="-122"/>
                <a:ea typeface="华文新魏" panose="02010800040101010101" pitchFamily="2" charset="-122"/>
                <a:sym typeface="+mn-ea"/>
              </a:rPr>
              <a:t>3.1.</a:t>
            </a:r>
            <a:r>
              <a:rPr lang="en-US" altLang="zh-CN" sz="2400" b="1" dirty="0">
                <a:solidFill>
                  <a:srgbClr val="FF0000"/>
                </a:solidFill>
                <a:latin typeface="华文新魏" panose="02010800040101010101" pitchFamily="2" charset="-122"/>
                <a:ea typeface="华文新魏" panose="02010800040101010101" pitchFamily="2" charset="-122"/>
              </a:rPr>
              <a:t>1 </a:t>
            </a:r>
            <a:r>
              <a:rPr lang="zh-CN" altLang="en-US" sz="2400" b="1" dirty="0">
                <a:solidFill>
                  <a:srgbClr val="FF0000"/>
                </a:solidFill>
                <a:latin typeface="华文新魏" panose="02010800040101010101" pitchFamily="2" charset="-122"/>
                <a:ea typeface="华文新魏" panose="02010800040101010101" pitchFamily="2" charset="-122"/>
              </a:rPr>
              <a:t>时序电路概述</a:t>
            </a:r>
            <a:endParaRPr lang="zh-CN" altLang="en-US" sz="2400" b="1" dirty="0">
              <a:solidFill>
                <a:srgbClr val="FF0000"/>
              </a:solidFill>
              <a:latin typeface="华文新魏" panose="02010800040101010101" pitchFamily="2" charset="-122"/>
              <a:ea typeface="华文新魏" panose="02010800040101010101" pitchFamily="2" charset="-122"/>
            </a:endParaRPr>
          </a:p>
        </p:txBody>
      </p:sp>
      <p:sp>
        <p:nvSpPr>
          <p:cNvPr id="20483" name="Rectangle 3"/>
          <p:cNvSpPr>
            <a:spLocks noGrp="1"/>
          </p:cNvSpPr>
          <p:nvPr>
            <p:ph sz="half" idx="1"/>
          </p:nvPr>
        </p:nvSpPr>
        <p:spPr>
          <a:xfrm>
            <a:off x="395536" y="771550"/>
            <a:ext cx="8247063" cy="4089400"/>
          </a:xfrm>
          <a:prstGeom prst="rect">
            <a:avLst/>
          </a:prstGeom>
          <a:noFill/>
          <a:ln>
            <a:noFill/>
          </a:ln>
        </p:spPr>
        <p:txBody>
          <a:bodyPr/>
          <a:lstStyle/>
          <a:p>
            <a:pPr eaLnBrk="1" hangingPunct="1">
              <a:lnSpc>
                <a:spcPct val="120000"/>
              </a:lnSpc>
              <a:buClrTx/>
              <a:buSzTx/>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sym typeface="+mn-ea"/>
              </a:rPr>
              <a:t>逻辑电路的特性</a:t>
            </a:r>
            <a:r>
              <a:rPr lang="en-US" altLang="zh-CN" sz="1800" b="1" dirty="0">
                <a:latin typeface="华文新魏" panose="02010800040101010101" pitchFamily="2" charset="-122"/>
                <a:ea typeface="华文新魏" panose="02010800040101010101" pitchFamily="2" charset="-122"/>
                <a:sym typeface="+mn-ea"/>
              </a:rPr>
              <a:t>:</a:t>
            </a:r>
            <a:r>
              <a:rPr lang="zh-CN" altLang="en-US" sz="1800" b="1" dirty="0">
                <a:latin typeface="华文新魏" panose="02010800040101010101" pitchFamily="2" charset="-122"/>
                <a:ea typeface="华文新魏" panose="02010800040101010101" pitchFamily="2" charset="-122"/>
                <a:sym typeface="+mn-ea"/>
              </a:rPr>
              <a:t>是接收输入信号且产生与输入信号</a:t>
            </a:r>
            <a:r>
              <a:rPr lang="zh-CN" altLang="en-US" sz="1800" b="1" dirty="0">
                <a:solidFill>
                  <a:srgbClr val="FF0000"/>
                </a:solidFill>
                <a:latin typeface="华文新魏" panose="02010800040101010101" pitchFamily="2" charset="-122"/>
                <a:ea typeface="华文新魏" panose="02010800040101010101" pitchFamily="2" charset="-122"/>
                <a:sym typeface="+mn-ea"/>
              </a:rPr>
              <a:t>有确定关系</a:t>
            </a:r>
            <a:r>
              <a:rPr lang="zh-CN" altLang="en-US" sz="1800" b="1" dirty="0">
                <a:latin typeface="华文新魏" panose="02010800040101010101" pitchFamily="2" charset="-122"/>
                <a:ea typeface="华文新魏" panose="02010800040101010101" pitchFamily="2" charset="-122"/>
                <a:sym typeface="+mn-ea"/>
              </a:rPr>
              <a:t>的</a:t>
            </a:r>
            <a:r>
              <a:rPr lang="zh-CN" altLang="en-US" sz="1800" b="1" dirty="0">
                <a:solidFill>
                  <a:srgbClr val="FF0000"/>
                </a:solidFill>
                <a:latin typeface="华文新魏" panose="02010800040101010101" pitchFamily="2" charset="-122"/>
                <a:ea typeface="华文新魏" panose="02010800040101010101" pitchFamily="2" charset="-122"/>
                <a:sym typeface="+mn-ea"/>
              </a:rPr>
              <a:t>正确且稳定</a:t>
            </a:r>
            <a:r>
              <a:rPr lang="zh-CN" altLang="en-US" sz="1800" b="1" dirty="0">
                <a:latin typeface="华文新魏" panose="02010800040101010101" pitchFamily="2" charset="-122"/>
                <a:ea typeface="华文新魏" panose="02010800040101010101" pitchFamily="2" charset="-122"/>
                <a:sym typeface="+mn-ea"/>
              </a:rPr>
              <a:t>的输出信号。</a:t>
            </a:r>
            <a:endParaRPr lang="en-US" altLang="zh-CN" sz="1800" b="1" dirty="0">
              <a:latin typeface="华文新魏" panose="02010800040101010101" pitchFamily="2" charset="-122"/>
              <a:ea typeface="华文新魏" panose="02010800040101010101" pitchFamily="2" charset="-122"/>
            </a:endParaRPr>
          </a:p>
          <a:p>
            <a:pPr eaLnBrk="1" hangingPunct="1">
              <a:lnSpc>
                <a:spcPct val="120000"/>
              </a:lnSpc>
              <a:buClrTx/>
              <a:buSzTx/>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逻辑电路可分为两大类：</a:t>
            </a:r>
            <a:endParaRPr lang="zh-CN" altLang="en-US" sz="1800" b="1" dirty="0">
              <a:solidFill>
                <a:srgbClr val="FF0000"/>
              </a:solidFill>
              <a:latin typeface="华文新魏" panose="02010800040101010101" pitchFamily="2" charset="-122"/>
              <a:ea typeface="华文新魏" panose="02010800040101010101" pitchFamily="2" charset="-122"/>
            </a:endParaRPr>
          </a:p>
          <a:p>
            <a:pPr eaLnBrk="1" hangingPunct="1">
              <a:lnSpc>
                <a:spcPct val="120000"/>
              </a:lnSpc>
              <a:buClrTx/>
              <a:buSzTx/>
              <a:buFontTx/>
              <a:buNone/>
            </a:pPr>
            <a:r>
              <a:rPr lang="en-US" altLang="zh-CN" sz="1800" b="1" dirty="0">
                <a:latin typeface="华文新魏" panose="02010800040101010101" pitchFamily="2" charset="-122"/>
                <a:ea typeface="华文新魏" panose="02010800040101010101" pitchFamily="2" charset="-122"/>
              </a:rPr>
              <a:t>	</a:t>
            </a:r>
            <a:r>
              <a:rPr lang="en-US" altLang="zh-CN" sz="1600" b="1" dirty="0">
                <a:latin typeface="Calibri" panose="020F0502020204030204" pitchFamily="34" charset="0"/>
                <a:ea typeface="华文新魏" panose="02010800040101010101" pitchFamily="2" charset="-122"/>
              </a:rPr>
              <a:t>① </a:t>
            </a:r>
            <a:r>
              <a:rPr lang="zh-CN" altLang="en-US" sz="1800" b="1" u="sng" dirty="0">
                <a:latin typeface="华文新魏" panose="02010800040101010101" pitchFamily="2" charset="-122"/>
                <a:ea typeface="华文新魏" panose="02010800040101010101" pitchFamily="2" charset="-122"/>
              </a:rPr>
              <a:t>组合逻辑电路</a:t>
            </a:r>
            <a:r>
              <a:rPr lang="zh-CN" altLang="en-US" sz="1800" b="1" dirty="0">
                <a:latin typeface="华文新魏" panose="02010800040101010101" pitchFamily="2" charset="-122"/>
                <a:ea typeface="华文新魏" panose="02010800040101010101" pitchFamily="2" charset="-122"/>
              </a:rPr>
              <a:t>：电路输出仅由</a:t>
            </a:r>
            <a:r>
              <a:rPr lang="zh-CN" altLang="en-US" sz="1800" b="1" dirty="0">
                <a:solidFill>
                  <a:srgbClr val="FF0000"/>
                </a:solidFill>
                <a:latin typeface="华文新魏" panose="02010800040101010101" pitchFamily="2" charset="-122"/>
                <a:ea typeface="华文新魏" panose="02010800040101010101" pitchFamily="2" charset="-122"/>
              </a:rPr>
              <a:t>当前</a:t>
            </a:r>
            <a:r>
              <a:rPr lang="zh-CN" altLang="en-US" sz="1800" b="1" dirty="0">
                <a:latin typeface="华文新魏" panose="02010800040101010101" pitchFamily="2" charset="-122"/>
                <a:ea typeface="华文新魏" panose="02010800040101010101" pitchFamily="2" charset="-122"/>
              </a:rPr>
              <a:t>输入信号的状态决定。</a:t>
            </a:r>
            <a:endParaRPr lang="en-US" altLang="zh-CN" sz="1800" b="1" dirty="0">
              <a:latin typeface="华文新魏" panose="02010800040101010101" pitchFamily="2" charset="-122"/>
              <a:ea typeface="华文新魏" panose="02010800040101010101" pitchFamily="2" charset="-122"/>
            </a:endParaRPr>
          </a:p>
          <a:p>
            <a:pPr eaLnBrk="1" hangingPunct="1">
              <a:lnSpc>
                <a:spcPct val="120000"/>
              </a:lnSpc>
              <a:buClrTx/>
              <a:buSzTx/>
              <a:buFontTx/>
              <a:buNone/>
            </a:pPr>
            <a:r>
              <a:rPr lang="en-US" altLang="zh-CN" sz="1800" b="1" dirty="0">
                <a:latin typeface="华文新魏" panose="02010800040101010101" pitchFamily="2" charset="-122"/>
                <a:ea typeface="华文新魏" panose="02010800040101010101" pitchFamily="2" charset="-122"/>
              </a:rPr>
              <a:t>	</a:t>
            </a:r>
            <a:r>
              <a:rPr lang="en-US" altLang="zh-CN" sz="1600" b="1" dirty="0">
                <a:latin typeface="Calibri" panose="020F0502020204030204" pitchFamily="34" charset="0"/>
                <a:ea typeface="华文新魏" panose="02010800040101010101" pitchFamily="2" charset="-122"/>
              </a:rPr>
              <a:t>② </a:t>
            </a:r>
            <a:r>
              <a:rPr lang="zh-CN" altLang="en-US" sz="1800" b="1" u="sng" dirty="0">
                <a:latin typeface="华文新魏" panose="02010800040101010101" pitchFamily="2" charset="-122"/>
                <a:ea typeface="华文新魏" panose="02010800040101010101" pitchFamily="2" charset="-122"/>
              </a:rPr>
              <a:t>时序逻辑电路</a:t>
            </a:r>
            <a:r>
              <a:rPr lang="zh-CN" altLang="en-US" sz="1800" b="1" dirty="0">
                <a:latin typeface="华文新魏" panose="02010800040101010101" pitchFamily="2" charset="-122"/>
                <a:ea typeface="华文新魏" panose="02010800040101010101" pitchFamily="2" charset="-122"/>
              </a:rPr>
              <a:t>：电路输出不仅取决于</a:t>
            </a:r>
            <a:r>
              <a:rPr lang="zh-CN" altLang="en-US" sz="1800" b="1" dirty="0">
                <a:solidFill>
                  <a:srgbClr val="FF0000"/>
                </a:solidFill>
                <a:latin typeface="华文新魏" panose="02010800040101010101" pitchFamily="2" charset="-122"/>
                <a:ea typeface="华文新魏" panose="02010800040101010101" pitchFamily="2" charset="-122"/>
              </a:rPr>
              <a:t>当前</a:t>
            </a:r>
            <a:r>
              <a:rPr lang="zh-CN" altLang="en-US" sz="1800" b="1" dirty="0">
                <a:latin typeface="华文新魏" panose="02010800040101010101" pitchFamily="2" charset="-122"/>
                <a:ea typeface="华文新魏" panose="02010800040101010101" pitchFamily="2" charset="-122"/>
              </a:rPr>
              <a:t>输入信号的状态（取值），而且也取决于</a:t>
            </a:r>
            <a:r>
              <a:rPr lang="zh-CN" altLang="en-US" sz="1800" b="1" dirty="0">
                <a:solidFill>
                  <a:srgbClr val="FF0000"/>
                </a:solidFill>
                <a:latin typeface="华文新魏" panose="02010800040101010101" pitchFamily="2" charset="-122"/>
                <a:ea typeface="华文新魏" panose="02010800040101010101" pitchFamily="2" charset="-122"/>
              </a:rPr>
              <a:t>过去的输入信号</a:t>
            </a:r>
            <a:r>
              <a:rPr lang="zh-CN" altLang="en-US" sz="1800" b="1" u="sng" dirty="0">
                <a:solidFill>
                  <a:srgbClr val="FF0000"/>
                </a:solidFill>
                <a:latin typeface="华文新魏" panose="02010800040101010101" pitchFamily="2" charset="-122"/>
                <a:ea typeface="华文新魏" panose="02010800040101010101" pitchFamily="2" charset="-122"/>
              </a:rPr>
              <a:t>序列</a:t>
            </a:r>
            <a:r>
              <a:rPr lang="zh-CN" altLang="en-US" sz="1800" b="1" dirty="0">
                <a:latin typeface="华文新魏" panose="02010800040101010101" pitchFamily="2" charset="-122"/>
                <a:ea typeface="华文新魏" panose="02010800040101010101" pitchFamily="2" charset="-122"/>
              </a:rPr>
              <a:t>，即过去输入信号序列不同，则在同一当前输入的情况下，输出也可能不同。</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buClrTx/>
              <a:buSzTx/>
              <a:buFont typeface="Arial" panose="020B0604020202020204" pitchFamily="34" charset="0"/>
            </a:pPr>
            <a:r>
              <a:rPr lang="zh-CN" altLang="en-US" sz="1800" b="1" u="sng" dirty="0">
                <a:solidFill>
                  <a:srgbClr val="FF0000"/>
                </a:solidFill>
                <a:latin typeface="华文新魏" panose="02010800040101010101" pitchFamily="2" charset="-122"/>
                <a:ea typeface="华文新魏" panose="02010800040101010101" pitchFamily="2" charset="-122"/>
              </a:rPr>
              <a:t>时序电路的状态</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  用来反映电路以往输入的情况，称为电路状态。在实际电路中，以二进制的形式表示，其中的每一位都称为一个状态变量。</a:t>
            </a:r>
            <a:r>
              <a:rPr lang="zh-CN" altLang="en-US" sz="1800" b="1" dirty="0">
                <a:solidFill>
                  <a:srgbClr val="FF0000"/>
                </a:solidFill>
                <a:latin typeface="华文新魏" panose="02010800040101010101" pitchFamily="2" charset="-122"/>
                <a:ea typeface="华文新魏" panose="02010800040101010101" pitchFamily="2" charset="-122"/>
              </a:rPr>
              <a:t>时序电路的状态是状态变量的集合</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它在任何时刻的值都包含所有的对确定电路将来行为所必需的过去信息。</a:t>
            </a:r>
            <a:endParaRPr lang="zh-CN" altLang="en-US" sz="1800" b="1" dirty="0">
              <a:solidFill>
                <a:srgbClr val="FF0000"/>
              </a:solidFill>
              <a:latin typeface="华文新魏" panose="02010800040101010101" pitchFamily="2" charset="-122"/>
              <a:ea typeface="华文新魏" panose="02010800040101010101" pitchFamily="2" charset="-122"/>
            </a:endParaRPr>
          </a:p>
          <a:p>
            <a:pPr eaLnBrk="1" hangingPunct="1">
              <a:buClrTx/>
              <a:buSzTx/>
              <a:buFont typeface="Arial" panose="020B0604020202020204" pitchFamily="34" charset="0"/>
            </a:pPr>
            <a:endParaRPr lang="zh-CN" altLang="en-US" sz="1800"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 calcmode="lin" valueType="num">
                                      <p:cBhvr additive="base">
                                        <p:cTn id="7"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anim calcmode="lin" valueType="num">
                                      <p:cBhvr additive="base">
                                        <p:cTn id="11"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anim calcmode="lin" valueType="num">
                                      <p:cBhvr additive="base">
                                        <p:cTn id="15"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0483">
                                            <p:txEl>
                                              <p:pRg st="4" end="4"/>
                                            </p:txEl>
                                          </p:spTgt>
                                        </p:tgtEl>
                                        <p:attrNameLst>
                                          <p:attrName>style.visibility</p:attrName>
                                        </p:attrNameLst>
                                      </p:cBhvr>
                                      <p:to>
                                        <p:strVal val="visible"/>
                                      </p:to>
                                    </p:set>
                                    <p:anim calcmode="lin" valueType="num">
                                      <p:cBhvr additive="base">
                                        <p:cTn id="21"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时序电路的一般形式</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1507" name="Rectangle 12"/>
          <p:cNvSpPr/>
          <p:nvPr/>
        </p:nvSpPr>
        <p:spPr>
          <a:xfrm>
            <a:off x="3357563" y="1473200"/>
            <a:ext cx="1708150" cy="125730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21508" name="Text Box 14"/>
          <p:cNvSpPr txBox="1"/>
          <p:nvPr/>
        </p:nvSpPr>
        <p:spPr>
          <a:xfrm>
            <a:off x="3635375" y="1930400"/>
            <a:ext cx="1182688" cy="369888"/>
          </a:xfrm>
          <a:prstGeom prst="rect">
            <a:avLst/>
          </a:prstGeom>
          <a:solidFill>
            <a:schemeClr val="accent1"/>
          </a:solid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组合电路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21509" name="Group 80"/>
          <p:cNvGrpSpPr/>
          <p:nvPr/>
        </p:nvGrpSpPr>
        <p:grpSpPr>
          <a:xfrm>
            <a:off x="2242820" y="1203325"/>
            <a:ext cx="1115060" cy="1014730"/>
            <a:chOff x="1584" y="830"/>
            <a:chExt cx="576" cy="852"/>
          </a:xfrm>
        </p:grpSpPr>
        <p:sp>
          <p:nvSpPr>
            <p:cNvPr id="21556" name="Line 16"/>
            <p:cNvSpPr/>
            <p:nvPr/>
          </p:nvSpPr>
          <p:spPr>
            <a:xfrm>
              <a:off x="1632" y="1155"/>
              <a:ext cx="528" cy="0"/>
            </a:xfrm>
            <a:prstGeom prst="line">
              <a:avLst/>
            </a:prstGeom>
            <a:ln w="19050" cap="flat" cmpd="sng">
              <a:solidFill>
                <a:schemeClr val="tx1"/>
              </a:solidFill>
              <a:prstDash val="solid"/>
              <a:headEnd type="none" w="med" len="med"/>
              <a:tailEnd type="triangle" w="med" len="med"/>
            </a:ln>
          </p:spPr>
        </p:sp>
        <p:sp>
          <p:nvSpPr>
            <p:cNvPr id="21557" name="Text Box 17"/>
            <p:cNvSpPr txBox="1"/>
            <p:nvPr/>
          </p:nvSpPr>
          <p:spPr>
            <a:xfrm>
              <a:off x="1751" y="1193"/>
              <a:ext cx="285" cy="489"/>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ea typeface="Times New Roman" panose="02020603050405020304" pitchFamily="18" charset="0"/>
                </a:rPr>
                <a:t>•••</a:t>
              </a:r>
              <a:endParaRPr lang="en-US" altLang="zh-CN" sz="2400" b="1" dirty="0">
                <a:solidFill>
                  <a:schemeClr val="tx1"/>
                </a:solidFill>
                <a:latin typeface="Times New Roman" panose="02020603050405020304" pitchFamily="18" charset="0"/>
              </a:endParaRPr>
            </a:p>
          </p:txBody>
        </p:sp>
        <p:sp>
          <p:nvSpPr>
            <p:cNvPr id="21558" name="Line 18"/>
            <p:cNvSpPr/>
            <p:nvPr/>
          </p:nvSpPr>
          <p:spPr>
            <a:xfrm>
              <a:off x="1632" y="1527"/>
              <a:ext cx="528" cy="0"/>
            </a:xfrm>
            <a:prstGeom prst="line">
              <a:avLst/>
            </a:prstGeom>
            <a:ln w="19050" cap="flat" cmpd="sng">
              <a:solidFill>
                <a:schemeClr val="tx1"/>
              </a:solidFill>
              <a:prstDash val="solid"/>
              <a:headEnd type="none" w="med" len="med"/>
              <a:tailEnd type="triangle" w="med" len="med"/>
            </a:ln>
          </p:spPr>
        </p:sp>
        <p:sp>
          <p:nvSpPr>
            <p:cNvPr id="21559" name="Text Box 19"/>
            <p:cNvSpPr txBox="1"/>
            <p:nvPr/>
          </p:nvSpPr>
          <p:spPr>
            <a:xfrm>
              <a:off x="1584" y="830"/>
              <a:ext cx="288" cy="335"/>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x</a:t>
              </a:r>
              <a:r>
                <a:rPr lang="en-US" altLang="zh-CN" b="1" baseline="-25000" dirty="0">
                  <a:solidFill>
                    <a:schemeClr val="tx1"/>
                  </a:solidFill>
                  <a:latin typeface="Times New Roman" panose="02020603050405020304" pitchFamily="18" charset="0"/>
                </a:rPr>
                <a:t>1</a:t>
              </a:r>
              <a:endParaRPr lang="en-US" altLang="zh-CN" b="1" dirty="0">
                <a:solidFill>
                  <a:schemeClr val="tx1"/>
                </a:solidFill>
                <a:latin typeface="Times New Roman" panose="02020603050405020304" pitchFamily="18" charset="0"/>
              </a:endParaRPr>
            </a:p>
          </p:txBody>
        </p:sp>
        <p:sp>
          <p:nvSpPr>
            <p:cNvPr id="21560" name="Text Box 20"/>
            <p:cNvSpPr txBox="1"/>
            <p:nvPr/>
          </p:nvSpPr>
          <p:spPr>
            <a:xfrm>
              <a:off x="1584" y="1220"/>
              <a:ext cx="443" cy="335"/>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x</a:t>
              </a:r>
              <a:r>
                <a:rPr lang="en-US" altLang="zh-CN" b="1" baseline="-25000" dirty="0">
                  <a:solidFill>
                    <a:schemeClr val="tx1"/>
                  </a:solidFill>
                  <a:latin typeface="Times New Roman" panose="02020603050405020304" pitchFamily="18" charset="0"/>
                </a:rPr>
                <a:t>n</a:t>
              </a:r>
              <a:endParaRPr lang="en-US" altLang="zh-CN" b="1" dirty="0">
                <a:solidFill>
                  <a:schemeClr val="tx1"/>
                </a:solidFill>
                <a:latin typeface="Times New Roman" panose="02020603050405020304" pitchFamily="18" charset="0"/>
              </a:endParaRPr>
            </a:p>
          </p:txBody>
        </p:sp>
      </p:grpSp>
      <p:grpSp>
        <p:nvGrpSpPr>
          <p:cNvPr id="21510" name="组合 64"/>
          <p:cNvGrpSpPr/>
          <p:nvPr/>
        </p:nvGrpSpPr>
        <p:grpSpPr>
          <a:xfrm>
            <a:off x="349568" y="1245874"/>
            <a:ext cx="8079628" cy="2916551"/>
            <a:chOff x="302609" y="1417699"/>
            <a:chExt cx="8688991" cy="4019570"/>
          </a:xfrm>
        </p:grpSpPr>
        <p:sp>
          <p:nvSpPr>
            <p:cNvPr id="21513" name="Rectangle 13"/>
            <p:cNvSpPr/>
            <p:nvPr/>
          </p:nvSpPr>
          <p:spPr>
            <a:xfrm>
              <a:off x="3429000" y="4114800"/>
              <a:ext cx="1981200" cy="99060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14" name="Text Box 15"/>
            <p:cNvSpPr txBox="1"/>
            <p:nvPr/>
          </p:nvSpPr>
          <p:spPr>
            <a:xfrm>
              <a:off x="3841750" y="4403725"/>
              <a:ext cx="13716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存储电路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15" name="Line 23"/>
            <p:cNvSpPr/>
            <p:nvPr/>
          </p:nvSpPr>
          <p:spPr>
            <a:xfrm>
              <a:off x="5352592" y="1846524"/>
              <a:ext cx="1065994" cy="24504"/>
            </a:xfrm>
            <a:prstGeom prst="line">
              <a:avLst/>
            </a:prstGeom>
            <a:ln w="19050" cap="flat" cmpd="sng">
              <a:solidFill>
                <a:schemeClr val="tx1"/>
              </a:solidFill>
              <a:prstDash val="solid"/>
              <a:headEnd type="none" w="med" len="med"/>
              <a:tailEnd type="triangle" w="med" len="med"/>
            </a:ln>
          </p:spPr>
        </p:sp>
        <p:sp>
          <p:nvSpPr>
            <p:cNvPr id="21516" name="Text Box 24"/>
            <p:cNvSpPr txBox="1"/>
            <p:nvPr/>
          </p:nvSpPr>
          <p:spPr>
            <a:xfrm>
              <a:off x="6023668" y="1429509"/>
              <a:ext cx="457200" cy="5075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z</a:t>
              </a:r>
              <a:r>
                <a:rPr lang="en-US" altLang="zh-CN" sz="1800" b="1" baseline="-25000" dirty="0">
                  <a:solidFill>
                    <a:schemeClr val="tx1"/>
                  </a:solidFill>
                  <a:latin typeface="黑体" panose="02010609060101010101" pitchFamily="49" charset="-122"/>
                  <a:ea typeface="黑体" panose="02010609060101010101" pitchFamily="49" charset="-122"/>
                </a:rPr>
                <a:t>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17" name="Line 27"/>
            <p:cNvSpPr/>
            <p:nvPr/>
          </p:nvSpPr>
          <p:spPr>
            <a:xfrm flipV="1">
              <a:off x="5352592" y="2405746"/>
              <a:ext cx="1103553" cy="21879"/>
            </a:xfrm>
            <a:prstGeom prst="line">
              <a:avLst/>
            </a:prstGeom>
            <a:ln w="19050" cap="flat" cmpd="sng">
              <a:solidFill>
                <a:schemeClr val="tx1"/>
              </a:solidFill>
              <a:prstDash val="solid"/>
              <a:headEnd type="none" w="med" len="med"/>
              <a:tailEnd type="triangle" w="med" len="med"/>
            </a:ln>
          </p:spPr>
        </p:sp>
        <p:sp>
          <p:nvSpPr>
            <p:cNvPr id="21518" name="Text Box 28"/>
            <p:cNvSpPr txBox="1"/>
            <p:nvPr/>
          </p:nvSpPr>
          <p:spPr>
            <a:xfrm>
              <a:off x="6022508" y="1997050"/>
              <a:ext cx="626212" cy="5075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z</a:t>
              </a:r>
              <a:r>
                <a:rPr lang="en-US" altLang="zh-CN" sz="1800" b="1" baseline="-25000" dirty="0">
                  <a:solidFill>
                    <a:schemeClr val="tx1"/>
                  </a:solidFill>
                  <a:latin typeface="黑体" panose="02010609060101010101" pitchFamily="49" charset="-122"/>
                  <a:ea typeface="黑体" panose="02010609060101010101" pitchFamily="49" charset="-122"/>
                </a:rPr>
                <a:t>m</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19" name="Text Box 30"/>
            <p:cNvSpPr txBox="1"/>
            <p:nvPr/>
          </p:nvSpPr>
          <p:spPr>
            <a:xfrm>
              <a:off x="5639053" y="1871196"/>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20" name="Line 32"/>
            <p:cNvSpPr/>
            <p:nvPr/>
          </p:nvSpPr>
          <p:spPr>
            <a:xfrm flipV="1">
              <a:off x="2743263" y="2665663"/>
              <a:ext cx="785325" cy="1750"/>
            </a:xfrm>
            <a:prstGeom prst="line">
              <a:avLst/>
            </a:prstGeom>
            <a:ln w="19050" cap="flat" cmpd="sng">
              <a:solidFill>
                <a:schemeClr val="tx1"/>
              </a:solidFill>
              <a:prstDash val="solid"/>
              <a:headEnd type="none" w="med" len="med"/>
              <a:tailEnd type="triangle" w="med" len="med"/>
            </a:ln>
          </p:spPr>
        </p:sp>
        <p:sp>
          <p:nvSpPr>
            <p:cNvPr id="21521" name="Line 33"/>
            <p:cNvSpPr/>
            <p:nvPr/>
          </p:nvSpPr>
          <p:spPr>
            <a:xfrm>
              <a:off x="2743200" y="2667000"/>
              <a:ext cx="0" cy="2289175"/>
            </a:xfrm>
            <a:prstGeom prst="line">
              <a:avLst/>
            </a:prstGeom>
            <a:ln w="19050" cap="flat" cmpd="sng">
              <a:solidFill>
                <a:schemeClr val="tx1"/>
              </a:solidFill>
              <a:prstDash val="solid"/>
              <a:headEnd type="none" w="med" len="med"/>
              <a:tailEnd type="none" w="med" len="med"/>
            </a:ln>
          </p:spPr>
        </p:sp>
        <p:sp>
          <p:nvSpPr>
            <p:cNvPr id="21522" name="Line 34"/>
            <p:cNvSpPr/>
            <p:nvPr/>
          </p:nvSpPr>
          <p:spPr>
            <a:xfrm>
              <a:off x="2743200" y="4953000"/>
              <a:ext cx="685800" cy="0"/>
            </a:xfrm>
            <a:prstGeom prst="line">
              <a:avLst/>
            </a:prstGeom>
            <a:ln w="19050" cap="flat" cmpd="sng">
              <a:solidFill>
                <a:schemeClr val="tx1"/>
              </a:solidFill>
              <a:prstDash val="solid"/>
              <a:headEnd type="none" w="med" len="med"/>
              <a:tailEnd type="none" w="med" len="med"/>
            </a:ln>
          </p:spPr>
        </p:sp>
        <p:sp>
          <p:nvSpPr>
            <p:cNvPr id="21523" name="Line 35"/>
            <p:cNvSpPr/>
            <p:nvPr/>
          </p:nvSpPr>
          <p:spPr>
            <a:xfrm>
              <a:off x="3047833" y="3200384"/>
              <a:ext cx="457537" cy="875"/>
            </a:xfrm>
            <a:prstGeom prst="line">
              <a:avLst/>
            </a:prstGeom>
            <a:ln w="19050" cap="flat" cmpd="sng">
              <a:solidFill>
                <a:schemeClr val="tx1"/>
              </a:solidFill>
              <a:prstDash val="solid"/>
              <a:headEnd type="none" w="med" len="med"/>
              <a:tailEnd type="triangle" w="med" len="med"/>
            </a:ln>
          </p:spPr>
        </p:sp>
        <p:sp>
          <p:nvSpPr>
            <p:cNvPr id="21524" name="Line 36"/>
            <p:cNvSpPr/>
            <p:nvPr/>
          </p:nvSpPr>
          <p:spPr>
            <a:xfrm>
              <a:off x="3048000" y="3200400"/>
              <a:ext cx="0" cy="1066800"/>
            </a:xfrm>
            <a:prstGeom prst="line">
              <a:avLst/>
            </a:prstGeom>
            <a:ln w="19050" cap="flat" cmpd="sng">
              <a:solidFill>
                <a:schemeClr val="tx1"/>
              </a:solidFill>
              <a:prstDash val="solid"/>
              <a:headEnd type="none" w="med" len="med"/>
              <a:tailEnd type="none" w="med" len="med"/>
            </a:ln>
          </p:spPr>
        </p:sp>
        <p:sp>
          <p:nvSpPr>
            <p:cNvPr id="21525" name="Line 37"/>
            <p:cNvSpPr/>
            <p:nvPr/>
          </p:nvSpPr>
          <p:spPr>
            <a:xfrm>
              <a:off x="3048000" y="4267200"/>
              <a:ext cx="381000" cy="0"/>
            </a:xfrm>
            <a:prstGeom prst="line">
              <a:avLst/>
            </a:prstGeom>
            <a:ln w="19050" cap="flat" cmpd="sng">
              <a:solidFill>
                <a:schemeClr val="tx1"/>
              </a:solidFill>
              <a:prstDash val="solid"/>
              <a:headEnd type="none" w="med" len="med"/>
              <a:tailEnd type="none" w="med" len="med"/>
            </a:ln>
          </p:spPr>
        </p:sp>
        <p:sp>
          <p:nvSpPr>
            <p:cNvPr id="21526" name="Text Box 39"/>
            <p:cNvSpPr txBox="1"/>
            <p:nvPr/>
          </p:nvSpPr>
          <p:spPr>
            <a:xfrm>
              <a:off x="3091736" y="2676058"/>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27" name="Text Box 38"/>
            <p:cNvSpPr txBox="1"/>
            <p:nvPr/>
          </p:nvSpPr>
          <p:spPr>
            <a:xfrm>
              <a:off x="2969152" y="4394484"/>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28" name="Text Box 49"/>
            <p:cNvSpPr txBox="1"/>
            <p:nvPr/>
          </p:nvSpPr>
          <p:spPr>
            <a:xfrm>
              <a:off x="2962001" y="2485437"/>
              <a:ext cx="457200" cy="504166"/>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29" name="Text Box 50"/>
            <p:cNvSpPr txBox="1"/>
            <p:nvPr/>
          </p:nvSpPr>
          <p:spPr>
            <a:xfrm>
              <a:off x="2954959" y="3029518"/>
              <a:ext cx="473075" cy="50901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err="1">
                  <a:solidFill>
                    <a:schemeClr val="tx1"/>
                  </a:solidFill>
                  <a:latin typeface="黑体" panose="02010609060101010101" pitchFamily="49" charset="-122"/>
                  <a:ea typeface="黑体" panose="02010609060101010101" pitchFamily="49" charset="-122"/>
                </a:rPr>
                <a:t>y</a:t>
              </a:r>
              <a:r>
                <a:rPr lang="en-US" altLang="zh-CN" sz="1800" b="1" baseline="-25000" dirty="0" err="1">
                  <a:solidFill>
                    <a:schemeClr val="tx1"/>
                  </a:solidFill>
                  <a:latin typeface="黑体" panose="02010609060101010101" pitchFamily="49" charset="-122"/>
                  <a:ea typeface="黑体" panose="02010609060101010101" pitchFamily="49" charset="-122"/>
                </a:rPr>
                <a:t>r</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30" name="Line 40"/>
            <p:cNvSpPr/>
            <p:nvPr/>
          </p:nvSpPr>
          <p:spPr>
            <a:xfrm>
              <a:off x="5352592" y="2665666"/>
              <a:ext cx="716353" cy="2625"/>
            </a:xfrm>
            <a:prstGeom prst="line">
              <a:avLst/>
            </a:prstGeom>
            <a:ln w="19050" cap="flat" cmpd="sng">
              <a:solidFill>
                <a:schemeClr val="tx1"/>
              </a:solidFill>
              <a:prstDash val="solid"/>
              <a:headEnd type="none" w="med" len="med"/>
              <a:tailEnd type="none" w="med" len="med"/>
            </a:ln>
          </p:spPr>
        </p:sp>
        <p:sp>
          <p:nvSpPr>
            <p:cNvPr id="21531" name="Line 42"/>
            <p:cNvSpPr/>
            <p:nvPr/>
          </p:nvSpPr>
          <p:spPr>
            <a:xfrm>
              <a:off x="6067425" y="2667000"/>
              <a:ext cx="0" cy="2289175"/>
            </a:xfrm>
            <a:prstGeom prst="line">
              <a:avLst/>
            </a:prstGeom>
            <a:ln w="19050" cap="flat" cmpd="sng">
              <a:solidFill>
                <a:schemeClr val="tx1"/>
              </a:solidFill>
              <a:prstDash val="solid"/>
              <a:headEnd type="none" w="med" len="med"/>
              <a:tailEnd type="none" w="med" len="med"/>
            </a:ln>
          </p:spPr>
        </p:sp>
        <p:sp>
          <p:nvSpPr>
            <p:cNvPr id="21532" name="Line 43"/>
            <p:cNvSpPr/>
            <p:nvPr/>
          </p:nvSpPr>
          <p:spPr>
            <a:xfrm>
              <a:off x="5401322" y="4940300"/>
              <a:ext cx="685800" cy="0"/>
            </a:xfrm>
            <a:prstGeom prst="line">
              <a:avLst/>
            </a:prstGeom>
            <a:ln w="19050" cap="flat" cmpd="sng">
              <a:solidFill>
                <a:schemeClr val="tx1"/>
              </a:solidFill>
              <a:prstDash val="solid"/>
              <a:headEnd type="triangle" w="med" len="med"/>
              <a:tailEnd type="none" w="med" len="med"/>
            </a:ln>
          </p:spPr>
        </p:sp>
        <p:sp>
          <p:nvSpPr>
            <p:cNvPr id="21533" name="Text Box 44"/>
            <p:cNvSpPr txBox="1"/>
            <p:nvPr/>
          </p:nvSpPr>
          <p:spPr>
            <a:xfrm>
              <a:off x="5331353" y="2743200"/>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34" name="Line 45"/>
            <p:cNvSpPr/>
            <p:nvPr/>
          </p:nvSpPr>
          <p:spPr>
            <a:xfrm>
              <a:off x="5352592" y="3201260"/>
              <a:ext cx="438416" cy="875"/>
            </a:xfrm>
            <a:prstGeom prst="line">
              <a:avLst/>
            </a:prstGeom>
            <a:ln w="19050" cap="flat" cmpd="sng">
              <a:solidFill>
                <a:schemeClr val="tx1"/>
              </a:solidFill>
              <a:prstDash val="solid"/>
              <a:headEnd type="none" w="med" len="med"/>
              <a:tailEnd type="none" w="med" len="med"/>
            </a:ln>
          </p:spPr>
        </p:sp>
        <p:sp>
          <p:nvSpPr>
            <p:cNvPr id="21535" name="Line 46"/>
            <p:cNvSpPr/>
            <p:nvPr/>
          </p:nvSpPr>
          <p:spPr>
            <a:xfrm>
              <a:off x="5791200" y="3200400"/>
              <a:ext cx="0" cy="1066800"/>
            </a:xfrm>
            <a:prstGeom prst="line">
              <a:avLst/>
            </a:prstGeom>
            <a:ln w="19050" cap="flat" cmpd="sng">
              <a:solidFill>
                <a:schemeClr val="tx1"/>
              </a:solidFill>
              <a:prstDash val="solid"/>
              <a:headEnd type="none" w="med" len="med"/>
              <a:tailEnd type="none" w="med" len="med"/>
            </a:ln>
          </p:spPr>
        </p:sp>
        <p:sp>
          <p:nvSpPr>
            <p:cNvPr id="21536" name="Line 47"/>
            <p:cNvSpPr/>
            <p:nvPr/>
          </p:nvSpPr>
          <p:spPr>
            <a:xfrm>
              <a:off x="5410200" y="4251325"/>
              <a:ext cx="381000" cy="0"/>
            </a:xfrm>
            <a:prstGeom prst="line">
              <a:avLst/>
            </a:prstGeom>
            <a:ln w="19050" cap="flat" cmpd="sng">
              <a:solidFill>
                <a:schemeClr val="tx1"/>
              </a:solidFill>
              <a:prstDash val="solid"/>
              <a:headEnd type="triangle" w="med" len="med"/>
              <a:tailEnd type="none" w="med" len="med"/>
            </a:ln>
          </p:spPr>
        </p:sp>
        <p:sp>
          <p:nvSpPr>
            <p:cNvPr id="21537" name="Text Box 48"/>
            <p:cNvSpPr txBox="1"/>
            <p:nvPr/>
          </p:nvSpPr>
          <p:spPr>
            <a:xfrm>
              <a:off x="5331353" y="4378607"/>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38" name="Text Box 51"/>
            <p:cNvSpPr txBox="1"/>
            <p:nvPr/>
          </p:nvSpPr>
          <p:spPr>
            <a:xfrm>
              <a:off x="5576541" y="2574414"/>
              <a:ext cx="457200" cy="50416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39" name="Text Box 52"/>
            <p:cNvSpPr txBox="1"/>
            <p:nvPr/>
          </p:nvSpPr>
          <p:spPr>
            <a:xfrm>
              <a:off x="5410200" y="3398184"/>
              <a:ext cx="457200" cy="50416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err="1">
                  <a:solidFill>
                    <a:schemeClr val="tx1"/>
                  </a:solidFill>
                  <a:latin typeface="黑体" panose="02010609060101010101" pitchFamily="49" charset="-122"/>
                  <a:ea typeface="黑体" panose="02010609060101010101" pitchFamily="49" charset="-122"/>
                </a:rPr>
                <a:t>Y</a:t>
              </a:r>
              <a:r>
                <a:rPr lang="en-US" altLang="zh-CN" sz="1800" b="1" baseline="-25000" dirty="0" err="1">
                  <a:solidFill>
                    <a:schemeClr val="tx1"/>
                  </a:solidFill>
                  <a:latin typeface="黑体" panose="02010609060101010101" pitchFamily="49" charset="-122"/>
                  <a:ea typeface="黑体" panose="02010609060101010101" pitchFamily="49" charset="-122"/>
                </a:rPr>
                <a:t>r</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40" name="Text Box 31"/>
            <p:cNvSpPr txBox="1"/>
            <p:nvPr/>
          </p:nvSpPr>
          <p:spPr>
            <a:xfrm>
              <a:off x="6782141" y="1919481"/>
              <a:ext cx="20770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时序电路输出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41" name="AutoShape 59"/>
            <p:cNvSpPr/>
            <p:nvPr/>
          </p:nvSpPr>
          <p:spPr>
            <a:xfrm>
              <a:off x="6325567" y="2057400"/>
              <a:ext cx="457200" cy="147638"/>
            </a:xfrm>
            <a:prstGeom prst="leftArrow">
              <a:avLst>
                <a:gd name="adj1" fmla="val 50000"/>
                <a:gd name="adj2" fmla="val 77376"/>
              </a:avLst>
            </a:prstGeom>
            <a:solidFill>
              <a:srgbClr val="FF5050"/>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42" name="Text Box 66"/>
            <p:cNvSpPr txBox="1"/>
            <p:nvPr/>
          </p:nvSpPr>
          <p:spPr>
            <a:xfrm>
              <a:off x="6953331" y="1428256"/>
              <a:ext cx="1295400" cy="5461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输出</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21543" name="Text Box 53"/>
            <p:cNvSpPr txBox="1"/>
            <p:nvPr/>
          </p:nvSpPr>
          <p:spPr>
            <a:xfrm>
              <a:off x="6705671" y="4434188"/>
              <a:ext cx="1851685"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存储电路输入</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44" name="AutoShape 60"/>
            <p:cNvSpPr/>
            <p:nvPr/>
          </p:nvSpPr>
          <p:spPr>
            <a:xfrm>
              <a:off x="6248400" y="2909888"/>
              <a:ext cx="457200" cy="147638"/>
            </a:xfrm>
            <a:prstGeom prst="leftArrow">
              <a:avLst>
                <a:gd name="adj1" fmla="val 50000"/>
                <a:gd name="adj2" fmla="val 77376"/>
              </a:avLst>
            </a:prstGeom>
            <a:no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45" name="AutoShape 61"/>
            <p:cNvSpPr/>
            <p:nvPr/>
          </p:nvSpPr>
          <p:spPr>
            <a:xfrm>
              <a:off x="6248400" y="4541838"/>
              <a:ext cx="457200" cy="147638"/>
            </a:xfrm>
            <a:prstGeom prst="leftArrow">
              <a:avLst>
                <a:gd name="adj1" fmla="val 50000"/>
                <a:gd name="adj2" fmla="val 77376"/>
              </a:avLst>
            </a:prstGeom>
            <a:no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46" name="Text Box 63"/>
            <p:cNvSpPr txBox="1"/>
            <p:nvPr/>
          </p:nvSpPr>
          <p:spPr>
            <a:xfrm>
              <a:off x="6705600" y="2833688"/>
              <a:ext cx="16002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内部输出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47" name="Text Box 67"/>
            <p:cNvSpPr txBox="1"/>
            <p:nvPr/>
          </p:nvSpPr>
          <p:spPr>
            <a:xfrm>
              <a:off x="6781800" y="4891088"/>
              <a:ext cx="2209800" cy="5461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激励（控制）</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21548" name="Text Box 22"/>
            <p:cNvSpPr txBox="1"/>
            <p:nvPr/>
          </p:nvSpPr>
          <p:spPr>
            <a:xfrm>
              <a:off x="303975" y="1919481"/>
              <a:ext cx="1869437"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时序电路输入</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49" name="AutoShape 55"/>
            <p:cNvSpPr/>
            <p:nvPr/>
          </p:nvSpPr>
          <p:spPr>
            <a:xfrm>
              <a:off x="1981200" y="2057400"/>
              <a:ext cx="457200" cy="147638"/>
            </a:xfrm>
            <a:prstGeom prst="rightArrow">
              <a:avLst>
                <a:gd name="adj1" fmla="val 50000"/>
                <a:gd name="adj2" fmla="val 77376"/>
              </a:avLst>
            </a:prstGeom>
            <a:solidFill>
              <a:srgbClr val="FF5050"/>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50" name="Text Box 65"/>
            <p:cNvSpPr txBox="1"/>
            <p:nvPr/>
          </p:nvSpPr>
          <p:spPr>
            <a:xfrm>
              <a:off x="1041775" y="1417699"/>
              <a:ext cx="1194395" cy="5461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输入</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21551" name="Text Box 54"/>
            <p:cNvSpPr txBox="1"/>
            <p:nvPr/>
          </p:nvSpPr>
          <p:spPr>
            <a:xfrm>
              <a:off x="302609" y="4434188"/>
              <a:ext cx="1962294"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存储电路输出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52" name="AutoShape 56"/>
            <p:cNvSpPr/>
            <p:nvPr/>
          </p:nvSpPr>
          <p:spPr>
            <a:xfrm>
              <a:off x="1981200" y="2909888"/>
              <a:ext cx="457200" cy="147637"/>
            </a:xfrm>
            <a:prstGeom prst="rightArrow">
              <a:avLst>
                <a:gd name="adj1" fmla="val 50000"/>
                <a:gd name="adj2" fmla="val 77376"/>
              </a:avLst>
            </a:prstGeom>
            <a:no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53" name="AutoShape 57"/>
            <p:cNvSpPr/>
            <p:nvPr/>
          </p:nvSpPr>
          <p:spPr>
            <a:xfrm>
              <a:off x="1977786" y="4581912"/>
              <a:ext cx="457200" cy="147637"/>
            </a:xfrm>
            <a:prstGeom prst="rightArrow">
              <a:avLst>
                <a:gd name="adj1" fmla="val 50000"/>
                <a:gd name="adj2" fmla="val 77376"/>
              </a:avLst>
            </a:prstGeom>
            <a:no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54" name="Text Box 62"/>
            <p:cNvSpPr txBox="1"/>
            <p:nvPr/>
          </p:nvSpPr>
          <p:spPr>
            <a:xfrm>
              <a:off x="837996" y="2757557"/>
              <a:ext cx="1600015" cy="5075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内部输入</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55" name="Text Box 68"/>
            <p:cNvSpPr txBox="1"/>
            <p:nvPr/>
          </p:nvSpPr>
          <p:spPr>
            <a:xfrm>
              <a:off x="910231" y="4814888"/>
              <a:ext cx="1295400" cy="5461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状态</a:t>
              </a:r>
              <a:endParaRPr lang="zh-CN" altLang="en-US" b="1" dirty="0">
                <a:solidFill>
                  <a:srgbClr val="FF0000"/>
                </a:solidFill>
                <a:latin typeface="华文新魏" panose="02010800040101010101" pitchFamily="2" charset="-122"/>
                <a:ea typeface="华文新魏" panose="02010800040101010101" pitchFamily="2" charset="-122"/>
              </a:endParaRPr>
            </a:p>
          </p:txBody>
        </p:sp>
      </p:grpSp>
      <p:sp>
        <p:nvSpPr>
          <p:cNvPr id="21511" name="Text Box 63"/>
          <p:cNvSpPr txBox="1"/>
          <p:nvPr/>
        </p:nvSpPr>
        <p:spPr>
          <a:xfrm>
            <a:off x="1101725" y="4112578"/>
            <a:ext cx="5986463" cy="656398"/>
          </a:xfrm>
          <a:prstGeom prst="rect">
            <a:avLst/>
          </a:prstGeom>
          <a:noFill/>
          <a:ln w="9525">
            <a:noFill/>
          </a:ln>
        </p:spPr>
        <p:txBody>
          <a:bodyPr>
            <a:spAutoFit/>
          </a:bodyPr>
          <a:lstStyle/>
          <a:p>
            <a:pPr eaLnBrk="1" hangingPunct="1">
              <a:lnSpc>
                <a:spcPct val="75000"/>
              </a:lnSpc>
              <a:spcBef>
                <a:spcPct val="50000"/>
              </a:spcBef>
            </a:pPr>
            <a:r>
              <a:rPr lang="en-US" altLang="zh-CN" sz="1800" dirty="0">
                <a:solidFill>
                  <a:schemeClr val="tx1"/>
                </a:solidFill>
                <a:latin typeface="华文新魏" panose="02010800040101010101" pitchFamily="2" charset="-122"/>
                <a:ea typeface="华文新魏" panose="02010800040101010101" pitchFamily="2" charset="-122"/>
              </a:rPr>
              <a:t>z</a:t>
            </a:r>
            <a:r>
              <a:rPr lang="en-US" altLang="zh-CN" sz="1800" baseline="-25000" dirty="0">
                <a:solidFill>
                  <a:schemeClr val="tx1"/>
                </a:solidFill>
                <a:latin typeface="华文新魏" panose="02010800040101010101" pitchFamily="2" charset="-122"/>
                <a:ea typeface="华文新魏" panose="02010800040101010101" pitchFamily="2" charset="-122"/>
              </a:rPr>
              <a:t>1</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1800" dirty="0">
                <a:solidFill>
                  <a:schemeClr val="tx1"/>
                </a:solidFill>
                <a:latin typeface="华文新魏" panose="02010800040101010101" pitchFamily="2" charset="-122"/>
                <a:ea typeface="华文新魏" panose="02010800040101010101" pitchFamily="2" charset="-122"/>
              </a:rPr>
              <a:t>z</a:t>
            </a:r>
            <a:r>
              <a:rPr lang="en-US" altLang="zh-CN" sz="1800" baseline="-25000" dirty="0">
                <a:solidFill>
                  <a:schemeClr val="tx1"/>
                </a:solidFill>
                <a:latin typeface="华文新魏" panose="02010800040101010101" pitchFamily="2" charset="-122"/>
                <a:ea typeface="华文新魏" panose="02010800040101010101" pitchFamily="2" charset="-122"/>
              </a:rPr>
              <a:t>m </a:t>
            </a:r>
            <a:r>
              <a:rPr lang="zh-CN" altLang="en-US" sz="1600" dirty="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为外部状态</a:t>
            </a:r>
            <a:r>
              <a:rPr lang="en-US" altLang="zh-CN" sz="1800" dirty="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常称为输出（状态）；</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lnSpc>
                <a:spcPct val="75000"/>
              </a:lnSpc>
              <a:spcBef>
                <a:spcPct val="50000"/>
              </a:spcBef>
            </a:pPr>
            <a:r>
              <a:rPr lang="en-US" altLang="zh-CN" sz="1800" dirty="0">
                <a:solidFill>
                  <a:schemeClr val="tx1"/>
                </a:solidFill>
                <a:latin typeface="华文新魏" panose="02010800040101010101" pitchFamily="2" charset="-122"/>
                <a:ea typeface="华文新魏" panose="02010800040101010101" pitchFamily="2" charset="-122"/>
              </a:rPr>
              <a:t>y</a:t>
            </a:r>
            <a:r>
              <a:rPr lang="en-US" altLang="zh-CN" sz="1800" baseline="-25000" dirty="0">
                <a:solidFill>
                  <a:schemeClr val="tx1"/>
                </a:solidFill>
                <a:latin typeface="华文新魏" panose="02010800040101010101" pitchFamily="2" charset="-122"/>
                <a:ea typeface="华文新魏" panose="02010800040101010101" pitchFamily="2" charset="-122"/>
              </a:rPr>
              <a:t>1</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1800" dirty="0">
                <a:solidFill>
                  <a:schemeClr val="tx1"/>
                </a:solidFill>
                <a:latin typeface="华文新魏" panose="02010800040101010101" pitchFamily="2" charset="-122"/>
                <a:ea typeface="华文新魏" panose="02010800040101010101" pitchFamily="2" charset="-122"/>
              </a:rPr>
              <a:t>y</a:t>
            </a:r>
            <a:r>
              <a:rPr lang="en-US" altLang="zh-CN" sz="1800" baseline="-25000" dirty="0">
                <a:solidFill>
                  <a:schemeClr val="tx1"/>
                </a:solidFill>
                <a:latin typeface="华文新魏" panose="02010800040101010101" pitchFamily="2" charset="-122"/>
                <a:ea typeface="华文新魏" panose="02010800040101010101" pitchFamily="2" charset="-122"/>
              </a:rPr>
              <a:t>r </a:t>
            </a:r>
            <a:r>
              <a:rPr lang="zh-CN" altLang="en-US" sz="1600" dirty="0">
                <a:solidFill>
                  <a:schemeClr val="tx1"/>
                </a:solidFill>
                <a:latin typeface="华文新魏" panose="02010800040101010101" pitchFamily="2" charset="-122"/>
                <a:ea typeface="华文新魏" panose="02010800040101010101" pitchFamily="2" charset="-122"/>
              </a:rPr>
              <a:t>： </a:t>
            </a:r>
            <a:r>
              <a:rPr lang="zh-CN" altLang="en-US" sz="1800" dirty="0">
                <a:solidFill>
                  <a:schemeClr val="tx1"/>
                </a:solidFill>
                <a:latin typeface="华文新魏" panose="02010800040101010101" pitchFamily="2" charset="-122"/>
                <a:ea typeface="华文新魏" panose="02010800040101010101" pitchFamily="2" charset="-122"/>
              </a:rPr>
              <a:t>为内部状态，即时序电路的状态，简称“状态”。</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57" name="AutoShape 92"/>
          <p:cNvSpPr/>
          <p:nvPr/>
        </p:nvSpPr>
        <p:spPr>
          <a:xfrm>
            <a:off x="4283710" y="304800"/>
            <a:ext cx="4619625" cy="742950"/>
          </a:xfrm>
          <a:prstGeom prst="wedgeRoundRectCallout">
            <a:avLst>
              <a:gd name="adj1" fmla="val -26563"/>
              <a:gd name="adj2" fmla="val 19743"/>
              <a:gd name="adj3" fmla="val 16667"/>
            </a:avLst>
          </a:prstGeom>
          <a:solidFill>
            <a:schemeClr val="accent1"/>
          </a:solidFill>
          <a:ln w="9525" cap="flat" cmpd="sng">
            <a:solidFill>
              <a:schemeClr val="tx1"/>
            </a:solidFill>
            <a:prstDash val="solid"/>
            <a:miter/>
            <a:headEnd type="none" w="med" len="med"/>
            <a:tailEnd type="none" w="med" len="med"/>
          </a:ln>
        </p:spPr>
        <p:txBody>
          <a:bodyPr/>
          <a:lstStyle/>
          <a:p>
            <a:pPr eaLnBrk="1" hangingPunct="1"/>
            <a:r>
              <a:rPr lang="zh-CN" altLang="en-US" sz="1200" dirty="0">
                <a:solidFill>
                  <a:schemeClr val="tx1"/>
                </a:solidFill>
                <a:latin typeface="Times New Roman" panose="02020603050405020304" pitchFamily="18" charset="0"/>
                <a:ea typeface="华文新魏" panose="02010800040101010101" pitchFamily="2" charset="-122"/>
              </a:rPr>
              <a:t>如图中的</a:t>
            </a:r>
            <a:r>
              <a:rPr lang="en-US" altLang="zh-CN" sz="1200" dirty="0">
                <a:solidFill>
                  <a:schemeClr val="tx1"/>
                </a:solidFill>
                <a:latin typeface="Times New Roman" panose="02020603050405020304" pitchFamily="18" charset="0"/>
                <a:ea typeface="华文新魏" panose="02010800040101010101" pitchFamily="2" charset="-122"/>
              </a:rPr>
              <a:t>y</a:t>
            </a:r>
            <a:r>
              <a:rPr lang="en-US" altLang="zh-CN" sz="1200" baseline="-25000" dirty="0">
                <a:solidFill>
                  <a:schemeClr val="tx1"/>
                </a:solidFill>
                <a:latin typeface="Times New Roman" panose="02020603050405020304" pitchFamily="18" charset="0"/>
                <a:ea typeface="华文新魏" panose="02010800040101010101" pitchFamily="2" charset="-122"/>
              </a:rPr>
              <a:t>i</a:t>
            </a:r>
            <a:r>
              <a:rPr lang="zh-CN" altLang="en-US" sz="1200" dirty="0">
                <a:solidFill>
                  <a:schemeClr val="tx1"/>
                </a:solidFill>
                <a:latin typeface="Times New Roman" panose="02020603050405020304" pitchFamily="18" charset="0"/>
                <a:ea typeface="华文新魏" panose="02010800040101010101" pitchFamily="2" charset="-122"/>
              </a:rPr>
              <a:t>，</a:t>
            </a:r>
            <a:r>
              <a:rPr lang="en-US" altLang="zh-CN" sz="1200" dirty="0">
                <a:solidFill>
                  <a:schemeClr val="tx1"/>
                </a:solidFill>
                <a:latin typeface="Times New Roman" panose="02020603050405020304" pitchFamily="18" charset="0"/>
                <a:ea typeface="华文新魏" panose="02010800040101010101" pitchFamily="2" charset="-122"/>
              </a:rPr>
              <a:t>n</a:t>
            </a:r>
            <a:r>
              <a:rPr lang="zh-CN" altLang="en-US" sz="1200" dirty="0">
                <a:solidFill>
                  <a:schemeClr val="tx1"/>
                </a:solidFill>
                <a:latin typeface="Times New Roman" panose="02020603050405020304" pitchFamily="18" charset="0"/>
                <a:ea typeface="华文新魏" panose="02010800040101010101" pitchFamily="2" charset="-122"/>
              </a:rPr>
              <a:t>个</a:t>
            </a:r>
            <a:r>
              <a:rPr lang="zh-CN" altLang="en-US" sz="1200" dirty="0">
                <a:solidFill>
                  <a:schemeClr val="tx1"/>
                </a:solidFill>
                <a:latin typeface="Times New Roman" panose="02020603050405020304" pitchFamily="18" charset="0"/>
                <a:ea typeface="华文新魏" panose="02010800040101010101" pitchFamily="2" charset="-122"/>
                <a:sym typeface="+mn-ea"/>
              </a:rPr>
              <a:t>（</a:t>
            </a:r>
            <a:r>
              <a:rPr lang="en-US" altLang="zh-CN" sz="1200" dirty="0">
                <a:solidFill>
                  <a:schemeClr val="tx1"/>
                </a:solidFill>
                <a:latin typeface="Times New Roman" panose="02020603050405020304" pitchFamily="18" charset="0"/>
                <a:ea typeface="华文新魏" panose="02010800040101010101" pitchFamily="2" charset="-122"/>
                <a:sym typeface="+mn-ea"/>
              </a:rPr>
              <a:t>y</a:t>
            </a:r>
            <a:r>
              <a:rPr lang="en-US" altLang="zh-CN" sz="1200" baseline="-25000" dirty="0">
                <a:solidFill>
                  <a:schemeClr val="tx1"/>
                </a:solidFill>
                <a:latin typeface="Times New Roman" panose="02020603050405020304" pitchFamily="18" charset="0"/>
                <a:ea typeface="华文新魏" panose="02010800040101010101" pitchFamily="2" charset="-122"/>
                <a:sym typeface="+mn-ea"/>
              </a:rPr>
              <a:t>i</a:t>
            </a:r>
            <a:r>
              <a:rPr lang="zh-CN" altLang="en-US" sz="1200" dirty="0">
                <a:solidFill>
                  <a:schemeClr val="tx1"/>
                </a:solidFill>
                <a:latin typeface="Times New Roman" panose="02020603050405020304" pitchFamily="18" charset="0"/>
                <a:ea typeface="华文新魏" panose="02010800040101010101" pitchFamily="2" charset="-122"/>
                <a:sym typeface="+mn-ea"/>
              </a:rPr>
              <a:t>）</a:t>
            </a:r>
            <a:r>
              <a:rPr lang="zh-CN" altLang="en-US" sz="1200" dirty="0">
                <a:solidFill>
                  <a:schemeClr val="tx1"/>
                </a:solidFill>
                <a:latin typeface="Times New Roman" panose="02020603050405020304" pitchFamily="18" charset="0"/>
                <a:ea typeface="华文新魏" panose="02010800040101010101" pitchFamily="2" charset="-122"/>
              </a:rPr>
              <a:t>变量可定义</a:t>
            </a:r>
            <a:r>
              <a:rPr lang="en-US" altLang="zh-CN" sz="1200" dirty="0">
                <a:solidFill>
                  <a:schemeClr val="tx1"/>
                </a:solidFill>
                <a:latin typeface="Times New Roman" panose="02020603050405020304" pitchFamily="18" charset="0"/>
                <a:ea typeface="华文新魏" panose="02010800040101010101" pitchFamily="2" charset="-122"/>
              </a:rPr>
              <a:t>2</a:t>
            </a:r>
            <a:r>
              <a:rPr lang="en-US" altLang="zh-CN" sz="1200" baseline="30000" dirty="0">
                <a:solidFill>
                  <a:schemeClr val="tx1"/>
                </a:solidFill>
                <a:latin typeface="Times New Roman" panose="02020603050405020304" pitchFamily="18" charset="0"/>
                <a:ea typeface="华文新魏" panose="02010800040101010101" pitchFamily="2" charset="-122"/>
              </a:rPr>
              <a:t>n</a:t>
            </a:r>
            <a:r>
              <a:rPr lang="zh-CN" altLang="en-US" sz="1200" dirty="0">
                <a:solidFill>
                  <a:schemeClr val="tx1"/>
                </a:solidFill>
                <a:latin typeface="Times New Roman" panose="02020603050405020304" pitchFamily="18" charset="0"/>
                <a:ea typeface="华文新魏" panose="02010800040101010101" pitchFamily="2" charset="-122"/>
              </a:rPr>
              <a:t>个状态，用二进制的形式表示出来，其中的每一位数称为一个状态变量，时序电路的状态是状态变量的集合。</a:t>
            </a:r>
            <a:endParaRPr lang="zh-CN" altLang="en-US" sz="12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bldLvl="0" animBg="1"/>
      <p:bldP spid="57"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2551113" y="601663"/>
            <a:ext cx="6629400" cy="514350"/>
          </a:xfrm>
          <a:prstGeom prst="rect">
            <a:avLst/>
          </a:prstGeom>
          <a:noFill/>
          <a:ln>
            <a:noFill/>
          </a:ln>
        </p:spPr>
        <p:txBody>
          <a:bodyPr/>
          <a:lstStyle/>
          <a:p>
            <a:pPr eaLnBrk="1" hangingPunct="1"/>
            <a:r>
              <a:rPr lang="zh-CN" altLang="en-US" sz="1800" b="1" dirty="0">
                <a:latin typeface="黑体" panose="02010609060101010101" pitchFamily="49" charset="-122"/>
                <a:ea typeface="黑体" panose="02010609060101010101" pitchFamily="49" charset="-122"/>
              </a:rPr>
              <a:t>时序电路的变化规律</a:t>
            </a:r>
            <a:endParaRPr lang="zh-CN" altLang="en-US" sz="1800" b="1" dirty="0">
              <a:latin typeface="黑体" panose="02010609060101010101" pitchFamily="49" charset="-122"/>
              <a:ea typeface="黑体" panose="02010609060101010101" pitchFamily="49" charset="-122"/>
            </a:endParaRPr>
          </a:p>
        </p:txBody>
      </p:sp>
      <p:grpSp>
        <p:nvGrpSpPr>
          <p:cNvPr id="23555" name="Group 26"/>
          <p:cNvGrpSpPr/>
          <p:nvPr/>
        </p:nvGrpSpPr>
        <p:grpSpPr>
          <a:xfrm>
            <a:off x="838200" y="1201738"/>
            <a:ext cx="7086600" cy="1187450"/>
            <a:chOff x="816" y="768"/>
            <a:chExt cx="4464" cy="998"/>
          </a:xfrm>
        </p:grpSpPr>
        <p:sp>
          <p:nvSpPr>
            <p:cNvPr id="23570" name="Text Box 9"/>
            <p:cNvSpPr txBox="1"/>
            <p:nvPr/>
          </p:nvSpPr>
          <p:spPr>
            <a:xfrm>
              <a:off x="816" y="768"/>
              <a:ext cx="4464" cy="998"/>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输入</a:t>
              </a:r>
              <a:r>
                <a:rPr lang="en-US" altLang="zh-CN" sz="1800" b="1" dirty="0">
                  <a:solidFill>
                    <a:srgbClr val="FF0000"/>
                  </a:solidFill>
                  <a:latin typeface="黑体" panose="02010609060101010101" pitchFamily="49" charset="-122"/>
                  <a:ea typeface="黑体" panose="02010609060101010101" pitchFamily="49" charset="-122"/>
                </a:rPr>
                <a:t>x</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的变化规律</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输出</a:t>
              </a:r>
              <a:r>
                <a:rPr lang="en-US" altLang="zh-CN" sz="1800" b="1" dirty="0">
                  <a:solidFill>
                    <a:schemeClr val="tx1"/>
                  </a:solidFill>
                  <a:latin typeface="黑体" panose="02010609060101010101" pitchFamily="49" charset="-122"/>
                  <a:ea typeface="黑体" panose="02010609060101010101" pitchFamily="49" charset="-122"/>
                </a:rPr>
                <a:t>z </a:t>
              </a:r>
              <a:r>
                <a:rPr lang="zh-CN" altLang="en-US" sz="1800" b="1" dirty="0">
                  <a:solidFill>
                    <a:schemeClr val="tx1"/>
                  </a:solidFill>
                  <a:latin typeface="黑体" panose="02010609060101010101" pitchFamily="49" charset="-122"/>
                  <a:ea typeface="黑体" panose="02010609060101010101" pitchFamily="49" charset="-122"/>
                </a:rPr>
                <a:t>的变化规律</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状态</a:t>
              </a:r>
              <a:r>
                <a:rPr lang="en-US" altLang="zh-CN" sz="1800" b="1" dirty="0">
                  <a:solidFill>
                    <a:srgbClr val="FF0000"/>
                  </a:solidFill>
                  <a:latin typeface="黑体" panose="02010609060101010101" pitchFamily="49" charset="-122"/>
                  <a:ea typeface="黑体" panose="02010609060101010101" pitchFamily="49" charset="-122"/>
                </a:rPr>
                <a:t>y </a:t>
              </a:r>
              <a:r>
                <a:rPr lang="zh-CN" altLang="en-US" sz="1800" b="1" dirty="0">
                  <a:solidFill>
                    <a:schemeClr val="tx1"/>
                  </a:solidFill>
                  <a:latin typeface="黑体" panose="02010609060101010101" pitchFamily="49" charset="-122"/>
                  <a:ea typeface="黑体" panose="02010609060101010101" pitchFamily="49" charset="-122"/>
                </a:rPr>
                <a:t>的变化规律</a:t>
              </a: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23571" name="AutoShape 10"/>
            <p:cNvSpPr/>
            <p:nvPr/>
          </p:nvSpPr>
          <p:spPr>
            <a:xfrm>
              <a:off x="2145" y="870"/>
              <a:ext cx="147" cy="816"/>
            </a:xfrm>
            <a:prstGeom prst="rightBrace">
              <a:avLst>
                <a:gd name="adj1" fmla="val 46181"/>
                <a:gd name="adj2" fmla="val 50000"/>
              </a:avLst>
            </a:prstGeom>
            <a:noFill/>
            <a:ln w="28575" cap="flat" cmpd="sng">
              <a:solidFill>
                <a:srgbClr val="C00000"/>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23572" name="Line 11"/>
            <p:cNvSpPr/>
            <p:nvPr/>
          </p:nvSpPr>
          <p:spPr>
            <a:xfrm>
              <a:off x="2388" y="1284"/>
              <a:ext cx="336" cy="0"/>
            </a:xfrm>
            <a:prstGeom prst="line">
              <a:avLst/>
            </a:prstGeom>
            <a:ln w="28575" cap="flat" cmpd="sng">
              <a:solidFill>
                <a:srgbClr val="C00000"/>
              </a:solidFill>
              <a:prstDash val="solid"/>
              <a:headEnd type="none" w="med" len="med"/>
              <a:tailEnd type="triangle" w="med" len="med"/>
            </a:ln>
          </p:spPr>
        </p:sp>
        <p:sp>
          <p:nvSpPr>
            <p:cNvPr id="23573" name="Line 12"/>
            <p:cNvSpPr/>
            <p:nvPr/>
          </p:nvSpPr>
          <p:spPr>
            <a:xfrm>
              <a:off x="1221" y="1152"/>
              <a:ext cx="0" cy="384"/>
            </a:xfrm>
            <a:prstGeom prst="line">
              <a:avLst/>
            </a:prstGeom>
            <a:ln w="28575" cap="flat" cmpd="sng">
              <a:solidFill>
                <a:srgbClr val="C00000"/>
              </a:solidFill>
              <a:prstDash val="dash"/>
              <a:headEnd type="none" w="med" len="med"/>
              <a:tailEnd type="triangle" w="med" len="med"/>
            </a:ln>
          </p:spPr>
        </p:sp>
      </p:grpSp>
      <p:sp>
        <p:nvSpPr>
          <p:cNvPr id="16" name="Text Box 37"/>
          <p:cNvSpPr txBox="1"/>
          <p:nvPr/>
        </p:nvSpPr>
        <p:spPr>
          <a:xfrm>
            <a:off x="3611563" y="1263650"/>
            <a:ext cx="4032250" cy="372218"/>
          </a:xfrm>
          <a:prstGeom prst="rect">
            <a:avLst/>
          </a:prstGeom>
          <a:noFill/>
          <a:ln w="9525">
            <a:noFill/>
          </a:ln>
        </p:spPr>
        <p:txBody>
          <a:bodyPr>
            <a:spAutoFit/>
          </a:bodyPr>
          <a:lstStyle/>
          <a:p>
            <a:pPr eaLnBrk="1" hangingPunct="1">
              <a:lnSpc>
                <a:spcPct val="75000"/>
              </a:lnSpc>
              <a:spcBef>
                <a:spcPct val="50000"/>
              </a:spcBef>
            </a:pPr>
            <a:r>
              <a:rPr lang="en-US" altLang="zh-CN" sz="2400" dirty="0">
                <a:solidFill>
                  <a:schemeClr val="accent2"/>
                </a:solidFill>
                <a:latin typeface="Times New Roman" panose="02020603050405020304" pitchFamily="18" charset="0"/>
                <a:ea typeface="华文新魏" panose="02010800040101010101" pitchFamily="2" charset="-122"/>
              </a:rPr>
              <a:t>z</a:t>
            </a:r>
            <a:r>
              <a:rPr lang="en-US" altLang="zh-CN" sz="2400" baseline="-25000" dirty="0">
                <a:solidFill>
                  <a:schemeClr val="accent2"/>
                </a:solidFill>
                <a:latin typeface="Times New Roman" panose="02020603050405020304" pitchFamily="18" charset="0"/>
                <a:ea typeface="华文新魏" panose="02010800040101010101" pitchFamily="2" charset="-122"/>
              </a:rPr>
              <a:t>i </a:t>
            </a:r>
            <a:r>
              <a:rPr lang="en-US" altLang="zh-CN" sz="2400" dirty="0">
                <a:solidFill>
                  <a:schemeClr val="accent2"/>
                </a:solidFill>
                <a:latin typeface="Times New Roman" panose="02020603050405020304" pitchFamily="18" charset="0"/>
                <a:ea typeface="华文新魏" panose="02010800040101010101" pitchFamily="2" charset="-122"/>
              </a:rPr>
              <a:t> =  f</a:t>
            </a:r>
            <a:r>
              <a:rPr lang="en-US" altLang="zh-CN" sz="2400" baseline="-25000" dirty="0">
                <a:solidFill>
                  <a:schemeClr val="accent2"/>
                </a:solidFill>
                <a:latin typeface="Times New Roman" panose="02020603050405020304" pitchFamily="18" charset="0"/>
                <a:ea typeface="华文新魏" panose="02010800040101010101" pitchFamily="2" charset="-122"/>
              </a:rPr>
              <a:t>i </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1</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2</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n</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1</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2</a:t>
            </a:r>
            <a:r>
              <a:rPr lang="en-US" altLang="zh-CN" sz="2400" dirty="0">
                <a:solidFill>
                  <a:schemeClr val="accent2"/>
                </a:solidFill>
                <a:latin typeface="Times New Roman" panose="02020603050405020304" pitchFamily="18" charset="0"/>
                <a:ea typeface="华文新魏" panose="02010800040101010101" pitchFamily="2" charset="-122"/>
              </a:rPr>
              <a:t>,…,</a:t>
            </a:r>
            <a:r>
              <a:rPr lang="en-US" altLang="zh-CN" sz="2400" dirty="0" err="1">
                <a:solidFill>
                  <a:schemeClr val="accent2"/>
                </a:solidFill>
                <a:latin typeface="Times New Roman" panose="02020603050405020304" pitchFamily="18" charset="0"/>
                <a:ea typeface="华文新魏" panose="02010800040101010101" pitchFamily="2" charset="-122"/>
              </a:rPr>
              <a:t>y</a:t>
            </a:r>
            <a:r>
              <a:rPr lang="en-US" altLang="zh-CN" sz="2400" baseline="-25000" dirty="0" err="1">
                <a:solidFill>
                  <a:schemeClr val="accent2"/>
                </a:solidFill>
                <a:latin typeface="Times New Roman" panose="02020603050405020304" pitchFamily="18" charset="0"/>
                <a:ea typeface="华文新魏" panose="02010800040101010101" pitchFamily="2" charset="-122"/>
              </a:rPr>
              <a:t>r</a:t>
            </a:r>
            <a:r>
              <a:rPr lang="en-US" altLang="zh-CN" sz="2400" dirty="0">
                <a:solidFill>
                  <a:schemeClr val="accent2"/>
                </a:solidFill>
                <a:latin typeface="Times New Roman" panose="02020603050405020304" pitchFamily="18" charset="0"/>
                <a:ea typeface="华文新魏" panose="02010800040101010101" pitchFamily="2" charset="-122"/>
              </a:rPr>
              <a:t>)</a:t>
            </a:r>
            <a:r>
              <a:rPr lang="en-US" altLang="zh-CN" sz="2400" dirty="0">
                <a:latin typeface="Times New Roman" panose="02020603050405020304" pitchFamily="18" charset="0"/>
                <a:ea typeface="华文新魏" panose="02010800040101010101" pitchFamily="2" charset="-122"/>
              </a:rPr>
              <a:t> </a:t>
            </a:r>
            <a:endParaRPr lang="en-US" altLang="zh-CN" sz="2400" dirty="0">
              <a:latin typeface="Times New Roman" panose="02020603050405020304" pitchFamily="18" charset="0"/>
              <a:ea typeface="华文新魏" panose="02010800040101010101" pitchFamily="2" charset="-122"/>
            </a:endParaRPr>
          </a:p>
        </p:txBody>
      </p:sp>
      <p:sp>
        <p:nvSpPr>
          <p:cNvPr id="23558" name="Rectangle 33"/>
          <p:cNvSpPr/>
          <p:nvPr/>
        </p:nvSpPr>
        <p:spPr>
          <a:xfrm>
            <a:off x="3155315" y="1788160"/>
            <a:ext cx="438150" cy="396875"/>
          </a:xfrm>
          <a:prstGeom prst="rect">
            <a:avLst/>
          </a:prstGeom>
          <a:noFill/>
          <a:ln w="9525">
            <a:noFill/>
          </a:ln>
        </p:spPr>
        <p:txBody>
          <a:bodyPr wrap="none">
            <a:spAutoFit/>
          </a:bodyPr>
          <a:lstStyle/>
          <a:p>
            <a:pPr eaLnBrk="1" hangingPunct="1"/>
            <a:r>
              <a:rPr lang="en-US" altLang="zh-CN" dirty="0">
                <a:solidFill>
                  <a:schemeClr val="accent2"/>
                </a:solidFill>
                <a:latin typeface="Times New Roman" panose="02020603050405020304" pitchFamily="18" charset="0"/>
              </a:rPr>
              <a:t>①</a:t>
            </a:r>
            <a:endParaRPr lang="en-US" altLang="zh-CN" dirty="0">
              <a:solidFill>
                <a:schemeClr val="accent2"/>
              </a:solidFill>
              <a:latin typeface="Times New Roman" panose="02020603050405020304" pitchFamily="18" charset="0"/>
            </a:endParaRPr>
          </a:p>
        </p:txBody>
      </p:sp>
      <p:sp>
        <p:nvSpPr>
          <p:cNvPr id="23559" name="Rectangle 34"/>
          <p:cNvSpPr/>
          <p:nvPr/>
        </p:nvSpPr>
        <p:spPr>
          <a:xfrm>
            <a:off x="1539875" y="1656715"/>
            <a:ext cx="438150" cy="396875"/>
          </a:xfrm>
          <a:prstGeom prst="rect">
            <a:avLst/>
          </a:prstGeom>
          <a:noFill/>
          <a:ln w="9525">
            <a:noFill/>
          </a:ln>
        </p:spPr>
        <p:txBody>
          <a:bodyPr wrap="none">
            <a:spAutoFit/>
          </a:bodyPr>
          <a:lstStyle/>
          <a:p>
            <a:pPr eaLnBrk="1" hangingPunct="1"/>
            <a:r>
              <a:rPr lang="en-US" altLang="zh-CN" dirty="0">
                <a:solidFill>
                  <a:schemeClr val="accent2"/>
                </a:solidFill>
                <a:latin typeface="Times New Roman" panose="02020603050405020304" pitchFamily="18" charset="0"/>
              </a:rPr>
              <a:t>②</a:t>
            </a:r>
            <a:endParaRPr lang="en-US" altLang="zh-CN" dirty="0">
              <a:solidFill>
                <a:schemeClr val="accent2"/>
              </a:solidFill>
              <a:latin typeface="Times New Roman" panose="02020603050405020304" pitchFamily="18" charset="0"/>
            </a:endParaRPr>
          </a:p>
        </p:txBody>
      </p:sp>
      <p:sp>
        <p:nvSpPr>
          <p:cNvPr id="20" name="Text Box 39"/>
          <p:cNvSpPr txBox="1"/>
          <p:nvPr/>
        </p:nvSpPr>
        <p:spPr>
          <a:xfrm>
            <a:off x="5200650" y="2773363"/>
            <a:ext cx="3887788" cy="372218"/>
          </a:xfrm>
          <a:prstGeom prst="rect">
            <a:avLst/>
          </a:prstGeom>
          <a:noFill/>
          <a:ln w="9525">
            <a:noFill/>
          </a:ln>
        </p:spPr>
        <p:txBody>
          <a:bodyPr>
            <a:spAutoFit/>
          </a:bodyPr>
          <a:lstStyle/>
          <a:p>
            <a:pPr eaLnBrk="1" hangingPunct="1">
              <a:lnSpc>
                <a:spcPct val="75000"/>
              </a:lnSpc>
              <a:spcBef>
                <a:spcPct val="50000"/>
              </a:spcBef>
            </a:pP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i</a:t>
            </a:r>
            <a:r>
              <a:rPr lang="en-US" altLang="zh-CN" sz="2400" dirty="0">
                <a:solidFill>
                  <a:schemeClr val="accent2"/>
                </a:solidFill>
                <a:latin typeface="Times New Roman" panose="02020603050405020304" pitchFamily="18" charset="0"/>
                <a:ea typeface="华文新魏" panose="02010800040101010101" pitchFamily="2" charset="-122"/>
              </a:rPr>
              <a:t> = g</a:t>
            </a:r>
            <a:r>
              <a:rPr lang="en-US" altLang="zh-CN" sz="2400" baseline="-25000" dirty="0">
                <a:solidFill>
                  <a:schemeClr val="accent2"/>
                </a:solidFill>
                <a:latin typeface="Times New Roman" panose="02020603050405020304" pitchFamily="18" charset="0"/>
                <a:ea typeface="华文新魏" panose="02010800040101010101" pitchFamily="2" charset="-122"/>
              </a:rPr>
              <a:t>i </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1</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2</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n</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1</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2</a:t>
            </a:r>
            <a:r>
              <a:rPr lang="en-US" altLang="zh-CN" sz="2400" dirty="0">
                <a:solidFill>
                  <a:schemeClr val="accent2"/>
                </a:solidFill>
                <a:latin typeface="Times New Roman" panose="02020603050405020304" pitchFamily="18" charset="0"/>
                <a:ea typeface="华文新魏" panose="02010800040101010101" pitchFamily="2" charset="-122"/>
              </a:rPr>
              <a:t>,…,</a:t>
            </a:r>
            <a:r>
              <a:rPr lang="en-US" altLang="zh-CN" sz="2400" dirty="0" err="1">
                <a:solidFill>
                  <a:schemeClr val="accent2"/>
                </a:solidFill>
                <a:latin typeface="Times New Roman" panose="02020603050405020304" pitchFamily="18" charset="0"/>
                <a:ea typeface="华文新魏" panose="02010800040101010101" pitchFamily="2" charset="-122"/>
              </a:rPr>
              <a:t>y</a:t>
            </a:r>
            <a:r>
              <a:rPr lang="en-US" altLang="zh-CN" sz="2400" baseline="-25000" dirty="0" err="1">
                <a:solidFill>
                  <a:schemeClr val="accent2"/>
                </a:solidFill>
                <a:latin typeface="Times New Roman" panose="02020603050405020304" pitchFamily="18" charset="0"/>
                <a:ea typeface="华文新魏" panose="02010800040101010101" pitchFamily="2" charset="-122"/>
              </a:rPr>
              <a:t>r</a:t>
            </a:r>
            <a:r>
              <a:rPr lang="en-US" altLang="zh-CN" sz="2400" dirty="0">
                <a:solidFill>
                  <a:schemeClr val="accent2"/>
                </a:solidFill>
                <a:latin typeface="Times New Roman" panose="02020603050405020304" pitchFamily="18" charset="0"/>
                <a:ea typeface="华文新魏" panose="02010800040101010101" pitchFamily="2" charset="-122"/>
              </a:rPr>
              <a:t>)</a:t>
            </a:r>
            <a:endParaRPr lang="en-US" altLang="zh-CN" sz="2400" dirty="0">
              <a:solidFill>
                <a:schemeClr val="accent2"/>
              </a:solidFill>
              <a:latin typeface="Times New Roman" panose="02020603050405020304" pitchFamily="18" charset="0"/>
              <a:ea typeface="华文新魏" panose="02010800040101010101" pitchFamily="2" charset="-122"/>
            </a:endParaRPr>
          </a:p>
        </p:txBody>
      </p:sp>
      <p:grpSp>
        <p:nvGrpSpPr>
          <p:cNvPr id="2" name="组合 1"/>
          <p:cNvGrpSpPr/>
          <p:nvPr/>
        </p:nvGrpSpPr>
        <p:grpSpPr>
          <a:xfrm>
            <a:off x="838200" y="2714625"/>
            <a:ext cx="7543800" cy="1714500"/>
            <a:chOff x="1320" y="4275"/>
            <a:chExt cx="11880" cy="2700"/>
          </a:xfrm>
        </p:grpSpPr>
        <p:grpSp>
          <p:nvGrpSpPr>
            <p:cNvPr id="23556" name="Group 28"/>
            <p:cNvGrpSpPr/>
            <p:nvPr/>
          </p:nvGrpSpPr>
          <p:grpSpPr>
            <a:xfrm>
              <a:off x="1320" y="4275"/>
              <a:ext cx="11880" cy="2700"/>
              <a:chOff x="528" y="2400"/>
              <a:chExt cx="4752" cy="1440"/>
            </a:xfrm>
          </p:grpSpPr>
          <p:sp>
            <p:nvSpPr>
              <p:cNvPr id="23563" name="Text Box 16"/>
              <p:cNvSpPr txBox="1"/>
              <p:nvPr/>
            </p:nvSpPr>
            <p:spPr>
              <a:xfrm>
                <a:off x="528" y="2400"/>
                <a:ext cx="4752" cy="998"/>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输入</a:t>
                </a:r>
                <a:r>
                  <a:rPr lang="en-US" altLang="zh-CN" sz="1800" b="1" dirty="0">
                    <a:solidFill>
                      <a:srgbClr val="FF0000"/>
                    </a:solidFill>
                    <a:latin typeface="黑体" panose="02010609060101010101" pitchFamily="49" charset="-122"/>
                    <a:ea typeface="黑体" panose="02010609060101010101" pitchFamily="49" charset="-122"/>
                  </a:rPr>
                  <a:t>x </a:t>
                </a:r>
                <a:r>
                  <a:rPr lang="zh-CN" altLang="en-US" sz="1800" b="1" dirty="0">
                    <a:solidFill>
                      <a:schemeClr val="tx1"/>
                    </a:solidFill>
                    <a:latin typeface="黑体" panose="02010609060101010101" pitchFamily="49" charset="-122"/>
                    <a:ea typeface="黑体" panose="02010609060101010101" pitchFamily="49" charset="-122"/>
                  </a:rPr>
                  <a:t>的变化</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激励</a:t>
                </a:r>
                <a:r>
                  <a:rPr lang="en-US" altLang="zh-CN" sz="1800" b="1" dirty="0">
                    <a:solidFill>
                      <a:srgbClr val="FF0000"/>
                    </a:solidFill>
                    <a:latin typeface="黑体" panose="02010609060101010101" pitchFamily="49" charset="-122"/>
                    <a:ea typeface="黑体" panose="02010609060101010101" pitchFamily="49" charset="-122"/>
                  </a:rPr>
                  <a:t>Y</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的变化</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状态</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现态</a:t>
                </a:r>
                <a:r>
                  <a:rPr lang="en-US" altLang="zh-CN" sz="1800" b="1" dirty="0">
                    <a:solidFill>
                      <a:srgbClr val="FF0000"/>
                    </a:solidFill>
                    <a:latin typeface="黑体" panose="02010609060101010101" pitchFamily="49" charset="-122"/>
                    <a:ea typeface="黑体" panose="02010609060101010101" pitchFamily="49" charset="-122"/>
                  </a:rPr>
                  <a:t>y</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次态</a:t>
                </a:r>
                <a:r>
                  <a:rPr lang="en-US" altLang="zh-CN" sz="1800" b="1" dirty="0">
                    <a:solidFill>
                      <a:srgbClr val="FF0000"/>
                    </a:solidFill>
                    <a:latin typeface="黑体" panose="02010609060101010101" pitchFamily="49" charset="-122"/>
                    <a:ea typeface="黑体" panose="02010609060101010101" pitchFamily="49" charset="-122"/>
                  </a:rPr>
                  <a:t>y</a:t>
                </a:r>
                <a:r>
                  <a:rPr lang="en-US" altLang="zh-CN" sz="1800" b="1" baseline="30000" dirty="0">
                    <a:solidFill>
                      <a:srgbClr val="FF0000"/>
                    </a:solidFill>
                    <a:latin typeface="黑体" panose="02010609060101010101" pitchFamily="49" charset="-122"/>
                    <a:ea typeface="黑体" panose="02010609060101010101" pitchFamily="49" charset="-122"/>
                  </a:rPr>
                  <a:t>n+1</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3564" name="AutoShape 17"/>
              <p:cNvSpPr/>
              <p:nvPr/>
            </p:nvSpPr>
            <p:spPr>
              <a:xfrm>
                <a:off x="2928" y="2562"/>
                <a:ext cx="147" cy="816"/>
              </a:xfrm>
              <a:prstGeom prst="rightBrace">
                <a:avLst>
                  <a:gd name="adj1" fmla="val 46181"/>
                  <a:gd name="adj2" fmla="val 50000"/>
                </a:avLst>
              </a:prstGeom>
              <a:noFill/>
              <a:ln w="28575" cap="flat" cmpd="sng">
                <a:solidFill>
                  <a:srgbClr val="C00000"/>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23565" name="Line 18"/>
              <p:cNvSpPr/>
              <p:nvPr/>
            </p:nvSpPr>
            <p:spPr>
              <a:xfrm>
                <a:off x="3171" y="2976"/>
                <a:ext cx="336" cy="0"/>
              </a:xfrm>
              <a:prstGeom prst="line">
                <a:avLst/>
              </a:prstGeom>
              <a:ln w="28575" cap="flat" cmpd="sng">
                <a:solidFill>
                  <a:srgbClr val="C00000"/>
                </a:solidFill>
                <a:prstDash val="solid"/>
                <a:headEnd type="none" w="med" len="med"/>
                <a:tailEnd type="triangle" w="med" len="med"/>
              </a:ln>
            </p:spPr>
          </p:sp>
          <p:sp>
            <p:nvSpPr>
              <p:cNvPr id="23566" name="Line 20"/>
              <p:cNvSpPr/>
              <p:nvPr/>
            </p:nvSpPr>
            <p:spPr>
              <a:xfrm>
                <a:off x="1388" y="3250"/>
                <a:ext cx="240" cy="0"/>
              </a:xfrm>
              <a:prstGeom prst="line">
                <a:avLst/>
              </a:prstGeom>
              <a:ln w="28575" cap="flat" cmpd="sng">
                <a:solidFill>
                  <a:srgbClr val="C00000"/>
                </a:solidFill>
                <a:prstDash val="solid"/>
                <a:headEnd type="none" w="med" len="med"/>
                <a:tailEnd type="triangle" w="med" len="med"/>
              </a:ln>
            </p:spPr>
          </p:sp>
          <p:sp>
            <p:nvSpPr>
              <p:cNvPr id="23567" name="Line 21"/>
              <p:cNvSpPr/>
              <p:nvPr/>
            </p:nvSpPr>
            <p:spPr>
              <a:xfrm flipV="1">
                <a:off x="870" y="3552"/>
                <a:ext cx="0" cy="288"/>
              </a:xfrm>
              <a:prstGeom prst="line">
                <a:avLst/>
              </a:prstGeom>
              <a:ln w="28575" cap="flat" cmpd="sng">
                <a:solidFill>
                  <a:srgbClr val="C00000"/>
                </a:solidFill>
                <a:prstDash val="solid"/>
                <a:headEnd type="none" w="med" len="med"/>
                <a:tailEnd type="triangle" w="med" len="med"/>
              </a:ln>
            </p:spPr>
          </p:sp>
          <p:sp>
            <p:nvSpPr>
              <p:cNvPr id="23568" name="Line 22"/>
              <p:cNvSpPr/>
              <p:nvPr/>
            </p:nvSpPr>
            <p:spPr>
              <a:xfrm>
                <a:off x="855" y="3840"/>
                <a:ext cx="3168" cy="0"/>
              </a:xfrm>
              <a:prstGeom prst="line">
                <a:avLst/>
              </a:prstGeom>
              <a:ln w="28575" cap="flat" cmpd="sng">
                <a:solidFill>
                  <a:srgbClr val="C00000"/>
                </a:solidFill>
                <a:prstDash val="solid"/>
                <a:headEnd type="none" w="med" len="med"/>
                <a:tailEnd type="none" w="med" len="med"/>
              </a:ln>
            </p:spPr>
          </p:sp>
          <p:sp>
            <p:nvSpPr>
              <p:cNvPr id="23569" name="Line 23"/>
              <p:cNvSpPr/>
              <p:nvPr/>
            </p:nvSpPr>
            <p:spPr>
              <a:xfrm>
                <a:off x="4023" y="3216"/>
                <a:ext cx="0" cy="621"/>
              </a:xfrm>
              <a:prstGeom prst="line">
                <a:avLst/>
              </a:prstGeom>
              <a:ln w="28575" cap="flat" cmpd="sng">
                <a:solidFill>
                  <a:srgbClr val="C00000"/>
                </a:solidFill>
                <a:prstDash val="solid"/>
                <a:headEnd type="none" w="med" len="med"/>
                <a:tailEnd type="none" w="med" len="med"/>
              </a:ln>
            </p:spPr>
          </p:sp>
        </p:grpSp>
        <p:sp>
          <p:nvSpPr>
            <p:cNvPr id="23560" name="Rectangle 33"/>
            <p:cNvSpPr/>
            <p:nvPr/>
          </p:nvSpPr>
          <p:spPr>
            <a:xfrm>
              <a:off x="7500" y="4585"/>
              <a:ext cx="690" cy="625"/>
            </a:xfrm>
            <a:prstGeom prst="rect">
              <a:avLst/>
            </a:prstGeom>
            <a:noFill/>
            <a:ln w="9525">
              <a:noFill/>
            </a:ln>
          </p:spPr>
          <p:txBody>
            <a:bodyPr wrap="none">
              <a:spAutoFit/>
            </a:bodyPr>
            <a:lstStyle/>
            <a:p>
              <a:pPr eaLnBrk="1" hangingPunct="1"/>
              <a:r>
                <a:rPr lang="en-US" altLang="zh-CN" dirty="0">
                  <a:solidFill>
                    <a:schemeClr val="accent2"/>
                  </a:solidFill>
                  <a:latin typeface="Times New Roman" panose="02020603050405020304" pitchFamily="18" charset="0"/>
                </a:rPr>
                <a:t>①</a:t>
              </a:r>
              <a:endParaRPr lang="en-US" altLang="zh-CN" dirty="0">
                <a:solidFill>
                  <a:schemeClr val="accent2"/>
                </a:solidFill>
                <a:latin typeface="Times New Roman" panose="02020603050405020304" pitchFamily="18" charset="0"/>
              </a:endParaRPr>
            </a:p>
          </p:txBody>
        </p:sp>
        <p:sp>
          <p:nvSpPr>
            <p:cNvPr id="23562" name="Rectangle 36"/>
            <p:cNvSpPr/>
            <p:nvPr/>
          </p:nvSpPr>
          <p:spPr>
            <a:xfrm>
              <a:off x="4502" y="6345"/>
              <a:ext cx="690" cy="625"/>
            </a:xfrm>
            <a:prstGeom prst="rect">
              <a:avLst/>
            </a:prstGeom>
            <a:noFill/>
            <a:ln w="9525">
              <a:noFill/>
            </a:ln>
          </p:spPr>
          <p:txBody>
            <a:bodyPr wrap="none">
              <a:spAutoFit/>
            </a:bodyPr>
            <a:lstStyle/>
            <a:p>
              <a:pPr eaLnBrk="1" hangingPunct="1"/>
              <a:r>
                <a:rPr lang="en-US" altLang="zh-CN" dirty="0">
                  <a:solidFill>
                    <a:schemeClr val="accent2"/>
                  </a:solidFill>
                  <a:latin typeface="Times New Roman" panose="02020603050405020304" pitchFamily="18" charset="0"/>
                </a:rPr>
                <a:t>②</a:t>
              </a:r>
              <a:endParaRPr lang="en-US" altLang="zh-CN" dirty="0">
                <a:solidFill>
                  <a:schemeClr val="accent2"/>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2</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时序电路的分类</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4579" name="Text Box 5"/>
          <p:cNvSpPr txBox="1"/>
          <p:nvPr/>
        </p:nvSpPr>
        <p:spPr>
          <a:xfrm>
            <a:off x="257175" y="1179513"/>
            <a:ext cx="8535988" cy="2614930"/>
          </a:xfrm>
          <a:prstGeom prst="rect">
            <a:avLst/>
          </a:prstGeom>
          <a:noFill/>
          <a:ln w="9525">
            <a:noFill/>
          </a:ln>
        </p:spPr>
        <p:txBody>
          <a:bodyPr>
            <a:spAutoFit/>
          </a:bodyPr>
          <a:lstStyle/>
          <a:p>
            <a:pPr eaLnBrk="1" hangingPunct="1">
              <a:lnSpc>
                <a:spcPct val="120000"/>
              </a:lnSpc>
              <a:spcBef>
                <a:spcPct val="50000"/>
              </a:spcBef>
            </a:pPr>
            <a:r>
              <a:rPr lang="en-US" altLang="zh-CN" b="1" dirty="0">
                <a:solidFill>
                  <a:schemeClr val="tx1"/>
                </a:solidFill>
                <a:latin typeface="微软雅黑" panose="020B0503020204020204" charset="-122"/>
                <a:ea typeface="微软雅黑" panose="020B0503020204020204" charset="-122"/>
              </a:rPr>
              <a:t>①</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按照</a:t>
            </a:r>
            <a:r>
              <a:rPr lang="zh-CN" altLang="en-US" b="1" dirty="0">
                <a:solidFill>
                  <a:srgbClr val="FF0000"/>
                </a:solidFill>
                <a:latin typeface="华文新魏" panose="02010800040101010101" pitchFamily="2" charset="-122"/>
                <a:ea typeface="华文新魏" panose="02010800040101010101" pitchFamily="2" charset="-122"/>
              </a:rPr>
              <a:t>引起状态发生变化的原（诱）因</a:t>
            </a:r>
            <a:r>
              <a:rPr lang="zh-CN" altLang="en-US" b="1" dirty="0">
                <a:solidFill>
                  <a:schemeClr val="tx1"/>
                </a:solidFill>
                <a:latin typeface="华文新魏" panose="02010800040101010101" pitchFamily="2" charset="-122"/>
                <a:ea typeface="华文新魏" panose="02010800040101010101" pitchFamily="2" charset="-122"/>
              </a:rPr>
              <a:t>可分为：</a:t>
            </a:r>
            <a:r>
              <a:rPr lang="en-US" altLang="zh-CN" dirty="0">
                <a:solidFill>
                  <a:schemeClr val="bg1"/>
                </a:solidFill>
                <a:latin typeface="华文新魏" panose="02010800040101010101" pitchFamily="2" charset="-122"/>
                <a:ea typeface="华文新魏" panose="02010800040101010101" pitchFamily="2" charset="-122"/>
              </a:rPr>
              <a:t>   </a:t>
            </a:r>
            <a:r>
              <a:rPr lang="en-US" altLang="zh-CN" dirty="0">
                <a:solidFill>
                  <a:schemeClr val="accent2"/>
                </a:solidFill>
                <a:latin typeface="华文新魏" panose="02010800040101010101" pitchFamily="2" charset="-122"/>
                <a:ea typeface="华文新魏" panose="02010800040101010101" pitchFamily="2" charset="-122"/>
              </a:rPr>
              <a:t> </a:t>
            </a:r>
            <a:endParaRPr lang="en-US" altLang="zh-CN" dirty="0">
              <a:solidFill>
                <a:schemeClr val="accent2"/>
              </a:solidFill>
              <a:latin typeface="华文新魏" panose="02010800040101010101" pitchFamily="2" charset="-122"/>
              <a:ea typeface="华文新魏" panose="02010800040101010101" pitchFamily="2" charset="-122"/>
            </a:endParaRPr>
          </a:p>
          <a:p>
            <a:pPr eaLnBrk="1" hangingPunct="1">
              <a:lnSpc>
                <a:spcPct val="120000"/>
              </a:lnSpc>
              <a:spcBef>
                <a:spcPct val="50000"/>
              </a:spcBef>
            </a:pPr>
            <a:r>
              <a:rPr lang="zh-CN" altLang="en-US" b="1" u="sng" dirty="0">
                <a:solidFill>
                  <a:schemeClr val="tx1"/>
                </a:solidFill>
                <a:latin typeface="华文新魏" panose="02010800040101010101" pitchFamily="2" charset="-122"/>
                <a:ea typeface="华文新魏" panose="02010800040101010101" pitchFamily="2" charset="-122"/>
              </a:rPr>
              <a:t>同步时序电路</a:t>
            </a:r>
            <a:r>
              <a:rPr lang="zh-CN" altLang="en-US" dirty="0">
                <a:solidFill>
                  <a:schemeClr val="tx1"/>
                </a:solidFill>
                <a:latin typeface="华文新魏" panose="02010800040101010101" pitchFamily="2" charset="-122"/>
                <a:ea typeface="华文新魏" panose="02010800040101010101" pitchFamily="2" charset="-122"/>
              </a:rPr>
              <a:t>：其状态的改变受</a:t>
            </a:r>
            <a:r>
              <a:rPr lang="zh-CN" altLang="en-US" b="1" dirty="0">
                <a:solidFill>
                  <a:srgbClr val="FF0000"/>
                </a:solidFill>
                <a:latin typeface="华文新魏" panose="02010800040101010101" pitchFamily="2" charset="-122"/>
                <a:ea typeface="华文新魏" panose="02010800040101010101" pitchFamily="2" charset="-122"/>
              </a:rPr>
              <a:t>同一个</a:t>
            </a:r>
            <a:r>
              <a:rPr lang="zh-CN" altLang="en-US" dirty="0">
                <a:solidFill>
                  <a:schemeClr val="tx1"/>
                </a:solidFill>
                <a:latin typeface="华文新魏" panose="02010800040101010101" pitchFamily="2" charset="-122"/>
                <a:ea typeface="华文新魏" panose="02010800040101010101" pitchFamily="2" charset="-122"/>
              </a:rPr>
              <a:t>时钟脉冲的控制，且与时钟脉冲同步。即电路在</a:t>
            </a:r>
            <a:r>
              <a:rPr lang="zh-CN" altLang="en-US" b="1" dirty="0">
                <a:solidFill>
                  <a:srgbClr val="FF0000"/>
                </a:solidFill>
                <a:latin typeface="华文新魏" panose="02010800040101010101" pitchFamily="2" charset="-122"/>
                <a:ea typeface="华文新魏" panose="02010800040101010101" pitchFamily="2" charset="-122"/>
              </a:rPr>
              <a:t>统一时钟</a:t>
            </a:r>
            <a:r>
              <a:rPr lang="en-US" altLang="zh-CN" b="1" dirty="0">
                <a:solidFill>
                  <a:srgbClr val="FF0000"/>
                </a:solidFill>
                <a:latin typeface="华文新魏" panose="02010800040101010101" pitchFamily="2" charset="-122"/>
                <a:ea typeface="华文新魏" panose="02010800040101010101" pitchFamily="2" charset="-122"/>
              </a:rPr>
              <a:t>CP/CLK</a:t>
            </a:r>
            <a:r>
              <a:rPr lang="zh-CN" altLang="en-US" b="1" dirty="0">
                <a:solidFill>
                  <a:srgbClr val="FF0000"/>
                </a:solidFill>
                <a:latin typeface="华文新魏" panose="02010800040101010101" pitchFamily="2" charset="-122"/>
                <a:ea typeface="华文新魏" panose="02010800040101010101" pitchFamily="2" charset="-122"/>
              </a:rPr>
              <a:t>控制</a:t>
            </a:r>
            <a:r>
              <a:rPr lang="zh-CN" altLang="en-US" dirty="0">
                <a:solidFill>
                  <a:schemeClr val="tx1"/>
                </a:solidFill>
                <a:latin typeface="华文新魏" panose="02010800040101010101" pitchFamily="2" charset="-122"/>
                <a:ea typeface="华文新魏" panose="02010800040101010101" pitchFamily="2" charset="-122"/>
              </a:rPr>
              <a:t>下，同步改变状态。在两个时钟脉冲中间，输入信号的变化不会改变电路状态。</a:t>
            </a: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spcBef>
                <a:spcPct val="50000"/>
              </a:spcBef>
            </a:pPr>
            <a:r>
              <a:rPr lang="zh-CN" altLang="en-US" b="1" u="sng" dirty="0">
                <a:solidFill>
                  <a:schemeClr val="tx1"/>
                </a:solidFill>
                <a:latin typeface="华文新魏" panose="02010800040101010101" pitchFamily="2" charset="-122"/>
                <a:ea typeface="华文新魏" panose="02010800040101010101" pitchFamily="2" charset="-122"/>
              </a:rPr>
              <a:t>异步时序电路</a:t>
            </a:r>
            <a:r>
              <a:rPr lang="zh-CN" altLang="en-US"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无统一的时钟脉冲</a:t>
            </a:r>
            <a:r>
              <a:rPr lang="zh-CN" altLang="en-US" dirty="0">
                <a:solidFill>
                  <a:schemeClr val="tx1"/>
                </a:solidFill>
                <a:latin typeface="华文新魏" panose="02010800040101010101" pitchFamily="2" charset="-122"/>
                <a:ea typeface="华文新魏" panose="02010800040101010101" pitchFamily="2" charset="-122"/>
              </a:rPr>
              <a:t>使整个系统的工作同步，</a:t>
            </a:r>
            <a:r>
              <a:rPr lang="zh-CN" altLang="en-US" dirty="0">
                <a:solidFill>
                  <a:srgbClr val="0000FF"/>
                </a:solidFill>
                <a:latin typeface="华文新魏" panose="02010800040101010101" pitchFamily="2" charset="-122"/>
                <a:ea typeface="华文新魏" panose="02010800040101010101" pitchFamily="2" charset="-122"/>
              </a:rPr>
              <a:t>输入直接</a:t>
            </a:r>
            <a:r>
              <a:rPr lang="zh-CN" altLang="en-US" dirty="0">
                <a:solidFill>
                  <a:schemeClr val="tx1"/>
                </a:solidFill>
                <a:latin typeface="华文新魏" panose="02010800040101010101" pitchFamily="2" charset="-122"/>
                <a:ea typeface="华文新魏" panose="02010800040101010101" pitchFamily="2" charset="-122"/>
              </a:rPr>
              <a:t>引起状态改变。各存储电路的状态变化不是同时的。</a:t>
            </a:r>
            <a:endParaRPr lang="zh-CN" altLang="en-US"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charRg st="113" end="15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2</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时序电路的分类（续）</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5603" name="Text Box 5"/>
          <p:cNvSpPr txBox="1"/>
          <p:nvPr/>
        </p:nvSpPr>
        <p:spPr>
          <a:xfrm>
            <a:off x="179512" y="843558"/>
            <a:ext cx="8534400" cy="4124206"/>
          </a:xfrm>
          <a:prstGeom prst="rect">
            <a:avLst/>
          </a:prstGeom>
          <a:noFill/>
          <a:ln w="9525">
            <a:noFill/>
          </a:ln>
        </p:spPr>
        <p:txBody>
          <a:bodyPr>
            <a:spAutoFit/>
          </a:bodyPr>
          <a:lstStyle/>
          <a:p>
            <a:pPr eaLnBrk="1" hangingPunct="1">
              <a:lnSpc>
                <a:spcPct val="120000"/>
              </a:lnSpc>
              <a:spcBef>
                <a:spcPct val="50000"/>
              </a:spcBef>
            </a:pPr>
            <a:r>
              <a:rPr lang="en-US" altLang="zh-CN" b="1" dirty="0">
                <a:solidFill>
                  <a:schemeClr val="tx1"/>
                </a:solidFill>
                <a:latin typeface="微软雅黑" panose="020B0503020204020204" charset="-122"/>
                <a:ea typeface="微软雅黑" panose="020B0503020204020204" charset="-122"/>
              </a:rPr>
              <a:t>②</a:t>
            </a:r>
            <a:r>
              <a:rPr lang="en-US" altLang="zh-CN" b="1" dirty="0">
                <a:solidFill>
                  <a:schemeClr val="tx1"/>
                </a:solidFill>
                <a:latin typeface="Times New Roman" panose="02020603050405020304" pitchFamily="18" charset="0"/>
                <a:ea typeface="华文新魏" panose="02010800040101010101" pitchFamily="2" charset="-122"/>
              </a:rPr>
              <a:t> </a:t>
            </a:r>
            <a:r>
              <a:rPr lang="zh-CN" altLang="en-US" b="1" dirty="0">
                <a:solidFill>
                  <a:schemeClr val="tx1"/>
                </a:solidFill>
                <a:latin typeface="Times New Roman" panose="02020603050405020304" pitchFamily="18" charset="0"/>
                <a:ea typeface="华文新魏" panose="02010800040101010101" pitchFamily="2" charset="-122"/>
              </a:rPr>
              <a:t>按</a:t>
            </a:r>
            <a:r>
              <a:rPr lang="zh-CN" altLang="en-US" b="1" dirty="0">
                <a:solidFill>
                  <a:srgbClr val="FF0000"/>
                </a:solidFill>
                <a:latin typeface="Times New Roman" panose="02020603050405020304" pitchFamily="18" charset="0"/>
                <a:ea typeface="华文新魏" panose="02010800040101010101" pitchFamily="2" charset="-122"/>
              </a:rPr>
              <a:t>输入信号</a:t>
            </a:r>
            <a:r>
              <a:rPr lang="en-US" altLang="zh-CN" b="1" dirty="0">
                <a:solidFill>
                  <a:srgbClr val="FF0000"/>
                </a:solidFill>
                <a:latin typeface="Times New Roman" panose="02020603050405020304" pitchFamily="18" charset="0"/>
                <a:ea typeface="华文新魏" panose="02010800040101010101" pitchFamily="2" charset="-122"/>
              </a:rPr>
              <a:t>x</a:t>
            </a:r>
            <a:r>
              <a:rPr lang="zh-CN" altLang="en-US" b="1" dirty="0">
                <a:solidFill>
                  <a:srgbClr val="FF0000"/>
                </a:solidFill>
                <a:latin typeface="Times New Roman" panose="02020603050405020304" pitchFamily="18" charset="0"/>
                <a:ea typeface="华文新魏" panose="02010800040101010101" pitchFamily="2" charset="-122"/>
              </a:rPr>
              <a:t>的特性</a:t>
            </a:r>
            <a:r>
              <a:rPr lang="zh-CN" altLang="en-US" b="1" dirty="0">
                <a:solidFill>
                  <a:schemeClr val="tx1"/>
                </a:solidFill>
                <a:latin typeface="Times New Roman" panose="02020603050405020304" pitchFamily="18" charset="0"/>
                <a:ea typeface="华文新魏" panose="02010800040101010101" pitchFamily="2" charset="-122"/>
              </a:rPr>
              <a:t>可分为：</a:t>
            </a:r>
            <a:endParaRPr lang="en-US" altLang="zh-CN" b="1" dirty="0">
              <a:solidFill>
                <a:schemeClr val="tx1"/>
              </a:solidFill>
              <a:latin typeface="Times New Roman" panose="02020603050405020304" pitchFamily="18" charset="0"/>
              <a:ea typeface="华文新魏" panose="02010800040101010101" pitchFamily="2" charset="-122"/>
            </a:endParaRPr>
          </a:p>
          <a:p>
            <a:pPr eaLnBrk="1" hangingPunct="1">
              <a:lnSpc>
                <a:spcPct val="120000"/>
              </a:lnSpc>
              <a:spcBef>
                <a:spcPct val="50000"/>
              </a:spcBef>
              <a:buFont typeface="Arial" panose="020B0604020202020204" pitchFamily="34" charset="0"/>
            </a:pPr>
            <a:r>
              <a:rPr lang="zh-CN" altLang="en-US" u="sng" dirty="0">
                <a:solidFill>
                  <a:srgbClr val="FF0000"/>
                </a:solidFill>
                <a:latin typeface="Times New Roman" panose="02020603050405020304" pitchFamily="18" charset="0"/>
                <a:ea typeface="华文新魏" panose="02010800040101010101" pitchFamily="2" charset="-122"/>
              </a:rPr>
              <a:t>同步时序电路中</a:t>
            </a:r>
            <a:r>
              <a:rPr lang="zh-CN" altLang="en-US" dirty="0">
                <a:solidFill>
                  <a:schemeClr val="tx1"/>
                </a:solidFill>
                <a:latin typeface="Times New Roman" panose="02020603050405020304" pitchFamily="18" charset="0"/>
                <a:ea typeface="华文新魏" panose="02010800040101010101" pitchFamily="2" charset="-122"/>
              </a:rPr>
              <a:t>，输入信号</a:t>
            </a:r>
            <a:r>
              <a:rPr lang="en-US" altLang="zh-CN" dirty="0">
                <a:solidFill>
                  <a:srgbClr val="FF0000"/>
                </a:solidFill>
                <a:latin typeface="Times New Roman" panose="02020603050405020304" pitchFamily="18" charset="0"/>
                <a:ea typeface="华文新魏" panose="02010800040101010101" pitchFamily="2" charset="-122"/>
              </a:rPr>
              <a:t>x</a:t>
            </a:r>
            <a:r>
              <a:rPr lang="zh-CN" altLang="en-US" dirty="0">
                <a:solidFill>
                  <a:schemeClr val="tx1"/>
                </a:solidFill>
                <a:latin typeface="Times New Roman" panose="02020603050405020304" pitchFamily="18" charset="0"/>
                <a:ea typeface="华文新魏" panose="02010800040101010101" pitchFamily="2" charset="-122"/>
              </a:rPr>
              <a:t>相对时钟脉冲</a:t>
            </a:r>
            <a:r>
              <a:rPr lang="en-US" altLang="zh-CN" dirty="0">
                <a:solidFill>
                  <a:srgbClr val="FF0000"/>
                </a:solidFill>
                <a:latin typeface="Times New Roman" panose="02020603050405020304" pitchFamily="18" charset="0"/>
                <a:ea typeface="华文新魏" panose="02010800040101010101" pitchFamily="2" charset="-122"/>
              </a:rPr>
              <a:t>CP</a:t>
            </a:r>
            <a:r>
              <a:rPr lang="zh-CN" altLang="en-US" dirty="0">
                <a:solidFill>
                  <a:schemeClr val="tx1"/>
                </a:solidFill>
                <a:latin typeface="Times New Roman" panose="02020603050405020304" pitchFamily="18" charset="0"/>
                <a:ea typeface="华文新魏" panose="02010800040101010101" pitchFamily="2" charset="-122"/>
              </a:rPr>
              <a:t>的变化速度而言，如果输入信号</a:t>
            </a:r>
            <a:r>
              <a:rPr lang="en-US" altLang="zh-CN" dirty="0">
                <a:solidFill>
                  <a:srgbClr val="FF0000"/>
                </a:solidFill>
                <a:latin typeface="Times New Roman" panose="02020603050405020304" pitchFamily="18" charset="0"/>
                <a:ea typeface="华文新魏" panose="02010800040101010101" pitchFamily="2" charset="-122"/>
              </a:rPr>
              <a:t>x</a:t>
            </a:r>
            <a:r>
              <a:rPr lang="zh-CN" altLang="en-US" dirty="0">
                <a:solidFill>
                  <a:schemeClr val="tx1"/>
                </a:solidFill>
                <a:latin typeface="Times New Roman" panose="02020603050405020304" pitchFamily="18" charset="0"/>
                <a:ea typeface="华文新魏" panose="02010800040101010101" pitchFamily="2" charset="-122"/>
              </a:rPr>
              <a:t>在两个时钟脉冲之间信号完成</a:t>
            </a:r>
            <a:r>
              <a:rPr lang="en-US" altLang="zh-CN" dirty="0">
                <a:solidFill>
                  <a:schemeClr val="tx1"/>
                </a:solidFill>
                <a:latin typeface="Times New Roman" panose="02020603050405020304" pitchFamily="18" charset="0"/>
                <a:ea typeface="华文新魏" panose="02010800040101010101" pitchFamily="2" charset="-122"/>
              </a:rPr>
              <a:t>0 →1→0(</a:t>
            </a:r>
            <a:r>
              <a:rPr lang="zh-CN" altLang="en-US" dirty="0">
                <a:solidFill>
                  <a:schemeClr val="tx1"/>
                </a:solidFill>
                <a:latin typeface="Times New Roman" panose="02020603050405020304" pitchFamily="18" charset="0"/>
                <a:ea typeface="华文新魏" panose="02010800040101010101" pitchFamily="2" charset="-122"/>
              </a:rPr>
              <a:t>或</a:t>
            </a:r>
            <a:r>
              <a:rPr lang="en-US" altLang="zh-CN" dirty="0">
                <a:solidFill>
                  <a:schemeClr val="tx1"/>
                </a:solidFill>
                <a:latin typeface="Times New Roman" panose="02020603050405020304" pitchFamily="18" charset="0"/>
                <a:ea typeface="华文新魏" panose="02010800040101010101" pitchFamily="2" charset="-122"/>
              </a:rPr>
              <a:t>1 →0 →1)</a:t>
            </a:r>
            <a:r>
              <a:rPr lang="zh-CN" altLang="en-US" dirty="0">
                <a:solidFill>
                  <a:schemeClr val="tx1"/>
                </a:solidFill>
                <a:latin typeface="Times New Roman" panose="02020603050405020304" pitchFamily="18" charset="0"/>
                <a:ea typeface="华文新魏" panose="02010800040101010101" pitchFamily="2" charset="-122"/>
              </a:rPr>
              <a:t>两次变化则称为脉</a:t>
            </a:r>
            <a:r>
              <a:rPr lang="zh-CN" altLang="en-US" u="sng" dirty="0">
                <a:solidFill>
                  <a:schemeClr val="tx1"/>
                </a:solidFill>
                <a:latin typeface="Times New Roman" panose="02020603050405020304" pitchFamily="18" charset="0"/>
                <a:ea typeface="华文新魏" panose="02010800040101010101" pitchFamily="2" charset="-122"/>
              </a:rPr>
              <a:t>冲输入同步时序电路</a:t>
            </a:r>
            <a:r>
              <a:rPr lang="zh-CN" altLang="en-US" dirty="0">
                <a:solidFill>
                  <a:schemeClr val="tx1"/>
                </a:solidFill>
                <a:latin typeface="Times New Roman" panose="02020603050405020304" pitchFamily="18" charset="0"/>
                <a:ea typeface="华文新魏" panose="02010800040101010101" pitchFamily="2" charset="-122"/>
              </a:rPr>
              <a:t>，否则称为</a:t>
            </a:r>
            <a:r>
              <a:rPr lang="zh-CN" altLang="en-US" u="sng" dirty="0">
                <a:solidFill>
                  <a:schemeClr val="tx1"/>
                </a:solidFill>
                <a:latin typeface="Times New Roman" panose="02020603050405020304" pitchFamily="18" charset="0"/>
                <a:ea typeface="华文新魏" panose="02010800040101010101" pitchFamily="2" charset="-122"/>
              </a:rPr>
              <a:t>电平输入同步时序电路</a:t>
            </a:r>
            <a:r>
              <a:rPr lang="zh-CN" altLang="en-US" dirty="0">
                <a:solidFill>
                  <a:schemeClr val="tx1"/>
                </a:solidFill>
                <a:latin typeface="Times New Roman" panose="02020603050405020304" pitchFamily="18" charset="0"/>
                <a:ea typeface="华文新魏" panose="02010800040101010101" pitchFamily="2" charset="-122"/>
              </a:rPr>
              <a:t>。</a:t>
            </a: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pPr>
            <a:r>
              <a:rPr lang="zh-CN" altLang="en-US" u="sng" dirty="0">
                <a:solidFill>
                  <a:srgbClr val="FF0000"/>
                </a:solidFill>
                <a:latin typeface="Times New Roman" panose="02020603050405020304" pitchFamily="18" charset="0"/>
                <a:ea typeface="华文新魏" panose="02010800040101010101" pitchFamily="2" charset="-122"/>
              </a:rPr>
              <a:t>异步时序电路中</a:t>
            </a:r>
            <a:r>
              <a:rPr lang="zh-CN" altLang="en-US" dirty="0">
                <a:solidFill>
                  <a:schemeClr val="tx1"/>
                </a:solidFill>
                <a:latin typeface="Times New Roman" panose="02020603050405020304" pitchFamily="18" charset="0"/>
                <a:ea typeface="华文新魏" panose="02010800040101010101" pitchFamily="2" charset="-122"/>
              </a:rPr>
              <a:t>，输入信号</a:t>
            </a:r>
            <a:r>
              <a:rPr lang="en-US" altLang="zh-CN" dirty="0">
                <a:solidFill>
                  <a:schemeClr val="tx1"/>
                </a:solidFill>
                <a:latin typeface="Times New Roman" panose="02020603050405020304" pitchFamily="18" charset="0"/>
                <a:ea typeface="华文新魏" panose="02010800040101010101" pitchFamily="2" charset="-122"/>
              </a:rPr>
              <a:t>x</a:t>
            </a:r>
            <a:r>
              <a:rPr lang="zh-CN" altLang="en-US" dirty="0">
                <a:solidFill>
                  <a:schemeClr val="tx1"/>
                </a:solidFill>
                <a:latin typeface="Times New Roman" panose="02020603050405020304" pitchFamily="18" charset="0"/>
                <a:ea typeface="华文新魏" panose="02010800040101010101" pitchFamily="2" charset="-122"/>
              </a:rPr>
              <a:t>按照电路研究的目的区分：如果研究的是输入信号</a:t>
            </a:r>
            <a:r>
              <a:rPr lang="en-US" altLang="zh-CN" dirty="0">
                <a:solidFill>
                  <a:srgbClr val="FF0000"/>
                </a:solidFill>
                <a:latin typeface="Times New Roman" panose="02020603050405020304" pitchFamily="18" charset="0"/>
                <a:ea typeface="华文新魏" panose="02010800040101010101" pitchFamily="2" charset="-122"/>
              </a:rPr>
              <a:t>x</a:t>
            </a:r>
            <a:r>
              <a:rPr lang="zh-CN" altLang="en-US" dirty="0">
                <a:solidFill>
                  <a:schemeClr val="tx1"/>
                </a:solidFill>
                <a:latin typeface="Times New Roman" panose="02020603050405020304" pitchFamily="18" charset="0"/>
                <a:ea typeface="华文新魏" panose="02010800040101010101" pitchFamily="2" charset="-122"/>
              </a:rPr>
              <a:t>完成</a:t>
            </a:r>
            <a:r>
              <a:rPr lang="en-US" altLang="zh-CN" dirty="0">
                <a:solidFill>
                  <a:schemeClr val="tx1"/>
                </a:solidFill>
                <a:latin typeface="Times New Roman" panose="02020603050405020304" pitchFamily="18" charset="0"/>
                <a:ea typeface="华文新魏" panose="02010800040101010101" pitchFamily="2" charset="-122"/>
              </a:rPr>
              <a:t>0 →1→0(</a:t>
            </a:r>
            <a:r>
              <a:rPr lang="zh-CN" altLang="en-US" dirty="0">
                <a:solidFill>
                  <a:schemeClr val="tx1"/>
                </a:solidFill>
                <a:latin typeface="Times New Roman" panose="02020603050405020304" pitchFamily="18" charset="0"/>
                <a:ea typeface="华文新魏" panose="02010800040101010101" pitchFamily="2" charset="-122"/>
              </a:rPr>
              <a:t>或</a:t>
            </a:r>
            <a:r>
              <a:rPr lang="en-US" altLang="zh-CN" dirty="0">
                <a:solidFill>
                  <a:schemeClr val="tx1"/>
                </a:solidFill>
                <a:latin typeface="Times New Roman" panose="02020603050405020304" pitchFamily="18" charset="0"/>
                <a:ea typeface="华文新魏" panose="02010800040101010101" pitchFamily="2" charset="-122"/>
              </a:rPr>
              <a:t>1 →0 →1)</a:t>
            </a:r>
            <a:r>
              <a:rPr lang="zh-CN" altLang="en-US" dirty="0">
                <a:solidFill>
                  <a:schemeClr val="tx1"/>
                </a:solidFill>
                <a:latin typeface="Times New Roman" panose="02020603050405020304" pitchFamily="18" charset="0"/>
                <a:ea typeface="华文新魏" panose="02010800040101010101" pitchFamily="2" charset="-122"/>
              </a:rPr>
              <a:t>两次变化对电路的影响，则称为</a:t>
            </a:r>
            <a:r>
              <a:rPr lang="zh-CN" altLang="en-US" u="sng" dirty="0">
                <a:solidFill>
                  <a:schemeClr val="tx1"/>
                </a:solidFill>
                <a:latin typeface="Times New Roman" panose="02020603050405020304" pitchFamily="18" charset="0"/>
                <a:ea typeface="华文新魏" panose="02010800040101010101" pitchFamily="2" charset="-122"/>
              </a:rPr>
              <a:t>脉冲输入异步时序电路</a:t>
            </a:r>
            <a:r>
              <a:rPr lang="zh-CN" altLang="en-US" dirty="0">
                <a:solidFill>
                  <a:schemeClr val="tx1"/>
                </a:solidFill>
                <a:latin typeface="Times New Roman" panose="02020603050405020304" pitchFamily="18" charset="0"/>
                <a:ea typeface="华文新魏" panose="02010800040101010101" pitchFamily="2" charset="-122"/>
              </a:rPr>
              <a:t>，否则称为</a:t>
            </a:r>
            <a:r>
              <a:rPr lang="zh-CN" altLang="en-US" u="sng" dirty="0">
                <a:solidFill>
                  <a:schemeClr val="tx1"/>
                </a:solidFill>
                <a:latin typeface="Times New Roman" panose="02020603050405020304" pitchFamily="18" charset="0"/>
                <a:ea typeface="华文新魏" panose="02010800040101010101" pitchFamily="2" charset="-122"/>
              </a:rPr>
              <a:t>电平输入异步时序电路</a:t>
            </a:r>
            <a:r>
              <a:rPr lang="zh-CN" altLang="en-US" dirty="0">
                <a:solidFill>
                  <a:schemeClr val="tx1"/>
                </a:solidFill>
                <a:latin typeface="Times New Roman" panose="02020603050405020304" pitchFamily="18" charset="0"/>
                <a:ea typeface="华文新魏" panose="02010800040101010101" pitchFamily="2" charset="-122"/>
              </a:rPr>
              <a:t>。即：</a:t>
            </a:r>
            <a:endParaRPr lang="en-US" altLang="zh-CN" dirty="0">
              <a:solidFill>
                <a:schemeClr val="tx1"/>
              </a:solidFill>
              <a:latin typeface="Times New Roman" panose="02020603050405020304" pitchFamily="18" charset="0"/>
              <a:ea typeface="华文新魏" panose="02010800040101010101" pitchFamily="2" charset="-122"/>
            </a:endParaRPr>
          </a:p>
          <a:p>
            <a:pPr eaLnBrk="1" hangingPunct="1">
              <a:lnSpc>
                <a:spcPct val="90000"/>
              </a:lnSpc>
              <a:spcBef>
                <a:spcPct val="50000"/>
              </a:spcBef>
            </a:pPr>
            <a:r>
              <a:rPr lang="zh-CN" altLang="en-US" dirty="0">
                <a:solidFill>
                  <a:srgbClr val="FF0000"/>
                </a:solidFill>
                <a:latin typeface="Times New Roman" panose="02020603050405020304" pitchFamily="18" charset="0"/>
                <a:ea typeface="华文新魏" panose="02010800040101010101" pitchFamily="2" charset="-122"/>
              </a:rPr>
              <a:t>脉冲输入</a:t>
            </a:r>
            <a:r>
              <a:rPr lang="zh-CN" altLang="en-US" dirty="0">
                <a:solidFill>
                  <a:schemeClr val="accent2"/>
                </a:solidFill>
                <a:latin typeface="Times New Roman" panose="02020603050405020304" pitchFamily="18" charset="0"/>
                <a:ea typeface="华文新魏" panose="02010800040101010101" pitchFamily="2" charset="-122"/>
              </a:rPr>
              <a:t>：</a:t>
            </a:r>
            <a:r>
              <a:rPr lang="zh-CN" altLang="en-US" dirty="0">
                <a:solidFill>
                  <a:schemeClr val="tx1"/>
                </a:solidFill>
                <a:latin typeface="Times New Roman" panose="02020603050405020304" pitchFamily="18" charset="0"/>
                <a:ea typeface="华文新魏" panose="02010800040101010101" pitchFamily="2" charset="-122"/>
              </a:rPr>
              <a:t>在两个时钟脉冲之间信号完成</a:t>
            </a:r>
            <a:r>
              <a:rPr lang="en-US" altLang="zh-CN" dirty="0">
                <a:solidFill>
                  <a:schemeClr val="tx1"/>
                </a:solidFill>
                <a:latin typeface="Times New Roman" panose="02020603050405020304" pitchFamily="18" charset="0"/>
                <a:ea typeface="华文新魏" panose="02010800040101010101" pitchFamily="2" charset="-122"/>
              </a:rPr>
              <a:t>0 →1→0(</a:t>
            </a:r>
            <a:r>
              <a:rPr lang="zh-CN" altLang="en-US" dirty="0">
                <a:solidFill>
                  <a:schemeClr val="tx1"/>
                </a:solidFill>
                <a:latin typeface="Times New Roman" panose="02020603050405020304" pitchFamily="18" charset="0"/>
                <a:ea typeface="华文新魏" panose="02010800040101010101" pitchFamily="2" charset="-122"/>
              </a:rPr>
              <a:t>或</a:t>
            </a:r>
            <a:r>
              <a:rPr lang="en-US" altLang="zh-CN" dirty="0">
                <a:solidFill>
                  <a:schemeClr val="tx1"/>
                </a:solidFill>
                <a:latin typeface="Times New Roman" panose="02020603050405020304" pitchFamily="18" charset="0"/>
                <a:ea typeface="华文新魏" panose="02010800040101010101" pitchFamily="2" charset="-122"/>
              </a:rPr>
              <a:t>1 →0 →1)</a:t>
            </a:r>
            <a:r>
              <a:rPr lang="zh-CN" altLang="en-US" dirty="0">
                <a:solidFill>
                  <a:schemeClr val="tx1"/>
                </a:solidFill>
                <a:latin typeface="Times New Roman" panose="02020603050405020304" pitchFamily="18" charset="0"/>
                <a:ea typeface="华文新魏" panose="02010800040101010101" pitchFamily="2" charset="-122"/>
              </a:rPr>
              <a:t>两次变化后对电路的影响；以</a:t>
            </a:r>
            <a:r>
              <a:rPr lang="zh-CN" altLang="en-US" dirty="0">
                <a:solidFill>
                  <a:srgbClr val="0000FF"/>
                </a:solidFill>
                <a:latin typeface="Times New Roman" panose="02020603050405020304" pitchFamily="18" charset="0"/>
                <a:ea typeface="华文新魏" panose="02010800040101010101" pitchFamily="2" charset="-122"/>
              </a:rPr>
              <a:t>脉冲信号有、无</a:t>
            </a:r>
            <a:r>
              <a:rPr lang="zh-CN" altLang="en-US" dirty="0">
                <a:solidFill>
                  <a:schemeClr val="tx1"/>
                </a:solidFill>
                <a:latin typeface="Times New Roman" panose="02020603050405020304" pitchFamily="18" charset="0"/>
                <a:ea typeface="华文新魏" panose="02010800040101010101" pitchFamily="2" charset="-122"/>
              </a:rPr>
              <a:t>标志信号变化。</a:t>
            </a:r>
            <a:endParaRPr lang="en-US" altLang="zh-CN" dirty="0">
              <a:solidFill>
                <a:schemeClr val="tx1"/>
              </a:solidFill>
              <a:latin typeface="Times New Roman" panose="02020603050405020304" pitchFamily="18" charset="0"/>
              <a:ea typeface="华文新魏" panose="02010800040101010101" pitchFamily="2" charset="-122"/>
            </a:endParaRPr>
          </a:p>
          <a:p>
            <a:pPr eaLnBrk="1" hangingPunct="1">
              <a:lnSpc>
                <a:spcPct val="90000"/>
              </a:lnSpc>
              <a:spcBef>
                <a:spcPct val="50000"/>
              </a:spcBef>
            </a:pPr>
            <a:r>
              <a:rPr lang="zh-CN" altLang="en-US" dirty="0">
                <a:solidFill>
                  <a:srgbClr val="FF0000"/>
                </a:solidFill>
                <a:latin typeface="Times New Roman" panose="02020603050405020304" pitchFamily="18" charset="0"/>
                <a:ea typeface="华文新魏" panose="02010800040101010101" pitchFamily="2" charset="-122"/>
              </a:rPr>
              <a:t>电平输入</a:t>
            </a:r>
            <a:r>
              <a:rPr lang="zh-CN" altLang="en-US" dirty="0">
                <a:solidFill>
                  <a:schemeClr val="accent2"/>
                </a:solidFill>
                <a:latin typeface="Times New Roman" panose="02020603050405020304" pitchFamily="18" charset="0"/>
                <a:ea typeface="华文新魏" panose="02010800040101010101" pitchFamily="2" charset="-122"/>
              </a:rPr>
              <a:t>：</a:t>
            </a:r>
            <a:r>
              <a:rPr lang="zh-CN" altLang="en-US" dirty="0">
                <a:solidFill>
                  <a:schemeClr val="tx1"/>
                </a:solidFill>
                <a:latin typeface="Times New Roman" panose="02020603050405020304" pitchFamily="18" charset="0"/>
                <a:ea typeface="华文新魏" panose="02010800040101010101" pitchFamily="2" charset="-122"/>
              </a:rPr>
              <a:t>信号完成一次</a:t>
            </a:r>
            <a:r>
              <a:rPr lang="en-US" altLang="zh-CN" dirty="0">
                <a:solidFill>
                  <a:schemeClr val="tx1"/>
                </a:solidFill>
                <a:latin typeface="Times New Roman" panose="02020603050405020304" pitchFamily="18" charset="0"/>
                <a:ea typeface="华文新魏" panose="02010800040101010101" pitchFamily="2" charset="-122"/>
              </a:rPr>
              <a:t>0 →1(</a:t>
            </a:r>
            <a:r>
              <a:rPr lang="zh-CN" altLang="en-US" dirty="0">
                <a:solidFill>
                  <a:schemeClr val="tx1"/>
                </a:solidFill>
                <a:latin typeface="Times New Roman" panose="02020603050405020304" pitchFamily="18" charset="0"/>
                <a:ea typeface="华文新魏" panose="02010800040101010101" pitchFamily="2" charset="-122"/>
              </a:rPr>
              <a:t>或</a:t>
            </a:r>
            <a:r>
              <a:rPr lang="en-US" altLang="zh-CN" dirty="0">
                <a:solidFill>
                  <a:schemeClr val="tx1"/>
                </a:solidFill>
                <a:latin typeface="Times New Roman" panose="02020603050405020304" pitchFamily="18" charset="0"/>
                <a:ea typeface="华文新魏" panose="02010800040101010101" pitchFamily="2" charset="-122"/>
              </a:rPr>
              <a:t>1 →0) </a:t>
            </a:r>
            <a:r>
              <a:rPr lang="zh-CN" altLang="en-US" dirty="0">
                <a:solidFill>
                  <a:schemeClr val="tx1"/>
                </a:solidFill>
                <a:latin typeface="Times New Roman" panose="02020603050405020304" pitchFamily="18" charset="0"/>
                <a:ea typeface="华文新魏" panose="02010800040101010101" pitchFamily="2" charset="-122"/>
              </a:rPr>
              <a:t>变化对电路的影响；以</a:t>
            </a:r>
            <a:r>
              <a:rPr lang="zh-CN" altLang="en-US" dirty="0">
                <a:solidFill>
                  <a:srgbClr val="0000FF"/>
                </a:solidFill>
                <a:latin typeface="Times New Roman" panose="02020603050405020304" pitchFamily="18" charset="0"/>
                <a:ea typeface="华文新魏" panose="02010800040101010101" pitchFamily="2" charset="-122"/>
              </a:rPr>
              <a:t>电位高低变化</a:t>
            </a:r>
            <a:r>
              <a:rPr lang="zh-CN" altLang="en-US" dirty="0">
                <a:solidFill>
                  <a:schemeClr val="tx1"/>
                </a:solidFill>
                <a:latin typeface="Times New Roman" panose="02020603050405020304" pitchFamily="18" charset="0"/>
                <a:ea typeface="华文新魏" panose="02010800040101010101" pitchFamily="2" charset="-122"/>
              </a:rPr>
              <a:t>标志信号变化。</a:t>
            </a:r>
            <a:endParaRPr lang="zh-CN" altLang="en-US"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7" dur="500"/>
                                        <p:tgtEl>
                                          <p:spTgt spid="2560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12" dur="500"/>
                                        <p:tgtEl>
                                          <p:spTgt spid="2560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17" dur="500"/>
                                        <p:tgtEl>
                                          <p:spTgt spid="256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2</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时序电路的分类（续）</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6627" name="Text Box 5"/>
          <p:cNvSpPr txBox="1"/>
          <p:nvPr/>
        </p:nvSpPr>
        <p:spPr>
          <a:xfrm>
            <a:off x="285115" y="1056005"/>
            <a:ext cx="5232400" cy="460375"/>
          </a:xfrm>
          <a:prstGeom prst="rect">
            <a:avLst/>
          </a:prstGeom>
          <a:noFill/>
          <a:ln w="9525">
            <a:noFill/>
          </a:ln>
        </p:spPr>
        <p:txBody>
          <a:bodyPr wrap="square">
            <a:spAutoFit/>
          </a:bodyPr>
          <a:lstStyle/>
          <a:p>
            <a:pPr eaLnBrk="1" hangingPunct="1">
              <a:lnSpc>
                <a:spcPct val="120000"/>
              </a:lnSpc>
              <a:spcBef>
                <a:spcPct val="50000"/>
              </a:spcBef>
            </a:pPr>
            <a:r>
              <a:rPr lang="en-US" altLang="zh-CN" b="1" dirty="0">
                <a:solidFill>
                  <a:schemeClr val="tx1"/>
                </a:solidFill>
                <a:latin typeface="微软雅黑" panose="020B0503020204020204" charset="-122"/>
                <a:ea typeface="微软雅黑" panose="020B0503020204020204" charset="-122"/>
              </a:rPr>
              <a:t>②</a:t>
            </a:r>
            <a:r>
              <a:rPr lang="en-US" altLang="zh-CN" b="1" dirty="0">
                <a:solidFill>
                  <a:schemeClr val="tx1"/>
                </a:solidFill>
                <a:latin typeface="Times New Roman" panose="02020603050405020304" pitchFamily="18" charset="0"/>
                <a:ea typeface="华文新魏" panose="02010800040101010101" pitchFamily="2" charset="-122"/>
              </a:rPr>
              <a:t> </a:t>
            </a:r>
            <a:r>
              <a:rPr lang="zh-CN" altLang="en-US" b="1" dirty="0">
                <a:solidFill>
                  <a:schemeClr val="tx1"/>
                </a:solidFill>
                <a:latin typeface="Times New Roman" panose="02020603050405020304" pitchFamily="18" charset="0"/>
                <a:ea typeface="华文新魏" panose="02010800040101010101" pitchFamily="2" charset="-122"/>
              </a:rPr>
              <a:t>按</a:t>
            </a:r>
            <a:r>
              <a:rPr lang="zh-CN" altLang="en-US" b="1" dirty="0">
                <a:solidFill>
                  <a:srgbClr val="FF0000"/>
                </a:solidFill>
                <a:latin typeface="Times New Roman" panose="02020603050405020304" pitchFamily="18" charset="0"/>
                <a:ea typeface="华文新魏" panose="02010800040101010101" pitchFamily="2" charset="-122"/>
              </a:rPr>
              <a:t>输入信号</a:t>
            </a:r>
            <a:r>
              <a:rPr lang="en-US" altLang="zh-CN" b="1" dirty="0">
                <a:solidFill>
                  <a:srgbClr val="FF0000"/>
                </a:solidFill>
                <a:latin typeface="Times New Roman" panose="02020603050405020304" pitchFamily="18" charset="0"/>
                <a:ea typeface="华文新魏" panose="02010800040101010101" pitchFamily="2" charset="-122"/>
              </a:rPr>
              <a:t>x</a:t>
            </a:r>
            <a:r>
              <a:rPr lang="zh-CN" altLang="en-US" b="1" dirty="0">
                <a:solidFill>
                  <a:srgbClr val="FF0000"/>
                </a:solidFill>
                <a:latin typeface="Times New Roman" panose="02020603050405020304" pitchFamily="18" charset="0"/>
                <a:ea typeface="华文新魏" panose="02010800040101010101" pitchFamily="2" charset="-122"/>
              </a:rPr>
              <a:t>的特性</a:t>
            </a:r>
            <a:r>
              <a:rPr lang="zh-CN" altLang="en-US" b="1" dirty="0">
                <a:solidFill>
                  <a:schemeClr val="tx1"/>
                </a:solidFill>
                <a:latin typeface="Times New Roman" panose="02020603050405020304" pitchFamily="18" charset="0"/>
                <a:ea typeface="华文新魏" panose="02010800040101010101" pitchFamily="2" charset="-122"/>
              </a:rPr>
              <a:t>可分为（续）：</a:t>
            </a:r>
            <a:endParaRPr lang="en-US" altLang="zh-CN" b="1" dirty="0">
              <a:solidFill>
                <a:schemeClr val="tx1"/>
              </a:solidFill>
              <a:latin typeface="Times New Roman" panose="02020603050405020304" pitchFamily="18" charset="0"/>
              <a:ea typeface="华文新魏" panose="02010800040101010101" pitchFamily="2" charset="-122"/>
            </a:endParaRPr>
          </a:p>
        </p:txBody>
      </p:sp>
      <p:pic>
        <p:nvPicPr>
          <p:cNvPr id="26628" name="Picture 4"/>
          <p:cNvPicPr>
            <a:picLocks noChangeAspect="1"/>
          </p:cNvPicPr>
          <p:nvPr/>
        </p:nvPicPr>
        <p:blipFill>
          <a:blip r:embed="rId1"/>
          <a:stretch>
            <a:fillRect/>
          </a:stretch>
        </p:blipFill>
        <p:spPr>
          <a:xfrm>
            <a:off x="846138" y="1924050"/>
            <a:ext cx="6173787" cy="2376488"/>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2</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时序电路的分类</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7651" name="Text Box 5"/>
          <p:cNvSpPr txBox="1"/>
          <p:nvPr/>
        </p:nvSpPr>
        <p:spPr>
          <a:xfrm>
            <a:off x="610235" y="987425"/>
            <a:ext cx="8249285" cy="460375"/>
          </a:xfrm>
          <a:prstGeom prst="rect">
            <a:avLst/>
          </a:prstGeom>
          <a:noFill/>
          <a:ln w="9525">
            <a:noFill/>
          </a:ln>
        </p:spPr>
        <p:txBody>
          <a:bodyPr wrap="square">
            <a:spAutoFit/>
          </a:bodyPr>
          <a:lstStyle/>
          <a:p>
            <a:pPr eaLnBrk="1" hangingPunct="1">
              <a:lnSpc>
                <a:spcPct val="120000"/>
              </a:lnSpc>
              <a:spcBef>
                <a:spcPct val="50000"/>
              </a:spcBef>
            </a:pPr>
            <a:r>
              <a:rPr lang="en-US" altLang="zh-CN" b="1" dirty="0">
                <a:solidFill>
                  <a:schemeClr val="tx1"/>
                </a:solidFill>
                <a:latin typeface="微软雅黑" panose="020B0503020204020204" charset="-122"/>
                <a:ea typeface="微软雅黑" panose="020B0503020204020204" charset="-122"/>
              </a:rPr>
              <a:t>③</a:t>
            </a:r>
            <a:r>
              <a:rPr lang="en-US" altLang="zh-CN" b="1" dirty="0">
                <a:solidFill>
                  <a:schemeClr val="tx1"/>
                </a:solidFill>
                <a:latin typeface="Times New Roman" panose="02020603050405020304" pitchFamily="18" charset="0"/>
                <a:ea typeface="华文新魏" panose="02010800040101010101" pitchFamily="2" charset="-122"/>
              </a:rPr>
              <a:t> </a:t>
            </a:r>
            <a:r>
              <a:rPr lang="zh-CN" altLang="en-US" b="1" dirty="0">
                <a:solidFill>
                  <a:schemeClr val="tx1"/>
                </a:solidFill>
                <a:latin typeface="Times New Roman" panose="02020603050405020304" pitchFamily="18" charset="0"/>
                <a:ea typeface="华文新魏" panose="02010800040101010101" pitchFamily="2" charset="-122"/>
              </a:rPr>
              <a:t>按</a:t>
            </a:r>
            <a:r>
              <a:rPr lang="zh-CN" altLang="en-US" b="1" dirty="0">
                <a:solidFill>
                  <a:srgbClr val="FF0000"/>
                </a:solidFill>
                <a:latin typeface="Times New Roman" panose="02020603050405020304" pitchFamily="18" charset="0"/>
                <a:ea typeface="华文新魏" panose="02010800040101010101" pitchFamily="2" charset="-122"/>
              </a:rPr>
              <a:t>输出信号的特性</a:t>
            </a:r>
            <a:r>
              <a:rPr lang="zh-CN" altLang="en-US" b="1" dirty="0">
                <a:solidFill>
                  <a:schemeClr val="tx1"/>
                </a:solidFill>
                <a:latin typeface="Times New Roman" panose="02020603050405020304" pitchFamily="18" charset="0"/>
                <a:ea typeface="华文新魏" panose="02010800040101010101" pitchFamily="2" charset="-122"/>
              </a:rPr>
              <a:t>可分为：</a:t>
            </a:r>
            <a:r>
              <a:rPr lang="en-US" altLang="zh-CN" b="1" u="sng" dirty="0">
                <a:solidFill>
                  <a:srgbClr val="0000FF"/>
                </a:solidFill>
                <a:latin typeface="Times New Roman" panose="02020603050405020304" pitchFamily="18" charset="0"/>
                <a:ea typeface="华文新魏" panose="02010800040101010101" pitchFamily="2" charset="-122"/>
              </a:rPr>
              <a:t>Mealy</a:t>
            </a:r>
            <a:r>
              <a:rPr lang="zh-CN" altLang="en-US" b="1" u="sng" dirty="0">
                <a:solidFill>
                  <a:srgbClr val="0000FF"/>
                </a:solidFill>
                <a:latin typeface="Times New Roman" panose="02020603050405020304" pitchFamily="18" charset="0"/>
                <a:ea typeface="华文新魏" panose="02010800040101010101" pitchFamily="2" charset="-122"/>
              </a:rPr>
              <a:t>型</a:t>
            </a:r>
            <a:r>
              <a:rPr lang="zh-CN" altLang="en-US" b="1" u="sng" dirty="0">
                <a:solidFill>
                  <a:schemeClr val="tx1"/>
                </a:solidFill>
                <a:latin typeface="Times New Roman" panose="02020603050405020304" pitchFamily="18" charset="0"/>
                <a:ea typeface="华文新魏" panose="02010800040101010101" pitchFamily="2" charset="-122"/>
              </a:rPr>
              <a:t>时序电路</a:t>
            </a:r>
            <a:r>
              <a:rPr lang="zh-CN" altLang="en-US" b="1" dirty="0">
                <a:solidFill>
                  <a:schemeClr val="tx1"/>
                </a:solidFill>
                <a:latin typeface="Times New Roman" panose="02020603050405020304" pitchFamily="18" charset="0"/>
                <a:ea typeface="华文新魏" panose="02010800040101010101" pitchFamily="2" charset="-122"/>
              </a:rPr>
              <a:t>和</a:t>
            </a:r>
            <a:r>
              <a:rPr lang="en-US" altLang="zh-CN" b="1" u="sng" dirty="0">
                <a:solidFill>
                  <a:srgbClr val="0000FF"/>
                </a:solidFill>
                <a:latin typeface="Times New Roman" panose="02020603050405020304" pitchFamily="18" charset="0"/>
                <a:ea typeface="华文新魏" panose="02010800040101010101" pitchFamily="2" charset="-122"/>
              </a:rPr>
              <a:t>Moore</a:t>
            </a:r>
            <a:r>
              <a:rPr lang="zh-CN" altLang="en-US" b="1" u="sng" dirty="0">
                <a:solidFill>
                  <a:srgbClr val="0000FF"/>
                </a:solidFill>
                <a:latin typeface="Times New Roman" panose="02020603050405020304" pitchFamily="18" charset="0"/>
                <a:ea typeface="华文新魏" panose="02010800040101010101" pitchFamily="2" charset="-122"/>
              </a:rPr>
              <a:t>型</a:t>
            </a:r>
            <a:r>
              <a:rPr lang="zh-CN" altLang="en-US" b="1" u="sng" dirty="0">
                <a:solidFill>
                  <a:schemeClr val="tx1"/>
                </a:solidFill>
                <a:latin typeface="Times New Roman" panose="02020603050405020304" pitchFamily="18" charset="0"/>
                <a:ea typeface="华文新魏" panose="02010800040101010101" pitchFamily="2" charset="-122"/>
              </a:rPr>
              <a:t>时序电路</a:t>
            </a:r>
            <a:r>
              <a:rPr lang="zh-CN" altLang="en-US" b="1" dirty="0">
                <a:solidFill>
                  <a:schemeClr val="tx1"/>
                </a:solidFill>
                <a:latin typeface="Times New Roman" panose="02020603050405020304" pitchFamily="18" charset="0"/>
                <a:ea typeface="华文新魏" panose="02010800040101010101" pitchFamily="2" charset="-122"/>
              </a:rPr>
              <a:t>。</a:t>
            </a:r>
            <a:endParaRPr lang="zh-CN" altLang="en-US" dirty="0">
              <a:solidFill>
                <a:schemeClr val="tx1"/>
              </a:solidFill>
              <a:latin typeface="Times New Roman" panose="02020603050405020304" pitchFamily="18" charset="0"/>
              <a:ea typeface="华文新魏" panose="02010800040101010101" pitchFamily="2" charset="-122"/>
            </a:endParaRPr>
          </a:p>
        </p:txBody>
      </p:sp>
      <p:pic>
        <p:nvPicPr>
          <p:cNvPr id="10" name="图片 9"/>
          <p:cNvPicPr>
            <a:picLocks noChangeAspect="1"/>
          </p:cNvPicPr>
          <p:nvPr/>
        </p:nvPicPr>
        <p:blipFill>
          <a:blip r:embed="rId1"/>
          <a:stretch>
            <a:fillRect/>
          </a:stretch>
        </p:blipFill>
        <p:spPr>
          <a:xfrm>
            <a:off x="1143000" y="1707515"/>
            <a:ext cx="6487795" cy="1591945"/>
          </a:xfrm>
          <a:prstGeom prst="rect">
            <a:avLst/>
          </a:prstGeom>
        </p:spPr>
      </p:pic>
      <p:pic>
        <p:nvPicPr>
          <p:cNvPr id="11" name="图片 10"/>
          <p:cNvPicPr>
            <a:picLocks noChangeAspect="1"/>
          </p:cNvPicPr>
          <p:nvPr/>
        </p:nvPicPr>
        <p:blipFill>
          <a:blip r:embed="rId2"/>
          <a:stretch>
            <a:fillRect/>
          </a:stretch>
        </p:blipFill>
        <p:spPr>
          <a:xfrm>
            <a:off x="1055370" y="3437890"/>
            <a:ext cx="6550025" cy="12642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组合 2"/>
          <p:cNvGrpSpPr/>
          <p:nvPr/>
        </p:nvGrpSpPr>
        <p:grpSpPr>
          <a:xfrm>
            <a:off x="457200" y="1101725"/>
            <a:ext cx="8513445" cy="1198880"/>
            <a:chOff x="457200" y="1101725"/>
            <a:chExt cx="8513445" cy="1198880"/>
          </a:xfrm>
        </p:grpSpPr>
        <p:sp>
          <p:nvSpPr>
            <p:cNvPr id="28679" name="Text Box 10"/>
            <p:cNvSpPr txBox="1"/>
            <p:nvPr/>
          </p:nvSpPr>
          <p:spPr>
            <a:xfrm>
              <a:off x="457200" y="1101725"/>
              <a:ext cx="8161655" cy="119888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1</a:t>
              </a:r>
              <a:r>
                <a:rPr lang="zh-CN" altLang="en-US" sz="1800" b="1" dirty="0">
                  <a:solidFill>
                    <a:srgbClr val="0000FF"/>
                  </a:solidFill>
                  <a:latin typeface="华文新魏" panose="02010800040101010101" pitchFamily="2" charset="-122"/>
                  <a:ea typeface="华文新魏" panose="02010800040101010101" pitchFamily="2" charset="-122"/>
                </a:rPr>
                <a:t>）次态方程  </a:t>
              </a:r>
              <a:r>
                <a:rPr lang="en-US" altLang="zh-CN" sz="1800" b="1" i="1" dirty="0">
                  <a:solidFill>
                    <a:srgbClr val="0000FF"/>
                  </a:solidFill>
                  <a:latin typeface="华文新魏" panose="02010800040101010101" pitchFamily="2" charset="-122"/>
                  <a:ea typeface="华文新魏" panose="02010800040101010101" pitchFamily="2" charset="-122"/>
                </a:rPr>
                <a:t>Characteristic Equation</a:t>
              </a:r>
              <a:endParaRPr lang="en-US" altLang="zh-CN" sz="1800" b="1" i="1" dirty="0">
                <a:solidFill>
                  <a:srgbClr val="0000FF"/>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rgbClr val="FF0000"/>
                  </a:solidFill>
                  <a:latin typeface="华文新魏" panose="02010800040101010101" pitchFamily="2" charset="-122"/>
                  <a:ea typeface="华文新魏" panose="02010800040101010101" pitchFamily="2" charset="-122"/>
                </a:rPr>
                <a:t>y</a:t>
              </a:r>
              <a:r>
                <a:rPr lang="en-US" altLang="zh-CN" sz="1800" b="1" baseline="30000" dirty="0">
                  <a:solidFill>
                    <a:srgbClr val="FF0000"/>
                  </a:solidFill>
                  <a:latin typeface="华文新魏" panose="02010800040101010101" pitchFamily="2" charset="-122"/>
                  <a:ea typeface="华文新魏" panose="02010800040101010101" pitchFamily="2" charset="-122"/>
                </a:rPr>
                <a:t>n+1</a:t>
              </a:r>
              <a:r>
                <a:rPr lang="en-US" altLang="zh-CN" sz="1800" b="1" dirty="0">
                  <a:solidFill>
                    <a:srgbClr val="FF0000"/>
                  </a:solidFill>
                  <a:latin typeface="华文新魏" panose="02010800040101010101" pitchFamily="2" charset="-122"/>
                  <a:ea typeface="华文新魏" panose="02010800040101010101" pitchFamily="2" charset="-122"/>
                </a:rPr>
                <a:t> = Q</a:t>
              </a:r>
              <a:r>
                <a:rPr lang="en-US" altLang="zh-CN" sz="1800" b="1" baseline="-25000" dirty="0">
                  <a:solidFill>
                    <a:srgbClr val="FF0000"/>
                  </a:solidFill>
                  <a:latin typeface="华文新魏" panose="02010800040101010101" pitchFamily="2" charset="-122"/>
                  <a:ea typeface="华文新魏" panose="02010800040101010101" pitchFamily="2" charset="-122"/>
                </a:rPr>
                <a:t>a</a:t>
              </a:r>
              <a:r>
                <a:rPr lang="en-US" altLang="zh-CN" sz="1800" b="1" baseline="-25000" dirty="0">
                  <a:solidFill>
                    <a:schemeClr val="accent2"/>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激励</a:t>
              </a:r>
              <a:r>
                <a:rPr lang="en-US" altLang="zh-CN" sz="1800" b="1" dirty="0">
                  <a:solidFill>
                    <a:schemeClr val="tx1"/>
                  </a:solidFill>
                  <a:latin typeface="华文新魏" panose="02010800040101010101" pitchFamily="2" charset="-122"/>
                  <a:ea typeface="华文新魏" panose="02010800040101010101" pitchFamily="2" charset="-122"/>
                </a:rPr>
                <a:t>Y)</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激励</a:t>
              </a:r>
              <a:r>
                <a:rPr lang="en-US" altLang="zh-CN" sz="1800" b="1" dirty="0">
                  <a:solidFill>
                    <a:srgbClr val="FF0000"/>
                  </a:solidFill>
                  <a:latin typeface="华文新魏" panose="02010800040101010101" pitchFamily="2" charset="-122"/>
                  <a:ea typeface="华文新魏" panose="02010800040101010101" pitchFamily="2" charset="-122"/>
                </a:rPr>
                <a:t>Y = G</a:t>
              </a:r>
              <a:r>
                <a:rPr lang="en-US" altLang="zh-CN" sz="1800" b="1" baseline="-25000" dirty="0">
                  <a:solidFill>
                    <a:schemeClr val="accent2"/>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华文新魏" panose="02010800040101010101" pitchFamily="2" charset="-122"/>
                  <a:ea typeface="华文新魏" panose="02010800040101010101" pitchFamily="2" charset="-122"/>
                </a:rPr>
                <a:t>x</a:t>
              </a:r>
              <a:r>
                <a:rPr lang="zh-CN" altLang="en-US" sz="1800" b="1" dirty="0">
                  <a:solidFill>
                    <a:schemeClr val="tx1"/>
                  </a:solidFill>
                  <a:latin typeface="华文新魏" panose="02010800040101010101" pitchFamily="2" charset="-122"/>
                  <a:ea typeface="华文新魏" panose="02010800040101010101" pitchFamily="2" charset="-122"/>
                </a:rPr>
                <a:t>，现态</a:t>
              </a:r>
              <a:r>
                <a:rPr lang="en-US" altLang="zh-CN" sz="1800" b="1" dirty="0">
                  <a:solidFill>
                    <a:schemeClr val="tx1"/>
                  </a:solidFill>
                  <a:latin typeface="华文新魏" panose="02010800040101010101" pitchFamily="2" charset="-122"/>
                  <a:ea typeface="华文新魏" panose="02010800040101010101" pitchFamily="2" charset="-122"/>
                </a:rPr>
                <a:t>y)</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8680" name="Text Box 19"/>
            <p:cNvSpPr txBox="1"/>
            <p:nvPr/>
          </p:nvSpPr>
          <p:spPr>
            <a:xfrm>
              <a:off x="3495675" y="1655445"/>
              <a:ext cx="5474970" cy="36830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rgbClr val="FF0000"/>
                  </a:solidFill>
                  <a:latin typeface="黑体" panose="02010609060101010101" pitchFamily="49" charset="-122"/>
                  <a:ea typeface="黑体" panose="02010609060101010101" pitchFamily="49" charset="-122"/>
                </a:rPr>
                <a:t>y</a:t>
              </a:r>
              <a:r>
                <a:rPr lang="en-US" altLang="zh-CN" sz="1800" b="1" baseline="30000" dirty="0">
                  <a:solidFill>
                    <a:srgbClr val="FF0000"/>
                  </a:solidFill>
                  <a:latin typeface="黑体" panose="02010609060101010101" pitchFamily="49" charset="-122"/>
                  <a:ea typeface="黑体" panose="02010609060101010101" pitchFamily="49" charset="-122"/>
                </a:rPr>
                <a:t>n+1</a:t>
              </a:r>
              <a:r>
                <a:rPr lang="en-US" altLang="zh-CN" sz="1800" b="1" dirty="0">
                  <a:solidFill>
                    <a:srgbClr val="FF0000"/>
                  </a:solidFill>
                  <a:latin typeface="黑体" panose="02010609060101010101" pitchFamily="49" charset="-122"/>
                  <a:ea typeface="黑体" panose="02010609060101010101" pitchFamily="49" charset="-122"/>
                </a:rPr>
                <a:t>=</a:t>
              </a:r>
              <a:r>
                <a:rPr lang="en-US" altLang="zh-CN" sz="1800" b="1" dirty="0">
                  <a:solidFill>
                    <a:srgbClr val="FF0000"/>
                  </a:solidFill>
                  <a:latin typeface="华文新魏" panose="02010800040101010101" pitchFamily="2" charset="-122"/>
                  <a:ea typeface="华文新魏" panose="02010800040101010101" pitchFamily="2" charset="-122"/>
                </a:rPr>
                <a:t>Q</a:t>
              </a:r>
              <a:r>
                <a:rPr lang="en-US" altLang="zh-CN" sz="1800" b="1" baseline="-25000" dirty="0">
                  <a:solidFill>
                    <a:srgbClr val="FF0000"/>
                  </a:solidFill>
                  <a:latin typeface="华文新魏" panose="02010800040101010101" pitchFamily="2" charset="-122"/>
                  <a:ea typeface="华文新魏" panose="02010800040101010101" pitchFamily="2" charset="-122"/>
                </a:rPr>
                <a:t>a</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华文新魏" panose="02010800040101010101" pitchFamily="2" charset="-122"/>
                  <a:ea typeface="华文新魏" panose="02010800040101010101" pitchFamily="2" charset="-122"/>
                </a:rPr>
                <a:t>G(</a:t>
              </a:r>
              <a:r>
                <a:rPr lang="zh-CN" altLang="en-US" sz="1800"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黑体" panose="02010609060101010101" pitchFamily="49" charset="-122"/>
                  <a:ea typeface="黑体" panose="02010609060101010101" pitchFamily="49" charset="-122"/>
                </a:rPr>
                <a:t>x</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华文新魏" panose="02010800040101010101" pitchFamily="2" charset="-122"/>
                  <a:ea typeface="华文新魏" panose="02010800040101010101" pitchFamily="2" charset="-122"/>
                </a:rPr>
                <a:t>现态</a:t>
              </a: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dirty="0">
                  <a:solidFill>
                    <a:srgbClr val="FF0000"/>
                  </a:solidFill>
                  <a:latin typeface="华文新魏" panose="02010800040101010101" pitchFamily="2" charset="-122"/>
                  <a:ea typeface="华文新魏" panose="02010800040101010101" pitchFamily="2" charset="-122"/>
                </a:rPr>
                <a:t>Q</a:t>
              </a:r>
              <a:r>
                <a:rPr lang="en-US" altLang="zh-CN" sz="1800" b="1" dirty="0">
                  <a:solidFill>
                    <a:schemeClr val="tx1"/>
                  </a:solidFill>
                  <a:latin typeface="华文新魏" panose="02010800040101010101" pitchFamily="2" charset="-122"/>
                  <a:ea typeface="华文新魏" panose="02010800040101010101" pitchFamily="2" charset="-122"/>
                  <a:sym typeface="+mn-ea"/>
                </a:rPr>
                <a:t>(</a:t>
              </a:r>
              <a:r>
                <a:rPr lang="zh-CN" altLang="en-US" sz="1800" dirty="0">
                  <a:solidFill>
                    <a:schemeClr val="tx1"/>
                  </a:solidFill>
                  <a:latin typeface="华文新魏" panose="02010800040101010101" pitchFamily="2" charset="-122"/>
                  <a:ea typeface="华文新魏" panose="02010800040101010101" pitchFamily="2" charset="-122"/>
                  <a:sym typeface="+mn-ea"/>
                </a:rPr>
                <a:t>输入</a:t>
              </a:r>
              <a:r>
                <a:rPr lang="en-US" altLang="zh-CN" sz="1800" b="1" dirty="0">
                  <a:solidFill>
                    <a:schemeClr val="tx1"/>
                  </a:solidFill>
                  <a:latin typeface="黑体" panose="02010609060101010101" pitchFamily="49" charset="-122"/>
                  <a:ea typeface="黑体" panose="02010609060101010101" pitchFamily="49" charset="-122"/>
                  <a:sym typeface="+mn-ea"/>
                </a:rPr>
                <a:t>x</a:t>
              </a:r>
              <a:r>
                <a:rPr lang="zh-CN" altLang="en-US" sz="1800" dirty="0">
                  <a:solidFill>
                    <a:schemeClr val="tx1"/>
                  </a:solidFill>
                  <a:latin typeface="黑体" panose="02010609060101010101" pitchFamily="49" charset="-122"/>
                  <a:ea typeface="黑体" panose="02010609060101010101" pitchFamily="49" charset="-122"/>
                  <a:sym typeface="+mn-ea"/>
                </a:rPr>
                <a:t>，</a:t>
              </a:r>
              <a:r>
                <a:rPr lang="zh-CN" altLang="en-US" sz="1800" dirty="0">
                  <a:solidFill>
                    <a:schemeClr val="tx1"/>
                  </a:solidFill>
                  <a:latin typeface="华文新魏" panose="02010800040101010101" pitchFamily="2" charset="-122"/>
                  <a:ea typeface="华文新魏" panose="02010800040101010101" pitchFamily="2" charset="-122"/>
                  <a:sym typeface="+mn-ea"/>
                </a:rPr>
                <a:t>现态</a:t>
              </a:r>
              <a:r>
                <a:rPr lang="en-US" altLang="zh-CN" sz="1800" b="1" dirty="0">
                  <a:solidFill>
                    <a:schemeClr val="tx1"/>
                  </a:solidFill>
                  <a:latin typeface="黑体" panose="02010609060101010101" pitchFamily="49" charset="-122"/>
                  <a:ea typeface="黑体" panose="02010609060101010101" pitchFamily="49" charset="-122"/>
                  <a:sym typeface="+mn-ea"/>
                </a:rPr>
                <a:t>y)</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28675" name="AutoShape 20"/>
          <p:cNvSpPr/>
          <p:nvPr/>
        </p:nvSpPr>
        <p:spPr>
          <a:xfrm>
            <a:off x="3267075" y="1601788"/>
            <a:ext cx="228600" cy="571500"/>
          </a:xfrm>
          <a:prstGeom prst="rightBrace">
            <a:avLst>
              <a:gd name="adj1" fmla="val 27743"/>
              <a:gd name="adj2" fmla="val 50000"/>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8676" name="Text Box 22"/>
          <p:cNvSpPr txBox="1"/>
          <p:nvPr/>
        </p:nvSpPr>
        <p:spPr>
          <a:xfrm>
            <a:off x="457200" y="2428875"/>
            <a:ext cx="6083300" cy="78359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2</a:t>
            </a:r>
            <a:r>
              <a:rPr lang="zh-CN" altLang="en-US" sz="1800" b="1" dirty="0">
                <a:solidFill>
                  <a:srgbClr val="0000FF"/>
                </a:solidFill>
                <a:latin typeface="华文新魏" panose="02010800040101010101" pitchFamily="2" charset="-122"/>
                <a:ea typeface="华文新魏" panose="02010800040101010101" pitchFamily="2" charset="-122"/>
              </a:rPr>
              <a:t>）次态真值表</a:t>
            </a:r>
            <a:endParaRPr lang="zh-CN" altLang="en-US" sz="1800" b="1" dirty="0">
              <a:solidFill>
                <a:srgbClr val="0000FF"/>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将输入</a:t>
            </a:r>
            <a:r>
              <a:rPr lang="en-US" altLang="zh-CN" sz="1800" b="1" dirty="0">
                <a:solidFill>
                  <a:schemeClr val="tx1"/>
                </a:solidFill>
                <a:latin typeface="华文新魏" panose="02010800040101010101" pitchFamily="2" charset="-122"/>
                <a:ea typeface="华文新魏" panose="02010800040101010101" pitchFamily="2" charset="-122"/>
              </a:rPr>
              <a:t>x</a:t>
            </a:r>
            <a:r>
              <a:rPr lang="zh-CN" altLang="en-US" sz="1800" b="1" dirty="0">
                <a:solidFill>
                  <a:schemeClr val="tx1"/>
                </a:solidFill>
                <a:latin typeface="华文新魏" panose="02010800040101010101" pitchFamily="2" charset="-122"/>
                <a:ea typeface="华文新魏" panose="02010800040101010101" pitchFamily="2" charset="-122"/>
              </a:rPr>
              <a:t>及现态</a:t>
            </a:r>
            <a:r>
              <a:rPr lang="en-US" altLang="zh-CN" sz="1800" b="1" dirty="0">
                <a:solidFill>
                  <a:schemeClr val="tx1"/>
                </a:solidFill>
                <a:latin typeface="华文新魏" panose="02010800040101010101" pitchFamily="2" charset="-122"/>
                <a:ea typeface="华文新魏" panose="02010800040101010101" pitchFamily="2" charset="-122"/>
              </a:rPr>
              <a:t>y</a:t>
            </a:r>
            <a:r>
              <a:rPr lang="zh-CN" altLang="en-US" sz="1800" b="1" dirty="0">
                <a:solidFill>
                  <a:schemeClr val="tx1"/>
                </a:solidFill>
                <a:latin typeface="华文新魏" panose="02010800040101010101" pitchFamily="2" charset="-122"/>
                <a:ea typeface="华文新魏" panose="02010800040101010101" pitchFamily="2" charset="-122"/>
              </a:rPr>
              <a:t>列在真值表左边，次态</a:t>
            </a:r>
            <a:r>
              <a:rPr lang="en-US" altLang="zh-CN" sz="1800" b="1" dirty="0">
                <a:solidFill>
                  <a:srgbClr val="FF0000"/>
                </a:solidFill>
                <a:latin typeface="华文新魏" panose="02010800040101010101" pitchFamily="2" charset="-122"/>
                <a:ea typeface="华文新魏" panose="02010800040101010101" pitchFamily="2" charset="-122"/>
              </a:rPr>
              <a:t>y</a:t>
            </a:r>
            <a:r>
              <a:rPr lang="en-US" altLang="zh-CN" sz="1800" b="1" baseline="30000" dirty="0">
                <a:solidFill>
                  <a:srgbClr val="FF0000"/>
                </a:solidFill>
                <a:latin typeface="华文新魏" panose="02010800040101010101" pitchFamily="2" charset="-122"/>
                <a:ea typeface="华文新魏" panose="02010800040101010101" pitchFamily="2" charset="-122"/>
              </a:rPr>
              <a:t>n+1</a:t>
            </a:r>
            <a:r>
              <a:rPr lang="zh-CN" altLang="en-US" sz="1800" b="1" dirty="0">
                <a:solidFill>
                  <a:schemeClr val="tx1"/>
                </a:solidFill>
                <a:latin typeface="华文新魏" panose="02010800040101010101" pitchFamily="2" charset="-122"/>
                <a:ea typeface="华文新魏" panose="02010800040101010101" pitchFamily="2" charset="-122"/>
              </a:rPr>
              <a:t>列在右边。</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8677" name="Text Box 25"/>
          <p:cNvSpPr txBox="1"/>
          <p:nvPr/>
        </p:nvSpPr>
        <p:spPr>
          <a:xfrm>
            <a:off x="468313" y="3435668"/>
            <a:ext cx="8382000" cy="777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3</a:t>
            </a:r>
            <a:r>
              <a:rPr lang="zh-CN" altLang="en-US" sz="1800" b="1" dirty="0">
                <a:solidFill>
                  <a:srgbClr val="0000FF"/>
                </a:solidFill>
                <a:latin typeface="华文新魏" panose="02010800040101010101" pitchFamily="2" charset="-122"/>
                <a:ea typeface="华文新魏" panose="02010800040101010101" pitchFamily="2" charset="-122"/>
              </a:rPr>
              <a:t>）次态卡诺图  </a:t>
            </a:r>
            <a:endParaRPr lang="zh-CN" altLang="en-US" sz="1800" b="1" dirty="0">
              <a:solidFill>
                <a:srgbClr val="0000FF"/>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次态方程用卡诺图的形式表示出来</a:t>
            </a:r>
            <a:r>
              <a:rPr lang="zh-CN" altLang="en-US" sz="1800" b="1" dirty="0">
                <a:solidFill>
                  <a:schemeClr val="tx1"/>
                </a:solidFill>
                <a:latin typeface="华文新魏" panose="02010800040101010101" pitchFamily="2" charset="-122"/>
                <a:ea typeface="华文新魏" panose="02010800040101010101" pitchFamily="2" charset="-122"/>
              </a:rPr>
              <a:t>，即次态卡诺图。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8678" name="Rectangle 2"/>
          <p:cNvSpPr txBox="1"/>
          <p:nvPr/>
        </p:nvSpPr>
        <p:spPr>
          <a:xfrm>
            <a:off x="285750" y="590550"/>
            <a:ext cx="7772400" cy="457200"/>
          </a:xfrm>
          <a:prstGeom prst="rect">
            <a:avLst/>
          </a:prstGeom>
          <a:noFill/>
          <a:ln w="19050">
            <a:noFill/>
          </a:ln>
        </p:spPr>
        <p:txBody>
          <a:bodyPr/>
          <a:lstStyle/>
          <a:p>
            <a:pPr defTabSz="685800" eaLnBrk="1" hangingPunct="1">
              <a:lnSpc>
                <a:spcPct val="90000"/>
              </a:lnSpc>
            </a:pPr>
            <a:r>
              <a:rPr lang="en-US" altLang="zh-CN" b="1" dirty="0">
                <a:solidFill>
                  <a:srgbClr val="FF0000"/>
                </a:solidFill>
                <a:latin typeface="华文新魏" panose="02010800040101010101" pitchFamily="2" charset="-122"/>
                <a:ea typeface="华文新魏" panose="02010800040101010101" pitchFamily="2" charset="-122"/>
              </a:rPr>
              <a:t>3</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时序电路的描述方法</a:t>
            </a:r>
            <a:endParaRPr lang="zh-CN" altLang="en-US" b="1" i="1" dirty="0">
              <a:solidFill>
                <a:srgbClr val="FF0000"/>
              </a:solidFill>
              <a:latin typeface="华文新魏" panose="02010800040101010101" pitchFamily="2" charset="-122"/>
              <a:ea typeface="华文新魏" panose="02010800040101010101" pitchFamily="2" charset="-122"/>
            </a:endParaRPr>
          </a:p>
        </p:txBody>
      </p:sp>
      <p:sp>
        <p:nvSpPr>
          <p:cNvPr id="2" name="Text Box 25"/>
          <p:cNvSpPr txBox="1"/>
          <p:nvPr/>
        </p:nvSpPr>
        <p:spPr>
          <a:xfrm>
            <a:off x="3347720" y="583565"/>
            <a:ext cx="5975985" cy="36830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次态及输出</a:t>
            </a:r>
            <a:r>
              <a:rPr lang="zh-CN" altLang="en-US" sz="1800" b="1" dirty="0">
                <a:solidFill>
                  <a:schemeClr val="tx1"/>
                </a:solidFill>
                <a:latin typeface="华文新魏" panose="02010800040101010101" pitchFamily="2" charset="-122"/>
                <a:ea typeface="华文新魏" panose="02010800040101010101" pitchFamily="2" charset="-122"/>
              </a:rPr>
              <a:t>与</a:t>
            </a:r>
            <a:r>
              <a:rPr lang="zh-CN" altLang="en-US" sz="1800" b="1" dirty="0">
                <a:solidFill>
                  <a:srgbClr val="FF0000"/>
                </a:solidFill>
                <a:latin typeface="华文新魏" panose="02010800040101010101" pitchFamily="2" charset="-122"/>
                <a:ea typeface="华文新魏" panose="02010800040101010101" pitchFamily="2" charset="-122"/>
              </a:rPr>
              <a:t>输入及现态</a:t>
            </a:r>
            <a:r>
              <a:rPr lang="zh-CN" altLang="en-US" sz="1800" b="1" dirty="0">
                <a:solidFill>
                  <a:schemeClr val="tx1"/>
                </a:solidFill>
                <a:latin typeface="华文新魏" panose="02010800040101010101" pitchFamily="2" charset="-122"/>
                <a:ea typeface="华文新魏" panose="02010800040101010101" pitchFamily="2" charset="-122"/>
              </a:rPr>
              <a:t>之间不同时刻变量之间的关系。</a:t>
            </a:r>
            <a:endParaRPr lang="zh-CN" altLang="en-US" sz="1800" b="1" dirty="0">
              <a:solidFill>
                <a:schemeClr val="tx1"/>
              </a:solidFill>
              <a:latin typeface="华文新魏" panose="02010800040101010101" pitchFamily="2" charset="-122"/>
              <a:ea typeface="华文新魏" panose="02010800040101010101" pitchFamily="2" charset="-122"/>
            </a:endParaRPr>
          </a:p>
        </p:txBody>
      </p:sp>
      <p:pic>
        <p:nvPicPr>
          <p:cNvPr id="4" name="图片 3"/>
          <p:cNvPicPr>
            <a:picLocks noChangeAspect="1"/>
          </p:cNvPicPr>
          <p:nvPr/>
        </p:nvPicPr>
        <p:blipFill>
          <a:blip r:embed="rId1"/>
          <a:stretch>
            <a:fillRect/>
          </a:stretch>
        </p:blipFill>
        <p:spPr>
          <a:xfrm>
            <a:off x="5832648" y="2122378"/>
            <a:ext cx="3347864" cy="12380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7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67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nimBg="1"/>
      <p:bldP spid="28675" grpId="1" animBg="1"/>
      <p:bldP spid="28676" grpId="0"/>
      <p:bldP spid="28676" grpId="1"/>
      <p:bldP spid="28677" grpId="0"/>
      <p:bldP spid="28677" grpId="1"/>
      <p:bldP spid="2" grpId="0"/>
      <p:bldP spid="2"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395605" y="699770"/>
            <a:ext cx="4667250" cy="514350"/>
          </a:xfrm>
          <a:prstGeom prst="rect">
            <a:avLst/>
          </a:prstGeom>
          <a:noFill/>
          <a:ln>
            <a:noFill/>
          </a:ln>
        </p:spPr>
        <p:txBody>
          <a:bodyPr/>
          <a:lstStyle/>
          <a:p>
            <a:pPr eaLnBrk="1" hangingPunct="1"/>
            <a:r>
              <a:rPr lang="zh-CN" altLang="en-US" sz="2000" b="1" dirty="0">
                <a:solidFill>
                  <a:srgbClr val="0000FF"/>
                </a:solidFill>
                <a:latin typeface="华文新魏" panose="02010800040101010101" pitchFamily="2" charset="-122"/>
                <a:ea typeface="华文新魏" panose="02010800040101010101" pitchFamily="2" charset="-122"/>
              </a:rPr>
              <a:t>（</a:t>
            </a:r>
            <a:r>
              <a:rPr lang="en-US" altLang="zh-CN" sz="2000" b="1" dirty="0">
                <a:solidFill>
                  <a:srgbClr val="0000FF"/>
                </a:solidFill>
                <a:latin typeface="华文新魏" panose="02010800040101010101" pitchFamily="2" charset="-122"/>
                <a:ea typeface="华文新魏" panose="02010800040101010101" pitchFamily="2" charset="-122"/>
              </a:rPr>
              <a:t>4</a:t>
            </a:r>
            <a:r>
              <a:rPr lang="zh-CN" altLang="en-US" sz="2000" b="1" dirty="0">
                <a:solidFill>
                  <a:srgbClr val="0000FF"/>
                </a:solidFill>
                <a:latin typeface="华文新魏" panose="02010800040101010101" pitchFamily="2" charset="-122"/>
                <a:ea typeface="华文新魏" panose="02010800040101010101" pitchFamily="2" charset="-122"/>
              </a:rPr>
              <a:t>）状态表 </a:t>
            </a:r>
            <a:r>
              <a:rPr lang="en-US" altLang="zh-CN" sz="2000" b="1" dirty="0">
                <a:solidFill>
                  <a:srgbClr val="0000FF"/>
                </a:solidFill>
                <a:latin typeface="华文新魏" panose="02010800040101010101" pitchFamily="2" charset="-122"/>
                <a:ea typeface="华文新魏" panose="02010800040101010101" pitchFamily="2" charset="-122"/>
              </a:rPr>
              <a:t>State-table</a:t>
            </a:r>
            <a:br>
              <a:rPr lang="en-US" altLang="zh-CN" sz="2000" b="1" dirty="0">
                <a:solidFill>
                  <a:srgbClr val="0000FF"/>
                </a:solidFill>
                <a:latin typeface="华文新魏" panose="02010800040101010101" pitchFamily="2" charset="-122"/>
                <a:ea typeface="华文新魏" panose="02010800040101010101" pitchFamily="2" charset="-122"/>
              </a:rPr>
            </a:br>
            <a:r>
              <a:rPr lang="zh-CN" altLang="en-US" sz="2000" b="1" dirty="0">
                <a:solidFill>
                  <a:srgbClr val="0000FF"/>
                </a:solidFill>
                <a:latin typeface="华文新魏" panose="02010800040101010101" pitchFamily="2" charset="-122"/>
                <a:ea typeface="华文新魏" panose="02010800040101010101" pitchFamily="2" charset="-122"/>
              </a:rPr>
              <a:t>（二维表：现态、次态，输入、输出）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29699" name="Text Box 130"/>
          <p:cNvSpPr txBox="1"/>
          <p:nvPr/>
        </p:nvSpPr>
        <p:spPr>
          <a:xfrm>
            <a:off x="1403668" y="3940175"/>
            <a:ext cx="2087562"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Mealy </a:t>
            </a:r>
            <a:r>
              <a:rPr lang="zh-CN" altLang="en-US" sz="1800" b="1" dirty="0">
                <a:solidFill>
                  <a:srgbClr val="FF0000"/>
                </a:solidFill>
                <a:latin typeface="华文新魏" panose="02010800040101010101" pitchFamily="2" charset="-122"/>
                <a:ea typeface="华文新魏" panose="02010800040101010101" pitchFamily="2" charset="-122"/>
              </a:rPr>
              <a:t>型状态表</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29700" name="Text Box 138"/>
          <p:cNvSpPr txBox="1"/>
          <p:nvPr/>
        </p:nvSpPr>
        <p:spPr>
          <a:xfrm>
            <a:off x="1610995" y="3503930"/>
            <a:ext cx="1952625"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/z(</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输出</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baseline="-25000" dirty="0">
              <a:solidFill>
                <a:schemeClr val="tx1"/>
              </a:solidFill>
              <a:latin typeface="华文新魏" panose="02010800040101010101" pitchFamily="2" charset="-122"/>
              <a:ea typeface="华文新魏" panose="02010800040101010101" pitchFamily="2" charset="-122"/>
            </a:endParaRPr>
          </a:p>
        </p:txBody>
      </p:sp>
      <p:graphicFrame>
        <p:nvGraphicFramePr>
          <p:cNvPr id="15712" name="Group 352"/>
          <p:cNvGraphicFramePr>
            <a:graphicFrameLocks noGrp="1"/>
          </p:cNvGraphicFramePr>
          <p:nvPr/>
        </p:nvGraphicFramePr>
        <p:xfrm>
          <a:off x="1180783" y="1560830"/>
          <a:ext cx="2222500" cy="1944690"/>
        </p:xfrm>
        <a:graphic>
          <a:graphicData uri="http://schemas.openxmlformats.org/drawingml/2006/table">
            <a:tbl>
              <a:tblPr/>
              <a:tblGrid>
                <a:gridCol w="718185"/>
                <a:gridCol w="718820"/>
                <a:gridCol w="785495"/>
              </a:tblGrid>
              <a:tr h="388652">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E1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dirty="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25000" dirty="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 </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0 </a:t>
                      </a: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2</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 </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3</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0</a:t>
                      </a: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r>
                        <a:rPr kumimoji="1" lang="en-US" altLang="zh-CN" sz="18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2 </a:t>
                      </a: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9729" name="Group 317"/>
          <p:cNvGrpSpPr/>
          <p:nvPr/>
        </p:nvGrpSpPr>
        <p:grpSpPr>
          <a:xfrm>
            <a:off x="1180783" y="1503680"/>
            <a:ext cx="942975" cy="479425"/>
            <a:chOff x="1200" y="2448"/>
            <a:chExt cx="672" cy="403"/>
          </a:xfrm>
        </p:grpSpPr>
        <p:sp>
          <p:nvSpPr>
            <p:cNvPr id="29798" name="Line 318"/>
            <p:cNvSpPr/>
            <p:nvPr/>
          </p:nvSpPr>
          <p:spPr>
            <a:xfrm>
              <a:off x="1200" y="2496"/>
              <a:ext cx="528" cy="336"/>
            </a:xfrm>
            <a:prstGeom prst="line">
              <a:avLst/>
            </a:prstGeom>
            <a:ln w="28575" cap="flat" cmpd="sng">
              <a:solidFill>
                <a:schemeClr val="accent2"/>
              </a:solidFill>
              <a:prstDash val="solid"/>
              <a:headEnd type="none" w="med" len="med"/>
              <a:tailEnd type="none" w="med" len="med"/>
            </a:ln>
          </p:spPr>
        </p:sp>
        <p:sp>
          <p:nvSpPr>
            <p:cNvPr id="29799" name="Text Box 319"/>
            <p:cNvSpPr txBox="1"/>
            <p:nvPr/>
          </p:nvSpPr>
          <p:spPr>
            <a:xfrm>
              <a:off x="1488" y="2448"/>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9800" name="Text Box 320"/>
            <p:cNvSpPr txBox="1"/>
            <p:nvPr/>
          </p:nvSpPr>
          <p:spPr>
            <a:xfrm>
              <a:off x="1238" y="2544"/>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28677" name="Text Box 91"/>
          <p:cNvSpPr txBox="1"/>
          <p:nvPr/>
        </p:nvSpPr>
        <p:spPr>
          <a:xfrm>
            <a:off x="683895" y="4444365"/>
            <a:ext cx="8206740" cy="312420"/>
          </a:xfrm>
          <a:prstGeom prst="rect">
            <a:avLst/>
          </a:prstGeom>
          <a:noFill/>
          <a:ln w="9525">
            <a:noFill/>
          </a:ln>
        </p:spPr>
        <p:txBody>
          <a:bodyPr wrap="square">
            <a:spAutoFit/>
          </a:bodyPr>
          <a:lstStyle/>
          <a:p>
            <a:pPr eaLnBrk="1" hangingPunct="1">
              <a:lnSpc>
                <a:spcPct val="8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Mealy </a:t>
            </a:r>
            <a:r>
              <a:rPr lang="zh-CN" altLang="en-US" sz="1800" b="1" dirty="0">
                <a:solidFill>
                  <a:schemeClr val="tx1"/>
                </a:solidFill>
                <a:latin typeface="华文新魏" panose="02010800040101010101" pitchFamily="2" charset="-122"/>
                <a:ea typeface="华文新魏" panose="02010800040101010101" pitchFamily="2" charset="-122"/>
              </a:rPr>
              <a:t>型电路的读表（图）的次序是： 现态</a:t>
            </a:r>
            <a:r>
              <a:rPr lang="en-US" altLang="zh-CN" sz="1800" b="1" dirty="0">
                <a:solidFill>
                  <a:schemeClr val="tx1"/>
                </a:solidFill>
                <a:latin typeface="华文新魏" panose="02010800040101010101" pitchFamily="2" charset="-122"/>
                <a:ea typeface="华文新魏" panose="02010800040101010101" pitchFamily="2" charset="-122"/>
              </a:rPr>
              <a:t>y → </a:t>
            </a:r>
            <a:r>
              <a:rPr lang="zh-CN" altLang="en-US" sz="1800" b="1"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华文新魏" panose="02010800040101010101" pitchFamily="2" charset="-122"/>
                <a:ea typeface="华文新魏" panose="02010800040101010101" pitchFamily="2" charset="-122"/>
              </a:rPr>
              <a:t>x → </a:t>
            </a:r>
            <a:r>
              <a:rPr lang="zh-CN" altLang="en-US" sz="1800" b="1" dirty="0">
                <a:solidFill>
                  <a:schemeClr val="tx1"/>
                </a:solidFill>
                <a:latin typeface="华文新魏" panose="02010800040101010101" pitchFamily="2" charset="-122"/>
                <a:ea typeface="华文新魏" panose="02010800040101010101" pitchFamily="2" charset="-122"/>
              </a:rPr>
              <a:t>输出</a:t>
            </a:r>
            <a:r>
              <a:rPr lang="en-US" altLang="zh-CN" sz="1800" b="1" dirty="0">
                <a:solidFill>
                  <a:schemeClr val="tx1"/>
                </a:solidFill>
                <a:latin typeface="华文新魏" panose="02010800040101010101" pitchFamily="2" charset="-122"/>
                <a:ea typeface="华文新魏" panose="02010800040101010101" pitchFamily="2" charset="-122"/>
              </a:rPr>
              <a:t>z → </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endParaRPr lang="en-US" altLang="zh-CN" sz="1800" b="1" baseline="30000" dirty="0">
              <a:solidFill>
                <a:schemeClr val="tx1"/>
              </a:solidFill>
              <a:latin typeface="华文新魏" panose="02010800040101010101" pitchFamily="2" charset="-122"/>
              <a:ea typeface="华文新魏" panose="02010800040101010101" pitchFamily="2" charset="-122"/>
            </a:endParaRPr>
          </a:p>
        </p:txBody>
      </p:sp>
      <p:cxnSp>
        <p:nvCxnSpPr>
          <p:cNvPr id="2" name="直接连接符 1"/>
          <p:cNvCxnSpPr/>
          <p:nvPr/>
        </p:nvCxnSpPr>
        <p:spPr>
          <a:xfrm>
            <a:off x="4716145" y="4756785"/>
            <a:ext cx="1584325" cy="0"/>
          </a:xfrm>
          <a:prstGeom prst="line">
            <a:avLst/>
          </a:prstGeom>
          <a:ln>
            <a:solidFill>
              <a:srgbClr val="FF0000"/>
            </a:solidFill>
          </a:ln>
        </p:spPr>
        <p:style>
          <a:lnRef idx="3">
            <a:schemeClr val="accent1"/>
          </a:lnRef>
          <a:fillRef idx="0">
            <a:srgbClr val="FFFFFF"/>
          </a:fillRef>
          <a:effectRef idx="0">
            <a:srgbClr val="FFFFFF"/>
          </a:effectRef>
          <a:fontRef idx="minor">
            <a:schemeClr val="tx1"/>
          </a:fontRef>
        </p:style>
      </p:cxnSp>
      <p:sp>
        <p:nvSpPr>
          <p:cNvPr id="30722" name="Rectangle 2"/>
          <p:cNvSpPr>
            <a:spLocks noGrp="1"/>
          </p:cNvSpPr>
          <p:nvPr/>
        </p:nvSpPr>
        <p:spPr>
          <a:xfrm>
            <a:off x="5003800" y="699770"/>
            <a:ext cx="3588385" cy="498475"/>
          </a:xfrm>
          <a:prstGeom prst="rect">
            <a:avLst/>
          </a:prstGeom>
          <a:noFill/>
          <a:ln>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a:lstStyle>
          <a:p>
            <a:pPr eaLnBrk="1" hangingPunct="1"/>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5</a:t>
            </a:r>
            <a:r>
              <a:rPr lang="zh-CN" altLang="en-US" sz="1800" b="1" dirty="0">
                <a:solidFill>
                  <a:srgbClr val="0000FF"/>
                </a:solidFill>
                <a:latin typeface="华文新魏" panose="02010800040101010101" pitchFamily="2" charset="-122"/>
                <a:ea typeface="华文新魏" panose="02010800040101010101" pitchFamily="2" charset="-122"/>
              </a:rPr>
              <a:t>）状态图 </a:t>
            </a:r>
            <a:r>
              <a:rPr lang="en-US" altLang="zh-CN" sz="1800" b="1" i="1" dirty="0">
                <a:solidFill>
                  <a:srgbClr val="0000FF"/>
                </a:solidFill>
                <a:latin typeface="华文新魏" panose="02010800040101010101" pitchFamily="2" charset="-122"/>
                <a:ea typeface="华文新魏" panose="02010800040101010101" pitchFamily="2" charset="-122"/>
              </a:rPr>
              <a:t>State-diagrams</a:t>
            </a:r>
            <a:endParaRPr lang="en-US" altLang="zh-CN" sz="1800" b="1" i="1" dirty="0">
              <a:solidFill>
                <a:srgbClr val="0000FF"/>
              </a:solidFill>
              <a:latin typeface="华文新魏" panose="02010800040101010101" pitchFamily="2" charset="-122"/>
              <a:ea typeface="华文新魏" panose="02010800040101010101" pitchFamily="2" charset="-122"/>
            </a:endParaRPr>
          </a:p>
        </p:txBody>
      </p:sp>
      <p:grpSp>
        <p:nvGrpSpPr>
          <p:cNvPr id="30723" name="Group 104"/>
          <p:cNvGrpSpPr/>
          <p:nvPr/>
        </p:nvGrpSpPr>
        <p:grpSpPr>
          <a:xfrm>
            <a:off x="4860290" y="1405573"/>
            <a:ext cx="3886200" cy="2541587"/>
            <a:chOff x="336" y="478"/>
            <a:chExt cx="2448" cy="2136"/>
          </a:xfrm>
        </p:grpSpPr>
        <p:grpSp>
          <p:nvGrpSpPr>
            <p:cNvPr id="30764" name="Group 6"/>
            <p:cNvGrpSpPr/>
            <p:nvPr/>
          </p:nvGrpSpPr>
          <p:grpSpPr>
            <a:xfrm>
              <a:off x="528" y="587"/>
              <a:ext cx="336" cy="393"/>
              <a:chOff x="528" y="1095"/>
              <a:chExt cx="336" cy="393"/>
            </a:xfrm>
          </p:grpSpPr>
          <p:sp>
            <p:nvSpPr>
              <p:cNvPr id="30791" name="Oval 4"/>
              <p:cNvSpPr/>
              <p:nvPr/>
            </p:nvSpPr>
            <p:spPr>
              <a:xfrm>
                <a:off x="528" y="115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92" name="Text Box 5"/>
              <p:cNvSpPr txBox="1"/>
              <p:nvPr/>
            </p:nvSpPr>
            <p:spPr>
              <a:xfrm>
                <a:off x="565" y="1095"/>
                <a:ext cx="274" cy="31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65" name="Group 9"/>
            <p:cNvGrpSpPr/>
            <p:nvPr/>
          </p:nvGrpSpPr>
          <p:grpSpPr>
            <a:xfrm>
              <a:off x="2064" y="644"/>
              <a:ext cx="404" cy="336"/>
              <a:chOff x="528" y="1152"/>
              <a:chExt cx="404" cy="336"/>
            </a:xfrm>
          </p:grpSpPr>
          <p:sp>
            <p:nvSpPr>
              <p:cNvPr id="30789" name="Oval 10"/>
              <p:cNvSpPr/>
              <p:nvPr/>
            </p:nvSpPr>
            <p:spPr>
              <a:xfrm>
                <a:off x="528" y="115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90" name="Text Box 11"/>
              <p:cNvSpPr txBox="1"/>
              <p:nvPr/>
            </p:nvSpPr>
            <p:spPr>
              <a:xfrm>
                <a:off x="596" y="1172"/>
                <a:ext cx="336" cy="29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66" name="Group 12"/>
            <p:cNvGrpSpPr/>
            <p:nvPr/>
          </p:nvGrpSpPr>
          <p:grpSpPr>
            <a:xfrm>
              <a:off x="2064" y="1796"/>
              <a:ext cx="404" cy="336"/>
              <a:chOff x="528" y="1152"/>
              <a:chExt cx="404" cy="336"/>
            </a:xfrm>
          </p:grpSpPr>
          <p:sp>
            <p:nvSpPr>
              <p:cNvPr id="30787" name="Oval 13"/>
              <p:cNvSpPr/>
              <p:nvPr/>
            </p:nvSpPr>
            <p:spPr>
              <a:xfrm>
                <a:off x="528" y="115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88" name="Text Box 14"/>
              <p:cNvSpPr txBox="1"/>
              <p:nvPr/>
            </p:nvSpPr>
            <p:spPr>
              <a:xfrm>
                <a:off x="596" y="1172"/>
                <a:ext cx="336" cy="29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2</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67" name="Group 15"/>
            <p:cNvGrpSpPr/>
            <p:nvPr/>
          </p:nvGrpSpPr>
          <p:grpSpPr>
            <a:xfrm>
              <a:off x="528" y="1796"/>
              <a:ext cx="402" cy="336"/>
              <a:chOff x="528" y="1152"/>
              <a:chExt cx="402" cy="336"/>
            </a:xfrm>
          </p:grpSpPr>
          <p:sp>
            <p:nvSpPr>
              <p:cNvPr id="30785" name="Oval 16"/>
              <p:cNvSpPr/>
              <p:nvPr/>
            </p:nvSpPr>
            <p:spPr>
              <a:xfrm>
                <a:off x="528" y="115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86" name="Text Box 17"/>
              <p:cNvSpPr txBox="1"/>
              <p:nvPr/>
            </p:nvSpPr>
            <p:spPr>
              <a:xfrm>
                <a:off x="594" y="1166"/>
                <a:ext cx="336" cy="29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3</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30768" name="Line 19"/>
            <p:cNvSpPr/>
            <p:nvPr/>
          </p:nvSpPr>
          <p:spPr>
            <a:xfrm>
              <a:off x="864" y="740"/>
              <a:ext cx="1200" cy="0"/>
            </a:xfrm>
            <a:prstGeom prst="line">
              <a:avLst/>
            </a:prstGeom>
            <a:ln w="19050" cap="flat" cmpd="sng">
              <a:solidFill>
                <a:schemeClr val="tx1"/>
              </a:solidFill>
              <a:prstDash val="solid"/>
              <a:headEnd type="none" w="med" len="med"/>
              <a:tailEnd type="triangle" w="med" len="med"/>
            </a:ln>
          </p:spPr>
        </p:sp>
        <p:sp>
          <p:nvSpPr>
            <p:cNvPr id="30769" name="Line 20"/>
            <p:cNvSpPr/>
            <p:nvPr/>
          </p:nvSpPr>
          <p:spPr>
            <a:xfrm>
              <a:off x="864" y="884"/>
              <a:ext cx="1200" cy="0"/>
            </a:xfrm>
            <a:prstGeom prst="line">
              <a:avLst/>
            </a:prstGeom>
            <a:ln w="19050" cap="flat" cmpd="sng">
              <a:solidFill>
                <a:schemeClr val="tx1"/>
              </a:solidFill>
              <a:prstDash val="solid"/>
              <a:headEnd type="triangle" w="med" len="med"/>
              <a:tailEnd type="none" w="med" len="med"/>
            </a:ln>
          </p:spPr>
        </p:sp>
        <p:sp>
          <p:nvSpPr>
            <p:cNvPr id="30770" name="Line 21"/>
            <p:cNvSpPr/>
            <p:nvPr/>
          </p:nvSpPr>
          <p:spPr>
            <a:xfrm>
              <a:off x="864" y="2036"/>
              <a:ext cx="1200" cy="0"/>
            </a:xfrm>
            <a:prstGeom prst="line">
              <a:avLst/>
            </a:prstGeom>
            <a:ln w="19050" cap="flat" cmpd="sng">
              <a:solidFill>
                <a:schemeClr val="tx1"/>
              </a:solidFill>
              <a:prstDash val="solid"/>
              <a:headEnd type="triangle" w="med" len="med"/>
              <a:tailEnd type="none" w="med" len="med"/>
            </a:ln>
          </p:spPr>
        </p:sp>
        <p:sp>
          <p:nvSpPr>
            <p:cNvPr id="30771" name="Line 22"/>
            <p:cNvSpPr/>
            <p:nvPr/>
          </p:nvSpPr>
          <p:spPr>
            <a:xfrm>
              <a:off x="864" y="1892"/>
              <a:ext cx="1200" cy="0"/>
            </a:xfrm>
            <a:prstGeom prst="line">
              <a:avLst/>
            </a:prstGeom>
            <a:ln w="19050" cap="flat" cmpd="sng">
              <a:solidFill>
                <a:schemeClr val="tx1"/>
              </a:solidFill>
              <a:prstDash val="solid"/>
              <a:headEnd type="none" w="med" len="med"/>
              <a:tailEnd type="triangle" w="med" len="med"/>
            </a:ln>
          </p:spPr>
        </p:sp>
        <p:sp>
          <p:nvSpPr>
            <p:cNvPr id="30772" name="Line 23"/>
            <p:cNvSpPr/>
            <p:nvPr/>
          </p:nvSpPr>
          <p:spPr>
            <a:xfrm>
              <a:off x="796" y="952"/>
              <a:ext cx="0" cy="864"/>
            </a:xfrm>
            <a:prstGeom prst="line">
              <a:avLst/>
            </a:prstGeom>
            <a:ln w="19050" cap="flat" cmpd="sng">
              <a:solidFill>
                <a:schemeClr val="tx1"/>
              </a:solidFill>
              <a:prstDash val="solid"/>
              <a:headEnd type="none" w="med" len="med"/>
              <a:tailEnd type="triangle" w="med" len="med"/>
            </a:ln>
          </p:spPr>
        </p:sp>
        <p:sp>
          <p:nvSpPr>
            <p:cNvPr id="30773" name="Line 24"/>
            <p:cNvSpPr/>
            <p:nvPr/>
          </p:nvSpPr>
          <p:spPr>
            <a:xfrm>
              <a:off x="2332" y="970"/>
              <a:ext cx="0" cy="864"/>
            </a:xfrm>
            <a:prstGeom prst="line">
              <a:avLst/>
            </a:prstGeom>
            <a:ln w="19050" cap="flat" cmpd="sng">
              <a:solidFill>
                <a:schemeClr val="tx1"/>
              </a:solidFill>
              <a:prstDash val="solid"/>
              <a:headEnd type="none" w="med" len="med"/>
              <a:tailEnd type="triangle" w="med" len="med"/>
            </a:ln>
          </p:spPr>
        </p:sp>
        <p:sp>
          <p:nvSpPr>
            <p:cNvPr id="30774" name="Line 25"/>
            <p:cNvSpPr/>
            <p:nvPr/>
          </p:nvSpPr>
          <p:spPr>
            <a:xfrm>
              <a:off x="2140" y="970"/>
              <a:ext cx="0" cy="864"/>
            </a:xfrm>
            <a:prstGeom prst="line">
              <a:avLst/>
            </a:prstGeom>
            <a:ln w="19050" cap="flat" cmpd="sng">
              <a:solidFill>
                <a:schemeClr val="tx1"/>
              </a:solidFill>
              <a:prstDash val="solid"/>
              <a:headEnd type="triangle" w="med" len="med"/>
              <a:tailEnd type="none" w="med" len="med"/>
            </a:ln>
          </p:spPr>
        </p:sp>
        <p:sp>
          <p:nvSpPr>
            <p:cNvPr id="30775" name="Line 26"/>
            <p:cNvSpPr/>
            <p:nvPr/>
          </p:nvSpPr>
          <p:spPr>
            <a:xfrm>
              <a:off x="596" y="950"/>
              <a:ext cx="0" cy="864"/>
            </a:xfrm>
            <a:prstGeom prst="line">
              <a:avLst/>
            </a:prstGeom>
            <a:ln w="19050" cap="flat" cmpd="sng">
              <a:solidFill>
                <a:schemeClr val="tx1"/>
              </a:solidFill>
              <a:prstDash val="solid"/>
              <a:headEnd type="triangle" w="med" len="med"/>
              <a:tailEnd type="none" w="med" len="med"/>
            </a:ln>
          </p:spPr>
        </p:sp>
        <p:sp>
          <p:nvSpPr>
            <p:cNvPr id="30776" name="Text Box 27"/>
            <p:cNvSpPr txBox="1"/>
            <p:nvPr/>
          </p:nvSpPr>
          <p:spPr>
            <a:xfrm>
              <a:off x="1329" y="47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77" name="Text Box 28"/>
            <p:cNvSpPr txBox="1"/>
            <p:nvPr/>
          </p:nvSpPr>
          <p:spPr>
            <a:xfrm>
              <a:off x="1334" y="884"/>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78" name="Text Box 29"/>
            <p:cNvSpPr txBox="1"/>
            <p:nvPr/>
          </p:nvSpPr>
          <p:spPr>
            <a:xfrm>
              <a:off x="2304" y="126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79" name="Text Box 30"/>
            <p:cNvSpPr txBox="1"/>
            <p:nvPr/>
          </p:nvSpPr>
          <p:spPr>
            <a:xfrm>
              <a:off x="1317" y="197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0" name="Text Box 31"/>
            <p:cNvSpPr txBox="1"/>
            <p:nvPr/>
          </p:nvSpPr>
          <p:spPr>
            <a:xfrm>
              <a:off x="336" y="126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1" name="Text Box 32"/>
            <p:cNvSpPr txBox="1"/>
            <p:nvPr/>
          </p:nvSpPr>
          <p:spPr>
            <a:xfrm>
              <a:off x="1846" y="1274"/>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2" name="Text Box 33"/>
            <p:cNvSpPr txBox="1"/>
            <p:nvPr/>
          </p:nvSpPr>
          <p:spPr>
            <a:xfrm>
              <a:off x="1316" y="160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3" name="Text Box 34"/>
            <p:cNvSpPr txBox="1"/>
            <p:nvPr/>
          </p:nvSpPr>
          <p:spPr>
            <a:xfrm>
              <a:off x="768" y="126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4" name="Text Box 35"/>
            <p:cNvSpPr txBox="1"/>
            <p:nvPr/>
          </p:nvSpPr>
          <p:spPr>
            <a:xfrm>
              <a:off x="1008" y="2304"/>
              <a:ext cx="1344" cy="310"/>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Mealy  </a:t>
              </a:r>
              <a:r>
                <a:rPr lang="zh-CN" altLang="en-US" sz="1800" b="1" dirty="0">
                  <a:solidFill>
                    <a:srgbClr val="FF0000"/>
                  </a:solidFill>
                  <a:latin typeface="华文新魏" panose="02010800040101010101" pitchFamily="2" charset="-122"/>
                  <a:ea typeface="华文新魏" panose="02010800040101010101" pitchFamily="2" charset="-122"/>
                </a:rPr>
                <a:t>型状态图</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blinds(horizontal)">
                                      <p:cBhvr>
                                        <p:cTn id="7" dur="500"/>
                                        <p:tgtEl>
                                          <p:spTgt spid="2969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700"/>
                                        </p:tgtEl>
                                        <p:attrNameLst>
                                          <p:attrName>style.visibility</p:attrName>
                                        </p:attrNameLst>
                                      </p:cBhvr>
                                      <p:to>
                                        <p:strVal val="visible"/>
                                      </p:to>
                                    </p:set>
                                    <p:animEffect transition="in" filter="blinds(horizontal)">
                                      <p:cBhvr>
                                        <p:cTn id="10" dur="500"/>
                                        <p:tgtEl>
                                          <p:spTgt spid="29700"/>
                                        </p:tgtEl>
                                      </p:cBhvr>
                                    </p:animEffect>
                                  </p:childTnLst>
                                </p:cTn>
                              </p:par>
                              <p:par>
                                <p:cTn id="11" presetID="3" presetClass="entr" presetSubtype="10" fill="hold" nodeType="withEffect">
                                  <p:stCondLst>
                                    <p:cond delay="0"/>
                                  </p:stCondLst>
                                  <p:childTnLst>
                                    <p:set>
                                      <p:cBhvr>
                                        <p:cTn id="12" dur="1" fill="hold">
                                          <p:stCondLst>
                                            <p:cond delay="0"/>
                                          </p:stCondLst>
                                        </p:cTn>
                                        <p:tgtEl>
                                          <p:spTgt spid="15712"/>
                                        </p:tgtEl>
                                        <p:attrNameLst>
                                          <p:attrName>style.visibility</p:attrName>
                                        </p:attrNameLst>
                                      </p:cBhvr>
                                      <p:to>
                                        <p:strVal val="visible"/>
                                      </p:to>
                                    </p:set>
                                    <p:animEffect transition="in" filter="blinds(horizontal)">
                                      <p:cBhvr>
                                        <p:cTn id="13" dur="500"/>
                                        <p:tgtEl>
                                          <p:spTgt spid="15712"/>
                                        </p:tgtEl>
                                      </p:cBhvr>
                                    </p:animEffect>
                                  </p:childTnLst>
                                </p:cTn>
                              </p:par>
                              <p:par>
                                <p:cTn id="14" presetID="3" presetClass="entr" presetSubtype="10" fill="hold" nodeType="withEffect">
                                  <p:stCondLst>
                                    <p:cond delay="0"/>
                                  </p:stCondLst>
                                  <p:childTnLst>
                                    <p:set>
                                      <p:cBhvr>
                                        <p:cTn id="15" dur="1" fill="hold">
                                          <p:stCondLst>
                                            <p:cond delay="0"/>
                                          </p:stCondLst>
                                        </p:cTn>
                                        <p:tgtEl>
                                          <p:spTgt spid="29729"/>
                                        </p:tgtEl>
                                        <p:attrNameLst>
                                          <p:attrName>style.visibility</p:attrName>
                                        </p:attrNameLst>
                                      </p:cBhvr>
                                      <p:to>
                                        <p:strVal val="visible"/>
                                      </p:to>
                                    </p:set>
                                    <p:animEffect transition="in" filter="blinds(horizontal)">
                                      <p:cBhvr>
                                        <p:cTn id="16" dur="500"/>
                                        <p:tgtEl>
                                          <p:spTgt spid="2972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67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7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30723"/>
                                        </p:tgtEl>
                                        <p:attrNameLst>
                                          <p:attrName>style.visibility</p:attrName>
                                        </p:attrNameLst>
                                      </p:cBhvr>
                                      <p:to>
                                        <p:strVal val="visible"/>
                                      </p:to>
                                    </p:set>
                                    <p:animEffect transition="in" filter="blinds(horizontal)">
                                      <p:cBhvr>
                                        <p:cTn id="33" dur="500"/>
                                        <p:tgtEl>
                                          <p:spTgt spid="30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P spid="29699" grpId="1"/>
      <p:bldP spid="29700" grpId="0"/>
      <p:bldP spid="29700" grpId="1"/>
      <p:bldP spid="28677" grpId="0"/>
      <p:bldP spid="28677" grpId="1"/>
      <p:bldP spid="30722" grpId="0"/>
      <p:bldP spid="30722"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395605" y="699770"/>
            <a:ext cx="4667250" cy="514350"/>
          </a:xfrm>
          <a:prstGeom prst="rect">
            <a:avLst/>
          </a:prstGeom>
          <a:noFill/>
          <a:ln>
            <a:noFill/>
          </a:ln>
        </p:spPr>
        <p:txBody>
          <a:bodyPr/>
          <a:lstStyle/>
          <a:p>
            <a:pPr eaLnBrk="1" hangingPunct="1"/>
            <a:r>
              <a:rPr lang="zh-CN" altLang="en-US" sz="2000" b="1" dirty="0">
                <a:solidFill>
                  <a:srgbClr val="0000FF"/>
                </a:solidFill>
                <a:latin typeface="华文新魏" panose="02010800040101010101" pitchFamily="2" charset="-122"/>
                <a:ea typeface="华文新魏" panose="02010800040101010101" pitchFamily="2" charset="-122"/>
              </a:rPr>
              <a:t>（</a:t>
            </a:r>
            <a:r>
              <a:rPr lang="en-US" altLang="zh-CN" sz="2000" b="1" dirty="0">
                <a:solidFill>
                  <a:srgbClr val="0000FF"/>
                </a:solidFill>
                <a:latin typeface="华文新魏" panose="02010800040101010101" pitchFamily="2" charset="-122"/>
                <a:ea typeface="华文新魏" panose="02010800040101010101" pitchFamily="2" charset="-122"/>
              </a:rPr>
              <a:t>4</a:t>
            </a:r>
            <a:r>
              <a:rPr lang="zh-CN" altLang="en-US" sz="2000" b="1" dirty="0">
                <a:solidFill>
                  <a:srgbClr val="0000FF"/>
                </a:solidFill>
                <a:latin typeface="华文新魏" panose="02010800040101010101" pitchFamily="2" charset="-122"/>
                <a:ea typeface="华文新魏" panose="02010800040101010101" pitchFamily="2" charset="-122"/>
              </a:rPr>
              <a:t>）状态表 </a:t>
            </a:r>
            <a:r>
              <a:rPr lang="en-US" altLang="zh-CN" sz="2000" b="1" dirty="0">
                <a:solidFill>
                  <a:srgbClr val="0000FF"/>
                </a:solidFill>
                <a:latin typeface="华文新魏" panose="02010800040101010101" pitchFamily="2" charset="-122"/>
                <a:ea typeface="华文新魏" panose="02010800040101010101" pitchFamily="2" charset="-122"/>
              </a:rPr>
              <a:t>State-table</a:t>
            </a:r>
            <a:r>
              <a:rPr lang="zh-CN" altLang="en-US" sz="2000" b="1" dirty="0">
                <a:solidFill>
                  <a:srgbClr val="0000FF"/>
                </a:solidFill>
                <a:latin typeface="华文新魏" panose="02010800040101010101" pitchFamily="2" charset="-122"/>
                <a:ea typeface="华文新魏" panose="02010800040101010101" pitchFamily="2" charset="-122"/>
              </a:rPr>
              <a:t>（续）</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29699" name="Text Box 130"/>
          <p:cNvSpPr txBox="1"/>
          <p:nvPr/>
        </p:nvSpPr>
        <p:spPr>
          <a:xfrm>
            <a:off x="1403668" y="3724275"/>
            <a:ext cx="2087562"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Moore </a:t>
            </a:r>
            <a:r>
              <a:rPr lang="zh-CN" altLang="en-US" sz="1800" b="1" dirty="0">
                <a:solidFill>
                  <a:srgbClr val="FF0000"/>
                </a:solidFill>
                <a:latin typeface="华文新魏" panose="02010800040101010101" pitchFamily="2" charset="-122"/>
                <a:ea typeface="华文新魏" panose="02010800040101010101" pitchFamily="2" charset="-122"/>
              </a:rPr>
              <a:t>型状态表</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28677" name="Text Box 91"/>
          <p:cNvSpPr txBox="1"/>
          <p:nvPr/>
        </p:nvSpPr>
        <p:spPr>
          <a:xfrm>
            <a:off x="683895" y="4444365"/>
            <a:ext cx="8208010" cy="312420"/>
          </a:xfrm>
          <a:prstGeom prst="rect">
            <a:avLst/>
          </a:prstGeom>
          <a:noFill/>
          <a:ln w="9525">
            <a:noFill/>
          </a:ln>
        </p:spPr>
        <p:txBody>
          <a:bodyPr wrap="square">
            <a:spAutoFit/>
          </a:bodyPr>
          <a:lstStyle/>
          <a:p>
            <a:pPr eaLnBrk="1" hangingPunct="1">
              <a:lnSpc>
                <a:spcPct val="8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Moore </a:t>
            </a:r>
            <a:r>
              <a:rPr lang="zh-CN" altLang="en-US" sz="1800" b="1" dirty="0">
                <a:solidFill>
                  <a:schemeClr val="tx1"/>
                </a:solidFill>
                <a:latin typeface="华文新魏" panose="02010800040101010101" pitchFamily="2" charset="-122"/>
                <a:ea typeface="华文新魏" panose="02010800040101010101" pitchFamily="2" charset="-122"/>
              </a:rPr>
              <a:t>型电路的读表（图）的次序是： 现态</a:t>
            </a:r>
            <a:r>
              <a:rPr lang="en-US" altLang="zh-CN" sz="1800" b="1" dirty="0">
                <a:solidFill>
                  <a:schemeClr val="tx1"/>
                </a:solidFill>
                <a:latin typeface="华文新魏" panose="02010800040101010101" pitchFamily="2" charset="-122"/>
                <a:ea typeface="华文新魏" panose="02010800040101010101" pitchFamily="2" charset="-122"/>
              </a:rPr>
              <a:t>y → </a:t>
            </a:r>
            <a:r>
              <a:rPr lang="zh-CN" altLang="en-US" sz="1800" b="1" dirty="0">
                <a:solidFill>
                  <a:schemeClr val="tx1"/>
                </a:solidFill>
                <a:latin typeface="华文新魏" panose="02010800040101010101" pitchFamily="2" charset="-122"/>
                <a:ea typeface="华文新魏" panose="02010800040101010101" pitchFamily="2" charset="-122"/>
              </a:rPr>
              <a:t>输出</a:t>
            </a:r>
            <a:r>
              <a:rPr lang="en-US" altLang="zh-CN" sz="1800" b="1" dirty="0">
                <a:solidFill>
                  <a:schemeClr val="tx1"/>
                </a:solidFill>
                <a:latin typeface="华文新魏" panose="02010800040101010101" pitchFamily="2" charset="-122"/>
                <a:ea typeface="华文新魏" panose="02010800040101010101" pitchFamily="2" charset="-122"/>
              </a:rPr>
              <a:t>z → </a:t>
            </a:r>
            <a:r>
              <a:rPr lang="zh-CN" altLang="en-US" sz="1800" b="1"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华文新魏" panose="02010800040101010101" pitchFamily="2" charset="-122"/>
                <a:ea typeface="华文新魏" panose="02010800040101010101" pitchFamily="2" charset="-122"/>
              </a:rPr>
              <a:t>x → </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endParaRPr lang="en-US" altLang="zh-CN" sz="1800" b="1" baseline="30000" dirty="0">
              <a:solidFill>
                <a:schemeClr val="tx1"/>
              </a:solidFill>
              <a:latin typeface="华文新魏" panose="02010800040101010101" pitchFamily="2" charset="-122"/>
              <a:ea typeface="华文新魏" panose="02010800040101010101" pitchFamily="2" charset="-122"/>
            </a:endParaRPr>
          </a:p>
        </p:txBody>
      </p:sp>
      <p:cxnSp>
        <p:nvCxnSpPr>
          <p:cNvPr id="2" name="直接连接符 1"/>
          <p:cNvCxnSpPr/>
          <p:nvPr/>
        </p:nvCxnSpPr>
        <p:spPr>
          <a:xfrm>
            <a:off x="4787900" y="4732020"/>
            <a:ext cx="648335" cy="0"/>
          </a:xfrm>
          <a:prstGeom prst="line">
            <a:avLst/>
          </a:prstGeom>
          <a:ln>
            <a:solidFill>
              <a:srgbClr val="FF0000"/>
            </a:solidFill>
          </a:ln>
        </p:spPr>
        <p:style>
          <a:lnRef idx="3">
            <a:schemeClr val="accent1"/>
          </a:lnRef>
          <a:fillRef idx="0">
            <a:srgbClr val="FFFFFF"/>
          </a:fillRef>
          <a:effectRef idx="0">
            <a:srgbClr val="FFFFFF"/>
          </a:effectRef>
          <a:fontRef idx="minor">
            <a:schemeClr val="tx1"/>
          </a:fontRef>
        </p:style>
      </p:cxnSp>
      <p:sp>
        <p:nvSpPr>
          <p:cNvPr id="30722" name="Rectangle 2"/>
          <p:cNvSpPr>
            <a:spLocks noGrp="1"/>
          </p:cNvSpPr>
          <p:nvPr/>
        </p:nvSpPr>
        <p:spPr>
          <a:xfrm>
            <a:off x="5003800" y="699770"/>
            <a:ext cx="3588385" cy="498475"/>
          </a:xfrm>
          <a:prstGeom prst="rect">
            <a:avLst/>
          </a:prstGeom>
          <a:noFill/>
          <a:ln>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a:lstStyle>
          <a:p>
            <a:pPr eaLnBrk="1" hangingPunct="1"/>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5</a:t>
            </a:r>
            <a:r>
              <a:rPr lang="zh-CN" altLang="en-US" sz="1800" b="1" dirty="0">
                <a:solidFill>
                  <a:srgbClr val="0000FF"/>
                </a:solidFill>
                <a:latin typeface="华文新魏" panose="02010800040101010101" pitchFamily="2" charset="-122"/>
                <a:ea typeface="华文新魏" panose="02010800040101010101" pitchFamily="2" charset="-122"/>
              </a:rPr>
              <a:t>）状态图 </a:t>
            </a:r>
            <a:r>
              <a:rPr lang="en-US" altLang="zh-CN" sz="1800" b="1" i="1" dirty="0">
                <a:solidFill>
                  <a:srgbClr val="0000FF"/>
                </a:solidFill>
                <a:latin typeface="华文新魏" panose="02010800040101010101" pitchFamily="2" charset="-122"/>
                <a:ea typeface="华文新魏" panose="02010800040101010101" pitchFamily="2" charset="-122"/>
              </a:rPr>
              <a:t>State-diagrams</a:t>
            </a:r>
            <a:r>
              <a:rPr lang="zh-CN" altLang="en-US" sz="1800" b="1" dirty="0">
                <a:solidFill>
                  <a:srgbClr val="0000FF"/>
                </a:solidFill>
                <a:latin typeface="华文新魏" panose="02010800040101010101" pitchFamily="2" charset="-122"/>
                <a:ea typeface="华文新魏" panose="02010800040101010101" pitchFamily="2" charset="-122"/>
              </a:rPr>
              <a:t>（续）</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
        <p:nvSpPr>
          <p:cNvPr id="29701" name="Text Box 213"/>
          <p:cNvSpPr txBox="1"/>
          <p:nvPr/>
        </p:nvSpPr>
        <p:spPr>
          <a:xfrm>
            <a:off x="1940878" y="3360420"/>
            <a:ext cx="1414462"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baseline="-25000" dirty="0">
              <a:solidFill>
                <a:schemeClr val="tx1"/>
              </a:solidFill>
              <a:latin typeface="华文新魏" panose="02010800040101010101" pitchFamily="2" charset="-122"/>
              <a:ea typeface="华文新魏" panose="02010800040101010101" pitchFamily="2" charset="-122"/>
            </a:endParaRPr>
          </a:p>
        </p:txBody>
      </p:sp>
      <p:graphicFrame>
        <p:nvGraphicFramePr>
          <p:cNvPr id="15749" name="Group 389"/>
          <p:cNvGraphicFramePr>
            <a:graphicFrameLocks noGrp="1"/>
          </p:cNvGraphicFramePr>
          <p:nvPr>
            <p:custDataLst>
              <p:tags r:id="rId1"/>
            </p:custDataLst>
          </p:nvPr>
        </p:nvGraphicFramePr>
        <p:xfrm>
          <a:off x="961390" y="1417320"/>
          <a:ext cx="2454274" cy="1944690"/>
        </p:xfrm>
        <a:graphic>
          <a:graphicData uri="http://schemas.openxmlformats.org/drawingml/2006/table">
            <a:tbl>
              <a:tblPr/>
              <a:tblGrid>
                <a:gridCol w="632296"/>
                <a:gridCol w="594841"/>
                <a:gridCol w="612616"/>
                <a:gridCol w="614521"/>
              </a:tblGrid>
              <a:tr h="388652">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E1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z</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2</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3</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9762" name="Group 347"/>
          <p:cNvGrpSpPr/>
          <p:nvPr/>
        </p:nvGrpSpPr>
        <p:grpSpPr>
          <a:xfrm>
            <a:off x="961390" y="1369695"/>
            <a:ext cx="942975" cy="479425"/>
            <a:chOff x="1200" y="2448"/>
            <a:chExt cx="672" cy="403"/>
          </a:xfrm>
        </p:grpSpPr>
        <p:sp>
          <p:nvSpPr>
            <p:cNvPr id="29795" name="Line 348"/>
            <p:cNvSpPr/>
            <p:nvPr/>
          </p:nvSpPr>
          <p:spPr>
            <a:xfrm>
              <a:off x="1200" y="2496"/>
              <a:ext cx="422" cy="315"/>
            </a:xfrm>
            <a:prstGeom prst="line">
              <a:avLst/>
            </a:prstGeom>
            <a:ln w="28575" cap="flat" cmpd="sng">
              <a:solidFill>
                <a:schemeClr val="accent2"/>
              </a:solidFill>
              <a:prstDash val="solid"/>
              <a:headEnd type="none" w="med" len="med"/>
              <a:tailEnd type="none" w="med" len="med"/>
            </a:ln>
          </p:spPr>
        </p:sp>
        <p:sp>
          <p:nvSpPr>
            <p:cNvPr id="29796" name="Text Box 349"/>
            <p:cNvSpPr txBox="1"/>
            <p:nvPr/>
          </p:nvSpPr>
          <p:spPr>
            <a:xfrm>
              <a:off x="1488" y="2448"/>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9797" name="Text Box 350"/>
            <p:cNvSpPr txBox="1"/>
            <p:nvPr/>
          </p:nvSpPr>
          <p:spPr>
            <a:xfrm>
              <a:off x="1238" y="2544"/>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24" name="Group 105"/>
          <p:cNvGrpSpPr/>
          <p:nvPr/>
        </p:nvGrpSpPr>
        <p:grpSpPr>
          <a:xfrm>
            <a:off x="5003800" y="1198245"/>
            <a:ext cx="3841750" cy="2555875"/>
            <a:chOff x="3236" y="467"/>
            <a:chExt cx="2420" cy="2147"/>
          </a:xfrm>
        </p:grpSpPr>
        <p:grpSp>
          <p:nvGrpSpPr>
            <p:cNvPr id="30727" name="Group 67"/>
            <p:cNvGrpSpPr/>
            <p:nvPr/>
          </p:nvGrpSpPr>
          <p:grpSpPr>
            <a:xfrm>
              <a:off x="3342" y="644"/>
              <a:ext cx="452" cy="336"/>
              <a:chOff x="3342" y="1172"/>
              <a:chExt cx="452" cy="336"/>
            </a:xfrm>
          </p:grpSpPr>
          <p:sp>
            <p:nvSpPr>
              <p:cNvPr id="30762" name="Oval 39"/>
              <p:cNvSpPr/>
              <p:nvPr/>
            </p:nvSpPr>
            <p:spPr>
              <a:xfrm>
                <a:off x="3360" y="117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63" name="Text Box 40"/>
              <p:cNvSpPr txBox="1"/>
              <p:nvPr/>
            </p:nvSpPr>
            <p:spPr>
              <a:xfrm>
                <a:off x="3342" y="1173"/>
                <a:ext cx="452"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0</a:t>
                </a:r>
                <a:r>
                  <a:rPr lang="en-US" altLang="zh-CN" sz="1800" b="1"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30728" name="Line 50"/>
            <p:cNvSpPr/>
            <p:nvPr/>
          </p:nvSpPr>
          <p:spPr>
            <a:xfrm>
              <a:off x="3696" y="740"/>
              <a:ext cx="1200" cy="0"/>
            </a:xfrm>
            <a:prstGeom prst="line">
              <a:avLst/>
            </a:prstGeom>
            <a:ln w="19050" cap="flat" cmpd="sng">
              <a:solidFill>
                <a:schemeClr val="tx1"/>
              </a:solidFill>
              <a:prstDash val="solid"/>
              <a:headEnd type="none" w="med" len="med"/>
              <a:tailEnd type="triangle" w="med" len="med"/>
            </a:ln>
          </p:spPr>
        </p:sp>
        <p:sp>
          <p:nvSpPr>
            <p:cNvPr id="30729" name="Line 51"/>
            <p:cNvSpPr/>
            <p:nvPr/>
          </p:nvSpPr>
          <p:spPr>
            <a:xfrm>
              <a:off x="3696" y="884"/>
              <a:ext cx="1200" cy="0"/>
            </a:xfrm>
            <a:prstGeom prst="line">
              <a:avLst/>
            </a:prstGeom>
            <a:ln w="19050" cap="flat" cmpd="sng">
              <a:solidFill>
                <a:schemeClr val="tx1"/>
              </a:solidFill>
              <a:prstDash val="solid"/>
              <a:headEnd type="triangle" w="med" len="med"/>
              <a:tailEnd type="none" w="med" len="med"/>
            </a:ln>
          </p:spPr>
        </p:sp>
        <p:sp>
          <p:nvSpPr>
            <p:cNvPr id="30730" name="Line 52"/>
            <p:cNvSpPr/>
            <p:nvPr/>
          </p:nvSpPr>
          <p:spPr>
            <a:xfrm>
              <a:off x="3696" y="2036"/>
              <a:ext cx="1200" cy="0"/>
            </a:xfrm>
            <a:prstGeom prst="line">
              <a:avLst/>
            </a:prstGeom>
            <a:ln w="19050" cap="flat" cmpd="sng">
              <a:solidFill>
                <a:schemeClr val="tx1"/>
              </a:solidFill>
              <a:prstDash val="solid"/>
              <a:headEnd type="triangle" w="med" len="med"/>
              <a:tailEnd type="none" w="med" len="med"/>
            </a:ln>
          </p:spPr>
        </p:sp>
        <p:sp>
          <p:nvSpPr>
            <p:cNvPr id="30731" name="Line 53"/>
            <p:cNvSpPr/>
            <p:nvPr/>
          </p:nvSpPr>
          <p:spPr>
            <a:xfrm>
              <a:off x="3696" y="1892"/>
              <a:ext cx="1200" cy="0"/>
            </a:xfrm>
            <a:prstGeom prst="line">
              <a:avLst/>
            </a:prstGeom>
            <a:ln w="19050" cap="flat" cmpd="sng">
              <a:solidFill>
                <a:schemeClr val="tx1"/>
              </a:solidFill>
              <a:prstDash val="solid"/>
              <a:headEnd type="none" w="med" len="med"/>
              <a:tailEnd type="triangle" w="med" len="med"/>
            </a:ln>
          </p:spPr>
        </p:sp>
        <p:sp>
          <p:nvSpPr>
            <p:cNvPr id="30732" name="Line 54"/>
            <p:cNvSpPr/>
            <p:nvPr/>
          </p:nvSpPr>
          <p:spPr>
            <a:xfrm>
              <a:off x="3628" y="952"/>
              <a:ext cx="0" cy="864"/>
            </a:xfrm>
            <a:prstGeom prst="line">
              <a:avLst/>
            </a:prstGeom>
            <a:ln w="19050" cap="flat" cmpd="sng">
              <a:solidFill>
                <a:schemeClr val="tx1"/>
              </a:solidFill>
              <a:prstDash val="solid"/>
              <a:headEnd type="none" w="med" len="med"/>
              <a:tailEnd type="triangle" w="med" len="med"/>
            </a:ln>
          </p:spPr>
        </p:sp>
        <p:sp>
          <p:nvSpPr>
            <p:cNvPr id="30733" name="Line 55"/>
            <p:cNvSpPr/>
            <p:nvPr/>
          </p:nvSpPr>
          <p:spPr>
            <a:xfrm>
              <a:off x="5164" y="970"/>
              <a:ext cx="0" cy="864"/>
            </a:xfrm>
            <a:prstGeom prst="line">
              <a:avLst/>
            </a:prstGeom>
            <a:ln w="19050" cap="flat" cmpd="sng">
              <a:solidFill>
                <a:schemeClr val="tx1"/>
              </a:solidFill>
              <a:prstDash val="solid"/>
              <a:headEnd type="none" w="med" len="med"/>
              <a:tailEnd type="triangle" w="med" len="med"/>
            </a:ln>
          </p:spPr>
        </p:sp>
        <p:sp>
          <p:nvSpPr>
            <p:cNvPr id="30734" name="Line 56"/>
            <p:cNvSpPr/>
            <p:nvPr/>
          </p:nvSpPr>
          <p:spPr>
            <a:xfrm>
              <a:off x="4972" y="970"/>
              <a:ext cx="0" cy="864"/>
            </a:xfrm>
            <a:prstGeom prst="line">
              <a:avLst/>
            </a:prstGeom>
            <a:ln w="19050" cap="flat" cmpd="sng">
              <a:solidFill>
                <a:schemeClr val="tx1"/>
              </a:solidFill>
              <a:prstDash val="solid"/>
              <a:headEnd type="triangle" w="med" len="med"/>
              <a:tailEnd type="none" w="med" len="med"/>
            </a:ln>
          </p:spPr>
        </p:sp>
        <p:sp>
          <p:nvSpPr>
            <p:cNvPr id="30735" name="Line 57"/>
            <p:cNvSpPr/>
            <p:nvPr/>
          </p:nvSpPr>
          <p:spPr>
            <a:xfrm>
              <a:off x="3428" y="950"/>
              <a:ext cx="0" cy="864"/>
            </a:xfrm>
            <a:prstGeom prst="line">
              <a:avLst/>
            </a:prstGeom>
            <a:ln w="19050" cap="flat" cmpd="sng">
              <a:solidFill>
                <a:schemeClr val="tx1"/>
              </a:solidFill>
              <a:prstDash val="solid"/>
              <a:headEnd type="triangle" w="med" len="med"/>
              <a:tailEnd type="none" w="med" len="med"/>
            </a:ln>
          </p:spPr>
        </p:sp>
        <p:sp>
          <p:nvSpPr>
            <p:cNvPr id="30736" name="Text Box 59"/>
            <p:cNvSpPr txBox="1"/>
            <p:nvPr/>
          </p:nvSpPr>
          <p:spPr>
            <a:xfrm>
              <a:off x="4166" y="864"/>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37" name="Text Box 66"/>
            <p:cNvSpPr txBox="1"/>
            <p:nvPr/>
          </p:nvSpPr>
          <p:spPr>
            <a:xfrm>
              <a:off x="3408" y="2304"/>
              <a:ext cx="1920" cy="31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(b)  Moore  </a:t>
              </a:r>
              <a:r>
                <a:rPr lang="zh-CN" altLang="en-US" sz="1800" b="1" dirty="0">
                  <a:solidFill>
                    <a:srgbClr val="FF0000"/>
                  </a:solidFill>
                  <a:latin typeface="华文新魏" panose="02010800040101010101" pitchFamily="2" charset="-122"/>
                  <a:ea typeface="华文新魏" panose="02010800040101010101" pitchFamily="2" charset="-122"/>
                </a:rPr>
                <a:t>型状态图</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nvGrpSpPr>
            <p:cNvPr id="30738" name="Group 68"/>
            <p:cNvGrpSpPr/>
            <p:nvPr/>
          </p:nvGrpSpPr>
          <p:grpSpPr>
            <a:xfrm>
              <a:off x="4876" y="630"/>
              <a:ext cx="452" cy="360"/>
              <a:chOff x="3342" y="1148"/>
              <a:chExt cx="452" cy="360"/>
            </a:xfrm>
          </p:grpSpPr>
          <p:sp>
            <p:nvSpPr>
              <p:cNvPr id="30760" name="Oval 69"/>
              <p:cNvSpPr/>
              <p:nvPr/>
            </p:nvSpPr>
            <p:spPr>
              <a:xfrm>
                <a:off x="3360" y="117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61" name="Text Box 70"/>
              <p:cNvSpPr txBox="1"/>
              <p:nvPr/>
            </p:nvSpPr>
            <p:spPr>
              <a:xfrm>
                <a:off x="3342" y="1148"/>
                <a:ext cx="452"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r>
                  <a:rPr lang="en-US" altLang="zh-CN" sz="1800" b="1"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39" name="Group 71"/>
            <p:cNvGrpSpPr/>
            <p:nvPr/>
          </p:nvGrpSpPr>
          <p:grpSpPr>
            <a:xfrm>
              <a:off x="4890" y="1795"/>
              <a:ext cx="452" cy="345"/>
              <a:chOff x="3356" y="1163"/>
              <a:chExt cx="452" cy="345"/>
            </a:xfrm>
          </p:grpSpPr>
          <p:sp>
            <p:nvSpPr>
              <p:cNvPr id="30758" name="Oval 72"/>
              <p:cNvSpPr/>
              <p:nvPr/>
            </p:nvSpPr>
            <p:spPr>
              <a:xfrm>
                <a:off x="3360" y="117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59" name="Text Box 73"/>
              <p:cNvSpPr txBox="1"/>
              <p:nvPr/>
            </p:nvSpPr>
            <p:spPr>
              <a:xfrm>
                <a:off x="3356" y="1163"/>
                <a:ext cx="452"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2</a:t>
                </a:r>
                <a:r>
                  <a:rPr lang="en-US" altLang="zh-CN" sz="1800" b="1"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40" name="Group 74"/>
            <p:cNvGrpSpPr/>
            <p:nvPr/>
          </p:nvGrpSpPr>
          <p:grpSpPr>
            <a:xfrm>
              <a:off x="3335" y="1759"/>
              <a:ext cx="452" cy="361"/>
              <a:chOff x="3347" y="1147"/>
              <a:chExt cx="452" cy="361"/>
            </a:xfrm>
          </p:grpSpPr>
          <p:sp>
            <p:nvSpPr>
              <p:cNvPr id="30756" name="Oval 75"/>
              <p:cNvSpPr/>
              <p:nvPr/>
            </p:nvSpPr>
            <p:spPr>
              <a:xfrm>
                <a:off x="3360" y="117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57" name="Text Box 76"/>
              <p:cNvSpPr txBox="1"/>
              <p:nvPr/>
            </p:nvSpPr>
            <p:spPr>
              <a:xfrm>
                <a:off x="3347" y="1147"/>
                <a:ext cx="452"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3</a:t>
                </a: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41" name="Group 78"/>
            <p:cNvGrpSpPr/>
            <p:nvPr/>
          </p:nvGrpSpPr>
          <p:grpSpPr>
            <a:xfrm>
              <a:off x="4176" y="467"/>
              <a:ext cx="480" cy="281"/>
              <a:chOff x="4176" y="995"/>
              <a:chExt cx="480" cy="281"/>
            </a:xfrm>
          </p:grpSpPr>
          <p:sp>
            <p:nvSpPr>
              <p:cNvPr id="30754" name="Text Box 58"/>
              <p:cNvSpPr txBox="1"/>
              <p:nvPr/>
            </p:nvSpPr>
            <p:spPr>
              <a:xfrm>
                <a:off x="4176" y="995"/>
                <a:ext cx="480" cy="2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55" name="Line 77"/>
              <p:cNvSpPr/>
              <p:nvPr/>
            </p:nvSpPr>
            <p:spPr>
              <a:xfrm>
                <a:off x="4219" y="1106"/>
                <a:ext cx="96" cy="0"/>
              </a:xfrm>
              <a:prstGeom prst="line">
                <a:avLst/>
              </a:prstGeom>
              <a:ln w="19050" cap="flat" cmpd="sng">
                <a:solidFill>
                  <a:schemeClr val="tx1"/>
                </a:solidFill>
                <a:prstDash val="solid"/>
                <a:headEnd type="none" w="med" len="med"/>
                <a:tailEnd type="none" w="med" len="med"/>
              </a:ln>
            </p:spPr>
          </p:sp>
        </p:grpSp>
        <p:grpSp>
          <p:nvGrpSpPr>
            <p:cNvPr id="30742" name="Group 79"/>
            <p:cNvGrpSpPr/>
            <p:nvPr/>
          </p:nvGrpSpPr>
          <p:grpSpPr>
            <a:xfrm>
              <a:off x="5176" y="1296"/>
              <a:ext cx="480" cy="281"/>
              <a:chOff x="4176" y="1056"/>
              <a:chExt cx="480" cy="281"/>
            </a:xfrm>
          </p:grpSpPr>
          <p:sp>
            <p:nvSpPr>
              <p:cNvPr id="30752" name="Text Box 80"/>
              <p:cNvSpPr txBox="1"/>
              <p:nvPr/>
            </p:nvSpPr>
            <p:spPr>
              <a:xfrm>
                <a:off x="4176" y="1056"/>
                <a:ext cx="480" cy="2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53" name="Line 81"/>
              <p:cNvSpPr/>
              <p:nvPr/>
            </p:nvSpPr>
            <p:spPr>
              <a:xfrm>
                <a:off x="4214" y="1170"/>
                <a:ext cx="96" cy="0"/>
              </a:xfrm>
              <a:prstGeom prst="line">
                <a:avLst/>
              </a:prstGeom>
              <a:ln w="19050" cap="flat" cmpd="sng">
                <a:solidFill>
                  <a:schemeClr val="tx1"/>
                </a:solidFill>
                <a:prstDash val="solid"/>
                <a:headEnd type="none" w="med" len="med"/>
                <a:tailEnd type="none" w="med" len="med"/>
              </a:ln>
            </p:spPr>
          </p:sp>
        </p:grpSp>
        <p:grpSp>
          <p:nvGrpSpPr>
            <p:cNvPr id="30743" name="Group 82"/>
            <p:cNvGrpSpPr/>
            <p:nvPr/>
          </p:nvGrpSpPr>
          <p:grpSpPr>
            <a:xfrm>
              <a:off x="4179" y="1979"/>
              <a:ext cx="480" cy="281"/>
              <a:chOff x="4131" y="1019"/>
              <a:chExt cx="480" cy="281"/>
            </a:xfrm>
          </p:grpSpPr>
          <p:sp>
            <p:nvSpPr>
              <p:cNvPr id="30750" name="Text Box 83"/>
              <p:cNvSpPr txBox="1"/>
              <p:nvPr/>
            </p:nvSpPr>
            <p:spPr>
              <a:xfrm>
                <a:off x="4131" y="1019"/>
                <a:ext cx="480" cy="2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51" name="Line 84"/>
              <p:cNvSpPr/>
              <p:nvPr/>
            </p:nvSpPr>
            <p:spPr>
              <a:xfrm>
                <a:off x="4169" y="1135"/>
                <a:ext cx="96" cy="0"/>
              </a:xfrm>
              <a:prstGeom prst="line">
                <a:avLst/>
              </a:prstGeom>
              <a:ln w="19050" cap="flat" cmpd="sng">
                <a:solidFill>
                  <a:schemeClr val="tx1"/>
                </a:solidFill>
                <a:prstDash val="solid"/>
                <a:headEnd type="none" w="med" len="med"/>
                <a:tailEnd type="none" w="med" len="med"/>
              </a:ln>
            </p:spPr>
          </p:sp>
        </p:grpSp>
        <p:grpSp>
          <p:nvGrpSpPr>
            <p:cNvPr id="30744" name="Group 85"/>
            <p:cNvGrpSpPr/>
            <p:nvPr/>
          </p:nvGrpSpPr>
          <p:grpSpPr>
            <a:xfrm>
              <a:off x="3236" y="1286"/>
              <a:ext cx="480" cy="281"/>
              <a:chOff x="4176" y="1056"/>
              <a:chExt cx="480" cy="281"/>
            </a:xfrm>
          </p:grpSpPr>
          <p:sp>
            <p:nvSpPr>
              <p:cNvPr id="30748" name="Text Box 86"/>
              <p:cNvSpPr txBox="1"/>
              <p:nvPr/>
            </p:nvSpPr>
            <p:spPr>
              <a:xfrm>
                <a:off x="4176" y="1056"/>
                <a:ext cx="480" cy="2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49" name="Line 87"/>
              <p:cNvSpPr/>
              <p:nvPr/>
            </p:nvSpPr>
            <p:spPr>
              <a:xfrm>
                <a:off x="4214" y="1166"/>
                <a:ext cx="96" cy="0"/>
              </a:xfrm>
              <a:prstGeom prst="line">
                <a:avLst/>
              </a:prstGeom>
              <a:ln w="19050" cap="flat" cmpd="sng">
                <a:solidFill>
                  <a:schemeClr val="tx1"/>
                </a:solidFill>
                <a:prstDash val="solid"/>
                <a:headEnd type="none" w="med" len="med"/>
                <a:tailEnd type="none" w="med" len="med"/>
              </a:ln>
            </p:spPr>
          </p:sp>
        </p:grpSp>
        <p:sp>
          <p:nvSpPr>
            <p:cNvPr id="30745" name="Text Box 88"/>
            <p:cNvSpPr txBox="1"/>
            <p:nvPr/>
          </p:nvSpPr>
          <p:spPr>
            <a:xfrm>
              <a:off x="4166" y="1651"/>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46" name="Text Box 89"/>
            <p:cNvSpPr txBox="1"/>
            <p:nvPr/>
          </p:nvSpPr>
          <p:spPr>
            <a:xfrm>
              <a:off x="4800" y="1286"/>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47" name="Text Box 90"/>
            <p:cNvSpPr txBox="1"/>
            <p:nvPr/>
          </p:nvSpPr>
          <p:spPr>
            <a:xfrm>
              <a:off x="3620" y="1286"/>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blinds(horizontal)">
                                      <p:cBhvr>
                                        <p:cTn id="7" dur="500"/>
                                        <p:tgtEl>
                                          <p:spTgt spid="2969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701"/>
                                        </p:tgtEl>
                                        <p:attrNameLst>
                                          <p:attrName>style.visibility</p:attrName>
                                        </p:attrNameLst>
                                      </p:cBhvr>
                                      <p:to>
                                        <p:strVal val="visible"/>
                                      </p:to>
                                    </p:set>
                                    <p:animEffect transition="in" filter="blinds(horizontal)">
                                      <p:cBhvr>
                                        <p:cTn id="10" dur="500"/>
                                        <p:tgtEl>
                                          <p:spTgt spid="29701"/>
                                        </p:tgtEl>
                                      </p:cBhvr>
                                    </p:animEffect>
                                  </p:childTnLst>
                                </p:cTn>
                              </p:par>
                              <p:par>
                                <p:cTn id="11" presetID="3" presetClass="entr" presetSubtype="10" fill="hold" nodeType="withEffect">
                                  <p:stCondLst>
                                    <p:cond delay="0"/>
                                  </p:stCondLst>
                                  <p:childTnLst>
                                    <p:set>
                                      <p:cBhvr>
                                        <p:cTn id="12" dur="1" fill="hold">
                                          <p:stCondLst>
                                            <p:cond delay="0"/>
                                          </p:stCondLst>
                                        </p:cTn>
                                        <p:tgtEl>
                                          <p:spTgt spid="15749"/>
                                        </p:tgtEl>
                                        <p:attrNameLst>
                                          <p:attrName>style.visibility</p:attrName>
                                        </p:attrNameLst>
                                      </p:cBhvr>
                                      <p:to>
                                        <p:strVal val="visible"/>
                                      </p:to>
                                    </p:set>
                                    <p:animEffect transition="in" filter="blinds(horizontal)">
                                      <p:cBhvr>
                                        <p:cTn id="13" dur="500"/>
                                        <p:tgtEl>
                                          <p:spTgt spid="15749"/>
                                        </p:tgtEl>
                                      </p:cBhvr>
                                    </p:animEffect>
                                  </p:childTnLst>
                                </p:cTn>
                              </p:par>
                              <p:par>
                                <p:cTn id="14" presetID="3" presetClass="entr" presetSubtype="10" fill="hold" nodeType="withEffect">
                                  <p:stCondLst>
                                    <p:cond delay="0"/>
                                  </p:stCondLst>
                                  <p:childTnLst>
                                    <p:set>
                                      <p:cBhvr>
                                        <p:cTn id="15" dur="1" fill="hold">
                                          <p:stCondLst>
                                            <p:cond delay="0"/>
                                          </p:stCondLst>
                                        </p:cTn>
                                        <p:tgtEl>
                                          <p:spTgt spid="29762"/>
                                        </p:tgtEl>
                                        <p:attrNameLst>
                                          <p:attrName>style.visibility</p:attrName>
                                        </p:attrNameLst>
                                      </p:cBhvr>
                                      <p:to>
                                        <p:strVal val="visible"/>
                                      </p:to>
                                    </p:set>
                                    <p:animEffect transition="in" filter="blinds(horizontal)">
                                      <p:cBhvr>
                                        <p:cTn id="16" dur="500"/>
                                        <p:tgtEl>
                                          <p:spTgt spid="2976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67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0722"/>
                                        </p:tgtEl>
                                        <p:attrNameLst>
                                          <p:attrName>style.visibility</p:attrName>
                                        </p:attrNameLst>
                                      </p:cBhvr>
                                      <p:to>
                                        <p:strVal val="visible"/>
                                      </p:to>
                                    </p:set>
                                    <p:animEffect transition="in" filter="blinds(horizontal)">
                                      <p:cBhvr>
                                        <p:cTn id="29" dur="500"/>
                                        <p:tgtEl>
                                          <p:spTgt spid="30722"/>
                                        </p:tgtEl>
                                      </p:cBhvr>
                                    </p:animEffect>
                                  </p:childTnLst>
                                </p:cTn>
                              </p:par>
                              <p:par>
                                <p:cTn id="30" presetID="3" presetClass="entr" presetSubtype="10" fill="hold" nodeType="withEffect">
                                  <p:stCondLst>
                                    <p:cond delay="0"/>
                                  </p:stCondLst>
                                  <p:childTnLst>
                                    <p:set>
                                      <p:cBhvr>
                                        <p:cTn id="31" dur="1" fill="hold">
                                          <p:stCondLst>
                                            <p:cond delay="0"/>
                                          </p:stCondLst>
                                        </p:cTn>
                                        <p:tgtEl>
                                          <p:spTgt spid="30724"/>
                                        </p:tgtEl>
                                        <p:attrNameLst>
                                          <p:attrName>style.visibility</p:attrName>
                                        </p:attrNameLst>
                                      </p:cBhvr>
                                      <p:to>
                                        <p:strVal val="visible"/>
                                      </p:to>
                                    </p:set>
                                    <p:animEffect transition="in" filter="blinds(horizontal)">
                                      <p:cBhvr>
                                        <p:cTn id="32" dur="500"/>
                                        <p:tgtEl>
                                          <p:spTgt spid="30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P spid="29699" grpId="1"/>
      <p:bldP spid="28677" grpId="0"/>
      <p:bldP spid="28677" grpId="1"/>
      <p:bldP spid="30722" grpId="0"/>
      <p:bldP spid="30722" grpId="1"/>
      <p:bldP spid="29701" grpId="0"/>
      <p:bldP spid="29701"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802005" y="713105"/>
            <a:ext cx="7464425" cy="514350"/>
          </a:xfrm>
          <a:prstGeom prst="rect">
            <a:avLst/>
          </a:prstGeom>
          <a:noFill/>
          <a:ln>
            <a:noFill/>
          </a:ln>
        </p:spPr>
        <p:txBody>
          <a:bodyPr/>
          <a:lstStyle/>
          <a:p>
            <a:pPr eaLnBrk="1" hangingPunct="1"/>
            <a:r>
              <a:rPr lang="zh-CN" altLang="en-US" sz="2000" b="1" dirty="0">
                <a:solidFill>
                  <a:srgbClr val="0000FF"/>
                </a:solidFill>
                <a:latin typeface="华文新魏" panose="02010800040101010101" pitchFamily="2" charset="-122"/>
                <a:ea typeface="华文新魏" panose="02010800040101010101" pitchFamily="2" charset="-122"/>
              </a:rPr>
              <a:t>（</a:t>
            </a:r>
            <a:r>
              <a:rPr lang="en-US" altLang="zh-CN" sz="2000" b="1" dirty="0">
                <a:solidFill>
                  <a:srgbClr val="0000FF"/>
                </a:solidFill>
                <a:latin typeface="华文新魏" panose="02010800040101010101" pitchFamily="2" charset="-122"/>
                <a:ea typeface="华文新魏" panose="02010800040101010101" pitchFamily="2" charset="-122"/>
              </a:rPr>
              <a:t>4</a:t>
            </a:r>
            <a:r>
              <a:rPr lang="zh-CN" altLang="en-US" sz="2000" b="1" dirty="0">
                <a:solidFill>
                  <a:srgbClr val="0000FF"/>
                </a:solidFill>
                <a:latin typeface="华文新魏" panose="02010800040101010101" pitchFamily="2" charset="-122"/>
                <a:ea typeface="华文新魏" panose="02010800040101010101" pitchFamily="2" charset="-122"/>
              </a:rPr>
              <a:t>）状态表 </a:t>
            </a:r>
            <a:r>
              <a:rPr lang="en-US" altLang="zh-CN" sz="2000" b="1" dirty="0">
                <a:solidFill>
                  <a:srgbClr val="0000FF"/>
                </a:solidFill>
                <a:latin typeface="华文新魏" panose="02010800040101010101" pitchFamily="2" charset="-122"/>
                <a:ea typeface="华文新魏" panose="02010800040101010101" pitchFamily="2" charset="-122"/>
              </a:rPr>
              <a:t>State-table</a:t>
            </a:r>
            <a:r>
              <a:rPr lang="zh-CN" altLang="en-US" sz="2000" b="1" dirty="0">
                <a:solidFill>
                  <a:srgbClr val="0000FF"/>
                </a:solidFill>
                <a:latin typeface="华文新魏" panose="02010800040101010101" pitchFamily="2" charset="-122"/>
                <a:ea typeface="华文新魏" panose="02010800040101010101" pitchFamily="2" charset="-122"/>
              </a:rPr>
              <a:t>（续）</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29763" name="Text Box 92"/>
          <p:cNvSpPr txBox="1"/>
          <p:nvPr/>
        </p:nvSpPr>
        <p:spPr>
          <a:xfrm>
            <a:off x="2230755" y="1355408"/>
            <a:ext cx="2425700" cy="366712"/>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无外部输出的状态表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9764" name="Text Box 93"/>
          <p:cNvSpPr txBox="1"/>
          <p:nvPr/>
        </p:nvSpPr>
        <p:spPr>
          <a:xfrm>
            <a:off x="3243580" y="3719195"/>
            <a:ext cx="1412875"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baseline="-25000" dirty="0">
              <a:solidFill>
                <a:schemeClr val="tx1"/>
              </a:solidFill>
              <a:latin typeface="华文新魏" panose="02010800040101010101" pitchFamily="2" charset="-122"/>
              <a:ea typeface="华文新魏" panose="02010800040101010101" pitchFamily="2" charset="-122"/>
            </a:endParaRPr>
          </a:p>
        </p:txBody>
      </p:sp>
      <p:graphicFrame>
        <p:nvGraphicFramePr>
          <p:cNvPr id="29" name="Group 262"/>
          <p:cNvGraphicFramePr>
            <a:graphicFrameLocks noGrp="1"/>
          </p:cNvGraphicFramePr>
          <p:nvPr>
            <p:custDataLst>
              <p:tags r:id="rId1"/>
            </p:custDataLst>
          </p:nvPr>
        </p:nvGraphicFramePr>
        <p:xfrm>
          <a:off x="2378393" y="1776095"/>
          <a:ext cx="2155826" cy="1944690"/>
        </p:xfrm>
        <a:graphic>
          <a:graphicData uri="http://schemas.openxmlformats.org/drawingml/2006/table">
            <a:tbl>
              <a:tblPr/>
              <a:tblGrid>
                <a:gridCol w="718397"/>
                <a:gridCol w="719032"/>
                <a:gridCol w="718397"/>
              </a:tblGrid>
              <a:tr h="388652">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E1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dirty="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25000" dirty="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2</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3</a:t>
                      </a:r>
                      <a:endPar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3</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2</a:t>
                      </a:r>
                      <a:endPar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9791" name="Group 263"/>
          <p:cNvGrpSpPr/>
          <p:nvPr/>
        </p:nvGrpSpPr>
        <p:grpSpPr>
          <a:xfrm>
            <a:off x="2379980" y="1718945"/>
            <a:ext cx="942975" cy="479425"/>
            <a:chOff x="1200" y="2448"/>
            <a:chExt cx="672" cy="403"/>
          </a:xfrm>
        </p:grpSpPr>
        <p:sp>
          <p:nvSpPr>
            <p:cNvPr id="29792" name="Line 89"/>
            <p:cNvSpPr/>
            <p:nvPr/>
          </p:nvSpPr>
          <p:spPr>
            <a:xfrm>
              <a:off x="1200" y="2496"/>
              <a:ext cx="528" cy="336"/>
            </a:xfrm>
            <a:prstGeom prst="line">
              <a:avLst/>
            </a:prstGeom>
            <a:ln w="28575" cap="flat" cmpd="sng">
              <a:solidFill>
                <a:schemeClr val="accent2"/>
              </a:solidFill>
              <a:prstDash val="solid"/>
              <a:headEnd type="none" w="med" len="med"/>
              <a:tailEnd type="none" w="med" len="med"/>
            </a:ln>
          </p:spPr>
        </p:sp>
        <p:sp>
          <p:nvSpPr>
            <p:cNvPr id="29793" name="Text Box 90"/>
            <p:cNvSpPr txBox="1"/>
            <p:nvPr/>
          </p:nvSpPr>
          <p:spPr>
            <a:xfrm>
              <a:off x="1488" y="2448"/>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9794" name="Text Box 91"/>
            <p:cNvSpPr txBox="1"/>
            <p:nvPr/>
          </p:nvSpPr>
          <p:spPr>
            <a:xfrm>
              <a:off x="1238" y="2544"/>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4" name="文本框 3"/>
          <p:cNvSpPr txBox="1"/>
          <p:nvPr/>
        </p:nvSpPr>
        <p:spPr>
          <a:xfrm>
            <a:off x="5076056" y="2787775"/>
            <a:ext cx="4032447" cy="707886"/>
          </a:xfrm>
          <a:prstGeom prst="rect">
            <a:avLst/>
          </a:prstGeom>
          <a:noFill/>
        </p:spPr>
        <p:txBody>
          <a:bodyPr wrap="square" rtlCol="0">
            <a:spAutoFit/>
          </a:bodyPr>
          <a:lstStyle/>
          <a:p>
            <a:r>
              <a:rPr lang="zh-CN" altLang="en-US" b="1" dirty="0">
                <a:solidFill>
                  <a:srgbClr val="FF0000"/>
                </a:solidFill>
                <a:latin typeface="华文新魏" panose="02010800040101010101" pitchFamily="2" charset="-122"/>
                <a:ea typeface="华文新魏" panose="02010800040101010101" pitchFamily="2" charset="-122"/>
              </a:rPr>
              <a:t>状态表和状态图是分析和设计时序电路的主要工具！</a:t>
            </a:r>
            <a:endParaRPr lang="zh-CN" altLang="en-US"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763"/>
                                        </p:tgtEl>
                                        <p:attrNameLst>
                                          <p:attrName>style.visibility</p:attrName>
                                        </p:attrNameLst>
                                      </p:cBhvr>
                                      <p:to>
                                        <p:strVal val="visible"/>
                                      </p:to>
                                    </p:set>
                                    <p:animEffect transition="in" filter="blinds(horizontal)">
                                      <p:cBhvr>
                                        <p:cTn id="7" dur="500"/>
                                        <p:tgtEl>
                                          <p:spTgt spid="2976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764"/>
                                        </p:tgtEl>
                                        <p:attrNameLst>
                                          <p:attrName>style.visibility</p:attrName>
                                        </p:attrNameLst>
                                      </p:cBhvr>
                                      <p:to>
                                        <p:strVal val="visible"/>
                                      </p:to>
                                    </p:set>
                                    <p:animEffect transition="in" filter="blinds(horizontal)">
                                      <p:cBhvr>
                                        <p:cTn id="10" dur="500"/>
                                        <p:tgtEl>
                                          <p:spTgt spid="29764"/>
                                        </p:tgtEl>
                                      </p:cBhvr>
                                    </p:animEffect>
                                  </p:childTnLst>
                                </p:cTn>
                              </p:par>
                              <p:par>
                                <p:cTn id="11" presetID="3" presetClass="entr" presetSubtype="1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blinds(horizontal)">
                                      <p:cBhvr>
                                        <p:cTn id="13" dur="500"/>
                                        <p:tgtEl>
                                          <p:spTgt spid="29"/>
                                        </p:tgtEl>
                                      </p:cBhvr>
                                    </p:animEffect>
                                  </p:childTnLst>
                                </p:cTn>
                              </p:par>
                              <p:par>
                                <p:cTn id="14" presetID="3" presetClass="entr" presetSubtype="10" fill="hold" nodeType="withEffect">
                                  <p:stCondLst>
                                    <p:cond delay="0"/>
                                  </p:stCondLst>
                                  <p:childTnLst>
                                    <p:set>
                                      <p:cBhvr>
                                        <p:cTn id="15" dur="1" fill="hold">
                                          <p:stCondLst>
                                            <p:cond delay="0"/>
                                          </p:stCondLst>
                                        </p:cTn>
                                        <p:tgtEl>
                                          <p:spTgt spid="29791"/>
                                        </p:tgtEl>
                                        <p:attrNameLst>
                                          <p:attrName>style.visibility</p:attrName>
                                        </p:attrNameLst>
                                      </p:cBhvr>
                                      <p:to>
                                        <p:strVal val="visible"/>
                                      </p:to>
                                    </p:set>
                                    <p:animEffect transition="in" filter="blinds(horizontal)">
                                      <p:cBhvr>
                                        <p:cTn id="16" dur="500"/>
                                        <p:tgtEl>
                                          <p:spTgt spid="2979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63" grpId="0"/>
      <p:bldP spid="29763" grpId="1"/>
      <p:bldP spid="29764" grpId="0"/>
      <p:bldP spid="29764" grpId="1"/>
      <p:bldP spid="4" grpId="0"/>
      <p:bldP spid="4"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a:xfrm>
            <a:off x="285750" y="598488"/>
            <a:ext cx="7562850" cy="45720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3.2   </a:t>
            </a:r>
            <a:r>
              <a:rPr lang="zh-CN" altLang="en-US" sz="2000" b="1" dirty="0">
                <a:solidFill>
                  <a:srgbClr val="FF0000"/>
                </a:solidFill>
                <a:latin typeface="华文新魏" panose="02010800040101010101" pitchFamily="2" charset="-122"/>
                <a:ea typeface="华文新魏" panose="02010800040101010101" pitchFamily="2" charset="-122"/>
              </a:rPr>
              <a:t>时序电路的双稳态元件 </a:t>
            </a:r>
            <a:r>
              <a:rPr lang="en-US" altLang="zh-CN" sz="2000" b="1" i="1" dirty="0">
                <a:solidFill>
                  <a:srgbClr val="FF0000"/>
                </a:solidFill>
                <a:latin typeface="华文新魏" panose="02010800040101010101" pitchFamily="2" charset="-122"/>
                <a:ea typeface="华文新魏" panose="02010800040101010101" pitchFamily="2" charset="-122"/>
              </a:rPr>
              <a:t>Bistable Element</a:t>
            </a:r>
            <a:endParaRPr lang="en-US" altLang="zh-CN" sz="2000" b="1" i="1" dirty="0">
              <a:solidFill>
                <a:srgbClr val="FF0000"/>
              </a:solidFill>
              <a:latin typeface="华文新魏" panose="02010800040101010101" pitchFamily="2" charset="-122"/>
              <a:ea typeface="华文新魏" panose="02010800040101010101" pitchFamily="2" charset="-122"/>
            </a:endParaRPr>
          </a:p>
        </p:txBody>
      </p:sp>
      <p:sp>
        <p:nvSpPr>
          <p:cNvPr id="31747" name="Text Box 4"/>
          <p:cNvSpPr txBox="1"/>
          <p:nvPr/>
        </p:nvSpPr>
        <p:spPr>
          <a:xfrm>
            <a:off x="428625" y="982028"/>
            <a:ext cx="8535988" cy="181483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双稳态元件是构成</a:t>
            </a:r>
            <a:r>
              <a:rPr lang="zh-CN" altLang="en-US" b="1" dirty="0">
                <a:solidFill>
                  <a:srgbClr val="FF0066"/>
                </a:solidFill>
                <a:latin typeface="华文新魏" panose="02010800040101010101" pitchFamily="2" charset="-122"/>
                <a:ea typeface="华文新魏" panose="02010800040101010101" pitchFamily="2" charset="-122"/>
              </a:rPr>
              <a:t>存储电路</a:t>
            </a:r>
            <a:r>
              <a:rPr lang="zh-CN" altLang="en-US" b="1" dirty="0">
                <a:solidFill>
                  <a:schemeClr val="tx1"/>
                </a:solidFill>
                <a:latin typeface="华文新魏" panose="02010800040101010101" pitchFamily="2" charset="-122"/>
                <a:ea typeface="华文新魏" panose="02010800040101010101" pitchFamily="2" charset="-122"/>
              </a:rPr>
              <a:t>的基本模块，通常指</a:t>
            </a:r>
            <a:r>
              <a:rPr lang="zh-CN" altLang="en-US" b="1" dirty="0">
                <a:solidFill>
                  <a:srgbClr val="0000FF"/>
                </a:solidFill>
                <a:latin typeface="华文新魏" panose="02010800040101010101" pitchFamily="2" charset="-122"/>
                <a:ea typeface="华文新魏" panose="02010800040101010101" pitchFamily="2" charset="-122"/>
              </a:rPr>
              <a:t>锁存器</a:t>
            </a:r>
            <a:r>
              <a:rPr lang="en-US" altLang="zh-CN" b="1" dirty="0">
                <a:solidFill>
                  <a:srgbClr val="0000FF"/>
                </a:solidFill>
                <a:latin typeface="华文新魏" panose="02010800040101010101" pitchFamily="2" charset="-122"/>
                <a:ea typeface="华文新魏" panose="02010800040101010101" pitchFamily="2" charset="-122"/>
              </a:rPr>
              <a:t>(Latch)</a:t>
            </a:r>
            <a:r>
              <a:rPr lang="zh-CN" altLang="en-US" b="1" dirty="0">
                <a:solidFill>
                  <a:schemeClr val="tx1"/>
                </a:solidFill>
                <a:latin typeface="华文新魏" panose="02010800040101010101" pitchFamily="2" charset="-122"/>
                <a:ea typeface="华文新魏" panose="02010800040101010101" pitchFamily="2" charset="-122"/>
              </a:rPr>
              <a:t>或</a:t>
            </a:r>
            <a:r>
              <a:rPr lang="zh-CN" altLang="en-US" b="1" dirty="0">
                <a:solidFill>
                  <a:srgbClr val="0000FF"/>
                </a:solidFill>
                <a:latin typeface="华文新魏" panose="02010800040101010101" pitchFamily="2" charset="-122"/>
                <a:ea typeface="华文新魏" panose="02010800040101010101" pitchFamily="2" charset="-122"/>
              </a:rPr>
              <a:t>触发器</a:t>
            </a:r>
            <a:r>
              <a:rPr lang="en-US" altLang="zh-CN" b="1" dirty="0">
                <a:solidFill>
                  <a:srgbClr val="0000FF"/>
                </a:solidFill>
                <a:latin typeface="华文新魏" panose="02010800040101010101" pitchFamily="2" charset="-122"/>
                <a:ea typeface="华文新魏" panose="02010800040101010101" pitchFamily="2" charset="-122"/>
              </a:rPr>
              <a:t>(Flip-flop)</a:t>
            </a:r>
            <a:r>
              <a:rPr lang="en-US" altLang="zh-CN" b="1" dirty="0">
                <a:solidFill>
                  <a:schemeClr val="accent2"/>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双稳态元件的特点是：</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⑴  </a:t>
            </a:r>
            <a:r>
              <a:rPr lang="zh-CN" altLang="en-US" b="1" dirty="0">
                <a:solidFill>
                  <a:srgbClr val="0000FF"/>
                </a:solidFill>
                <a:latin typeface="华文新魏" panose="02010800040101010101" pitchFamily="2" charset="-122"/>
                <a:ea typeface="华文新魏" panose="02010800040101010101" pitchFamily="2" charset="-122"/>
              </a:rPr>
              <a:t>有两个稳定状态</a:t>
            </a:r>
            <a:r>
              <a:rPr lang="zh-CN" altLang="en-US" b="1" dirty="0">
                <a:solidFill>
                  <a:schemeClr val="tx1"/>
                </a:solidFill>
                <a:latin typeface="华文新魏" panose="02010800040101010101" pitchFamily="2" charset="-122"/>
                <a:ea typeface="华文新魏" panose="02010800040101010101" pitchFamily="2" charset="-122"/>
              </a:rPr>
              <a:t>，分别表示存储数码（</a:t>
            </a:r>
            <a:r>
              <a:rPr lang="zh-CN" altLang="en-US" b="1" dirty="0">
                <a:solidFill>
                  <a:schemeClr val="tx1"/>
                </a:solidFill>
                <a:latin typeface="华文新魏" panose="02010800040101010101" pitchFamily="2" charset="-122"/>
                <a:ea typeface="华文新魏" panose="02010800040101010101" pitchFamily="2" charset="-122"/>
                <a:sym typeface="+mn-ea"/>
              </a:rPr>
              <a:t>数字、逻辑状态</a:t>
            </a: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0 </a:t>
            </a:r>
            <a:r>
              <a:rPr lang="zh-CN" altLang="en-US" b="1" dirty="0">
                <a:solidFill>
                  <a:schemeClr val="tx1"/>
                </a:solidFill>
                <a:latin typeface="华文新魏" panose="02010800040101010101" pitchFamily="2" charset="-122"/>
                <a:ea typeface="华文新魏" panose="02010800040101010101" pitchFamily="2" charset="-122"/>
              </a:rPr>
              <a:t>或 </a:t>
            </a:r>
            <a:r>
              <a:rPr lang="en-US" altLang="zh-CN" b="1"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⑵  在触发（激励）信号作用下，它可从</a:t>
            </a:r>
            <a:r>
              <a:rPr lang="zh-CN" altLang="en-US" b="1" dirty="0">
                <a:solidFill>
                  <a:srgbClr val="0000FF"/>
                </a:solidFill>
                <a:latin typeface="华文新魏" panose="02010800040101010101" pitchFamily="2" charset="-122"/>
                <a:ea typeface="华文新魏" panose="02010800040101010101" pitchFamily="2" charset="-122"/>
              </a:rPr>
              <a:t>一个稳态翻转到另一个稳态</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31748" name="Text Box 6"/>
          <p:cNvSpPr txBox="1"/>
          <p:nvPr/>
        </p:nvSpPr>
        <p:spPr>
          <a:xfrm>
            <a:off x="419100" y="3038475"/>
            <a:ext cx="8001000" cy="1768475"/>
          </a:xfrm>
          <a:prstGeom prst="rect">
            <a:avLst/>
          </a:prstGeom>
          <a:noFill/>
          <a:ln w="9525">
            <a:noFill/>
          </a:ln>
        </p:spPr>
        <p:txBody>
          <a:bodyPr>
            <a:spAutoFit/>
          </a:bodyPr>
          <a:lstStyle/>
          <a:p>
            <a:pPr eaLnBrk="1" hangingPunct="1">
              <a:lnSpc>
                <a:spcPct val="65000"/>
              </a:lnSpc>
              <a:spcBef>
                <a:spcPct val="50000"/>
              </a:spcBef>
            </a:pPr>
            <a:r>
              <a:rPr lang="zh-CN" altLang="en-US" b="1" dirty="0">
                <a:solidFill>
                  <a:schemeClr val="tx1"/>
                </a:solidFill>
                <a:latin typeface="华文新魏" panose="02010800040101010101" pitchFamily="2" charset="-122"/>
                <a:ea typeface="华文新魏" panose="02010800040101010101" pitchFamily="2" charset="-122"/>
              </a:rPr>
              <a:t>每个双稳态元件可保存</a:t>
            </a:r>
            <a:r>
              <a:rPr lang="zh-CN" altLang="en-US" b="1" dirty="0">
                <a:solidFill>
                  <a:srgbClr val="0000FF"/>
                </a:solidFill>
                <a:latin typeface="华文新魏" panose="02010800040101010101" pitchFamily="2" charset="-122"/>
                <a:ea typeface="华文新魏" panose="02010800040101010101" pitchFamily="2" charset="-122"/>
              </a:rPr>
              <a:t>一位二进制数</a:t>
            </a:r>
            <a:r>
              <a:rPr lang="zh-CN" altLang="en-US" b="1" dirty="0">
                <a:solidFill>
                  <a:schemeClr val="tx1"/>
                </a:solidFill>
                <a:latin typeface="华文新魏" panose="02010800040101010101" pitchFamily="2" charset="-122"/>
                <a:ea typeface="华文新魏" panose="02010800040101010101" pitchFamily="2" charset="-122"/>
              </a:rPr>
              <a:t>，对应一个状态变量。</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每个双稳态元件有</a:t>
            </a:r>
            <a:r>
              <a:rPr lang="zh-CN" altLang="en-US" b="1" dirty="0">
                <a:solidFill>
                  <a:srgbClr val="0000FF"/>
                </a:solidFill>
                <a:latin typeface="华文新魏" panose="02010800040101010101" pitchFamily="2" charset="-122"/>
                <a:ea typeface="华文新魏" panose="02010800040101010101" pitchFamily="2" charset="-122"/>
              </a:rPr>
              <a:t>两个互反（补）的输出端 </a:t>
            </a:r>
            <a:r>
              <a:rPr lang="en-US" altLang="zh-CN" b="1" dirty="0">
                <a:solidFill>
                  <a:srgbClr val="0000FF"/>
                </a:solidFill>
                <a:latin typeface="华文新魏" panose="02010800040101010101" pitchFamily="2" charset="-122"/>
                <a:ea typeface="华文新魏" panose="02010800040101010101" pitchFamily="2" charset="-122"/>
              </a:rPr>
              <a:t>Q </a:t>
            </a:r>
            <a:r>
              <a:rPr lang="zh-CN" altLang="en-US" b="1" dirty="0">
                <a:solidFill>
                  <a:srgbClr val="0000FF"/>
                </a:solidFill>
                <a:latin typeface="华文新魏" panose="02010800040101010101" pitchFamily="2" charset="-122"/>
                <a:ea typeface="华文新魏" panose="02010800040101010101" pitchFamily="2" charset="-122"/>
              </a:rPr>
              <a:t>和 </a:t>
            </a:r>
            <a:r>
              <a:rPr lang="en-US" altLang="zh-CN" b="1" dirty="0">
                <a:solidFill>
                  <a:srgbClr val="0000FF"/>
                </a:solidFill>
                <a:latin typeface="华文新魏" panose="02010800040101010101" pitchFamily="2" charset="-122"/>
                <a:ea typeface="华文新魏" panose="02010800040101010101" pitchFamily="2" charset="-122"/>
              </a:rPr>
              <a:t>/Q</a:t>
            </a:r>
            <a:r>
              <a:rPr lang="zh-CN" altLang="en-US" b="1" dirty="0">
                <a:solidFill>
                  <a:srgbClr val="0000FF"/>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   </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分别被称为：</a:t>
            </a:r>
            <a:r>
              <a:rPr lang="en-US" altLang="zh-CN" b="1" dirty="0">
                <a:solidFill>
                  <a:srgbClr val="0000FF"/>
                </a:solidFill>
                <a:latin typeface="华文新魏" panose="02010800040101010101" pitchFamily="2" charset="-122"/>
                <a:ea typeface="华文新魏" panose="02010800040101010101" pitchFamily="2" charset="-122"/>
              </a:rPr>
              <a:t>1 </a:t>
            </a:r>
            <a:r>
              <a:rPr lang="zh-CN" altLang="en-US" b="1" dirty="0">
                <a:solidFill>
                  <a:srgbClr val="0000FF"/>
                </a:solidFill>
                <a:latin typeface="华文新魏" panose="02010800040101010101" pitchFamily="2" charset="-122"/>
                <a:ea typeface="华文新魏" panose="02010800040101010101" pitchFamily="2" charset="-122"/>
              </a:rPr>
              <a:t>态 </a:t>
            </a:r>
            <a:r>
              <a:rPr lang="en-US" altLang="zh-CN" b="1" dirty="0">
                <a:solidFill>
                  <a:srgbClr val="0000FF"/>
                </a:solidFill>
                <a:latin typeface="华文新魏" panose="02010800040101010101" pitchFamily="2" charset="-122"/>
                <a:ea typeface="华文新魏" panose="02010800040101010101" pitchFamily="2" charset="-122"/>
              </a:rPr>
              <a:t>(Q = 1</a:t>
            </a:r>
            <a:r>
              <a:rPr lang="zh-CN" altLang="en-US" b="1" dirty="0">
                <a:solidFill>
                  <a:srgbClr val="0000FF"/>
                </a:solidFill>
                <a:latin typeface="华文新魏" panose="02010800040101010101" pitchFamily="2" charset="-122"/>
                <a:ea typeface="华文新魏" panose="02010800040101010101" pitchFamily="2" charset="-122"/>
              </a:rPr>
              <a:t>，</a:t>
            </a:r>
            <a:r>
              <a:rPr lang="en-US" altLang="zh-CN" b="1" dirty="0">
                <a:solidFill>
                  <a:srgbClr val="0000FF"/>
                </a:solidFill>
                <a:latin typeface="华文新魏" panose="02010800040101010101" pitchFamily="2" charset="-122"/>
                <a:ea typeface="华文新魏" panose="02010800040101010101" pitchFamily="2" charset="-122"/>
              </a:rPr>
              <a:t>/Q = 0)</a:t>
            </a:r>
            <a:r>
              <a:rPr lang="zh-CN" altLang="en-US" b="1" dirty="0">
                <a:solidFill>
                  <a:srgbClr val="0000FF"/>
                </a:solidFill>
                <a:latin typeface="华文新魏" panose="02010800040101010101" pitchFamily="2" charset="-122"/>
                <a:ea typeface="华文新魏" panose="02010800040101010101" pitchFamily="2" charset="-122"/>
              </a:rPr>
              <a:t>；</a:t>
            </a:r>
            <a:r>
              <a:rPr lang="en-US" altLang="zh-CN" b="1" dirty="0">
                <a:solidFill>
                  <a:srgbClr val="0000FF"/>
                </a:solidFill>
                <a:latin typeface="华文新魏" panose="02010800040101010101" pitchFamily="2" charset="-122"/>
                <a:ea typeface="华文新魏" panose="02010800040101010101" pitchFamily="2" charset="-122"/>
              </a:rPr>
              <a:t>0 </a:t>
            </a:r>
            <a:r>
              <a:rPr lang="zh-CN" altLang="en-US" b="1" dirty="0">
                <a:solidFill>
                  <a:srgbClr val="0000FF"/>
                </a:solidFill>
                <a:latin typeface="华文新魏" panose="02010800040101010101" pitchFamily="2" charset="-122"/>
                <a:ea typeface="华文新魏" panose="02010800040101010101" pitchFamily="2" charset="-122"/>
              </a:rPr>
              <a:t>态 </a:t>
            </a:r>
            <a:r>
              <a:rPr lang="en-US" altLang="zh-CN" b="1" dirty="0">
                <a:solidFill>
                  <a:srgbClr val="0000FF"/>
                </a:solidFill>
                <a:latin typeface="华文新魏" panose="02010800040101010101" pitchFamily="2" charset="-122"/>
                <a:ea typeface="华文新魏" panose="02010800040101010101" pitchFamily="2" charset="-122"/>
              </a:rPr>
              <a:t>(Q = 0</a:t>
            </a:r>
            <a:r>
              <a:rPr lang="zh-CN" altLang="en-US" b="1" dirty="0">
                <a:solidFill>
                  <a:srgbClr val="0000FF"/>
                </a:solidFill>
                <a:latin typeface="华文新魏" panose="02010800040101010101" pitchFamily="2" charset="-122"/>
                <a:ea typeface="华文新魏" panose="02010800040101010101" pitchFamily="2" charset="-122"/>
              </a:rPr>
              <a:t>，</a:t>
            </a:r>
            <a:r>
              <a:rPr lang="en-US" altLang="zh-CN" b="1" dirty="0">
                <a:solidFill>
                  <a:srgbClr val="0000FF"/>
                </a:solidFill>
                <a:latin typeface="华文新魏" panose="02010800040101010101" pitchFamily="2" charset="-122"/>
                <a:ea typeface="华文新魏" panose="02010800040101010101" pitchFamily="2" charset="-122"/>
              </a:rPr>
              <a:t>/Q = 1)</a:t>
            </a:r>
            <a:endParaRPr lang="en-US" altLang="zh-CN" b="1" dirty="0">
              <a:solidFill>
                <a:srgbClr val="0000FF"/>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触发器</a:t>
            </a:r>
            <a:r>
              <a:rPr lang="zh-CN" altLang="en-US" b="1" dirty="0">
                <a:solidFill>
                  <a:srgbClr val="0000FF"/>
                </a:solidFill>
                <a:latin typeface="华文新魏" panose="02010800040101010101" pitchFamily="2" charset="-122"/>
                <a:ea typeface="华文新魏" panose="02010800040101010101" pitchFamily="2" charset="-122"/>
              </a:rPr>
              <a:t>或</a:t>
            </a:r>
            <a:r>
              <a:rPr lang="zh-CN" altLang="en-US" b="1" dirty="0">
                <a:solidFill>
                  <a:schemeClr val="tx1"/>
                </a:solidFill>
                <a:latin typeface="华文新魏" panose="02010800040101010101" pitchFamily="2" charset="-122"/>
                <a:ea typeface="华文新魏" panose="02010800040101010101" pitchFamily="2" charset="-122"/>
              </a:rPr>
              <a:t>锁存器翻转前的状态称为</a:t>
            </a:r>
            <a:r>
              <a:rPr lang="zh-CN" altLang="en-US" b="1" dirty="0">
                <a:solidFill>
                  <a:srgbClr val="0000FF"/>
                </a:solidFill>
                <a:latin typeface="华文新魏" panose="02010800040101010101" pitchFamily="2" charset="-122"/>
                <a:ea typeface="华文新魏" panose="02010800040101010101" pitchFamily="2" charset="-122"/>
              </a:rPr>
              <a:t>现态 </a:t>
            </a:r>
            <a:r>
              <a:rPr lang="en-US" altLang="zh-CN" b="1" dirty="0">
                <a:solidFill>
                  <a:srgbClr val="0000FF"/>
                </a:solidFill>
                <a:latin typeface="华文新魏" panose="02010800040101010101" pitchFamily="2" charset="-122"/>
                <a:ea typeface="华文新魏" panose="02010800040101010101" pitchFamily="2" charset="-122"/>
              </a:rPr>
              <a:t>Q</a:t>
            </a:r>
            <a:r>
              <a:rPr lang="en-US" altLang="zh-CN" b="1" baseline="30000" dirty="0">
                <a:solidFill>
                  <a:srgbClr val="0000FF"/>
                </a:solidFill>
                <a:latin typeface="华文新魏" panose="02010800040101010101" pitchFamily="2" charset="-122"/>
                <a:ea typeface="华文新魏" panose="02010800040101010101" pitchFamily="2" charset="-122"/>
              </a:rPr>
              <a:t>n </a:t>
            </a:r>
            <a:r>
              <a:rPr lang="en-US" altLang="zh-CN" b="1" dirty="0">
                <a:solidFill>
                  <a:srgbClr val="0000FF"/>
                </a:solidFill>
                <a:latin typeface="华文新魏" panose="02010800040101010101" pitchFamily="2" charset="-122"/>
                <a:ea typeface="华文新魏" panose="02010800040101010101" pitchFamily="2" charset="-122"/>
              </a:rPr>
              <a:t>(Q)</a:t>
            </a:r>
            <a:r>
              <a:rPr lang="zh-CN" altLang="en-US" b="1" dirty="0">
                <a:solidFill>
                  <a:srgbClr val="0000FF"/>
                </a:solidFill>
                <a:latin typeface="华文新魏" panose="02010800040101010101" pitchFamily="2" charset="-122"/>
                <a:ea typeface="华文新魏" panose="02010800040101010101" pitchFamily="2" charset="-122"/>
              </a:rPr>
              <a:t>，</a:t>
            </a:r>
            <a:endParaRPr lang="zh-CN" altLang="en-US" b="1" dirty="0">
              <a:solidFill>
                <a:schemeClr val="accent2"/>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翻转后的状态称为</a:t>
            </a:r>
            <a:r>
              <a:rPr lang="zh-CN" altLang="en-US" b="1" dirty="0">
                <a:solidFill>
                  <a:srgbClr val="0000FF"/>
                </a:solidFill>
                <a:latin typeface="华文新魏" panose="02010800040101010101" pitchFamily="2" charset="-122"/>
                <a:ea typeface="华文新魏" panose="02010800040101010101" pitchFamily="2" charset="-122"/>
              </a:rPr>
              <a:t>次态 </a:t>
            </a:r>
            <a:r>
              <a:rPr lang="en-US" altLang="zh-CN" b="1" dirty="0">
                <a:solidFill>
                  <a:srgbClr val="0000FF"/>
                </a:solidFill>
                <a:latin typeface="华文新魏" panose="02010800040101010101" pitchFamily="2" charset="-122"/>
                <a:ea typeface="华文新魏" panose="02010800040101010101" pitchFamily="2" charset="-122"/>
              </a:rPr>
              <a:t>Q</a:t>
            </a:r>
            <a:r>
              <a:rPr lang="en-US" altLang="zh-CN" b="1" baseline="30000" dirty="0">
                <a:solidFill>
                  <a:srgbClr val="0000FF"/>
                </a:solidFill>
                <a:latin typeface="华文新魏" panose="02010800040101010101" pitchFamily="2" charset="-122"/>
                <a:ea typeface="华文新魏" panose="02010800040101010101" pitchFamily="2" charset="-122"/>
              </a:rPr>
              <a:t>n+1</a:t>
            </a:r>
            <a:r>
              <a:rPr lang="zh-CN" altLang="en-US" b="1" dirty="0">
                <a:solidFill>
                  <a:srgbClr val="0000FF"/>
                </a:solidFill>
                <a:latin typeface="华文新魏" panose="02010800040101010101" pitchFamily="2" charset="-122"/>
                <a:ea typeface="华文新魏" panose="02010800040101010101" pitchFamily="2" charset="-122"/>
              </a:rPr>
              <a:t>。</a:t>
            </a:r>
            <a:endParaRPr lang="zh-CN" altLang="en-US" b="1"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747">
                                            <p:txEl>
                                              <p:pRg st="1" end="1"/>
                                            </p:txEl>
                                          </p:spTgt>
                                        </p:tgtEl>
                                        <p:attrNameLst>
                                          <p:attrName>style.visibility</p:attrName>
                                        </p:attrNameLst>
                                      </p:cBhvr>
                                      <p:to>
                                        <p:strVal val="visible"/>
                                      </p:to>
                                    </p:set>
                                    <p:anim calcmode="lin" valueType="num">
                                      <p:cBhvr additive="base">
                                        <p:cTn id="13" dur="5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74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1747">
                                            <p:txEl>
                                              <p:pRg st="2" end="2"/>
                                            </p:txEl>
                                          </p:spTgt>
                                        </p:tgtEl>
                                        <p:attrNameLst>
                                          <p:attrName>style.visibility</p:attrName>
                                        </p:attrNameLst>
                                      </p:cBhvr>
                                      <p:to>
                                        <p:strVal val="visible"/>
                                      </p:to>
                                    </p:set>
                                    <p:anim calcmode="lin" valueType="num">
                                      <p:cBhvr additive="base">
                                        <p:cTn id="17" dur="5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174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1747">
                                            <p:txEl>
                                              <p:pRg st="3" end="3"/>
                                            </p:txEl>
                                          </p:spTgt>
                                        </p:tgtEl>
                                        <p:attrNameLst>
                                          <p:attrName>style.visibility</p:attrName>
                                        </p:attrNameLst>
                                      </p:cBhvr>
                                      <p:to>
                                        <p:strVal val="visible"/>
                                      </p:to>
                                    </p:set>
                                    <p:anim calcmode="lin" valueType="num">
                                      <p:cBhvr additive="base">
                                        <p:cTn id="21" dur="500" fill="hold"/>
                                        <p:tgtEl>
                                          <p:spTgt spid="3174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17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1748">
                                            <p:txEl>
                                              <p:pRg st="0" end="0"/>
                                            </p:txEl>
                                          </p:spTgt>
                                        </p:tgtEl>
                                        <p:attrNameLst>
                                          <p:attrName>style.visibility</p:attrName>
                                        </p:attrNameLst>
                                      </p:cBhvr>
                                      <p:to>
                                        <p:strVal val="visible"/>
                                      </p:to>
                                    </p:set>
                                    <p:anim calcmode="lin" valueType="num">
                                      <p:cBhvr additive="base">
                                        <p:cTn id="27" dur="500" fill="hold"/>
                                        <p:tgtEl>
                                          <p:spTgt spid="31748">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17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1748">
                                            <p:txEl>
                                              <p:pRg st="1" end="1"/>
                                            </p:txEl>
                                          </p:spTgt>
                                        </p:tgtEl>
                                        <p:attrNameLst>
                                          <p:attrName>style.visibility</p:attrName>
                                        </p:attrNameLst>
                                      </p:cBhvr>
                                      <p:to>
                                        <p:strVal val="visible"/>
                                      </p:to>
                                    </p:set>
                                    <p:anim calcmode="lin" valueType="num">
                                      <p:cBhvr additive="base">
                                        <p:cTn id="33" dur="500" fill="hold"/>
                                        <p:tgtEl>
                                          <p:spTgt spid="31748">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1748">
                                            <p:txEl>
                                              <p:pRg st="1" end="1"/>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1748">
                                            <p:txEl>
                                              <p:pRg st="2" end="2"/>
                                            </p:txEl>
                                          </p:spTgt>
                                        </p:tgtEl>
                                        <p:attrNameLst>
                                          <p:attrName>style.visibility</p:attrName>
                                        </p:attrNameLst>
                                      </p:cBhvr>
                                      <p:to>
                                        <p:strVal val="visible"/>
                                      </p:to>
                                    </p:set>
                                    <p:anim calcmode="lin" valueType="num">
                                      <p:cBhvr additive="base">
                                        <p:cTn id="37" dur="500" fill="hold"/>
                                        <p:tgtEl>
                                          <p:spTgt spid="31748">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174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1748">
                                            <p:txEl>
                                              <p:pRg st="3" end="3"/>
                                            </p:txEl>
                                          </p:spTgt>
                                        </p:tgtEl>
                                        <p:attrNameLst>
                                          <p:attrName>style.visibility</p:attrName>
                                        </p:attrNameLst>
                                      </p:cBhvr>
                                      <p:to>
                                        <p:strVal val="visible"/>
                                      </p:to>
                                    </p:set>
                                    <p:anim calcmode="lin" valueType="num">
                                      <p:cBhvr additive="base">
                                        <p:cTn id="43" dur="500" fill="hold"/>
                                        <p:tgtEl>
                                          <p:spTgt spid="31748">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1748">
                                            <p:txEl>
                                              <p:pRg st="3" end="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1748">
                                            <p:txEl>
                                              <p:pRg st="4" end="4"/>
                                            </p:txEl>
                                          </p:spTgt>
                                        </p:tgtEl>
                                        <p:attrNameLst>
                                          <p:attrName>style.visibility</p:attrName>
                                        </p:attrNameLst>
                                      </p:cBhvr>
                                      <p:to>
                                        <p:strVal val="visible"/>
                                      </p:to>
                                    </p:set>
                                    <p:anim calcmode="lin" valueType="num">
                                      <p:cBhvr additive="base">
                                        <p:cTn id="47" dur="500" fill="hold"/>
                                        <p:tgtEl>
                                          <p:spTgt spid="31748">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174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285750" y="598488"/>
            <a:ext cx="7562850" cy="457200"/>
          </a:xfrm>
          <a:prstGeom prst="rect">
            <a:avLst/>
          </a:prstGeom>
          <a:noFill/>
          <a:ln>
            <a:noFill/>
          </a:ln>
        </p:spPr>
        <p:txBody>
          <a:bodyPr/>
          <a:lstStyle/>
          <a:p>
            <a:pPr eaLnBrk="1" hangingPunct="1"/>
            <a:r>
              <a:rPr lang="zh-CN" altLang="en-US" sz="2000" b="1" dirty="0">
                <a:ea typeface="华文新魏" panose="02010800040101010101" pitchFamily="2" charset="-122"/>
              </a:rPr>
              <a:t>锁存器</a:t>
            </a:r>
            <a:r>
              <a:rPr lang="zh-CN" altLang="en-US" sz="2000" b="1" i="1" dirty="0">
                <a:ea typeface="华文新魏" panose="02010800040101010101" pitchFamily="2" charset="-122"/>
              </a:rPr>
              <a:t> </a:t>
            </a:r>
            <a:r>
              <a:rPr lang="en-US" altLang="zh-CN" sz="2000" b="1" i="1" dirty="0">
                <a:ea typeface="华文新魏" panose="02010800040101010101" pitchFamily="2" charset="-122"/>
              </a:rPr>
              <a:t>Latches </a:t>
            </a:r>
            <a:r>
              <a:rPr lang="zh-CN" altLang="en-US" sz="2000" b="1" i="1" dirty="0">
                <a:ea typeface="华文新魏" panose="02010800040101010101" pitchFamily="2" charset="-122"/>
              </a:rPr>
              <a:t>与</a:t>
            </a:r>
            <a:r>
              <a:rPr lang="zh-CN" altLang="en-US" sz="2000" b="1" dirty="0">
                <a:ea typeface="华文新魏" panose="02010800040101010101" pitchFamily="2" charset="-122"/>
              </a:rPr>
              <a:t>触发器</a:t>
            </a:r>
            <a:r>
              <a:rPr lang="zh-CN" altLang="en-US" sz="2000" b="1" i="1" dirty="0">
                <a:ea typeface="华文新魏" panose="02010800040101010101" pitchFamily="2" charset="-122"/>
              </a:rPr>
              <a:t> </a:t>
            </a:r>
            <a:r>
              <a:rPr lang="en-US" altLang="zh-CN" sz="2000" b="1" i="1" dirty="0">
                <a:ea typeface="华文新魏" panose="02010800040101010101" pitchFamily="2" charset="-122"/>
              </a:rPr>
              <a:t>Flip-flops </a:t>
            </a:r>
            <a:r>
              <a:rPr lang="zh-CN" altLang="en-US" sz="2000" b="1" dirty="0">
                <a:ea typeface="华文新魏" panose="02010800040101010101" pitchFamily="2" charset="-122"/>
              </a:rPr>
              <a:t>的</a:t>
            </a:r>
            <a:r>
              <a:rPr lang="zh-CN" altLang="en-US" sz="2000" b="1" dirty="0">
                <a:solidFill>
                  <a:srgbClr val="FF0000"/>
                </a:solidFill>
                <a:ea typeface="华文新魏" panose="02010800040101010101" pitchFamily="2" charset="-122"/>
              </a:rPr>
              <a:t>区别及各自的分类</a:t>
            </a:r>
            <a:endParaRPr lang="en-US" altLang="zh-CN" sz="2000" b="1" i="1" dirty="0">
              <a:solidFill>
                <a:srgbClr val="FF0000"/>
              </a:solidFill>
              <a:latin typeface="华文新魏" panose="02010800040101010101" pitchFamily="2" charset="-122"/>
              <a:ea typeface="华文新魏" panose="02010800040101010101" pitchFamily="2" charset="-122"/>
            </a:endParaRPr>
          </a:p>
        </p:txBody>
      </p:sp>
      <p:sp>
        <p:nvSpPr>
          <p:cNvPr id="30723" name="Text Box 4"/>
          <p:cNvSpPr txBox="1"/>
          <p:nvPr/>
        </p:nvSpPr>
        <p:spPr>
          <a:xfrm>
            <a:off x="428625" y="1125538"/>
            <a:ext cx="8535988" cy="3538220"/>
          </a:xfrm>
          <a:prstGeom prst="rect">
            <a:avLst/>
          </a:prstGeom>
          <a:noFill/>
          <a:ln w="9525">
            <a:noFill/>
          </a:ln>
        </p:spPr>
        <p:txBody>
          <a:bodyPr>
            <a:spAutoFit/>
          </a:bodyPr>
          <a:lstStyle/>
          <a:p>
            <a:pPr eaLnBrk="1" hangingPunct="1">
              <a:lnSpc>
                <a:spcPct val="80000"/>
              </a:lnSpc>
              <a:spcBef>
                <a:spcPct val="50000"/>
              </a:spcBef>
            </a:pPr>
            <a:r>
              <a:rPr lang="en-US" altLang="zh-CN" dirty="0">
                <a:solidFill>
                  <a:schemeClr val="tx1"/>
                </a:solidFill>
                <a:latin typeface="Calibri" panose="020F0502020204030204" pitchFamily="34" charset="0"/>
                <a:ea typeface="华文新魏" panose="02010800040101010101" pitchFamily="2" charset="-122"/>
              </a:rPr>
              <a:t>        </a:t>
            </a:r>
            <a:r>
              <a:rPr lang="zh-CN" altLang="en-US" dirty="0">
                <a:solidFill>
                  <a:srgbClr val="FF0000"/>
                </a:solidFill>
                <a:latin typeface="Calibri" panose="020F0502020204030204" pitchFamily="34" charset="0"/>
                <a:ea typeface="华文新魏" panose="02010800040101010101" pitchFamily="2" charset="-122"/>
              </a:rPr>
              <a:t>锁存器</a:t>
            </a:r>
            <a:r>
              <a:rPr lang="zh-CN" altLang="en-US" dirty="0">
                <a:solidFill>
                  <a:schemeClr val="tx1"/>
                </a:solidFill>
                <a:latin typeface="Calibri" panose="020F0502020204030204" pitchFamily="34" charset="0"/>
                <a:ea typeface="华文新魏" panose="02010800040101010101" pitchFamily="2" charset="-122"/>
              </a:rPr>
              <a:t>是利用</a:t>
            </a:r>
            <a:r>
              <a:rPr lang="zh-CN" altLang="en-US" dirty="0">
                <a:solidFill>
                  <a:srgbClr val="0000FF"/>
                </a:solidFill>
                <a:latin typeface="Times New Roman" panose="02020603050405020304" pitchFamily="18" charset="0"/>
                <a:ea typeface="华文新魏" panose="02010800040101010101" pitchFamily="2" charset="-122"/>
              </a:rPr>
              <a:t>电平信号</a:t>
            </a:r>
            <a:r>
              <a:rPr lang="zh-CN" altLang="en-US" dirty="0">
                <a:solidFill>
                  <a:schemeClr val="tx1"/>
                </a:solidFill>
                <a:latin typeface="Calibri" panose="020F0502020204030204" pitchFamily="34" charset="0"/>
                <a:ea typeface="华文新魏" panose="02010800040101010101" pitchFamily="2" charset="-122"/>
              </a:rPr>
              <a:t>控制数据的输入；</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FF0000"/>
                </a:solidFill>
                <a:latin typeface="Calibri" panose="020F0502020204030204" pitchFamily="34" charset="0"/>
                <a:ea typeface="华文新魏" panose="02010800040101010101" pitchFamily="2" charset="-122"/>
              </a:rPr>
              <a:t>触发器</a:t>
            </a:r>
            <a:r>
              <a:rPr lang="zh-CN" altLang="en-US" dirty="0">
                <a:solidFill>
                  <a:schemeClr val="tx1"/>
                </a:solidFill>
                <a:latin typeface="Calibri" panose="020F0502020204030204" pitchFamily="34" charset="0"/>
                <a:ea typeface="华文新魏" panose="02010800040101010101" pitchFamily="2" charset="-122"/>
              </a:rPr>
              <a:t>是利用</a:t>
            </a:r>
            <a:r>
              <a:rPr lang="zh-CN" altLang="en-US" dirty="0">
                <a:solidFill>
                  <a:srgbClr val="0000FF"/>
                </a:solidFill>
                <a:latin typeface="Times New Roman" panose="02020603050405020304" pitchFamily="18" charset="0"/>
                <a:ea typeface="华文新魏" panose="02010800040101010101" pitchFamily="2" charset="-122"/>
              </a:rPr>
              <a:t>脉冲信号或信号的边沿</a:t>
            </a:r>
            <a:r>
              <a:rPr lang="zh-CN" altLang="en-US" dirty="0">
                <a:solidFill>
                  <a:schemeClr val="tx1"/>
                </a:solidFill>
                <a:latin typeface="Calibri" panose="020F0502020204030204" pitchFamily="34" charset="0"/>
                <a:ea typeface="华文新魏" panose="02010800040101010101" pitchFamily="2" charset="-122"/>
              </a:rPr>
              <a:t>控制数据的输入。</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buChar char="•"/>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锁存器包括</a:t>
            </a:r>
            <a:r>
              <a:rPr lang="zh-CN" altLang="en-US" dirty="0">
                <a:solidFill>
                  <a:schemeClr val="tx1"/>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不带使能</a:t>
            </a:r>
            <a:r>
              <a:rPr lang="zh-CN" altLang="en-US" dirty="0">
                <a:solidFill>
                  <a:schemeClr val="tx1"/>
                </a:solidFill>
                <a:latin typeface="Calibri" panose="020F0502020204030204" pitchFamily="34" charset="0"/>
                <a:ea typeface="华文新魏" panose="02010800040101010101" pitchFamily="2" charset="-122"/>
              </a:rPr>
              <a:t>控制的锁存器</a:t>
            </a:r>
            <a:r>
              <a:rPr lang="en-US" altLang="zh-CN" dirty="0">
                <a:solidFill>
                  <a:schemeClr val="tx1"/>
                </a:solidFill>
                <a:latin typeface="Calibri" panose="020F0502020204030204" pitchFamily="34" charset="0"/>
                <a:ea typeface="华文新魏" panose="02010800040101010101" pitchFamily="2" charset="-122"/>
              </a:rPr>
              <a:t>(</a:t>
            </a:r>
            <a:r>
              <a:rPr lang="zh-CN" altLang="en-US" dirty="0">
                <a:solidFill>
                  <a:schemeClr val="tx1"/>
                </a:solidFill>
                <a:latin typeface="Calibri" panose="020F0502020204030204" pitchFamily="34" charset="0"/>
                <a:ea typeface="华文新魏" panose="02010800040101010101" pitchFamily="2" charset="-122"/>
              </a:rPr>
              <a:t>输入电平直接影响输出</a:t>
            </a:r>
            <a:r>
              <a:rPr lang="en-US" altLang="zh-CN" dirty="0">
                <a:solidFill>
                  <a:schemeClr val="tx1"/>
                </a:solidFill>
                <a:latin typeface="Calibri" panose="020F0502020204030204" pitchFamily="34" charset="0"/>
                <a:ea typeface="华文新魏" panose="02010800040101010101" pitchFamily="2" charset="-122"/>
              </a:rPr>
              <a:t>)</a:t>
            </a:r>
            <a:r>
              <a:rPr lang="zh-CN" altLang="en-US" dirty="0">
                <a:solidFill>
                  <a:schemeClr val="tx1"/>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带使能</a:t>
            </a:r>
            <a:r>
              <a:rPr lang="zh-CN" altLang="en-US" dirty="0">
                <a:solidFill>
                  <a:schemeClr val="tx1"/>
                </a:solidFill>
                <a:latin typeface="Calibri" panose="020F0502020204030204" pitchFamily="34" charset="0"/>
                <a:ea typeface="华文新魏" panose="02010800040101010101" pitchFamily="2" charset="-122"/>
              </a:rPr>
              <a:t>控制的锁存器</a:t>
            </a:r>
            <a:r>
              <a:rPr lang="en-US" altLang="zh-CN" dirty="0">
                <a:solidFill>
                  <a:schemeClr val="tx1"/>
                </a:solidFill>
                <a:latin typeface="Calibri" panose="020F0502020204030204" pitchFamily="34" charset="0"/>
                <a:ea typeface="华文新魏" panose="02010800040101010101" pitchFamily="2" charset="-122"/>
              </a:rPr>
              <a:t>(</a:t>
            </a:r>
            <a:r>
              <a:rPr lang="zh-CN" altLang="en-US" dirty="0">
                <a:solidFill>
                  <a:schemeClr val="tx1"/>
                </a:solidFill>
                <a:latin typeface="Calibri" panose="020F0502020204030204" pitchFamily="34" charset="0"/>
                <a:ea typeface="华文新魏" panose="02010800040101010101" pitchFamily="2" charset="-122"/>
              </a:rPr>
              <a:t>仅当</a:t>
            </a:r>
            <a:r>
              <a:rPr lang="zh-CN" altLang="en-US" dirty="0">
                <a:solidFill>
                  <a:srgbClr val="0000FF"/>
                </a:solidFill>
                <a:latin typeface="Times New Roman" panose="02020603050405020304" pitchFamily="18" charset="0"/>
                <a:ea typeface="华文新魏" panose="02010800040101010101" pitchFamily="2" charset="-122"/>
              </a:rPr>
              <a:t>使能输入有效时</a:t>
            </a:r>
            <a:r>
              <a:rPr lang="zh-CN" altLang="en-US" dirty="0">
                <a:solidFill>
                  <a:schemeClr val="tx1"/>
                </a:solidFill>
                <a:latin typeface="Calibri" panose="020F0502020204030204" pitchFamily="34" charset="0"/>
                <a:ea typeface="华文新魏" panose="02010800040101010101" pitchFamily="2" charset="-122"/>
              </a:rPr>
              <a:t>，其</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输入才直接影响输出</a:t>
            </a:r>
            <a:r>
              <a:rPr lang="en-US" altLang="zh-CN" dirty="0">
                <a:solidFill>
                  <a:schemeClr val="tx1"/>
                </a:solidFill>
                <a:latin typeface="Calibri" panose="020F0502020204030204" pitchFamily="34" charset="0"/>
                <a:ea typeface="华文新魏" panose="02010800040101010101" pitchFamily="2" charset="-122"/>
              </a:rPr>
              <a:t>)</a:t>
            </a:r>
            <a:r>
              <a:rPr lang="zh-CN" altLang="en-US" dirty="0">
                <a:solidFill>
                  <a:schemeClr val="tx1"/>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buChar char="•"/>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触发器包括</a:t>
            </a:r>
            <a:r>
              <a:rPr lang="zh-CN" altLang="en-US" dirty="0">
                <a:solidFill>
                  <a:srgbClr val="0000FF"/>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u="sng" dirty="0">
                <a:solidFill>
                  <a:srgbClr val="0000FF"/>
                </a:solidFill>
                <a:latin typeface="Times New Roman" panose="02020603050405020304" pitchFamily="18" charset="0"/>
                <a:ea typeface="华文新魏" panose="02010800040101010101" pitchFamily="2" charset="-122"/>
              </a:rPr>
              <a:t>主从结构</a:t>
            </a:r>
            <a:r>
              <a:rPr lang="zh-CN" altLang="en-US" u="sng" dirty="0">
                <a:solidFill>
                  <a:schemeClr val="tx1"/>
                </a:solidFill>
                <a:latin typeface="Calibri" panose="020F0502020204030204" pitchFamily="34" charset="0"/>
                <a:ea typeface="华文新魏" panose="02010800040101010101" pitchFamily="2" charset="-122"/>
              </a:rPr>
              <a:t>的</a:t>
            </a:r>
            <a:r>
              <a:rPr lang="zh-CN" altLang="en-US" u="sng" dirty="0">
                <a:solidFill>
                  <a:srgbClr val="FF0000"/>
                </a:solidFill>
                <a:latin typeface="Calibri" panose="020F0502020204030204" pitchFamily="34" charset="0"/>
                <a:ea typeface="华文新魏" panose="02010800040101010101" pitchFamily="2" charset="-122"/>
              </a:rPr>
              <a:t>脉冲</a:t>
            </a:r>
            <a:r>
              <a:rPr lang="zh-CN" altLang="en-US" u="sng" dirty="0">
                <a:solidFill>
                  <a:schemeClr val="tx1"/>
                </a:solidFill>
                <a:latin typeface="Calibri" panose="020F0502020204030204" pitchFamily="34" charset="0"/>
                <a:ea typeface="华文新魏" panose="02010800040101010101" pitchFamily="2" charset="-122"/>
              </a:rPr>
              <a:t>触发器</a:t>
            </a:r>
            <a:r>
              <a:rPr lang="zh-CN" altLang="en-US" dirty="0">
                <a:solidFill>
                  <a:schemeClr val="tx1"/>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u="sng" dirty="0">
                <a:solidFill>
                  <a:srgbClr val="0000FF"/>
                </a:solidFill>
                <a:latin typeface="Times New Roman" panose="02020603050405020304" pitchFamily="18" charset="0"/>
                <a:ea typeface="华文新魏" panose="02010800040101010101" pitchFamily="2" charset="-122"/>
              </a:rPr>
              <a:t>维持阻塞结构</a:t>
            </a:r>
            <a:r>
              <a:rPr lang="zh-CN" altLang="en-US" u="sng" dirty="0">
                <a:solidFill>
                  <a:schemeClr val="tx1"/>
                </a:solidFill>
                <a:latin typeface="Calibri" panose="020F0502020204030204" pitchFamily="34" charset="0"/>
                <a:ea typeface="华文新魏" panose="02010800040101010101" pitchFamily="2" charset="-122"/>
              </a:rPr>
              <a:t>的</a:t>
            </a:r>
            <a:r>
              <a:rPr lang="zh-CN" altLang="en-US" u="sng" dirty="0">
                <a:solidFill>
                  <a:srgbClr val="FF0000"/>
                </a:solidFill>
                <a:latin typeface="Calibri" panose="020F0502020204030204" pitchFamily="34" charset="0"/>
                <a:ea typeface="华文新魏" panose="02010800040101010101" pitchFamily="2" charset="-122"/>
              </a:rPr>
              <a:t>边沿</a:t>
            </a:r>
            <a:r>
              <a:rPr lang="zh-CN" altLang="en-US" u="sng" dirty="0">
                <a:solidFill>
                  <a:schemeClr val="tx1"/>
                </a:solidFill>
                <a:latin typeface="Calibri" panose="020F0502020204030204" pitchFamily="34" charset="0"/>
                <a:ea typeface="华文新魏" panose="02010800040101010101" pitchFamily="2" charset="-122"/>
              </a:rPr>
              <a:t>触发器</a:t>
            </a:r>
            <a:r>
              <a:rPr lang="zh-CN" altLang="en-US" dirty="0">
                <a:solidFill>
                  <a:schemeClr val="tx1"/>
                </a:solidFill>
                <a:latin typeface="Calibri" panose="020F0502020204030204" pitchFamily="34" charset="0"/>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2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72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2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Grp="1"/>
          </p:cNvSpPr>
          <p:nvPr>
            <p:ph type="title"/>
          </p:nvPr>
        </p:nvSpPr>
        <p:spPr>
          <a:xfrm>
            <a:off x="381000" y="530225"/>
            <a:ext cx="7467600" cy="45720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 S-R </a:t>
            </a:r>
            <a:r>
              <a:rPr lang="zh-CN" altLang="en-US" sz="1800" b="1" dirty="0">
                <a:latin typeface="华文新魏" panose="02010800040101010101" pitchFamily="2" charset="-122"/>
                <a:ea typeface="华文新魏" panose="02010800040101010101" pitchFamily="2" charset="-122"/>
              </a:rPr>
              <a:t>锁存器（</a:t>
            </a:r>
            <a:r>
              <a:rPr lang="en-US" altLang="zh-CN" sz="1800" b="1" i="1" dirty="0">
                <a:solidFill>
                  <a:srgbClr val="FF0000"/>
                </a:solidFill>
                <a:latin typeface="华文新魏" panose="02010800040101010101" pitchFamily="2" charset="-122"/>
                <a:ea typeface="华文新魏" panose="02010800040101010101" pitchFamily="2" charset="-122"/>
              </a:rPr>
              <a:t>Set</a:t>
            </a:r>
            <a:r>
              <a:rPr lang="en-US" altLang="zh-CN" sz="1800" b="1" i="1" dirty="0">
                <a:latin typeface="华文新魏" panose="02010800040101010101" pitchFamily="2" charset="-122"/>
                <a:ea typeface="华文新魏" panose="02010800040101010101" pitchFamily="2" charset="-122"/>
              </a:rPr>
              <a:t>-</a:t>
            </a:r>
            <a:r>
              <a:rPr lang="en-US" altLang="zh-CN" sz="1800" b="1" i="1" dirty="0">
                <a:solidFill>
                  <a:srgbClr val="FF0000"/>
                </a:solidFill>
                <a:latin typeface="华文新魏" panose="02010800040101010101" pitchFamily="2" charset="-122"/>
                <a:ea typeface="华文新魏" panose="02010800040101010101" pitchFamily="2" charset="-122"/>
              </a:rPr>
              <a:t>Reset</a:t>
            </a:r>
            <a:r>
              <a:rPr lang="en-US" altLang="zh-CN" sz="1800" b="1" i="1" dirty="0">
                <a:latin typeface="华文新魏" panose="02010800040101010101" pitchFamily="2" charset="-122"/>
                <a:ea typeface="华文新魏" panose="02010800040101010101" pitchFamily="2" charset="-122"/>
              </a:rPr>
              <a:t> Latche</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sp>
        <p:nvSpPr>
          <p:cNvPr id="33795" name="Text Box 25"/>
          <p:cNvSpPr txBox="1"/>
          <p:nvPr/>
        </p:nvSpPr>
        <p:spPr>
          <a:xfrm>
            <a:off x="874395" y="922020"/>
            <a:ext cx="3210560" cy="2399665"/>
          </a:xfrm>
          <a:prstGeom prst="rect">
            <a:avLst/>
          </a:prstGeom>
          <a:noFill/>
          <a:ln w="9525">
            <a:noFill/>
          </a:ln>
        </p:spPr>
        <p:txBody>
          <a:bodyPr wrap="none">
            <a:spAutoFit/>
          </a:bodyPr>
          <a:lstStyle/>
          <a:p>
            <a:pPr algn="l"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右图</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中，电路有两个稳态：</a:t>
            </a:r>
            <a:endParaRPr lang="zh-CN" altLang="en-US" sz="1800" b="1" dirty="0">
              <a:solidFill>
                <a:schemeClr val="tx1"/>
              </a:solidFill>
              <a:latin typeface="华文新魏" panose="02010800040101010101" pitchFamily="2" charset="-122"/>
              <a:ea typeface="华文新魏" panose="02010800040101010101" pitchFamily="2" charset="-122"/>
            </a:endParaRPr>
          </a:p>
          <a:p>
            <a:pPr algn="l"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out1</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sym typeface="+mn-ea"/>
              </a:rPr>
              <a:t>V</a:t>
            </a:r>
            <a:r>
              <a:rPr lang="en-US" altLang="zh-CN" baseline="-25000" dirty="0">
                <a:solidFill>
                  <a:srgbClr val="0000FF"/>
                </a:solidFill>
                <a:uFillTx/>
                <a:latin typeface="Times New Roman" panose="02020603050405020304" pitchFamily="18" charset="0"/>
                <a:ea typeface="华文新魏" panose="02010800040101010101" pitchFamily="2" charset="-122"/>
                <a:sym typeface="+mn-ea"/>
              </a:rPr>
              <a:t>in1</a:t>
            </a:r>
            <a:r>
              <a:rPr lang="zh-CN" altLang="en-US" dirty="0">
                <a:solidFill>
                  <a:srgbClr val="0000FF"/>
                </a:solidFill>
                <a:latin typeface="Times New Roman" panose="02020603050405020304" pitchFamily="18" charset="0"/>
                <a:ea typeface="华文新魏" panose="02010800040101010101" pitchFamily="2" charset="-122"/>
                <a:sym typeface="+mn-ea"/>
              </a:rPr>
              <a:t>＝</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in2</a:t>
            </a:r>
            <a:r>
              <a:rPr lang="en-US" altLang="zh-CN" dirty="0">
                <a:solidFill>
                  <a:srgbClr val="0000FF"/>
                </a:solidFill>
                <a:latin typeface="Times New Roman" panose="02020603050405020304" pitchFamily="18"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1</a:t>
            </a:r>
            <a:endParaRPr lang="en-US" altLang="zh-CN" dirty="0">
              <a:solidFill>
                <a:srgbClr val="0000FF"/>
              </a:solidFill>
              <a:latin typeface="Times New Roman" panose="02020603050405020304" pitchFamily="18" charset="0"/>
              <a:ea typeface="华文新魏" panose="02010800040101010101" pitchFamily="2" charset="-122"/>
            </a:endParaRPr>
          </a:p>
          <a:p>
            <a:pPr algn="l" eaLnBrk="1" hangingPunct="1">
              <a:lnSpc>
                <a:spcPct val="120000"/>
              </a:lnSpc>
              <a:buFont typeface="Arial" panose="020B0604020202020204" pitchFamily="34" charset="0"/>
            </a:pPr>
            <a:r>
              <a:rPr lang="en-US" altLang="zh-CN" dirty="0">
                <a:solidFill>
                  <a:srgbClr val="0000FF"/>
                </a:solidFill>
                <a:latin typeface="Times New Roman" panose="02020603050405020304" pitchFamily="18" charset="0"/>
                <a:ea typeface="华文新魏" panose="02010800040101010101" pitchFamily="2" charset="-122"/>
              </a:rPr>
              <a:t>      V</a:t>
            </a:r>
            <a:r>
              <a:rPr lang="en-US" altLang="zh-CN" baseline="-25000" dirty="0">
                <a:solidFill>
                  <a:srgbClr val="0000FF"/>
                </a:solidFill>
                <a:uFillTx/>
                <a:latin typeface="Times New Roman" panose="02020603050405020304" pitchFamily="18" charset="0"/>
                <a:ea typeface="华文新魏" panose="02010800040101010101" pitchFamily="2" charset="-122"/>
              </a:rPr>
              <a:t>out2</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sym typeface="+mn-ea"/>
              </a:rPr>
              <a:t>V</a:t>
            </a:r>
            <a:r>
              <a:rPr lang="en-US" altLang="zh-CN" baseline="-25000" dirty="0">
                <a:solidFill>
                  <a:srgbClr val="0000FF"/>
                </a:solidFill>
                <a:uFillTx/>
                <a:latin typeface="Times New Roman" panose="02020603050405020304" pitchFamily="18" charset="0"/>
                <a:ea typeface="华文新魏" panose="02010800040101010101" pitchFamily="2" charset="-122"/>
                <a:sym typeface="+mn-ea"/>
              </a:rPr>
              <a:t>in2</a:t>
            </a:r>
            <a:r>
              <a:rPr lang="zh-CN" altLang="en-US" dirty="0">
                <a:solidFill>
                  <a:srgbClr val="0000FF"/>
                </a:solidFill>
                <a:latin typeface="Times New Roman" panose="02020603050405020304" pitchFamily="18" charset="0"/>
                <a:ea typeface="华文新魏" panose="02010800040101010101" pitchFamily="2" charset="-122"/>
                <a:sym typeface="+mn-ea"/>
              </a:rPr>
              <a:t>＝</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in1</a:t>
            </a:r>
            <a:r>
              <a:rPr lang="en-US" altLang="zh-CN" dirty="0">
                <a:solidFill>
                  <a:srgbClr val="0000FF"/>
                </a:solidFill>
                <a:latin typeface="Times New Roman" panose="02020603050405020304" pitchFamily="18"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0</a:t>
            </a:r>
            <a:endParaRPr lang="en-US" altLang="zh-CN" dirty="0">
              <a:solidFill>
                <a:srgbClr val="0000FF"/>
              </a:solidFill>
              <a:latin typeface="Times New Roman" panose="02020603050405020304" pitchFamily="18" charset="0"/>
              <a:ea typeface="华文新魏" panose="02010800040101010101" pitchFamily="2" charset="-122"/>
            </a:endParaRPr>
          </a:p>
          <a:p>
            <a:pPr algn="l" eaLnBrk="1" hangingPunct="1">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或</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algn="l"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out1</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sym typeface="+mn-ea"/>
              </a:rPr>
              <a:t>/V</a:t>
            </a:r>
            <a:r>
              <a:rPr lang="en-US" altLang="zh-CN" baseline="-25000" dirty="0">
                <a:solidFill>
                  <a:srgbClr val="0000FF"/>
                </a:solidFill>
                <a:uFillTx/>
                <a:latin typeface="Times New Roman" panose="02020603050405020304" pitchFamily="18" charset="0"/>
                <a:ea typeface="华文新魏" panose="02010800040101010101" pitchFamily="2" charset="-122"/>
                <a:sym typeface="+mn-ea"/>
              </a:rPr>
              <a:t>in1</a:t>
            </a:r>
            <a:r>
              <a:rPr lang="zh-CN" altLang="en-US" dirty="0">
                <a:solidFill>
                  <a:srgbClr val="0000FF"/>
                </a:solidFill>
                <a:latin typeface="Times New Roman" panose="02020603050405020304" pitchFamily="18" charset="0"/>
                <a:ea typeface="华文新魏" panose="02010800040101010101" pitchFamily="2" charset="-122"/>
                <a:sym typeface="+mn-ea"/>
              </a:rPr>
              <a:t>＝</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in2</a:t>
            </a:r>
            <a:r>
              <a:rPr lang="en-US" altLang="zh-CN" dirty="0">
                <a:solidFill>
                  <a:srgbClr val="0000FF"/>
                </a:solidFill>
                <a:latin typeface="Times New Roman" panose="02020603050405020304" pitchFamily="18"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0</a:t>
            </a:r>
            <a:endParaRPr lang="en-US" altLang="zh-CN" dirty="0">
              <a:solidFill>
                <a:srgbClr val="0000FF"/>
              </a:solidFill>
              <a:latin typeface="Times New Roman" panose="02020603050405020304" pitchFamily="18" charset="0"/>
              <a:ea typeface="华文新魏" panose="02010800040101010101" pitchFamily="2" charset="-122"/>
            </a:endParaRPr>
          </a:p>
          <a:p>
            <a:pPr algn="l" eaLnBrk="1" hangingPunct="1">
              <a:lnSpc>
                <a:spcPct val="120000"/>
              </a:lnSpc>
              <a:buFont typeface="Arial" panose="020B0604020202020204" pitchFamily="34" charset="0"/>
            </a:pPr>
            <a:r>
              <a:rPr lang="en-US" altLang="zh-CN" dirty="0">
                <a:solidFill>
                  <a:srgbClr val="0000FF"/>
                </a:solidFill>
                <a:latin typeface="Times New Roman" panose="02020603050405020304" pitchFamily="18" charset="0"/>
                <a:ea typeface="华文新魏" panose="02010800040101010101" pitchFamily="2" charset="-122"/>
              </a:rPr>
              <a:t>      V</a:t>
            </a:r>
            <a:r>
              <a:rPr lang="en-US" altLang="zh-CN" baseline="-25000" dirty="0">
                <a:solidFill>
                  <a:srgbClr val="0000FF"/>
                </a:solidFill>
                <a:uFillTx/>
                <a:latin typeface="Times New Roman" panose="02020603050405020304" pitchFamily="18" charset="0"/>
                <a:ea typeface="华文新魏" panose="02010800040101010101" pitchFamily="2" charset="-122"/>
              </a:rPr>
              <a:t>out2</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sym typeface="+mn-ea"/>
              </a:rPr>
              <a:t>/V</a:t>
            </a:r>
            <a:r>
              <a:rPr lang="en-US" altLang="zh-CN" baseline="-25000" dirty="0">
                <a:solidFill>
                  <a:srgbClr val="0000FF"/>
                </a:solidFill>
                <a:uFillTx/>
                <a:latin typeface="Times New Roman" panose="02020603050405020304" pitchFamily="18" charset="0"/>
                <a:ea typeface="华文新魏" panose="02010800040101010101" pitchFamily="2" charset="-122"/>
                <a:sym typeface="+mn-ea"/>
              </a:rPr>
              <a:t>in2</a:t>
            </a:r>
            <a:r>
              <a:rPr lang="zh-CN" altLang="en-US" dirty="0">
                <a:solidFill>
                  <a:srgbClr val="0000FF"/>
                </a:solidFill>
                <a:latin typeface="Times New Roman" panose="02020603050405020304" pitchFamily="18" charset="0"/>
                <a:ea typeface="华文新魏" panose="02010800040101010101" pitchFamily="2" charset="-122"/>
                <a:sym typeface="+mn-ea"/>
              </a:rPr>
              <a:t>＝</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in1</a:t>
            </a:r>
            <a:r>
              <a:rPr lang="en-US" altLang="zh-CN" dirty="0">
                <a:solidFill>
                  <a:srgbClr val="0000FF"/>
                </a:solidFill>
                <a:latin typeface="Times New Roman" panose="02020603050405020304" pitchFamily="18"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1</a:t>
            </a:r>
            <a:endParaRPr lang="en-US" altLang="zh-CN" dirty="0">
              <a:solidFill>
                <a:srgbClr val="0000FF"/>
              </a:solidFill>
              <a:latin typeface="Times New Roman" panose="02020603050405020304" pitchFamily="18" charset="0"/>
              <a:ea typeface="华文新魏" panose="02010800040101010101" pitchFamily="2" charset="-122"/>
            </a:endParaRPr>
          </a:p>
          <a:p>
            <a:pPr eaLnBrk="1" hangingPunct="1">
              <a:buFont typeface="Arial" panose="020B0604020202020204" pitchFamily="34" charset="0"/>
            </a:pPr>
            <a:endParaRPr lang="en-US" altLang="zh-CN" sz="1800" b="1" dirty="0">
              <a:solidFill>
                <a:srgbClr val="0000FF"/>
              </a:solidFill>
              <a:latin typeface="Times New Roman" panose="02020603050405020304" pitchFamily="18" charset="0"/>
              <a:ea typeface="华文新魏" panose="02010800040101010101" pitchFamily="2" charset="-122"/>
            </a:endParaRPr>
          </a:p>
        </p:txBody>
      </p:sp>
      <p:sp>
        <p:nvSpPr>
          <p:cNvPr id="33796" name="Text Box 27"/>
          <p:cNvSpPr txBox="1"/>
          <p:nvPr/>
        </p:nvSpPr>
        <p:spPr>
          <a:xfrm>
            <a:off x="814070" y="2927350"/>
            <a:ext cx="3223260" cy="1788795"/>
          </a:xfrm>
          <a:prstGeom prst="rect">
            <a:avLst/>
          </a:prstGeom>
          <a:noFill/>
          <a:ln w="9525">
            <a:noFill/>
          </a:ln>
        </p:spPr>
        <p:txBody>
          <a:bodyPr wrap="square">
            <a:spAutoFit/>
          </a:bodyPr>
          <a:lstStyle/>
          <a:p>
            <a:pPr eaLnBrk="1" hangingPunct="1">
              <a:lnSpc>
                <a:spcPct val="12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由于图</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电路的两个稳态</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Q</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/Q</a:t>
            </a:r>
            <a:r>
              <a:rPr lang="zh-CN" altLang="en-US" sz="1800" b="1" dirty="0">
                <a:solidFill>
                  <a:schemeClr val="tx1"/>
                </a:solidFill>
                <a:latin typeface="华文新魏" panose="02010800040101010101" pitchFamily="2" charset="-122"/>
                <a:ea typeface="华文新魏" panose="02010800040101010101" pitchFamily="2" charset="-122"/>
              </a:rPr>
              <a:t>不能由外部控制，为此</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增加两个输入端：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S(</a:t>
            </a:r>
            <a:r>
              <a:rPr lang="zh-CN" altLang="en-US" dirty="0">
                <a:solidFill>
                  <a:srgbClr val="0000FF"/>
                </a:solidFill>
                <a:latin typeface="Times New Roman" panose="02020603050405020304" pitchFamily="18" charset="0"/>
                <a:ea typeface="华文新魏" panose="02010800040101010101" pitchFamily="2" charset="-122"/>
              </a:rPr>
              <a:t>置位</a:t>
            </a:r>
            <a:r>
              <a:rPr lang="en-US" altLang="zh-CN" dirty="0">
                <a:solidFill>
                  <a:srgbClr val="0000FF"/>
                </a:solidFill>
                <a:latin typeface="Times New Roman" panose="02020603050405020304" pitchFamily="18" charset="0"/>
                <a:ea typeface="华文新魏" panose="02010800040101010101" pitchFamily="2" charset="-122"/>
              </a:rPr>
              <a:t>)</a:t>
            </a:r>
            <a:r>
              <a:rPr lang="zh-CN" altLang="en-US" sz="1800" b="1" dirty="0">
                <a:solidFill>
                  <a:srgbClr val="0000FF"/>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R(</a:t>
            </a:r>
            <a:r>
              <a:rPr lang="zh-CN" altLang="en-US" dirty="0">
                <a:solidFill>
                  <a:srgbClr val="0000FF"/>
                </a:solidFill>
                <a:latin typeface="Times New Roman" panose="02020603050405020304" pitchFamily="18" charset="0"/>
                <a:ea typeface="华文新魏" panose="02010800040101010101" pitchFamily="2" charset="-122"/>
              </a:rPr>
              <a:t>复位</a:t>
            </a:r>
            <a:r>
              <a:rPr lang="en-US" altLang="zh-CN" dirty="0">
                <a:solidFill>
                  <a:srgbClr val="0000FF"/>
                </a:solidFill>
                <a:latin typeface="Times New Roman" panose="02020603050405020304" pitchFamily="18" charset="0"/>
                <a:ea typeface="华文新魏" panose="02010800040101010101" pitchFamily="2" charset="-122"/>
              </a:rPr>
              <a:t>)</a:t>
            </a:r>
            <a:endParaRPr lang="en-US" altLang="zh-CN" dirty="0">
              <a:solidFill>
                <a:srgbClr val="0000FF"/>
              </a:solidFill>
              <a:latin typeface="Times New Roman" panose="02020603050405020304" pitchFamily="18" charset="0"/>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则得到</a:t>
            </a:r>
            <a:r>
              <a:rPr lang="en-US" altLang="zh-CN" sz="1800" b="1" dirty="0">
                <a:solidFill>
                  <a:schemeClr val="tx1"/>
                </a:solidFill>
                <a:latin typeface="华文新魏" panose="02010800040101010101" pitchFamily="2" charset="-122"/>
                <a:ea typeface="华文新魏" panose="02010800040101010101" pitchFamily="2" charset="-122"/>
              </a:rPr>
              <a:t>S-R</a:t>
            </a:r>
            <a:r>
              <a:rPr lang="zh-CN" altLang="en-US" sz="1800" b="1" dirty="0">
                <a:solidFill>
                  <a:schemeClr val="tx1"/>
                </a:solidFill>
                <a:latin typeface="华文新魏" panose="02010800040101010101" pitchFamily="2" charset="-122"/>
                <a:ea typeface="华文新魏" panose="02010800040101010101" pitchFamily="2" charset="-122"/>
              </a:rPr>
              <a:t>锁存器，如图</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33797" name="Group 60"/>
          <p:cNvGrpSpPr/>
          <p:nvPr/>
        </p:nvGrpSpPr>
        <p:grpSpPr>
          <a:xfrm>
            <a:off x="4353878" y="692150"/>
            <a:ext cx="4314825" cy="2095500"/>
            <a:chOff x="2880" y="624"/>
            <a:chExt cx="2763" cy="1980"/>
          </a:xfrm>
        </p:grpSpPr>
        <p:sp>
          <p:nvSpPr>
            <p:cNvPr id="33827" name="Text Box 24"/>
            <p:cNvSpPr txBox="1"/>
            <p:nvPr/>
          </p:nvSpPr>
          <p:spPr>
            <a:xfrm>
              <a:off x="2928" y="2258"/>
              <a:ext cx="2715" cy="346"/>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一对非门组成的</a:t>
              </a:r>
              <a:r>
                <a:rPr lang="zh-CN" altLang="en-US" sz="1800" b="1" dirty="0">
                  <a:solidFill>
                    <a:srgbClr val="0000FF"/>
                  </a:solidFill>
                  <a:latin typeface="华文新魏" panose="02010800040101010101" pitchFamily="2" charset="-122"/>
                  <a:ea typeface="华文新魏" panose="02010800040101010101" pitchFamily="2" charset="-122"/>
                </a:rPr>
                <a:t>双稳态电路</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
          <p:nvSpPr>
            <p:cNvPr id="33828" name="Line 3"/>
            <p:cNvSpPr/>
            <p:nvPr/>
          </p:nvSpPr>
          <p:spPr>
            <a:xfrm flipV="1">
              <a:off x="3978" y="912"/>
              <a:ext cx="0" cy="240"/>
            </a:xfrm>
            <a:prstGeom prst="line">
              <a:avLst/>
            </a:prstGeom>
            <a:ln w="19050" cap="flat" cmpd="sng">
              <a:solidFill>
                <a:schemeClr val="tx1"/>
              </a:solidFill>
              <a:prstDash val="solid"/>
              <a:headEnd type="none" w="med" len="med"/>
              <a:tailEnd type="none" w="med" len="med"/>
            </a:ln>
          </p:spPr>
        </p:sp>
        <p:sp>
          <p:nvSpPr>
            <p:cNvPr id="33829" name="Oval 5"/>
            <p:cNvSpPr/>
            <p:nvPr/>
          </p:nvSpPr>
          <p:spPr>
            <a:xfrm flipH="1">
              <a:off x="3648" y="912"/>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3830" name="Line 6"/>
            <p:cNvSpPr/>
            <p:nvPr/>
          </p:nvSpPr>
          <p:spPr>
            <a:xfrm>
              <a:off x="3708" y="952"/>
              <a:ext cx="1056" cy="0"/>
            </a:xfrm>
            <a:prstGeom prst="line">
              <a:avLst/>
            </a:prstGeom>
            <a:ln w="19050" cap="flat" cmpd="sng">
              <a:solidFill>
                <a:schemeClr val="tx1"/>
              </a:solidFill>
              <a:prstDash val="solid"/>
              <a:headEnd type="none" w="med" len="med"/>
              <a:tailEnd type="none" w="med" len="med"/>
            </a:ln>
          </p:spPr>
        </p:sp>
        <p:sp>
          <p:nvSpPr>
            <p:cNvPr id="33831" name="Oval 7"/>
            <p:cNvSpPr/>
            <p:nvPr/>
          </p:nvSpPr>
          <p:spPr>
            <a:xfrm flipH="1">
              <a:off x="3940" y="912"/>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b="1" dirty="0">
                <a:solidFill>
                  <a:schemeClr val="tx1"/>
                </a:solidFill>
                <a:latin typeface="黑体" panose="02010609060101010101" pitchFamily="49" charset="-122"/>
                <a:ea typeface="黑体" panose="02010609060101010101" pitchFamily="49" charset="-122"/>
              </a:endParaRPr>
            </a:p>
          </p:txBody>
        </p:sp>
        <p:sp>
          <p:nvSpPr>
            <p:cNvPr id="33832" name="Line 8"/>
            <p:cNvSpPr/>
            <p:nvPr/>
          </p:nvSpPr>
          <p:spPr>
            <a:xfrm flipH="1">
              <a:off x="3168" y="960"/>
              <a:ext cx="192" cy="0"/>
            </a:xfrm>
            <a:prstGeom prst="line">
              <a:avLst/>
            </a:prstGeom>
            <a:ln w="19050" cap="flat" cmpd="sng">
              <a:solidFill>
                <a:schemeClr val="tx1"/>
              </a:solidFill>
              <a:prstDash val="solid"/>
              <a:headEnd type="none" w="med" len="med"/>
              <a:tailEnd type="none" w="med" len="med"/>
            </a:ln>
          </p:spPr>
        </p:sp>
        <p:sp>
          <p:nvSpPr>
            <p:cNvPr id="33833" name="Line 9"/>
            <p:cNvSpPr/>
            <p:nvPr/>
          </p:nvSpPr>
          <p:spPr>
            <a:xfrm>
              <a:off x="3168" y="960"/>
              <a:ext cx="0" cy="192"/>
            </a:xfrm>
            <a:prstGeom prst="line">
              <a:avLst/>
            </a:prstGeom>
            <a:ln w="19050" cap="flat" cmpd="sng">
              <a:solidFill>
                <a:schemeClr val="tx1"/>
              </a:solidFill>
              <a:prstDash val="solid"/>
              <a:headEnd type="none" w="med" len="med"/>
              <a:tailEnd type="none" w="med" len="med"/>
            </a:ln>
          </p:spPr>
        </p:sp>
        <p:sp>
          <p:nvSpPr>
            <p:cNvPr id="33834" name="Line 10"/>
            <p:cNvSpPr/>
            <p:nvPr/>
          </p:nvSpPr>
          <p:spPr>
            <a:xfrm>
              <a:off x="3168" y="1296"/>
              <a:ext cx="0" cy="0"/>
            </a:xfrm>
            <a:prstGeom prst="line">
              <a:avLst/>
            </a:prstGeom>
            <a:ln w="19050" cap="flat" cmpd="sng">
              <a:solidFill>
                <a:schemeClr val="tx1"/>
              </a:solidFill>
              <a:prstDash val="solid"/>
              <a:headEnd type="none" w="med" len="med"/>
              <a:tailEnd type="none" w="med" len="med"/>
            </a:ln>
          </p:spPr>
        </p:sp>
        <p:sp>
          <p:nvSpPr>
            <p:cNvPr id="33835" name="Line 11"/>
            <p:cNvSpPr/>
            <p:nvPr/>
          </p:nvSpPr>
          <p:spPr>
            <a:xfrm>
              <a:off x="3168" y="1152"/>
              <a:ext cx="816" cy="384"/>
            </a:xfrm>
            <a:prstGeom prst="line">
              <a:avLst/>
            </a:prstGeom>
            <a:ln w="19050" cap="flat" cmpd="sng">
              <a:solidFill>
                <a:schemeClr val="tx1"/>
              </a:solidFill>
              <a:prstDash val="solid"/>
              <a:headEnd type="none" w="med" len="med"/>
              <a:tailEnd type="none" w="med" len="med"/>
            </a:ln>
          </p:spPr>
        </p:sp>
        <p:sp>
          <p:nvSpPr>
            <p:cNvPr id="33836" name="Line 12"/>
            <p:cNvSpPr/>
            <p:nvPr/>
          </p:nvSpPr>
          <p:spPr>
            <a:xfrm flipV="1">
              <a:off x="3980" y="1533"/>
              <a:ext cx="0" cy="240"/>
            </a:xfrm>
            <a:prstGeom prst="line">
              <a:avLst/>
            </a:prstGeom>
            <a:ln w="19050" cap="flat" cmpd="sng">
              <a:solidFill>
                <a:schemeClr val="tx1"/>
              </a:solidFill>
              <a:prstDash val="solid"/>
              <a:headEnd type="none" w="med" len="med"/>
              <a:tailEnd type="none" w="med" len="med"/>
            </a:ln>
          </p:spPr>
        </p:sp>
        <p:sp>
          <p:nvSpPr>
            <p:cNvPr id="33837" name="Line 13"/>
            <p:cNvSpPr/>
            <p:nvPr/>
          </p:nvSpPr>
          <p:spPr>
            <a:xfrm flipH="1">
              <a:off x="3168" y="1728"/>
              <a:ext cx="192" cy="0"/>
            </a:xfrm>
            <a:prstGeom prst="line">
              <a:avLst/>
            </a:prstGeom>
            <a:ln w="19050" cap="flat" cmpd="sng">
              <a:solidFill>
                <a:schemeClr val="tx1"/>
              </a:solidFill>
              <a:prstDash val="solid"/>
              <a:headEnd type="none" w="med" len="med"/>
              <a:tailEnd type="none" w="med" len="med"/>
            </a:ln>
          </p:spPr>
        </p:sp>
        <p:sp>
          <p:nvSpPr>
            <p:cNvPr id="33838" name="Line 14"/>
            <p:cNvSpPr/>
            <p:nvPr/>
          </p:nvSpPr>
          <p:spPr>
            <a:xfrm>
              <a:off x="3168" y="1536"/>
              <a:ext cx="0" cy="192"/>
            </a:xfrm>
            <a:prstGeom prst="line">
              <a:avLst/>
            </a:prstGeom>
            <a:ln w="19050" cap="flat" cmpd="sng">
              <a:solidFill>
                <a:schemeClr val="tx1"/>
              </a:solidFill>
              <a:prstDash val="solid"/>
              <a:headEnd type="none" w="med" len="med"/>
              <a:tailEnd type="none" w="med" len="med"/>
            </a:ln>
          </p:spPr>
        </p:sp>
        <p:sp>
          <p:nvSpPr>
            <p:cNvPr id="33839" name="Line 15"/>
            <p:cNvSpPr/>
            <p:nvPr/>
          </p:nvSpPr>
          <p:spPr>
            <a:xfrm flipV="1">
              <a:off x="3168" y="1152"/>
              <a:ext cx="816" cy="384"/>
            </a:xfrm>
            <a:prstGeom prst="line">
              <a:avLst/>
            </a:prstGeom>
            <a:ln w="19050" cap="flat" cmpd="sng">
              <a:solidFill>
                <a:schemeClr val="tx1"/>
              </a:solidFill>
              <a:prstDash val="solid"/>
              <a:headEnd type="none" w="med" len="med"/>
              <a:tailEnd type="none" w="med" len="med"/>
            </a:ln>
          </p:spPr>
        </p:sp>
        <p:sp>
          <p:nvSpPr>
            <p:cNvPr id="33840" name="Text Box 16"/>
            <p:cNvSpPr txBox="1"/>
            <p:nvPr/>
          </p:nvSpPr>
          <p:spPr>
            <a:xfrm>
              <a:off x="2880" y="624"/>
              <a:ext cx="374"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V</a:t>
              </a:r>
              <a:r>
                <a:rPr lang="en-US" altLang="zh-CN" sz="1800" b="1" baseline="-25000" dirty="0">
                  <a:solidFill>
                    <a:schemeClr val="tx1"/>
                  </a:solidFill>
                  <a:latin typeface="黑体" panose="02010609060101010101" pitchFamily="49" charset="-122"/>
                  <a:ea typeface="黑体" panose="02010609060101010101" pitchFamily="49" charset="-122"/>
                </a:rPr>
                <a:t>in1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1" name="Text Box 17"/>
            <p:cNvSpPr txBox="1"/>
            <p:nvPr/>
          </p:nvSpPr>
          <p:spPr>
            <a:xfrm>
              <a:off x="2880" y="1680"/>
              <a:ext cx="428"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V</a:t>
              </a:r>
              <a:r>
                <a:rPr lang="en-US" altLang="zh-CN" sz="1800" b="1" baseline="-25000" dirty="0">
                  <a:solidFill>
                    <a:schemeClr val="tx1"/>
                  </a:solidFill>
                  <a:latin typeface="黑体" panose="02010609060101010101" pitchFamily="49" charset="-122"/>
                  <a:ea typeface="黑体" panose="02010609060101010101" pitchFamily="49" charset="-122"/>
                </a:rPr>
                <a:t>in2</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2" name="Text Box 18"/>
            <p:cNvSpPr txBox="1"/>
            <p:nvPr/>
          </p:nvSpPr>
          <p:spPr>
            <a:xfrm>
              <a:off x="3888" y="624"/>
              <a:ext cx="460"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V</a:t>
              </a:r>
              <a:r>
                <a:rPr lang="en-US" altLang="zh-CN" sz="1800" b="1" baseline="-25000" dirty="0">
                  <a:solidFill>
                    <a:schemeClr val="tx1"/>
                  </a:solidFill>
                  <a:latin typeface="黑体" panose="02010609060101010101" pitchFamily="49" charset="-122"/>
                  <a:ea typeface="黑体" panose="02010609060101010101" pitchFamily="49" charset="-122"/>
                </a:rPr>
                <a:t>out1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3" name="Text Box 19"/>
            <p:cNvSpPr txBox="1"/>
            <p:nvPr/>
          </p:nvSpPr>
          <p:spPr>
            <a:xfrm>
              <a:off x="3888" y="1728"/>
              <a:ext cx="460"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V</a:t>
              </a:r>
              <a:r>
                <a:rPr lang="en-US" altLang="zh-CN" sz="1800" b="1" baseline="-25000" dirty="0">
                  <a:solidFill>
                    <a:schemeClr val="tx1"/>
                  </a:solidFill>
                  <a:latin typeface="黑体" panose="02010609060101010101" pitchFamily="49" charset="-122"/>
                  <a:ea typeface="黑体" panose="02010609060101010101" pitchFamily="49" charset="-122"/>
                </a:rPr>
                <a:t>out2</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4" name="Text Box 20"/>
            <p:cNvSpPr txBox="1"/>
            <p:nvPr/>
          </p:nvSpPr>
          <p:spPr>
            <a:xfrm>
              <a:off x="4896" y="768"/>
              <a:ext cx="187"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5" name="Text Box 21"/>
            <p:cNvSpPr txBox="1"/>
            <p:nvPr/>
          </p:nvSpPr>
          <p:spPr>
            <a:xfrm>
              <a:off x="4823" y="1554"/>
              <a:ext cx="326"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6" name="Rectangle 22"/>
            <p:cNvSpPr/>
            <p:nvPr/>
          </p:nvSpPr>
          <p:spPr>
            <a:xfrm>
              <a:off x="3360" y="720"/>
              <a:ext cx="288" cy="432"/>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3847" name="Rectangle 23"/>
            <p:cNvSpPr/>
            <p:nvPr/>
          </p:nvSpPr>
          <p:spPr>
            <a:xfrm>
              <a:off x="3360" y="1536"/>
              <a:ext cx="288" cy="432"/>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3848" name="Oval 28"/>
            <p:cNvSpPr/>
            <p:nvPr/>
          </p:nvSpPr>
          <p:spPr>
            <a:xfrm flipH="1">
              <a:off x="3648" y="1708"/>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3849" name="Line 29"/>
            <p:cNvSpPr/>
            <p:nvPr/>
          </p:nvSpPr>
          <p:spPr>
            <a:xfrm>
              <a:off x="3708" y="1748"/>
              <a:ext cx="1056" cy="0"/>
            </a:xfrm>
            <a:prstGeom prst="line">
              <a:avLst/>
            </a:prstGeom>
            <a:ln w="19050" cap="flat" cmpd="sng">
              <a:solidFill>
                <a:schemeClr val="tx1"/>
              </a:solidFill>
              <a:prstDash val="solid"/>
              <a:headEnd type="none" w="med" len="med"/>
              <a:tailEnd type="none" w="med" len="med"/>
            </a:ln>
          </p:spPr>
        </p:sp>
        <p:sp>
          <p:nvSpPr>
            <p:cNvPr id="33850" name="Oval 30"/>
            <p:cNvSpPr/>
            <p:nvPr/>
          </p:nvSpPr>
          <p:spPr>
            <a:xfrm flipH="1">
              <a:off x="3940" y="1708"/>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b="1" dirty="0">
                <a:solidFill>
                  <a:schemeClr val="tx1"/>
                </a:solidFill>
                <a:latin typeface="黑体" panose="02010609060101010101" pitchFamily="49" charset="-122"/>
                <a:ea typeface="黑体" panose="02010609060101010101" pitchFamily="49" charset="-122"/>
              </a:endParaRPr>
            </a:p>
          </p:txBody>
        </p:sp>
      </p:grpSp>
      <p:grpSp>
        <p:nvGrpSpPr>
          <p:cNvPr id="33798" name="Group 61"/>
          <p:cNvGrpSpPr/>
          <p:nvPr/>
        </p:nvGrpSpPr>
        <p:grpSpPr>
          <a:xfrm>
            <a:off x="4357053" y="2884488"/>
            <a:ext cx="3770312" cy="1879600"/>
            <a:chOff x="2880" y="2393"/>
            <a:chExt cx="2762" cy="1990"/>
          </a:xfrm>
        </p:grpSpPr>
        <p:sp>
          <p:nvSpPr>
            <p:cNvPr id="33803" name="Text Box 26"/>
            <p:cNvSpPr txBox="1"/>
            <p:nvPr/>
          </p:nvSpPr>
          <p:spPr>
            <a:xfrm>
              <a:off x="2880" y="3992"/>
              <a:ext cx="2762" cy="391"/>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一对或非门组成的</a:t>
              </a:r>
              <a:r>
                <a:rPr lang="en-US" altLang="zh-CN" sz="1800" b="1" dirty="0">
                  <a:solidFill>
                    <a:srgbClr val="0000FF"/>
                  </a:solidFill>
                  <a:latin typeface="华文新魏" panose="02010800040101010101" pitchFamily="2" charset="-122"/>
                  <a:ea typeface="华文新魏" panose="02010800040101010101" pitchFamily="2" charset="-122"/>
                </a:rPr>
                <a:t>S-R</a:t>
              </a:r>
              <a:r>
                <a:rPr lang="zh-CN" altLang="en-US" sz="1800" b="1" dirty="0">
                  <a:solidFill>
                    <a:srgbClr val="0000FF"/>
                  </a:solidFill>
                  <a:latin typeface="华文新魏" panose="02010800040101010101" pitchFamily="2" charset="-122"/>
                  <a:ea typeface="华文新魏" panose="02010800040101010101" pitchFamily="2" charset="-122"/>
                </a:rPr>
                <a:t>锁存器</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
          <p:nvSpPr>
            <p:cNvPr id="33804" name="Line 31"/>
            <p:cNvSpPr/>
            <p:nvPr/>
          </p:nvSpPr>
          <p:spPr>
            <a:xfrm flipH="1">
              <a:off x="3504" y="2784"/>
              <a:ext cx="192" cy="0"/>
            </a:xfrm>
            <a:prstGeom prst="line">
              <a:avLst/>
            </a:prstGeom>
            <a:ln w="19050" cap="flat" cmpd="sng">
              <a:solidFill>
                <a:schemeClr val="tx1"/>
              </a:solidFill>
              <a:prstDash val="solid"/>
              <a:headEnd type="none" w="med" len="med"/>
              <a:tailEnd type="none" w="med" len="med"/>
            </a:ln>
          </p:spPr>
        </p:sp>
        <p:sp>
          <p:nvSpPr>
            <p:cNvPr id="33805" name="Line 32"/>
            <p:cNvSpPr/>
            <p:nvPr/>
          </p:nvSpPr>
          <p:spPr>
            <a:xfrm>
              <a:off x="3504" y="2784"/>
              <a:ext cx="0" cy="144"/>
            </a:xfrm>
            <a:prstGeom prst="line">
              <a:avLst/>
            </a:prstGeom>
            <a:ln w="19050" cap="flat" cmpd="sng">
              <a:solidFill>
                <a:schemeClr val="tx1"/>
              </a:solidFill>
              <a:prstDash val="solid"/>
              <a:headEnd type="none" w="med" len="med"/>
              <a:tailEnd type="none" w="med" len="med"/>
            </a:ln>
          </p:spPr>
        </p:sp>
        <p:sp>
          <p:nvSpPr>
            <p:cNvPr id="33806" name="Line 33"/>
            <p:cNvSpPr/>
            <p:nvPr/>
          </p:nvSpPr>
          <p:spPr>
            <a:xfrm>
              <a:off x="3504" y="3072"/>
              <a:ext cx="1" cy="1"/>
            </a:xfrm>
            <a:prstGeom prst="line">
              <a:avLst/>
            </a:prstGeom>
            <a:ln w="19050" cap="flat" cmpd="sng">
              <a:solidFill>
                <a:schemeClr val="tx1"/>
              </a:solidFill>
              <a:prstDash val="solid"/>
              <a:headEnd type="none" w="med" len="med"/>
              <a:tailEnd type="none" w="med" len="med"/>
            </a:ln>
          </p:spPr>
        </p:sp>
        <p:sp>
          <p:nvSpPr>
            <p:cNvPr id="33807" name="Line 34"/>
            <p:cNvSpPr/>
            <p:nvPr/>
          </p:nvSpPr>
          <p:spPr>
            <a:xfrm>
              <a:off x="3504" y="2928"/>
              <a:ext cx="816" cy="384"/>
            </a:xfrm>
            <a:prstGeom prst="line">
              <a:avLst/>
            </a:prstGeom>
            <a:ln w="19050" cap="flat" cmpd="sng">
              <a:solidFill>
                <a:schemeClr val="tx1"/>
              </a:solidFill>
              <a:prstDash val="solid"/>
              <a:headEnd type="none" w="med" len="med"/>
              <a:tailEnd type="none" w="med" len="med"/>
            </a:ln>
          </p:spPr>
        </p:sp>
        <p:sp>
          <p:nvSpPr>
            <p:cNvPr id="33808" name="Line 35"/>
            <p:cNvSpPr/>
            <p:nvPr/>
          </p:nvSpPr>
          <p:spPr>
            <a:xfrm flipV="1">
              <a:off x="4315" y="3312"/>
              <a:ext cx="0" cy="240"/>
            </a:xfrm>
            <a:prstGeom prst="line">
              <a:avLst/>
            </a:prstGeom>
            <a:ln w="19050" cap="flat" cmpd="sng">
              <a:solidFill>
                <a:schemeClr val="tx1"/>
              </a:solidFill>
              <a:prstDash val="solid"/>
              <a:headEnd type="none" w="med" len="med"/>
              <a:tailEnd type="none" w="med" len="med"/>
            </a:ln>
          </p:spPr>
        </p:sp>
        <p:sp>
          <p:nvSpPr>
            <p:cNvPr id="33809" name="Line 36"/>
            <p:cNvSpPr/>
            <p:nvPr/>
          </p:nvSpPr>
          <p:spPr>
            <a:xfrm flipH="1">
              <a:off x="3504" y="3456"/>
              <a:ext cx="192" cy="1"/>
            </a:xfrm>
            <a:prstGeom prst="line">
              <a:avLst/>
            </a:prstGeom>
            <a:ln w="19050" cap="flat" cmpd="sng">
              <a:solidFill>
                <a:schemeClr val="tx1"/>
              </a:solidFill>
              <a:prstDash val="solid"/>
              <a:headEnd type="none" w="med" len="med"/>
              <a:tailEnd type="none" w="med" len="med"/>
            </a:ln>
          </p:spPr>
        </p:sp>
        <p:sp>
          <p:nvSpPr>
            <p:cNvPr id="33810" name="Line 37"/>
            <p:cNvSpPr/>
            <p:nvPr/>
          </p:nvSpPr>
          <p:spPr>
            <a:xfrm flipH="1">
              <a:off x="3504" y="3312"/>
              <a:ext cx="0" cy="144"/>
            </a:xfrm>
            <a:prstGeom prst="line">
              <a:avLst/>
            </a:prstGeom>
            <a:ln w="19050" cap="flat" cmpd="sng">
              <a:solidFill>
                <a:schemeClr val="tx1"/>
              </a:solidFill>
              <a:prstDash val="solid"/>
              <a:headEnd type="none" w="med" len="med"/>
              <a:tailEnd type="none" w="med" len="med"/>
            </a:ln>
          </p:spPr>
        </p:sp>
        <p:sp>
          <p:nvSpPr>
            <p:cNvPr id="33811" name="Line 38"/>
            <p:cNvSpPr/>
            <p:nvPr/>
          </p:nvSpPr>
          <p:spPr>
            <a:xfrm flipH="1" flipV="1">
              <a:off x="4313" y="2688"/>
              <a:ext cx="0" cy="240"/>
            </a:xfrm>
            <a:prstGeom prst="line">
              <a:avLst/>
            </a:prstGeom>
            <a:ln w="19050" cap="flat" cmpd="sng">
              <a:solidFill>
                <a:schemeClr val="tx1"/>
              </a:solidFill>
              <a:prstDash val="solid"/>
              <a:headEnd type="none" w="med" len="med"/>
              <a:tailEnd type="none" w="med" len="med"/>
            </a:ln>
          </p:spPr>
        </p:sp>
        <p:sp>
          <p:nvSpPr>
            <p:cNvPr id="33812" name="Line 39"/>
            <p:cNvSpPr/>
            <p:nvPr/>
          </p:nvSpPr>
          <p:spPr>
            <a:xfrm flipV="1">
              <a:off x="3504" y="2928"/>
              <a:ext cx="816" cy="384"/>
            </a:xfrm>
            <a:prstGeom prst="line">
              <a:avLst/>
            </a:prstGeom>
            <a:ln w="19050" cap="flat" cmpd="sng">
              <a:solidFill>
                <a:schemeClr val="tx1"/>
              </a:solidFill>
              <a:prstDash val="solid"/>
              <a:headEnd type="none" w="med" len="med"/>
              <a:tailEnd type="none" w="med" len="med"/>
            </a:ln>
          </p:spPr>
        </p:sp>
        <p:sp>
          <p:nvSpPr>
            <p:cNvPr id="33813" name="Text Box 40"/>
            <p:cNvSpPr txBox="1"/>
            <p:nvPr/>
          </p:nvSpPr>
          <p:spPr>
            <a:xfrm>
              <a:off x="5232" y="2544"/>
              <a:ext cx="187" cy="38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14" name="Text Box 41"/>
            <p:cNvSpPr txBox="1"/>
            <p:nvPr/>
          </p:nvSpPr>
          <p:spPr>
            <a:xfrm>
              <a:off x="5154" y="3353"/>
              <a:ext cx="336" cy="391"/>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15" name="Rectangle 42"/>
            <p:cNvSpPr/>
            <p:nvPr/>
          </p:nvSpPr>
          <p:spPr>
            <a:xfrm>
              <a:off x="3696" y="2496"/>
              <a:ext cx="288" cy="432"/>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3816" name="Rectangle 43"/>
            <p:cNvSpPr/>
            <p:nvPr/>
          </p:nvSpPr>
          <p:spPr>
            <a:xfrm>
              <a:off x="3696" y="3312"/>
              <a:ext cx="288" cy="432"/>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3817" name="Line 44"/>
            <p:cNvSpPr/>
            <p:nvPr/>
          </p:nvSpPr>
          <p:spPr>
            <a:xfrm flipH="1">
              <a:off x="3216" y="2640"/>
              <a:ext cx="480" cy="0"/>
            </a:xfrm>
            <a:prstGeom prst="line">
              <a:avLst/>
            </a:prstGeom>
            <a:ln w="19050" cap="flat" cmpd="sng">
              <a:solidFill>
                <a:schemeClr val="tx1"/>
              </a:solidFill>
              <a:prstDash val="solid"/>
              <a:headEnd type="none" w="med" len="med"/>
              <a:tailEnd type="none" w="med" len="med"/>
            </a:ln>
          </p:spPr>
        </p:sp>
        <p:sp>
          <p:nvSpPr>
            <p:cNvPr id="33818" name="Line 45"/>
            <p:cNvSpPr/>
            <p:nvPr/>
          </p:nvSpPr>
          <p:spPr>
            <a:xfrm flipH="1">
              <a:off x="3216" y="3600"/>
              <a:ext cx="480" cy="0"/>
            </a:xfrm>
            <a:prstGeom prst="line">
              <a:avLst/>
            </a:prstGeom>
            <a:ln w="19050" cap="flat" cmpd="sng">
              <a:solidFill>
                <a:schemeClr val="tx1"/>
              </a:solidFill>
              <a:prstDash val="solid"/>
              <a:headEnd type="none" w="med" len="med"/>
              <a:tailEnd type="none" w="med" len="med"/>
            </a:ln>
          </p:spPr>
        </p:sp>
        <p:sp>
          <p:nvSpPr>
            <p:cNvPr id="33819" name="Text Box 46"/>
            <p:cNvSpPr txBox="1"/>
            <p:nvPr/>
          </p:nvSpPr>
          <p:spPr>
            <a:xfrm>
              <a:off x="2955" y="2393"/>
              <a:ext cx="187" cy="38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20" name="Text Box 47"/>
            <p:cNvSpPr txBox="1"/>
            <p:nvPr/>
          </p:nvSpPr>
          <p:spPr>
            <a:xfrm>
              <a:off x="2955" y="3407"/>
              <a:ext cx="187" cy="38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21" name="Oval 48"/>
            <p:cNvSpPr/>
            <p:nvPr/>
          </p:nvSpPr>
          <p:spPr>
            <a:xfrm flipH="1">
              <a:off x="3984" y="2668"/>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3822" name="Line 49"/>
            <p:cNvSpPr/>
            <p:nvPr/>
          </p:nvSpPr>
          <p:spPr>
            <a:xfrm>
              <a:off x="4044" y="2708"/>
              <a:ext cx="1056" cy="0"/>
            </a:xfrm>
            <a:prstGeom prst="line">
              <a:avLst/>
            </a:prstGeom>
            <a:ln w="19050" cap="flat" cmpd="sng">
              <a:solidFill>
                <a:schemeClr val="tx1"/>
              </a:solidFill>
              <a:prstDash val="solid"/>
              <a:headEnd type="none" w="med" len="med"/>
              <a:tailEnd type="none" w="med" len="med"/>
            </a:ln>
          </p:spPr>
        </p:sp>
        <p:sp>
          <p:nvSpPr>
            <p:cNvPr id="33823" name="Oval 50"/>
            <p:cNvSpPr/>
            <p:nvPr/>
          </p:nvSpPr>
          <p:spPr>
            <a:xfrm flipH="1">
              <a:off x="4276" y="2668"/>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33824" name="Oval 51"/>
            <p:cNvSpPr/>
            <p:nvPr/>
          </p:nvSpPr>
          <p:spPr>
            <a:xfrm flipH="1">
              <a:off x="3984" y="3532"/>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3825" name="Line 52"/>
            <p:cNvSpPr/>
            <p:nvPr/>
          </p:nvSpPr>
          <p:spPr>
            <a:xfrm>
              <a:off x="4044" y="3572"/>
              <a:ext cx="1056" cy="0"/>
            </a:xfrm>
            <a:prstGeom prst="line">
              <a:avLst/>
            </a:prstGeom>
            <a:ln w="19050" cap="flat" cmpd="sng">
              <a:solidFill>
                <a:schemeClr val="tx1"/>
              </a:solidFill>
              <a:prstDash val="solid"/>
              <a:headEnd type="none" w="med" len="med"/>
              <a:tailEnd type="none" w="med" len="med"/>
            </a:ln>
          </p:spPr>
        </p:sp>
        <p:sp>
          <p:nvSpPr>
            <p:cNvPr id="33826" name="Oval 53"/>
            <p:cNvSpPr/>
            <p:nvPr/>
          </p:nvSpPr>
          <p:spPr>
            <a:xfrm flipH="1">
              <a:off x="4276" y="3532"/>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 calcmode="lin" valueType="num">
                                      <p:cBhvr additive="base">
                                        <p:cTn id="7" dur="500" fill="hold"/>
                                        <p:tgtEl>
                                          <p:spTgt spid="33795"/>
                                        </p:tgtEl>
                                        <p:attrNameLst>
                                          <p:attrName>ppt_x</p:attrName>
                                        </p:attrNameLst>
                                      </p:cBhvr>
                                      <p:tavLst>
                                        <p:tav tm="0">
                                          <p:val>
                                            <p:strVal val="#ppt_x"/>
                                          </p:val>
                                        </p:tav>
                                        <p:tav tm="100000">
                                          <p:val>
                                            <p:strVal val="#ppt_x"/>
                                          </p:val>
                                        </p:tav>
                                      </p:tavLst>
                                    </p:anim>
                                    <p:anim calcmode="lin" valueType="num">
                                      <p:cBhvr additive="base">
                                        <p:cTn id="8" dur="500" fill="hold"/>
                                        <p:tgtEl>
                                          <p:spTgt spid="337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796"/>
                                        </p:tgtEl>
                                        <p:attrNameLst>
                                          <p:attrName>style.visibility</p:attrName>
                                        </p:attrNameLst>
                                      </p:cBhvr>
                                      <p:to>
                                        <p:strVal val="visible"/>
                                      </p:to>
                                    </p:set>
                                    <p:anim calcmode="lin" valueType="num">
                                      <p:cBhvr additive="base">
                                        <p:cTn id="13" dur="500" fill="hold"/>
                                        <p:tgtEl>
                                          <p:spTgt spid="33796"/>
                                        </p:tgtEl>
                                        <p:attrNameLst>
                                          <p:attrName>ppt_x</p:attrName>
                                        </p:attrNameLst>
                                      </p:cBhvr>
                                      <p:tavLst>
                                        <p:tav tm="0">
                                          <p:val>
                                            <p:strVal val="#ppt_x"/>
                                          </p:val>
                                        </p:tav>
                                        <p:tav tm="100000">
                                          <p:val>
                                            <p:strVal val="#ppt_x"/>
                                          </p:val>
                                        </p:tav>
                                      </p:tavLst>
                                    </p:anim>
                                    <p:anim calcmode="lin" valueType="num">
                                      <p:cBhvr additive="base">
                                        <p:cTn id="14" dur="500" fill="hold"/>
                                        <p:tgtEl>
                                          <p:spTgt spid="3379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3798"/>
                                        </p:tgtEl>
                                        <p:attrNameLst>
                                          <p:attrName>style.visibility</p:attrName>
                                        </p:attrNameLst>
                                      </p:cBhvr>
                                      <p:to>
                                        <p:strVal val="visible"/>
                                      </p:to>
                                    </p:set>
                                    <p:anim calcmode="lin" valueType="num">
                                      <p:cBhvr additive="base">
                                        <p:cTn id="19" dur="500" fill="hold"/>
                                        <p:tgtEl>
                                          <p:spTgt spid="33798"/>
                                        </p:tgtEl>
                                        <p:attrNameLst>
                                          <p:attrName>ppt_x</p:attrName>
                                        </p:attrNameLst>
                                      </p:cBhvr>
                                      <p:tavLst>
                                        <p:tav tm="0">
                                          <p:val>
                                            <p:strVal val="#ppt_x"/>
                                          </p:val>
                                        </p:tav>
                                        <p:tav tm="100000">
                                          <p:val>
                                            <p:strVal val="#ppt_x"/>
                                          </p:val>
                                        </p:tav>
                                      </p:tavLst>
                                    </p:anim>
                                    <p:anim calcmode="lin" valueType="num">
                                      <p:cBhvr additive="base">
                                        <p:cTn id="20" dur="500" fill="hold"/>
                                        <p:tgtEl>
                                          <p:spTgt spid="337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P spid="33795" grpId="1"/>
      <p:bldP spid="33796" grpId="0"/>
      <p:bldP spid="33796"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a:xfrm>
            <a:off x="381000" y="415925"/>
            <a:ext cx="5257800" cy="51435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   S-R </a:t>
            </a:r>
            <a:r>
              <a:rPr lang="zh-CN" altLang="en-US" sz="2000" b="1" dirty="0">
                <a:solidFill>
                  <a:srgbClr val="FF0000"/>
                </a:solidFill>
                <a:latin typeface="华文新魏" panose="02010800040101010101" pitchFamily="2" charset="-122"/>
                <a:ea typeface="华文新魏" panose="02010800040101010101" pitchFamily="2" charset="-122"/>
              </a:rPr>
              <a:t>锁存器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pSp>
        <p:nvGrpSpPr>
          <p:cNvPr id="34819" name="Group 34"/>
          <p:cNvGrpSpPr/>
          <p:nvPr/>
        </p:nvGrpSpPr>
        <p:grpSpPr>
          <a:xfrm>
            <a:off x="552450" y="700088"/>
            <a:ext cx="2555875" cy="1130300"/>
            <a:chOff x="480" y="627"/>
            <a:chExt cx="1533" cy="1177"/>
          </a:xfrm>
        </p:grpSpPr>
        <p:sp>
          <p:nvSpPr>
            <p:cNvPr id="34934" name="Rectangle 5"/>
            <p:cNvSpPr/>
            <p:nvPr/>
          </p:nvSpPr>
          <p:spPr>
            <a:xfrm>
              <a:off x="1004" y="768"/>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35" name="Text Box 6"/>
            <p:cNvSpPr txBox="1"/>
            <p:nvPr/>
          </p:nvSpPr>
          <p:spPr>
            <a:xfrm>
              <a:off x="980" y="751"/>
              <a:ext cx="630"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36" name="Line 7"/>
            <p:cNvSpPr/>
            <p:nvPr/>
          </p:nvSpPr>
          <p:spPr>
            <a:xfrm>
              <a:off x="720" y="856"/>
              <a:ext cx="284" cy="0"/>
            </a:xfrm>
            <a:prstGeom prst="line">
              <a:avLst/>
            </a:prstGeom>
            <a:ln w="19050" cap="flat" cmpd="sng">
              <a:solidFill>
                <a:schemeClr val="tx1"/>
              </a:solidFill>
              <a:prstDash val="solid"/>
              <a:headEnd type="none" w="med" len="med"/>
              <a:tailEnd type="none" w="med" len="med"/>
            </a:ln>
          </p:spPr>
        </p:sp>
        <p:sp>
          <p:nvSpPr>
            <p:cNvPr id="34937" name="Line 8"/>
            <p:cNvSpPr/>
            <p:nvPr/>
          </p:nvSpPr>
          <p:spPr>
            <a:xfrm>
              <a:off x="1317" y="917"/>
              <a:ext cx="351" cy="0"/>
            </a:xfrm>
            <a:prstGeom prst="line">
              <a:avLst/>
            </a:prstGeom>
            <a:ln w="19050" cap="flat" cmpd="sng">
              <a:solidFill>
                <a:schemeClr val="tx1"/>
              </a:solidFill>
              <a:prstDash val="solid"/>
              <a:headEnd type="none" w="med" len="med"/>
              <a:tailEnd type="none" w="med" len="med"/>
            </a:ln>
          </p:spPr>
        </p:sp>
        <p:sp>
          <p:nvSpPr>
            <p:cNvPr id="34938" name="Oval 10"/>
            <p:cNvSpPr/>
            <p:nvPr/>
          </p:nvSpPr>
          <p:spPr>
            <a:xfrm>
              <a:off x="1251" y="894"/>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39" name="Rectangle 14"/>
            <p:cNvSpPr/>
            <p:nvPr/>
          </p:nvSpPr>
          <p:spPr>
            <a:xfrm>
              <a:off x="1004" y="1431"/>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40" name="Text Box 15"/>
            <p:cNvSpPr txBox="1"/>
            <p:nvPr/>
          </p:nvSpPr>
          <p:spPr>
            <a:xfrm>
              <a:off x="980" y="1414"/>
              <a:ext cx="402"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41" name="Line 16"/>
            <p:cNvSpPr/>
            <p:nvPr/>
          </p:nvSpPr>
          <p:spPr>
            <a:xfrm>
              <a:off x="861" y="1519"/>
              <a:ext cx="147" cy="0"/>
            </a:xfrm>
            <a:prstGeom prst="line">
              <a:avLst/>
            </a:prstGeom>
            <a:ln w="19050" cap="flat" cmpd="sng">
              <a:solidFill>
                <a:schemeClr val="tx1"/>
              </a:solidFill>
              <a:prstDash val="solid"/>
              <a:headEnd type="none" w="med" len="med"/>
              <a:tailEnd type="none" w="med" len="med"/>
            </a:ln>
          </p:spPr>
        </p:sp>
        <p:sp>
          <p:nvSpPr>
            <p:cNvPr id="34942" name="Line 17"/>
            <p:cNvSpPr/>
            <p:nvPr/>
          </p:nvSpPr>
          <p:spPr>
            <a:xfrm>
              <a:off x="1317" y="1580"/>
              <a:ext cx="351" cy="0"/>
            </a:xfrm>
            <a:prstGeom prst="line">
              <a:avLst/>
            </a:prstGeom>
            <a:ln w="19050" cap="flat" cmpd="sng">
              <a:solidFill>
                <a:schemeClr val="tx1"/>
              </a:solidFill>
              <a:prstDash val="solid"/>
              <a:headEnd type="none" w="med" len="med"/>
              <a:tailEnd type="none" w="med" len="med"/>
            </a:ln>
          </p:spPr>
        </p:sp>
        <p:sp>
          <p:nvSpPr>
            <p:cNvPr id="34943" name="Line 18"/>
            <p:cNvSpPr/>
            <p:nvPr/>
          </p:nvSpPr>
          <p:spPr>
            <a:xfrm>
              <a:off x="720" y="1631"/>
              <a:ext cx="284" cy="0"/>
            </a:xfrm>
            <a:prstGeom prst="line">
              <a:avLst/>
            </a:prstGeom>
            <a:ln w="19050" cap="flat" cmpd="sng">
              <a:solidFill>
                <a:schemeClr val="tx1"/>
              </a:solidFill>
              <a:prstDash val="solid"/>
              <a:headEnd type="none" w="med" len="med"/>
              <a:tailEnd type="none" w="med" len="med"/>
            </a:ln>
          </p:spPr>
        </p:sp>
        <p:sp>
          <p:nvSpPr>
            <p:cNvPr id="34944" name="Oval 19"/>
            <p:cNvSpPr/>
            <p:nvPr/>
          </p:nvSpPr>
          <p:spPr>
            <a:xfrm>
              <a:off x="1251" y="1557"/>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45" name="Line 20"/>
            <p:cNvSpPr/>
            <p:nvPr/>
          </p:nvSpPr>
          <p:spPr>
            <a:xfrm>
              <a:off x="854" y="978"/>
              <a:ext cx="147" cy="0"/>
            </a:xfrm>
            <a:prstGeom prst="line">
              <a:avLst/>
            </a:prstGeom>
            <a:ln w="19050" cap="flat" cmpd="sng">
              <a:solidFill>
                <a:schemeClr val="tx1"/>
              </a:solidFill>
              <a:prstDash val="solid"/>
              <a:headEnd type="none" w="med" len="med"/>
              <a:tailEnd type="none" w="med" len="med"/>
            </a:ln>
          </p:spPr>
        </p:sp>
        <p:sp>
          <p:nvSpPr>
            <p:cNvPr id="34946" name="Line 21"/>
            <p:cNvSpPr/>
            <p:nvPr/>
          </p:nvSpPr>
          <p:spPr>
            <a:xfrm>
              <a:off x="1430" y="928"/>
              <a:ext cx="0" cy="190"/>
            </a:xfrm>
            <a:prstGeom prst="line">
              <a:avLst/>
            </a:prstGeom>
            <a:ln w="19050" cap="flat" cmpd="sng">
              <a:solidFill>
                <a:schemeClr val="tx1"/>
              </a:solidFill>
              <a:prstDash val="solid"/>
              <a:headEnd type="none" w="med" len="med"/>
              <a:tailEnd type="none" w="med" len="med"/>
            </a:ln>
          </p:spPr>
        </p:sp>
        <p:sp>
          <p:nvSpPr>
            <p:cNvPr id="34947" name="Line 22"/>
            <p:cNvSpPr/>
            <p:nvPr/>
          </p:nvSpPr>
          <p:spPr>
            <a:xfrm>
              <a:off x="864" y="1369"/>
              <a:ext cx="0" cy="147"/>
            </a:xfrm>
            <a:prstGeom prst="line">
              <a:avLst/>
            </a:prstGeom>
            <a:ln w="19050" cap="flat" cmpd="sng">
              <a:solidFill>
                <a:schemeClr val="tx1"/>
              </a:solidFill>
              <a:prstDash val="solid"/>
              <a:headEnd type="none" w="med" len="med"/>
              <a:tailEnd type="none" w="med" len="med"/>
            </a:ln>
          </p:spPr>
        </p:sp>
        <p:sp>
          <p:nvSpPr>
            <p:cNvPr id="34948" name="Line 23"/>
            <p:cNvSpPr/>
            <p:nvPr/>
          </p:nvSpPr>
          <p:spPr>
            <a:xfrm>
              <a:off x="1440" y="1378"/>
              <a:ext cx="0" cy="190"/>
            </a:xfrm>
            <a:prstGeom prst="line">
              <a:avLst/>
            </a:prstGeom>
            <a:ln w="19050" cap="flat" cmpd="sng">
              <a:solidFill>
                <a:schemeClr val="tx1"/>
              </a:solidFill>
              <a:prstDash val="solid"/>
              <a:headEnd type="none" w="med" len="med"/>
              <a:tailEnd type="none" w="med" len="med"/>
            </a:ln>
          </p:spPr>
        </p:sp>
        <p:sp>
          <p:nvSpPr>
            <p:cNvPr id="34949" name="Line 24"/>
            <p:cNvSpPr/>
            <p:nvPr/>
          </p:nvSpPr>
          <p:spPr>
            <a:xfrm>
              <a:off x="864" y="988"/>
              <a:ext cx="0" cy="147"/>
            </a:xfrm>
            <a:prstGeom prst="line">
              <a:avLst/>
            </a:prstGeom>
            <a:ln w="19050" cap="flat" cmpd="sng">
              <a:solidFill>
                <a:schemeClr val="tx1"/>
              </a:solidFill>
              <a:prstDash val="solid"/>
              <a:headEnd type="none" w="med" len="med"/>
              <a:tailEnd type="none" w="med" len="med"/>
            </a:ln>
          </p:spPr>
        </p:sp>
        <p:sp>
          <p:nvSpPr>
            <p:cNvPr id="34950" name="Line 25"/>
            <p:cNvSpPr/>
            <p:nvPr/>
          </p:nvSpPr>
          <p:spPr>
            <a:xfrm>
              <a:off x="864" y="1134"/>
              <a:ext cx="576" cy="240"/>
            </a:xfrm>
            <a:prstGeom prst="line">
              <a:avLst/>
            </a:prstGeom>
            <a:ln w="19050" cap="flat" cmpd="sng">
              <a:solidFill>
                <a:schemeClr val="tx1"/>
              </a:solidFill>
              <a:prstDash val="solid"/>
              <a:headEnd type="none" w="med" len="med"/>
              <a:tailEnd type="none" w="med" len="med"/>
            </a:ln>
          </p:spPr>
        </p:sp>
        <p:sp>
          <p:nvSpPr>
            <p:cNvPr id="34951" name="Line 26"/>
            <p:cNvSpPr/>
            <p:nvPr/>
          </p:nvSpPr>
          <p:spPr>
            <a:xfrm flipH="1">
              <a:off x="864" y="1122"/>
              <a:ext cx="576" cy="240"/>
            </a:xfrm>
            <a:prstGeom prst="line">
              <a:avLst/>
            </a:prstGeom>
            <a:ln w="19050" cap="flat" cmpd="sng">
              <a:solidFill>
                <a:schemeClr val="tx1"/>
              </a:solidFill>
              <a:prstDash val="solid"/>
              <a:headEnd type="none" w="med" len="med"/>
              <a:tailEnd type="none" w="med" len="med"/>
            </a:ln>
          </p:spPr>
        </p:sp>
        <p:sp>
          <p:nvSpPr>
            <p:cNvPr id="34952" name="Oval 27"/>
            <p:cNvSpPr/>
            <p:nvPr/>
          </p:nvSpPr>
          <p:spPr>
            <a:xfrm>
              <a:off x="1418" y="154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53" name="Oval 29"/>
            <p:cNvSpPr/>
            <p:nvPr/>
          </p:nvSpPr>
          <p:spPr>
            <a:xfrm>
              <a:off x="1404" y="89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54" name="Text Box 30"/>
            <p:cNvSpPr txBox="1"/>
            <p:nvPr/>
          </p:nvSpPr>
          <p:spPr>
            <a:xfrm>
              <a:off x="480" y="627"/>
              <a:ext cx="240"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55" name="Text Box 31"/>
            <p:cNvSpPr txBox="1"/>
            <p:nvPr/>
          </p:nvSpPr>
          <p:spPr>
            <a:xfrm>
              <a:off x="480" y="1440"/>
              <a:ext cx="240"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56" name="Text Box 32"/>
            <p:cNvSpPr txBox="1"/>
            <p:nvPr/>
          </p:nvSpPr>
          <p:spPr>
            <a:xfrm>
              <a:off x="1742" y="732"/>
              <a:ext cx="240"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57" name="Text Box 33"/>
            <p:cNvSpPr txBox="1"/>
            <p:nvPr/>
          </p:nvSpPr>
          <p:spPr>
            <a:xfrm>
              <a:off x="1677" y="1392"/>
              <a:ext cx="336"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graphicFrame>
        <p:nvGraphicFramePr>
          <p:cNvPr id="45294" name="Group 238"/>
          <p:cNvGraphicFramePr>
            <a:graphicFrameLocks noGrp="1"/>
          </p:cNvGraphicFramePr>
          <p:nvPr>
            <p:custDataLst>
              <p:tags r:id="rId1"/>
            </p:custDataLst>
          </p:nvPr>
        </p:nvGraphicFramePr>
        <p:xfrm>
          <a:off x="614363" y="2181225"/>
          <a:ext cx="2490787" cy="2343150"/>
        </p:xfrm>
        <a:graphic>
          <a:graphicData uri="http://schemas.openxmlformats.org/drawingml/2006/table">
            <a:tbl>
              <a:tblPr/>
              <a:tblGrid>
                <a:gridCol w="1761265"/>
                <a:gridCol w="729522"/>
              </a:tblGrid>
              <a:tr h="276150">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       Q</a:t>
                      </a:r>
                      <a:endPar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4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0       0       1</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0       1       0</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939" name="Group 147"/>
          <p:cNvGraphicFramePr>
            <a:graphicFrameLocks noGrp="1"/>
          </p:cNvGraphicFramePr>
          <p:nvPr/>
        </p:nvGraphicFramePr>
        <p:xfrm>
          <a:off x="3759200" y="493713"/>
          <a:ext cx="2014538" cy="1412875"/>
        </p:xfrm>
        <a:graphic>
          <a:graphicData uri="http://schemas.openxmlformats.org/drawingml/2006/table">
            <a:tbl>
              <a:tblPr/>
              <a:tblGrid>
                <a:gridCol w="1279525"/>
                <a:gridCol w="735013"/>
              </a:tblGrid>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a:t>
                      </a:r>
                      <a:endPar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4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4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Q</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936" name="Group 144"/>
          <p:cNvGraphicFramePr>
            <a:graphicFrameLocks noGrp="1"/>
          </p:cNvGraphicFramePr>
          <p:nvPr>
            <p:custDataLst>
              <p:tags r:id="rId2"/>
            </p:custDataLst>
          </p:nvPr>
        </p:nvGraphicFramePr>
        <p:xfrm>
          <a:off x="6076950" y="715963"/>
          <a:ext cx="2622550" cy="947738"/>
        </p:xfrm>
        <a:graphic>
          <a:graphicData uri="http://schemas.openxmlformats.org/drawingml/2006/table">
            <a:tbl>
              <a:tblPr/>
              <a:tblGrid>
                <a:gridCol w="527050"/>
                <a:gridCol w="522288"/>
                <a:gridCol w="525462"/>
                <a:gridCol w="522288"/>
                <a:gridCol w="525462"/>
              </a:tblGrid>
              <a:tr h="3587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8416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4897" name="Text Box 329"/>
          <p:cNvSpPr txBox="1"/>
          <p:nvPr/>
        </p:nvSpPr>
        <p:spPr>
          <a:xfrm>
            <a:off x="1006475" y="1754188"/>
            <a:ext cx="1295400" cy="36671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① </a:t>
            </a:r>
            <a:r>
              <a:rPr lang="zh-CN" altLang="en-US" sz="1800" b="1" dirty="0">
                <a:solidFill>
                  <a:schemeClr val="tx1"/>
                </a:solidFill>
                <a:latin typeface="华文新魏" panose="02010800040101010101" pitchFamily="2" charset="-122"/>
                <a:ea typeface="华文新魏" panose="02010800040101010101" pitchFamily="2" charset="-122"/>
              </a:rPr>
              <a:t>电路图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4898" name="Text Box 330"/>
          <p:cNvSpPr txBox="1"/>
          <p:nvPr/>
        </p:nvSpPr>
        <p:spPr>
          <a:xfrm>
            <a:off x="987425" y="4510088"/>
            <a:ext cx="19050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4899" name="Text Box 331"/>
          <p:cNvSpPr txBox="1"/>
          <p:nvPr/>
        </p:nvSpPr>
        <p:spPr>
          <a:xfrm>
            <a:off x="3632200" y="1930400"/>
            <a:ext cx="2141538"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③ </a:t>
            </a:r>
            <a:r>
              <a:rPr lang="zh-CN" altLang="en-US" sz="1800" b="1" dirty="0">
                <a:solidFill>
                  <a:srgbClr val="0000FF"/>
                </a:solidFill>
                <a:latin typeface="华文新魏" panose="02010800040101010101" pitchFamily="2" charset="-122"/>
                <a:ea typeface="华文新魏" panose="02010800040101010101" pitchFamily="2" charset="-122"/>
              </a:rPr>
              <a:t>简化次态真值表</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grpSp>
        <p:nvGrpSpPr>
          <p:cNvPr id="34900" name="Group 333"/>
          <p:cNvGrpSpPr/>
          <p:nvPr/>
        </p:nvGrpSpPr>
        <p:grpSpPr>
          <a:xfrm>
            <a:off x="6076950" y="661988"/>
            <a:ext cx="2347913" cy="1641870"/>
            <a:chOff x="2448" y="2688"/>
            <a:chExt cx="1479" cy="1377"/>
          </a:xfrm>
        </p:grpSpPr>
        <p:grpSp>
          <p:nvGrpSpPr>
            <p:cNvPr id="34930" name="Group 288"/>
            <p:cNvGrpSpPr/>
            <p:nvPr/>
          </p:nvGrpSpPr>
          <p:grpSpPr>
            <a:xfrm>
              <a:off x="2448" y="2688"/>
              <a:ext cx="534" cy="431"/>
              <a:chOff x="3148" y="2928"/>
              <a:chExt cx="534" cy="431"/>
            </a:xfrm>
          </p:grpSpPr>
          <p:sp>
            <p:nvSpPr>
              <p:cNvPr id="34932" name="Text Box 222"/>
              <p:cNvSpPr txBox="1"/>
              <p:nvPr/>
            </p:nvSpPr>
            <p:spPr>
              <a:xfrm>
                <a:off x="3298" y="2928"/>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33" name="Text Box 223"/>
              <p:cNvSpPr txBox="1"/>
              <p:nvPr/>
            </p:nvSpPr>
            <p:spPr>
              <a:xfrm>
                <a:off x="3148" y="3052"/>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34931" name="Text Box 332"/>
            <p:cNvSpPr txBox="1"/>
            <p:nvPr/>
          </p:nvSpPr>
          <p:spPr>
            <a:xfrm>
              <a:off x="2710" y="3756"/>
              <a:ext cx="1217" cy="309"/>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④  </a:t>
              </a:r>
              <a:r>
                <a:rPr lang="zh-CN" altLang="en-US" sz="1800" b="1" dirty="0">
                  <a:solidFill>
                    <a:srgbClr val="FF0000"/>
                  </a:solidFill>
                  <a:latin typeface="华文新魏" panose="02010800040101010101" pitchFamily="2" charset="-122"/>
                  <a:ea typeface="华文新魏" panose="02010800040101010101" pitchFamily="2" charset="-122"/>
                  <a:sym typeface="+mn-ea"/>
                </a:rPr>
                <a:t>次态</a:t>
              </a:r>
              <a:r>
                <a:rPr lang="zh-CN" altLang="en-US" sz="1800" b="1" dirty="0">
                  <a:solidFill>
                    <a:schemeClr val="tx1"/>
                  </a:solidFill>
                  <a:latin typeface="华文新魏" panose="02010800040101010101" pitchFamily="2" charset="-122"/>
                  <a:ea typeface="华文新魏" panose="02010800040101010101" pitchFamily="2" charset="-122"/>
                </a:rPr>
                <a:t>卡诺图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34901" name="Group 337"/>
          <p:cNvGrpSpPr/>
          <p:nvPr/>
        </p:nvGrpSpPr>
        <p:grpSpPr>
          <a:xfrm>
            <a:off x="3659188" y="3730625"/>
            <a:ext cx="4627562" cy="798513"/>
            <a:chOff x="1347" y="144"/>
            <a:chExt cx="3645" cy="671"/>
          </a:xfrm>
        </p:grpSpPr>
        <p:sp>
          <p:nvSpPr>
            <p:cNvPr id="34909" name="Rectangle 35"/>
            <p:cNvSpPr/>
            <p:nvPr/>
          </p:nvSpPr>
          <p:spPr>
            <a:xfrm>
              <a:off x="3041" y="162"/>
              <a:ext cx="432" cy="57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10" name="Line 36"/>
            <p:cNvSpPr/>
            <p:nvPr/>
          </p:nvSpPr>
          <p:spPr>
            <a:xfrm>
              <a:off x="2849" y="258"/>
              <a:ext cx="190" cy="0"/>
            </a:xfrm>
            <a:prstGeom prst="line">
              <a:avLst/>
            </a:prstGeom>
            <a:ln w="19050" cap="flat" cmpd="sng">
              <a:solidFill>
                <a:schemeClr val="tx1"/>
              </a:solidFill>
              <a:prstDash val="solid"/>
              <a:headEnd type="none" w="med" len="med"/>
              <a:tailEnd type="none" w="med" len="med"/>
            </a:ln>
          </p:spPr>
        </p:sp>
        <p:sp>
          <p:nvSpPr>
            <p:cNvPr id="34911" name="Line 37"/>
            <p:cNvSpPr/>
            <p:nvPr/>
          </p:nvSpPr>
          <p:spPr>
            <a:xfrm>
              <a:off x="2849" y="614"/>
              <a:ext cx="190" cy="0"/>
            </a:xfrm>
            <a:prstGeom prst="line">
              <a:avLst/>
            </a:prstGeom>
            <a:ln w="19050" cap="flat" cmpd="sng">
              <a:solidFill>
                <a:schemeClr val="tx1"/>
              </a:solidFill>
              <a:prstDash val="solid"/>
              <a:headEnd type="none" w="med" len="med"/>
              <a:tailEnd type="none" w="med" len="med"/>
            </a:ln>
          </p:spPr>
        </p:sp>
        <p:sp>
          <p:nvSpPr>
            <p:cNvPr id="34912" name="Line 38"/>
            <p:cNvSpPr/>
            <p:nvPr/>
          </p:nvSpPr>
          <p:spPr>
            <a:xfrm>
              <a:off x="3483" y="258"/>
              <a:ext cx="213" cy="0"/>
            </a:xfrm>
            <a:prstGeom prst="line">
              <a:avLst/>
            </a:prstGeom>
            <a:ln w="19050" cap="flat" cmpd="sng">
              <a:solidFill>
                <a:schemeClr val="tx1"/>
              </a:solidFill>
              <a:prstDash val="solid"/>
              <a:headEnd type="none" w="med" len="med"/>
              <a:tailEnd type="none" w="med" len="med"/>
            </a:ln>
          </p:spPr>
        </p:sp>
        <p:sp>
          <p:nvSpPr>
            <p:cNvPr id="34913" name="Line 39"/>
            <p:cNvSpPr/>
            <p:nvPr/>
          </p:nvSpPr>
          <p:spPr>
            <a:xfrm>
              <a:off x="3541" y="594"/>
              <a:ext cx="144" cy="0"/>
            </a:xfrm>
            <a:prstGeom prst="line">
              <a:avLst/>
            </a:prstGeom>
            <a:ln w="19050" cap="flat" cmpd="sng">
              <a:solidFill>
                <a:schemeClr val="tx1"/>
              </a:solidFill>
              <a:prstDash val="solid"/>
              <a:headEnd type="none" w="med" len="med"/>
              <a:tailEnd type="none" w="med" len="med"/>
            </a:ln>
          </p:spPr>
        </p:sp>
        <p:sp>
          <p:nvSpPr>
            <p:cNvPr id="34914" name="Oval 40"/>
            <p:cNvSpPr/>
            <p:nvPr/>
          </p:nvSpPr>
          <p:spPr>
            <a:xfrm>
              <a:off x="3473" y="55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15" name="Text Box 41"/>
            <p:cNvSpPr txBox="1"/>
            <p:nvPr/>
          </p:nvSpPr>
          <p:spPr>
            <a:xfrm>
              <a:off x="3013" y="151"/>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16" name="Text Box 42"/>
            <p:cNvSpPr txBox="1"/>
            <p:nvPr/>
          </p:nvSpPr>
          <p:spPr>
            <a:xfrm>
              <a:off x="3011" y="498"/>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17" name="Text Box 43"/>
            <p:cNvSpPr txBox="1"/>
            <p:nvPr/>
          </p:nvSpPr>
          <p:spPr>
            <a:xfrm>
              <a:off x="3281" y="144"/>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18" name="Text Box 44"/>
            <p:cNvSpPr txBox="1"/>
            <p:nvPr/>
          </p:nvSpPr>
          <p:spPr>
            <a:xfrm>
              <a:off x="3281" y="47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19" name="Rectangle 47"/>
            <p:cNvSpPr/>
            <p:nvPr/>
          </p:nvSpPr>
          <p:spPr>
            <a:xfrm>
              <a:off x="4337" y="172"/>
              <a:ext cx="432" cy="57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20" name="Line 48"/>
            <p:cNvSpPr/>
            <p:nvPr/>
          </p:nvSpPr>
          <p:spPr>
            <a:xfrm>
              <a:off x="4145" y="268"/>
              <a:ext cx="190" cy="0"/>
            </a:xfrm>
            <a:prstGeom prst="line">
              <a:avLst/>
            </a:prstGeom>
            <a:ln w="19050" cap="flat" cmpd="sng">
              <a:solidFill>
                <a:schemeClr val="tx1"/>
              </a:solidFill>
              <a:prstDash val="solid"/>
              <a:headEnd type="none" w="med" len="med"/>
              <a:tailEnd type="none" w="med" len="med"/>
            </a:ln>
          </p:spPr>
        </p:sp>
        <p:sp>
          <p:nvSpPr>
            <p:cNvPr id="34921" name="Line 49"/>
            <p:cNvSpPr/>
            <p:nvPr/>
          </p:nvSpPr>
          <p:spPr>
            <a:xfrm>
              <a:off x="4145" y="624"/>
              <a:ext cx="190" cy="0"/>
            </a:xfrm>
            <a:prstGeom prst="line">
              <a:avLst/>
            </a:prstGeom>
            <a:ln w="19050" cap="flat" cmpd="sng">
              <a:solidFill>
                <a:schemeClr val="tx1"/>
              </a:solidFill>
              <a:prstDash val="solid"/>
              <a:headEnd type="none" w="med" len="med"/>
              <a:tailEnd type="none" w="med" len="med"/>
            </a:ln>
          </p:spPr>
        </p:sp>
        <p:sp>
          <p:nvSpPr>
            <p:cNvPr id="34922" name="Line 50"/>
            <p:cNvSpPr/>
            <p:nvPr/>
          </p:nvSpPr>
          <p:spPr>
            <a:xfrm>
              <a:off x="4779" y="268"/>
              <a:ext cx="213" cy="0"/>
            </a:xfrm>
            <a:prstGeom prst="line">
              <a:avLst/>
            </a:prstGeom>
            <a:ln w="19050" cap="flat" cmpd="sng">
              <a:solidFill>
                <a:schemeClr val="tx1"/>
              </a:solidFill>
              <a:prstDash val="solid"/>
              <a:headEnd type="none" w="med" len="med"/>
              <a:tailEnd type="none" w="med" len="med"/>
            </a:ln>
          </p:spPr>
        </p:sp>
        <p:sp>
          <p:nvSpPr>
            <p:cNvPr id="34923" name="Line 51"/>
            <p:cNvSpPr/>
            <p:nvPr/>
          </p:nvSpPr>
          <p:spPr>
            <a:xfrm>
              <a:off x="4837" y="604"/>
              <a:ext cx="144" cy="0"/>
            </a:xfrm>
            <a:prstGeom prst="line">
              <a:avLst/>
            </a:prstGeom>
            <a:ln w="19050" cap="flat" cmpd="sng">
              <a:solidFill>
                <a:schemeClr val="tx1"/>
              </a:solidFill>
              <a:prstDash val="solid"/>
              <a:headEnd type="none" w="med" len="med"/>
              <a:tailEnd type="none" w="med" len="med"/>
            </a:ln>
          </p:spPr>
        </p:sp>
        <p:sp>
          <p:nvSpPr>
            <p:cNvPr id="34924" name="Oval 52"/>
            <p:cNvSpPr/>
            <p:nvPr/>
          </p:nvSpPr>
          <p:spPr>
            <a:xfrm>
              <a:off x="4769" y="56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25" name="Text Box 53"/>
            <p:cNvSpPr txBox="1"/>
            <p:nvPr/>
          </p:nvSpPr>
          <p:spPr>
            <a:xfrm>
              <a:off x="4309" y="161"/>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26" name="Text Box 54"/>
            <p:cNvSpPr txBox="1"/>
            <p:nvPr/>
          </p:nvSpPr>
          <p:spPr>
            <a:xfrm>
              <a:off x="4307" y="508"/>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27" name="Text Box 55"/>
            <p:cNvSpPr txBox="1"/>
            <p:nvPr/>
          </p:nvSpPr>
          <p:spPr>
            <a:xfrm>
              <a:off x="4617" y="154"/>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28" name="Text Box 56"/>
            <p:cNvSpPr txBox="1"/>
            <p:nvPr/>
          </p:nvSpPr>
          <p:spPr>
            <a:xfrm>
              <a:off x="4617" y="48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29" name="Text Box 335"/>
            <p:cNvSpPr txBox="1"/>
            <p:nvPr/>
          </p:nvSpPr>
          <p:spPr>
            <a:xfrm>
              <a:off x="1347" y="223"/>
              <a:ext cx="1264" cy="31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⑥  </a:t>
              </a:r>
              <a:r>
                <a:rPr lang="zh-CN" altLang="en-US" sz="1800" b="1" dirty="0">
                  <a:solidFill>
                    <a:schemeClr val="tx1"/>
                  </a:solidFill>
                  <a:latin typeface="华文新魏" panose="02010800040101010101" pitchFamily="2" charset="-122"/>
                  <a:ea typeface="华文新魏" panose="02010800040101010101" pitchFamily="2" charset="-122"/>
                </a:rPr>
                <a:t>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34902" name="组合 3"/>
          <p:cNvGrpSpPr/>
          <p:nvPr/>
        </p:nvGrpSpPr>
        <p:grpSpPr>
          <a:xfrm>
            <a:off x="3632200" y="2670175"/>
            <a:ext cx="5343525" cy="728980"/>
            <a:chOff x="3250258" y="4102177"/>
            <a:chExt cx="5343525" cy="728980"/>
          </a:xfrm>
        </p:grpSpPr>
        <p:sp>
          <p:nvSpPr>
            <p:cNvPr id="34906" name="Text Box 227"/>
            <p:cNvSpPr txBox="1"/>
            <p:nvPr/>
          </p:nvSpPr>
          <p:spPr>
            <a:xfrm>
              <a:off x="3250258" y="4102177"/>
              <a:ext cx="47244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⑤  </a:t>
              </a:r>
              <a:r>
                <a:rPr lang="zh-CN" altLang="en-US" sz="1800" b="1" dirty="0">
                  <a:solidFill>
                    <a:schemeClr val="tx1"/>
                  </a:solidFill>
                  <a:latin typeface="华文新魏" panose="02010800040101010101" pitchFamily="2" charset="-122"/>
                  <a:ea typeface="华文新魏" panose="02010800040101010101" pitchFamily="2" charset="-122"/>
                </a:rPr>
                <a:t>次态方程 </a:t>
              </a:r>
              <a:r>
                <a:rPr lang="en-US" altLang="zh-CN" sz="1800" b="1" dirty="0">
                  <a:solidFill>
                    <a:schemeClr val="tx1"/>
                  </a:solidFill>
                  <a:latin typeface="华文新魏" panose="02010800040101010101" pitchFamily="2" charset="-122"/>
                  <a:ea typeface="华文新魏" panose="02010800040101010101" pitchFamily="2" charset="-122"/>
                </a:rPr>
                <a:t>Q</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 S + R • Q</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34907" name="Text Box 228"/>
            <p:cNvSpPr txBox="1"/>
            <p:nvPr/>
          </p:nvSpPr>
          <p:spPr>
            <a:xfrm>
              <a:off x="3277563" y="4462857"/>
              <a:ext cx="5316220" cy="36830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约束条件</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S • R = 0 </a:t>
              </a:r>
              <a:r>
                <a:rPr lang="zh-CN" altLang="en-US"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rgbClr val="C00000"/>
                  </a:solidFill>
                  <a:latin typeface="华文新魏" panose="02010800040101010101" pitchFamily="2" charset="-122"/>
                  <a:ea typeface="华文新魏" panose="02010800040101010101" pitchFamily="2" charset="-122"/>
                </a:rPr>
                <a:t>即禁止条件为：</a:t>
              </a:r>
              <a:r>
                <a:rPr lang="en-US" altLang="zh-CN" sz="1800" b="1" dirty="0">
                  <a:solidFill>
                    <a:srgbClr val="C00000"/>
                  </a:solidFill>
                  <a:latin typeface="华文新魏" panose="02010800040101010101" pitchFamily="2" charset="-122"/>
                  <a:ea typeface="华文新魏" panose="02010800040101010101" pitchFamily="2" charset="-122"/>
                </a:rPr>
                <a:t>S • R=1</a:t>
              </a:r>
              <a:endParaRPr lang="en-US" altLang="zh-CN" sz="1800" b="1" dirty="0">
                <a:solidFill>
                  <a:srgbClr val="C00000"/>
                </a:solidFill>
                <a:latin typeface="华文新魏" panose="02010800040101010101" pitchFamily="2" charset="-122"/>
                <a:ea typeface="华文新魏" panose="02010800040101010101" pitchFamily="2" charset="-122"/>
              </a:endParaRPr>
            </a:p>
          </p:txBody>
        </p:sp>
        <p:sp>
          <p:nvSpPr>
            <p:cNvPr id="25746" name="Line 338"/>
            <p:cNvSpPr/>
            <p:nvPr/>
          </p:nvSpPr>
          <p:spPr>
            <a:xfrm>
              <a:off x="5686436" y="4130752"/>
              <a:ext cx="22860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cxnSp>
        <p:nvCxnSpPr>
          <p:cNvPr id="3" name="直接连接符 2"/>
          <p:cNvCxnSpPr/>
          <p:nvPr/>
        </p:nvCxnSpPr>
        <p:spPr>
          <a:xfrm flipH="1" flipV="1">
            <a:off x="6115050" y="762000"/>
            <a:ext cx="504825" cy="3206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777240" y="745490"/>
            <a:ext cx="210185" cy="337185"/>
          </a:xfrm>
          <a:prstGeom prst="rect">
            <a:avLst/>
          </a:prstGeom>
          <a:noFill/>
        </p:spPr>
        <p:txBody>
          <a:bodyPr wrap="square" rtlCol="0">
            <a:spAutoFit/>
          </a:bodyPr>
          <a:lstStyle/>
          <a:p>
            <a:r>
              <a:rPr lang="en-US" altLang="zh-CN" sz="1600">
                <a:solidFill>
                  <a:srgbClr val="FF0000"/>
                </a:solidFill>
                <a:latin typeface="华文新魏" panose="02010800040101010101" pitchFamily="2" charset="-122"/>
                <a:ea typeface="华文新魏" panose="02010800040101010101" pitchFamily="2" charset="-122"/>
              </a:rPr>
              <a:t>0</a:t>
            </a:r>
            <a:endParaRPr lang="en-US" altLang="zh-CN" sz="1600">
              <a:solidFill>
                <a:srgbClr val="FF0000"/>
              </a:solidFill>
              <a:latin typeface="华文新魏" panose="02010800040101010101" pitchFamily="2" charset="-122"/>
              <a:ea typeface="华文新魏" panose="02010800040101010101" pitchFamily="2" charset="-122"/>
            </a:endParaRPr>
          </a:p>
        </p:txBody>
      </p:sp>
      <p:sp>
        <p:nvSpPr>
          <p:cNvPr id="4" name="文本框 3"/>
          <p:cNvSpPr txBox="1"/>
          <p:nvPr/>
        </p:nvSpPr>
        <p:spPr>
          <a:xfrm>
            <a:off x="755650" y="1553845"/>
            <a:ext cx="210185" cy="337185"/>
          </a:xfrm>
          <a:prstGeom prst="rect">
            <a:avLst/>
          </a:prstGeom>
          <a:noFill/>
        </p:spPr>
        <p:txBody>
          <a:bodyPr wrap="square" rtlCol="0">
            <a:spAutoFit/>
          </a:bodyPr>
          <a:lstStyle/>
          <a:p>
            <a:r>
              <a:rPr lang="en-US" altLang="zh-CN" sz="1600">
                <a:solidFill>
                  <a:srgbClr val="FF0000"/>
                </a:solidFill>
                <a:latin typeface="华文新魏" panose="02010800040101010101" pitchFamily="2" charset="-122"/>
                <a:ea typeface="华文新魏" panose="02010800040101010101" pitchFamily="2" charset="-122"/>
              </a:rPr>
              <a:t>0</a:t>
            </a:r>
            <a:endParaRPr lang="en-US" altLang="zh-CN" sz="1600">
              <a:solidFill>
                <a:srgbClr val="FF0000"/>
              </a:solidFill>
              <a:latin typeface="华文新魏" panose="02010800040101010101" pitchFamily="2" charset="-122"/>
              <a:ea typeface="华文新魏" panose="02010800040101010101" pitchFamily="2" charset="-122"/>
            </a:endParaRPr>
          </a:p>
        </p:txBody>
      </p:sp>
      <p:sp>
        <p:nvSpPr>
          <p:cNvPr id="5" name="文本框 4"/>
          <p:cNvSpPr txBox="1"/>
          <p:nvPr/>
        </p:nvSpPr>
        <p:spPr>
          <a:xfrm>
            <a:off x="2172970" y="641350"/>
            <a:ext cx="210185" cy="337185"/>
          </a:xfrm>
          <a:prstGeom prst="rect">
            <a:avLst/>
          </a:prstGeom>
          <a:noFill/>
        </p:spPr>
        <p:txBody>
          <a:bodyPr wrap="square" rtlCol="0">
            <a:spAutoFit/>
          </a:bodyPr>
          <a:lstStyle/>
          <a:p>
            <a:r>
              <a:rPr lang="en-US" altLang="zh-CN" sz="1600">
                <a:solidFill>
                  <a:srgbClr val="FF0000"/>
                </a:solidFill>
                <a:latin typeface="华文新魏" panose="02010800040101010101" pitchFamily="2" charset="-122"/>
                <a:ea typeface="华文新魏" panose="02010800040101010101" pitchFamily="2" charset="-122"/>
              </a:rPr>
              <a:t>0</a:t>
            </a:r>
            <a:endParaRPr lang="en-US" altLang="zh-CN" sz="1600">
              <a:solidFill>
                <a:srgbClr val="FF0000"/>
              </a:solidFill>
              <a:latin typeface="华文新魏" panose="02010800040101010101" pitchFamily="2" charset="-122"/>
              <a:ea typeface="华文新魏" panose="02010800040101010101" pitchFamily="2" charset="-122"/>
            </a:endParaRPr>
          </a:p>
        </p:txBody>
      </p:sp>
      <p:sp>
        <p:nvSpPr>
          <p:cNvPr id="6" name="文本框 5"/>
          <p:cNvSpPr txBox="1"/>
          <p:nvPr/>
        </p:nvSpPr>
        <p:spPr>
          <a:xfrm>
            <a:off x="2226310" y="1278255"/>
            <a:ext cx="210185" cy="337185"/>
          </a:xfrm>
          <a:prstGeom prst="rect">
            <a:avLst/>
          </a:prstGeom>
          <a:noFill/>
        </p:spPr>
        <p:txBody>
          <a:bodyPr wrap="square" rtlCol="0">
            <a:spAutoFit/>
          </a:bodyPr>
          <a:lstStyle/>
          <a:p>
            <a:r>
              <a:rPr lang="en-US" altLang="zh-CN" sz="1600">
                <a:solidFill>
                  <a:srgbClr val="FF0000"/>
                </a:solidFill>
                <a:latin typeface="华文新魏" panose="02010800040101010101" pitchFamily="2" charset="-122"/>
                <a:ea typeface="华文新魏" panose="02010800040101010101" pitchFamily="2" charset="-122"/>
              </a:rPr>
              <a:t>1</a:t>
            </a:r>
            <a:endParaRPr lang="en-US" altLang="zh-CN" sz="1600">
              <a:solidFill>
                <a:srgbClr val="FF0000"/>
              </a:solidFill>
              <a:latin typeface="华文新魏" panose="02010800040101010101" pitchFamily="2" charset="-122"/>
              <a:ea typeface="华文新魏" panose="02010800040101010101" pitchFamily="2" charset="-122"/>
            </a:endParaRPr>
          </a:p>
        </p:txBody>
      </p:sp>
      <p:sp>
        <p:nvSpPr>
          <p:cNvPr id="7" name="文本框 6"/>
          <p:cNvSpPr txBox="1"/>
          <p:nvPr/>
        </p:nvSpPr>
        <p:spPr>
          <a:xfrm>
            <a:off x="1187450" y="1314450"/>
            <a:ext cx="210185" cy="337185"/>
          </a:xfrm>
          <a:prstGeom prst="rect">
            <a:avLst/>
          </a:prstGeom>
          <a:noFill/>
        </p:spPr>
        <p:txBody>
          <a:bodyPr wrap="square" rtlCol="0">
            <a:spAutoFit/>
          </a:bodyPr>
          <a:lstStyle/>
          <a:p>
            <a:r>
              <a:rPr lang="en-US" altLang="zh-CN" sz="1600">
                <a:solidFill>
                  <a:srgbClr val="FF0000"/>
                </a:solidFill>
                <a:latin typeface="华文新魏" panose="02010800040101010101" pitchFamily="2" charset="-122"/>
                <a:ea typeface="华文新魏" panose="02010800040101010101" pitchFamily="2" charset="-122"/>
              </a:rPr>
              <a:t>0</a:t>
            </a:r>
            <a:endParaRPr lang="en-US" altLang="zh-CN" sz="1600">
              <a:solidFill>
                <a:srgbClr val="FF0000"/>
              </a:solidFill>
              <a:latin typeface="华文新魏" panose="02010800040101010101" pitchFamily="2" charset="-122"/>
              <a:ea typeface="华文新魏" panose="02010800040101010101" pitchFamily="2" charset="-122"/>
            </a:endParaRPr>
          </a:p>
        </p:txBody>
      </p:sp>
      <p:sp>
        <p:nvSpPr>
          <p:cNvPr id="8" name="文本框 7"/>
          <p:cNvSpPr txBox="1"/>
          <p:nvPr/>
        </p:nvSpPr>
        <p:spPr>
          <a:xfrm>
            <a:off x="1192530" y="956310"/>
            <a:ext cx="210185" cy="337185"/>
          </a:xfrm>
          <a:prstGeom prst="rect">
            <a:avLst/>
          </a:prstGeom>
          <a:noFill/>
        </p:spPr>
        <p:txBody>
          <a:bodyPr wrap="square" rtlCol="0">
            <a:spAutoFit/>
          </a:bodyPr>
          <a:lstStyle/>
          <a:p>
            <a:r>
              <a:rPr lang="en-US" altLang="zh-CN" sz="1600">
                <a:solidFill>
                  <a:srgbClr val="FF0000"/>
                </a:solidFill>
                <a:latin typeface="华文新魏" panose="02010800040101010101" pitchFamily="2" charset="-122"/>
                <a:ea typeface="华文新魏" panose="02010800040101010101" pitchFamily="2" charset="-122"/>
              </a:rPr>
              <a:t>1</a:t>
            </a:r>
            <a:endParaRPr lang="en-US" altLang="zh-CN" sz="1600">
              <a:solidFill>
                <a:srgbClr val="FF0000"/>
              </a:solidFill>
              <a:latin typeface="华文新魏" panose="02010800040101010101" pitchFamily="2" charset="-122"/>
              <a:ea typeface="华文新魏" panose="02010800040101010101" pitchFamily="2" charset="-122"/>
            </a:endParaRPr>
          </a:p>
        </p:txBody>
      </p:sp>
      <p:cxnSp>
        <p:nvCxnSpPr>
          <p:cNvPr id="10" name="直接箭头连接符 9"/>
          <p:cNvCxnSpPr/>
          <p:nvPr/>
        </p:nvCxnSpPr>
        <p:spPr>
          <a:xfrm>
            <a:off x="2440305" y="800735"/>
            <a:ext cx="215900" cy="0"/>
          </a:xfrm>
          <a:prstGeom prst="straightConnector1">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11" name="直接箭头连接符 10"/>
          <p:cNvCxnSpPr/>
          <p:nvPr/>
        </p:nvCxnSpPr>
        <p:spPr>
          <a:xfrm>
            <a:off x="2484120" y="1412875"/>
            <a:ext cx="215900" cy="0"/>
          </a:xfrm>
          <a:prstGeom prst="straightConnector1">
            <a:avLst/>
          </a:prstGeom>
          <a:ln>
            <a:tailEnd type="arrow" w="med" len="med"/>
          </a:ln>
        </p:spPr>
        <p:style>
          <a:lnRef idx="3">
            <a:schemeClr val="accent1"/>
          </a:lnRef>
          <a:fillRef idx="0">
            <a:srgbClr val="FFFFFF"/>
          </a:fillRef>
          <a:effectRef idx="0">
            <a:srgbClr val="FFFFFF"/>
          </a:effectRef>
          <a:fontRef idx="minor">
            <a:schemeClr val="tx1"/>
          </a:fontRef>
        </p:style>
      </p:cxnSp>
      <p:sp>
        <p:nvSpPr>
          <p:cNvPr id="12" name="文本框 11"/>
          <p:cNvSpPr txBox="1"/>
          <p:nvPr/>
        </p:nvSpPr>
        <p:spPr>
          <a:xfrm>
            <a:off x="2652395" y="641350"/>
            <a:ext cx="210185" cy="337185"/>
          </a:xfrm>
          <a:prstGeom prst="rect">
            <a:avLst/>
          </a:prstGeom>
          <a:noFill/>
        </p:spPr>
        <p:txBody>
          <a:bodyPr wrap="square" rtlCol="0">
            <a:spAutoFit/>
          </a:bodyPr>
          <a:lstStyle/>
          <a:p>
            <a:r>
              <a:rPr lang="en-US" altLang="zh-CN" sz="1600">
                <a:solidFill>
                  <a:srgbClr val="FF0000"/>
                </a:solidFill>
                <a:latin typeface="华文新魏" panose="02010800040101010101" pitchFamily="2" charset="-122"/>
                <a:ea typeface="华文新魏" panose="02010800040101010101" pitchFamily="2" charset="-122"/>
              </a:rPr>
              <a:t>0</a:t>
            </a:r>
            <a:endParaRPr lang="en-US" altLang="zh-CN" sz="1600">
              <a:solidFill>
                <a:srgbClr val="FF0000"/>
              </a:solidFill>
              <a:latin typeface="华文新魏" panose="02010800040101010101" pitchFamily="2" charset="-122"/>
              <a:ea typeface="华文新魏" panose="02010800040101010101" pitchFamily="2" charset="-122"/>
            </a:endParaRPr>
          </a:p>
        </p:txBody>
      </p:sp>
      <p:sp>
        <p:nvSpPr>
          <p:cNvPr id="13" name="文本框 12"/>
          <p:cNvSpPr txBox="1"/>
          <p:nvPr/>
        </p:nvSpPr>
        <p:spPr>
          <a:xfrm>
            <a:off x="2682240" y="1256030"/>
            <a:ext cx="210185" cy="337185"/>
          </a:xfrm>
          <a:prstGeom prst="rect">
            <a:avLst/>
          </a:prstGeom>
          <a:noFill/>
        </p:spPr>
        <p:txBody>
          <a:bodyPr wrap="square" rtlCol="0">
            <a:spAutoFit/>
          </a:bodyPr>
          <a:lstStyle/>
          <a:p>
            <a:r>
              <a:rPr lang="en-US" altLang="zh-CN" sz="1600">
                <a:solidFill>
                  <a:srgbClr val="FF0000"/>
                </a:solidFill>
                <a:latin typeface="华文新魏" panose="02010800040101010101" pitchFamily="2" charset="-122"/>
                <a:ea typeface="华文新魏" panose="02010800040101010101" pitchFamily="2" charset="-122"/>
              </a:rPr>
              <a:t>1</a:t>
            </a:r>
            <a:endParaRPr lang="en-US" altLang="zh-CN" sz="160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489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529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93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93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89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490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90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49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98" grpId="0"/>
      <p:bldP spid="34899" grpId="0"/>
      <p:bldP spid="34899" grpId="1"/>
      <p:bldP spid="2" grpId="0"/>
      <p:bldP spid="2" grpId="1"/>
      <p:bldP spid="4" grpId="0"/>
      <p:bldP spid="4" grpId="1"/>
      <p:bldP spid="5" grpId="0"/>
      <p:bldP spid="5" grpId="1"/>
      <p:bldP spid="6" grpId="0"/>
      <p:bldP spid="6" grpId="1"/>
      <p:bldP spid="7" grpId="0"/>
      <p:bldP spid="7" grpId="1"/>
      <p:bldP spid="8" grpId="0"/>
      <p:bldP spid="8" grpId="1"/>
      <p:bldP spid="12" grpId="0"/>
      <p:bldP spid="12" grpId="1"/>
      <p:bldP spid="13" grpId="0"/>
      <p:bldP spid="13"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3"/>
          <p:cNvSpPr txBox="1"/>
          <p:nvPr/>
        </p:nvSpPr>
        <p:spPr>
          <a:xfrm>
            <a:off x="793750" y="676275"/>
            <a:ext cx="3056890" cy="865505"/>
          </a:xfrm>
          <a:prstGeom prst="rect">
            <a:avLst/>
          </a:prstGeom>
          <a:noFill/>
          <a:ln w="9525">
            <a:noFill/>
          </a:ln>
        </p:spPr>
        <p:txBody>
          <a:bodyPr wrap="none">
            <a:spAutoFit/>
          </a:bodyPr>
          <a:lstStyle/>
          <a:p>
            <a:pPr eaLnBrk="1" hangingPunct="1">
              <a:lnSpc>
                <a:spcPct val="14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根据组合电路的分析方法</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可得到功能表如右图（</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5843" name="Text Box 17"/>
          <p:cNvSpPr txBox="1"/>
          <p:nvPr/>
        </p:nvSpPr>
        <p:spPr>
          <a:xfrm>
            <a:off x="4330700" y="2349500"/>
            <a:ext cx="144780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a</a:t>
            </a:r>
            <a:r>
              <a:rPr lang="zh-CN" altLang="en-US"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5844" name="Text Box 18"/>
          <p:cNvSpPr txBox="1"/>
          <p:nvPr/>
        </p:nvSpPr>
        <p:spPr>
          <a:xfrm>
            <a:off x="774700" y="1497013"/>
            <a:ext cx="2945130" cy="865505"/>
          </a:xfrm>
          <a:prstGeom prst="rect">
            <a:avLst/>
          </a:prstGeom>
          <a:noFill/>
          <a:ln w="9525">
            <a:noFill/>
          </a:ln>
        </p:spPr>
        <p:txBody>
          <a:bodyPr wrap="none">
            <a:spAutoFit/>
          </a:bodyPr>
          <a:lstStyle/>
          <a:p>
            <a:pPr eaLnBrk="1" hangingPunct="1">
              <a:lnSpc>
                <a:spcPct val="14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由功能表得到的典型操作</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时序图如下图所示</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34994" name="Group 178"/>
          <p:cNvGraphicFramePr>
            <a:graphicFrameLocks noGrp="1"/>
          </p:cNvGraphicFramePr>
          <p:nvPr>
            <p:custDataLst>
              <p:tags r:id="rId1"/>
            </p:custDataLst>
          </p:nvPr>
        </p:nvGraphicFramePr>
        <p:xfrm>
          <a:off x="3719513" y="639763"/>
          <a:ext cx="2844800" cy="1716088"/>
        </p:xfrm>
        <a:graphic>
          <a:graphicData uri="http://schemas.openxmlformats.org/drawingml/2006/table">
            <a:tbl>
              <a:tblPr/>
              <a:tblGrid>
                <a:gridCol w="1331912"/>
                <a:gridCol w="1512888"/>
              </a:tblGrid>
              <a:tr h="3429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a:t>
                      </a:r>
                      <a:endParaRPr kumimoji="1" lang="en-US" altLang="zh-CN" sz="1800" b="0"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0"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429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448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0      0</a:t>
                      </a:r>
                      <a:endPar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35865" name="Group 206"/>
          <p:cNvGrpSpPr/>
          <p:nvPr/>
        </p:nvGrpSpPr>
        <p:grpSpPr>
          <a:xfrm>
            <a:off x="742950" y="2851150"/>
            <a:ext cx="7142163" cy="2024460"/>
            <a:chOff x="201" y="2256"/>
            <a:chExt cx="5227" cy="1701"/>
          </a:xfrm>
        </p:grpSpPr>
        <p:sp>
          <p:nvSpPr>
            <p:cNvPr id="35893" name="Freeform 59"/>
            <p:cNvSpPr/>
            <p:nvPr/>
          </p:nvSpPr>
          <p:spPr>
            <a:xfrm>
              <a:off x="1230" y="2688"/>
              <a:ext cx="128" cy="768"/>
            </a:xfrm>
            <a:custGeom>
              <a:avLst/>
              <a:gdLst/>
              <a:ahLst/>
              <a:cxnLst>
                <a:cxn ang="0">
                  <a:pos x="112" y="0"/>
                </a:cxn>
                <a:cxn ang="0">
                  <a:pos x="112" y="96"/>
                </a:cxn>
                <a:cxn ang="0">
                  <a:pos x="16" y="240"/>
                </a:cxn>
                <a:cxn ang="0">
                  <a:pos x="16" y="480"/>
                </a:cxn>
                <a:cxn ang="0">
                  <a:pos x="64" y="768"/>
                </a:cxn>
              </a:cxnLst>
              <a:rect l="0" t="0" r="0" b="0"/>
              <a:pathLst>
                <a:path w="128" h="768">
                  <a:moveTo>
                    <a:pt x="112" y="0"/>
                  </a:moveTo>
                  <a:cubicBezTo>
                    <a:pt x="120" y="28"/>
                    <a:pt x="128" y="56"/>
                    <a:pt x="112" y="96"/>
                  </a:cubicBezTo>
                  <a:cubicBezTo>
                    <a:pt x="96" y="136"/>
                    <a:pt x="32" y="176"/>
                    <a:pt x="16" y="240"/>
                  </a:cubicBezTo>
                  <a:cubicBezTo>
                    <a:pt x="0" y="304"/>
                    <a:pt x="8" y="392"/>
                    <a:pt x="16" y="480"/>
                  </a:cubicBezTo>
                  <a:cubicBezTo>
                    <a:pt x="24" y="568"/>
                    <a:pt x="44" y="668"/>
                    <a:pt x="64" y="768"/>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894" name="Line 62"/>
            <p:cNvSpPr/>
            <p:nvPr/>
          </p:nvSpPr>
          <p:spPr>
            <a:xfrm>
              <a:off x="2640" y="2496"/>
              <a:ext cx="336" cy="0"/>
            </a:xfrm>
            <a:prstGeom prst="line">
              <a:avLst/>
            </a:prstGeom>
            <a:ln w="19050" cap="flat" cmpd="sng">
              <a:solidFill>
                <a:schemeClr val="tx1"/>
              </a:solidFill>
              <a:prstDash val="solid"/>
              <a:headEnd type="none" w="med" len="med"/>
              <a:tailEnd type="none" w="med" len="med"/>
            </a:ln>
          </p:spPr>
        </p:sp>
        <p:sp>
          <p:nvSpPr>
            <p:cNvPr id="35895" name="Line 63"/>
            <p:cNvSpPr/>
            <p:nvPr/>
          </p:nvSpPr>
          <p:spPr>
            <a:xfrm flipV="1">
              <a:off x="2976" y="2304"/>
              <a:ext cx="48" cy="192"/>
            </a:xfrm>
            <a:prstGeom prst="line">
              <a:avLst/>
            </a:prstGeom>
            <a:ln w="19050" cap="flat" cmpd="sng">
              <a:solidFill>
                <a:schemeClr val="tx1"/>
              </a:solidFill>
              <a:prstDash val="solid"/>
              <a:headEnd type="none" w="med" len="med"/>
              <a:tailEnd type="none" w="med" len="med"/>
            </a:ln>
          </p:spPr>
        </p:sp>
        <p:sp>
          <p:nvSpPr>
            <p:cNvPr id="35896" name="Line 64"/>
            <p:cNvSpPr/>
            <p:nvPr/>
          </p:nvSpPr>
          <p:spPr>
            <a:xfrm>
              <a:off x="3024" y="2304"/>
              <a:ext cx="192" cy="0"/>
            </a:xfrm>
            <a:prstGeom prst="line">
              <a:avLst/>
            </a:prstGeom>
            <a:ln w="19050" cap="flat" cmpd="sng">
              <a:solidFill>
                <a:schemeClr val="tx1"/>
              </a:solidFill>
              <a:prstDash val="solid"/>
              <a:headEnd type="none" w="med" len="med"/>
              <a:tailEnd type="none" w="med" len="med"/>
            </a:ln>
          </p:spPr>
        </p:sp>
        <p:sp>
          <p:nvSpPr>
            <p:cNvPr id="35897" name="Line 65"/>
            <p:cNvSpPr/>
            <p:nvPr/>
          </p:nvSpPr>
          <p:spPr>
            <a:xfrm>
              <a:off x="3216" y="2304"/>
              <a:ext cx="48" cy="192"/>
            </a:xfrm>
            <a:prstGeom prst="line">
              <a:avLst/>
            </a:prstGeom>
            <a:ln w="19050" cap="flat" cmpd="sng">
              <a:solidFill>
                <a:schemeClr val="tx1"/>
              </a:solidFill>
              <a:prstDash val="solid"/>
              <a:headEnd type="none" w="med" len="med"/>
              <a:tailEnd type="none" w="med" len="med"/>
            </a:ln>
          </p:spPr>
        </p:sp>
        <p:sp>
          <p:nvSpPr>
            <p:cNvPr id="35898" name="Line 66"/>
            <p:cNvSpPr/>
            <p:nvPr/>
          </p:nvSpPr>
          <p:spPr>
            <a:xfrm>
              <a:off x="3264" y="2496"/>
              <a:ext cx="480" cy="0"/>
            </a:xfrm>
            <a:prstGeom prst="line">
              <a:avLst/>
            </a:prstGeom>
            <a:ln w="19050" cap="flat" cmpd="sng">
              <a:solidFill>
                <a:schemeClr val="tx1"/>
              </a:solidFill>
              <a:prstDash val="solid"/>
              <a:headEnd type="none" w="med" len="med"/>
              <a:tailEnd type="none" w="med" len="med"/>
            </a:ln>
          </p:spPr>
        </p:sp>
        <p:sp>
          <p:nvSpPr>
            <p:cNvPr id="35899" name="Line 67"/>
            <p:cNvSpPr/>
            <p:nvPr/>
          </p:nvSpPr>
          <p:spPr>
            <a:xfrm flipV="1">
              <a:off x="3744" y="2304"/>
              <a:ext cx="48" cy="192"/>
            </a:xfrm>
            <a:prstGeom prst="line">
              <a:avLst/>
            </a:prstGeom>
            <a:ln w="19050" cap="flat" cmpd="sng">
              <a:solidFill>
                <a:schemeClr val="tx1"/>
              </a:solidFill>
              <a:prstDash val="solid"/>
              <a:headEnd type="none" w="med" len="med"/>
              <a:tailEnd type="none" w="med" len="med"/>
            </a:ln>
          </p:spPr>
        </p:sp>
        <p:sp>
          <p:nvSpPr>
            <p:cNvPr id="35900" name="Line 68"/>
            <p:cNvSpPr/>
            <p:nvPr/>
          </p:nvSpPr>
          <p:spPr>
            <a:xfrm>
              <a:off x="3792" y="2304"/>
              <a:ext cx="576" cy="0"/>
            </a:xfrm>
            <a:prstGeom prst="line">
              <a:avLst/>
            </a:prstGeom>
            <a:ln w="19050" cap="flat" cmpd="sng">
              <a:solidFill>
                <a:schemeClr val="tx1"/>
              </a:solidFill>
              <a:prstDash val="solid"/>
              <a:headEnd type="none" w="med" len="med"/>
              <a:tailEnd type="none" w="med" len="med"/>
            </a:ln>
          </p:spPr>
        </p:sp>
        <p:sp>
          <p:nvSpPr>
            <p:cNvPr id="35901" name="Line 69"/>
            <p:cNvSpPr/>
            <p:nvPr/>
          </p:nvSpPr>
          <p:spPr>
            <a:xfrm>
              <a:off x="4368" y="2304"/>
              <a:ext cx="48" cy="192"/>
            </a:xfrm>
            <a:prstGeom prst="line">
              <a:avLst/>
            </a:prstGeom>
            <a:ln w="19050" cap="flat" cmpd="sng">
              <a:solidFill>
                <a:schemeClr val="tx1"/>
              </a:solidFill>
              <a:prstDash val="solid"/>
              <a:headEnd type="none" w="med" len="med"/>
              <a:tailEnd type="none" w="med" len="med"/>
            </a:ln>
          </p:spPr>
        </p:sp>
        <p:sp>
          <p:nvSpPr>
            <p:cNvPr id="35902" name="Line 70"/>
            <p:cNvSpPr/>
            <p:nvPr/>
          </p:nvSpPr>
          <p:spPr>
            <a:xfrm>
              <a:off x="4416" y="2496"/>
              <a:ext cx="432" cy="0"/>
            </a:xfrm>
            <a:prstGeom prst="line">
              <a:avLst/>
            </a:prstGeom>
            <a:ln w="19050" cap="flat" cmpd="sng">
              <a:solidFill>
                <a:schemeClr val="tx1"/>
              </a:solidFill>
              <a:prstDash val="solid"/>
              <a:headEnd type="none" w="med" len="med"/>
              <a:tailEnd type="none" w="med" len="med"/>
            </a:ln>
          </p:spPr>
        </p:sp>
        <p:sp>
          <p:nvSpPr>
            <p:cNvPr id="35903" name="Line 71"/>
            <p:cNvSpPr/>
            <p:nvPr/>
          </p:nvSpPr>
          <p:spPr>
            <a:xfrm flipV="1">
              <a:off x="4848" y="2304"/>
              <a:ext cx="48" cy="192"/>
            </a:xfrm>
            <a:prstGeom prst="line">
              <a:avLst/>
            </a:prstGeom>
            <a:ln w="19050" cap="flat" cmpd="sng">
              <a:solidFill>
                <a:schemeClr val="tx1"/>
              </a:solidFill>
              <a:prstDash val="solid"/>
              <a:headEnd type="none" w="med" len="med"/>
              <a:tailEnd type="none" w="med" len="med"/>
            </a:ln>
          </p:spPr>
        </p:sp>
        <p:sp>
          <p:nvSpPr>
            <p:cNvPr id="35904" name="Line 72"/>
            <p:cNvSpPr/>
            <p:nvPr/>
          </p:nvSpPr>
          <p:spPr>
            <a:xfrm>
              <a:off x="4896" y="2304"/>
              <a:ext cx="192" cy="0"/>
            </a:xfrm>
            <a:prstGeom prst="line">
              <a:avLst/>
            </a:prstGeom>
            <a:ln w="19050" cap="flat" cmpd="sng">
              <a:solidFill>
                <a:schemeClr val="tx1"/>
              </a:solidFill>
              <a:prstDash val="solid"/>
              <a:headEnd type="none" w="med" len="med"/>
              <a:tailEnd type="none" w="med" len="med"/>
            </a:ln>
          </p:spPr>
        </p:sp>
        <p:sp>
          <p:nvSpPr>
            <p:cNvPr id="35905" name="Line 73"/>
            <p:cNvSpPr/>
            <p:nvPr/>
          </p:nvSpPr>
          <p:spPr>
            <a:xfrm>
              <a:off x="5088" y="2304"/>
              <a:ext cx="48" cy="192"/>
            </a:xfrm>
            <a:prstGeom prst="line">
              <a:avLst/>
            </a:prstGeom>
            <a:ln w="19050" cap="flat" cmpd="sng">
              <a:solidFill>
                <a:schemeClr val="tx1"/>
              </a:solidFill>
              <a:prstDash val="solid"/>
              <a:headEnd type="none" w="med" len="med"/>
              <a:tailEnd type="none" w="med" len="med"/>
            </a:ln>
          </p:spPr>
        </p:sp>
        <p:sp>
          <p:nvSpPr>
            <p:cNvPr id="35906" name="Line 74"/>
            <p:cNvSpPr/>
            <p:nvPr/>
          </p:nvSpPr>
          <p:spPr>
            <a:xfrm>
              <a:off x="5136" y="2496"/>
              <a:ext cx="288" cy="0"/>
            </a:xfrm>
            <a:prstGeom prst="line">
              <a:avLst/>
            </a:prstGeom>
            <a:ln w="19050" cap="flat" cmpd="sng">
              <a:solidFill>
                <a:schemeClr val="tx1"/>
              </a:solidFill>
              <a:prstDash val="solid"/>
              <a:headEnd type="none" w="med" len="med"/>
              <a:tailEnd type="none" w="med" len="med"/>
            </a:ln>
          </p:spPr>
        </p:sp>
        <p:sp>
          <p:nvSpPr>
            <p:cNvPr id="35907" name="Line 75"/>
            <p:cNvSpPr/>
            <p:nvPr/>
          </p:nvSpPr>
          <p:spPr>
            <a:xfrm>
              <a:off x="2640" y="2784"/>
              <a:ext cx="144" cy="0"/>
            </a:xfrm>
            <a:prstGeom prst="line">
              <a:avLst/>
            </a:prstGeom>
            <a:ln w="19050" cap="flat" cmpd="sng">
              <a:solidFill>
                <a:schemeClr val="tx1"/>
              </a:solidFill>
              <a:prstDash val="solid"/>
              <a:headEnd type="none" w="med" len="med"/>
              <a:tailEnd type="none" w="med" len="med"/>
            </a:ln>
          </p:spPr>
        </p:sp>
        <p:sp>
          <p:nvSpPr>
            <p:cNvPr id="35908" name="Line 76"/>
            <p:cNvSpPr/>
            <p:nvPr/>
          </p:nvSpPr>
          <p:spPr>
            <a:xfrm flipV="1">
              <a:off x="2784" y="2592"/>
              <a:ext cx="48" cy="192"/>
            </a:xfrm>
            <a:prstGeom prst="line">
              <a:avLst/>
            </a:prstGeom>
            <a:ln w="19050" cap="flat" cmpd="sng">
              <a:solidFill>
                <a:schemeClr val="tx1"/>
              </a:solidFill>
              <a:prstDash val="solid"/>
              <a:headEnd type="none" w="med" len="med"/>
              <a:tailEnd type="none" w="med" len="med"/>
            </a:ln>
          </p:spPr>
        </p:sp>
        <p:sp>
          <p:nvSpPr>
            <p:cNvPr id="35909" name="Line 77"/>
            <p:cNvSpPr/>
            <p:nvPr/>
          </p:nvSpPr>
          <p:spPr>
            <a:xfrm>
              <a:off x="2832" y="2592"/>
              <a:ext cx="576" cy="0"/>
            </a:xfrm>
            <a:prstGeom prst="line">
              <a:avLst/>
            </a:prstGeom>
            <a:ln w="19050" cap="flat" cmpd="sng">
              <a:solidFill>
                <a:schemeClr val="tx1"/>
              </a:solidFill>
              <a:prstDash val="solid"/>
              <a:headEnd type="none" w="med" len="med"/>
              <a:tailEnd type="none" w="med" len="med"/>
            </a:ln>
          </p:spPr>
        </p:sp>
        <p:sp>
          <p:nvSpPr>
            <p:cNvPr id="35910" name="Line 78"/>
            <p:cNvSpPr/>
            <p:nvPr/>
          </p:nvSpPr>
          <p:spPr>
            <a:xfrm>
              <a:off x="3408" y="2592"/>
              <a:ext cx="48" cy="192"/>
            </a:xfrm>
            <a:prstGeom prst="line">
              <a:avLst/>
            </a:prstGeom>
            <a:ln w="19050" cap="flat" cmpd="sng">
              <a:solidFill>
                <a:schemeClr val="tx1"/>
              </a:solidFill>
              <a:prstDash val="solid"/>
              <a:headEnd type="none" w="med" len="med"/>
              <a:tailEnd type="none" w="med" len="med"/>
            </a:ln>
          </p:spPr>
        </p:sp>
        <p:sp>
          <p:nvSpPr>
            <p:cNvPr id="35911" name="Line 79"/>
            <p:cNvSpPr/>
            <p:nvPr/>
          </p:nvSpPr>
          <p:spPr>
            <a:xfrm>
              <a:off x="3456" y="2784"/>
              <a:ext cx="432" cy="0"/>
            </a:xfrm>
            <a:prstGeom prst="line">
              <a:avLst/>
            </a:prstGeom>
            <a:ln w="19050" cap="flat" cmpd="sng">
              <a:solidFill>
                <a:schemeClr val="tx1"/>
              </a:solidFill>
              <a:prstDash val="solid"/>
              <a:headEnd type="none" w="med" len="med"/>
              <a:tailEnd type="none" w="med" len="med"/>
            </a:ln>
          </p:spPr>
        </p:sp>
        <p:sp>
          <p:nvSpPr>
            <p:cNvPr id="35912" name="Line 80"/>
            <p:cNvSpPr/>
            <p:nvPr/>
          </p:nvSpPr>
          <p:spPr>
            <a:xfrm flipV="1">
              <a:off x="3888" y="2592"/>
              <a:ext cx="48" cy="192"/>
            </a:xfrm>
            <a:prstGeom prst="line">
              <a:avLst/>
            </a:prstGeom>
            <a:ln w="19050" cap="flat" cmpd="sng">
              <a:solidFill>
                <a:schemeClr val="tx1"/>
              </a:solidFill>
              <a:prstDash val="solid"/>
              <a:headEnd type="none" w="med" len="med"/>
              <a:tailEnd type="none" w="med" len="med"/>
            </a:ln>
          </p:spPr>
        </p:sp>
        <p:sp>
          <p:nvSpPr>
            <p:cNvPr id="35913" name="Line 81"/>
            <p:cNvSpPr/>
            <p:nvPr/>
          </p:nvSpPr>
          <p:spPr>
            <a:xfrm>
              <a:off x="3936" y="2592"/>
              <a:ext cx="240" cy="0"/>
            </a:xfrm>
            <a:prstGeom prst="line">
              <a:avLst/>
            </a:prstGeom>
            <a:ln w="19050" cap="flat" cmpd="sng">
              <a:solidFill>
                <a:schemeClr val="tx1"/>
              </a:solidFill>
              <a:prstDash val="solid"/>
              <a:headEnd type="none" w="med" len="med"/>
              <a:tailEnd type="none" w="med" len="med"/>
            </a:ln>
          </p:spPr>
        </p:sp>
        <p:sp>
          <p:nvSpPr>
            <p:cNvPr id="35914" name="Line 82"/>
            <p:cNvSpPr/>
            <p:nvPr/>
          </p:nvSpPr>
          <p:spPr>
            <a:xfrm>
              <a:off x="4176" y="2592"/>
              <a:ext cx="48" cy="192"/>
            </a:xfrm>
            <a:prstGeom prst="line">
              <a:avLst/>
            </a:prstGeom>
            <a:ln w="19050" cap="flat" cmpd="sng">
              <a:solidFill>
                <a:schemeClr val="tx1"/>
              </a:solidFill>
              <a:prstDash val="solid"/>
              <a:headEnd type="none" w="med" len="med"/>
              <a:tailEnd type="none" w="med" len="med"/>
            </a:ln>
          </p:spPr>
        </p:sp>
        <p:sp>
          <p:nvSpPr>
            <p:cNvPr id="35915" name="Line 83"/>
            <p:cNvSpPr/>
            <p:nvPr/>
          </p:nvSpPr>
          <p:spPr>
            <a:xfrm>
              <a:off x="4224" y="2784"/>
              <a:ext cx="432" cy="0"/>
            </a:xfrm>
            <a:prstGeom prst="line">
              <a:avLst/>
            </a:prstGeom>
            <a:ln w="19050" cap="flat" cmpd="sng">
              <a:solidFill>
                <a:schemeClr val="tx1"/>
              </a:solidFill>
              <a:prstDash val="solid"/>
              <a:headEnd type="none" w="med" len="med"/>
              <a:tailEnd type="none" w="med" len="med"/>
            </a:ln>
          </p:spPr>
        </p:sp>
        <p:sp>
          <p:nvSpPr>
            <p:cNvPr id="35916" name="Line 84"/>
            <p:cNvSpPr/>
            <p:nvPr/>
          </p:nvSpPr>
          <p:spPr>
            <a:xfrm flipV="1">
              <a:off x="4656" y="2592"/>
              <a:ext cx="48" cy="192"/>
            </a:xfrm>
            <a:prstGeom prst="line">
              <a:avLst/>
            </a:prstGeom>
            <a:ln w="19050" cap="flat" cmpd="sng">
              <a:solidFill>
                <a:schemeClr val="tx1"/>
              </a:solidFill>
              <a:prstDash val="solid"/>
              <a:headEnd type="none" w="med" len="med"/>
              <a:tailEnd type="none" w="med" len="med"/>
            </a:ln>
          </p:spPr>
        </p:sp>
        <p:sp>
          <p:nvSpPr>
            <p:cNvPr id="35917" name="Line 85"/>
            <p:cNvSpPr/>
            <p:nvPr/>
          </p:nvSpPr>
          <p:spPr>
            <a:xfrm>
              <a:off x="4704" y="2592"/>
              <a:ext cx="381" cy="0"/>
            </a:xfrm>
            <a:prstGeom prst="line">
              <a:avLst/>
            </a:prstGeom>
            <a:ln w="19050" cap="flat" cmpd="sng">
              <a:solidFill>
                <a:schemeClr val="tx1"/>
              </a:solidFill>
              <a:prstDash val="solid"/>
              <a:headEnd type="none" w="med" len="med"/>
              <a:tailEnd type="none" w="med" len="med"/>
            </a:ln>
          </p:spPr>
        </p:sp>
        <p:sp>
          <p:nvSpPr>
            <p:cNvPr id="35918" name="Line 86"/>
            <p:cNvSpPr/>
            <p:nvPr/>
          </p:nvSpPr>
          <p:spPr>
            <a:xfrm>
              <a:off x="5088" y="2592"/>
              <a:ext cx="48" cy="192"/>
            </a:xfrm>
            <a:prstGeom prst="line">
              <a:avLst/>
            </a:prstGeom>
            <a:ln w="19050" cap="flat" cmpd="sng">
              <a:solidFill>
                <a:schemeClr val="tx1"/>
              </a:solidFill>
              <a:prstDash val="solid"/>
              <a:headEnd type="none" w="med" len="med"/>
              <a:tailEnd type="none" w="med" len="med"/>
            </a:ln>
          </p:spPr>
        </p:sp>
        <p:sp>
          <p:nvSpPr>
            <p:cNvPr id="35919" name="Line 87"/>
            <p:cNvSpPr/>
            <p:nvPr/>
          </p:nvSpPr>
          <p:spPr>
            <a:xfrm>
              <a:off x="5136" y="2784"/>
              <a:ext cx="288" cy="0"/>
            </a:xfrm>
            <a:prstGeom prst="line">
              <a:avLst/>
            </a:prstGeom>
            <a:ln w="19050" cap="flat" cmpd="sng">
              <a:solidFill>
                <a:schemeClr val="tx1"/>
              </a:solidFill>
              <a:prstDash val="solid"/>
              <a:headEnd type="none" w="med" len="med"/>
              <a:tailEnd type="none" w="med" len="med"/>
            </a:ln>
          </p:spPr>
        </p:sp>
        <p:sp>
          <p:nvSpPr>
            <p:cNvPr id="35920" name="Line 88"/>
            <p:cNvSpPr/>
            <p:nvPr/>
          </p:nvSpPr>
          <p:spPr>
            <a:xfrm>
              <a:off x="2640" y="2928"/>
              <a:ext cx="192" cy="0"/>
            </a:xfrm>
            <a:prstGeom prst="line">
              <a:avLst/>
            </a:prstGeom>
            <a:ln w="19050" cap="flat" cmpd="sng">
              <a:solidFill>
                <a:schemeClr val="tx1"/>
              </a:solidFill>
              <a:prstDash val="solid"/>
              <a:headEnd type="none" w="med" len="med"/>
              <a:tailEnd type="none" w="med" len="med"/>
            </a:ln>
          </p:spPr>
        </p:sp>
        <p:sp>
          <p:nvSpPr>
            <p:cNvPr id="35921" name="Line 89"/>
            <p:cNvSpPr/>
            <p:nvPr/>
          </p:nvSpPr>
          <p:spPr>
            <a:xfrm>
              <a:off x="2832" y="2928"/>
              <a:ext cx="48" cy="192"/>
            </a:xfrm>
            <a:prstGeom prst="line">
              <a:avLst/>
            </a:prstGeom>
            <a:ln w="19050" cap="flat" cmpd="sng">
              <a:solidFill>
                <a:schemeClr val="tx1"/>
              </a:solidFill>
              <a:prstDash val="solid"/>
              <a:headEnd type="none" w="med" len="med"/>
              <a:tailEnd type="none" w="med" len="med"/>
            </a:ln>
          </p:spPr>
        </p:sp>
        <p:sp>
          <p:nvSpPr>
            <p:cNvPr id="35922" name="Line 90"/>
            <p:cNvSpPr/>
            <p:nvPr/>
          </p:nvSpPr>
          <p:spPr>
            <a:xfrm>
              <a:off x="2880" y="3120"/>
              <a:ext cx="816" cy="0"/>
            </a:xfrm>
            <a:prstGeom prst="line">
              <a:avLst/>
            </a:prstGeom>
            <a:ln w="19050" cap="flat" cmpd="sng">
              <a:solidFill>
                <a:schemeClr val="tx1"/>
              </a:solidFill>
              <a:prstDash val="solid"/>
              <a:headEnd type="none" w="med" len="med"/>
              <a:tailEnd type="none" w="med" len="med"/>
            </a:ln>
          </p:spPr>
        </p:sp>
        <p:sp>
          <p:nvSpPr>
            <p:cNvPr id="35923" name="Line 91"/>
            <p:cNvSpPr/>
            <p:nvPr/>
          </p:nvSpPr>
          <p:spPr>
            <a:xfrm flipV="1">
              <a:off x="3696" y="2928"/>
              <a:ext cx="48" cy="192"/>
            </a:xfrm>
            <a:prstGeom prst="line">
              <a:avLst/>
            </a:prstGeom>
            <a:ln w="19050" cap="flat" cmpd="sng">
              <a:solidFill>
                <a:schemeClr val="tx1"/>
              </a:solidFill>
              <a:prstDash val="solid"/>
              <a:headEnd type="none" w="med" len="med"/>
              <a:tailEnd type="none" w="med" len="med"/>
            </a:ln>
          </p:spPr>
        </p:sp>
        <p:sp>
          <p:nvSpPr>
            <p:cNvPr id="35924" name="Line 92"/>
            <p:cNvSpPr/>
            <p:nvPr/>
          </p:nvSpPr>
          <p:spPr>
            <a:xfrm>
              <a:off x="3744" y="2928"/>
              <a:ext cx="192" cy="0"/>
            </a:xfrm>
            <a:prstGeom prst="line">
              <a:avLst/>
            </a:prstGeom>
            <a:ln w="19050" cap="flat" cmpd="sng">
              <a:solidFill>
                <a:schemeClr val="tx1"/>
              </a:solidFill>
              <a:prstDash val="solid"/>
              <a:headEnd type="none" w="med" len="med"/>
              <a:tailEnd type="none" w="med" len="med"/>
            </a:ln>
          </p:spPr>
        </p:sp>
        <p:sp>
          <p:nvSpPr>
            <p:cNvPr id="35925" name="Line 93"/>
            <p:cNvSpPr/>
            <p:nvPr/>
          </p:nvSpPr>
          <p:spPr>
            <a:xfrm>
              <a:off x="3936" y="2928"/>
              <a:ext cx="48" cy="192"/>
            </a:xfrm>
            <a:prstGeom prst="line">
              <a:avLst/>
            </a:prstGeom>
            <a:ln w="19050" cap="flat" cmpd="sng">
              <a:solidFill>
                <a:schemeClr val="tx1"/>
              </a:solidFill>
              <a:prstDash val="solid"/>
              <a:headEnd type="none" w="med" len="med"/>
              <a:tailEnd type="none" w="med" len="med"/>
            </a:ln>
          </p:spPr>
        </p:sp>
        <p:sp>
          <p:nvSpPr>
            <p:cNvPr id="35926" name="Line 94"/>
            <p:cNvSpPr/>
            <p:nvPr/>
          </p:nvSpPr>
          <p:spPr>
            <a:xfrm>
              <a:off x="3984" y="3120"/>
              <a:ext cx="240" cy="0"/>
            </a:xfrm>
            <a:prstGeom prst="line">
              <a:avLst/>
            </a:prstGeom>
            <a:ln w="19050" cap="flat" cmpd="sng">
              <a:solidFill>
                <a:schemeClr val="tx1"/>
              </a:solidFill>
              <a:prstDash val="solid"/>
              <a:headEnd type="none" w="med" len="med"/>
              <a:tailEnd type="none" w="med" len="med"/>
            </a:ln>
          </p:spPr>
        </p:sp>
        <p:sp>
          <p:nvSpPr>
            <p:cNvPr id="35927" name="Line 95"/>
            <p:cNvSpPr/>
            <p:nvPr/>
          </p:nvSpPr>
          <p:spPr>
            <a:xfrm flipV="1">
              <a:off x="4224" y="2928"/>
              <a:ext cx="48" cy="192"/>
            </a:xfrm>
            <a:prstGeom prst="line">
              <a:avLst/>
            </a:prstGeom>
            <a:ln w="19050" cap="flat" cmpd="sng">
              <a:solidFill>
                <a:schemeClr val="tx1"/>
              </a:solidFill>
              <a:prstDash val="solid"/>
              <a:headEnd type="none" w="med" len="med"/>
              <a:tailEnd type="none" w="med" len="med"/>
            </a:ln>
          </p:spPr>
        </p:sp>
        <p:sp>
          <p:nvSpPr>
            <p:cNvPr id="35928" name="Line 96"/>
            <p:cNvSpPr/>
            <p:nvPr/>
          </p:nvSpPr>
          <p:spPr>
            <a:xfrm>
              <a:off x="4272" y="2928"/>
              <a:ext cx="432" cy="0"/>
            </a:xfrm>
            <a:prstGeom prst="line">
              <a:avLst/>
            </a:prstGeom>
            <a:ln w="19050" cap="flat" cmpd="sng">
              <a:solidFill>
                <a:schemeClr val="tx1"/>
              </a:solidFill>
              <a:prstDash val="solid"/>
              <a:headEnd type="none" w="med" len="med"/>
              <a:tailEnd type="none" w="med" len="med"/>
            </a:ln>
          </p:spPr>
        </p:sp>
        <p:sp>
          <p:nvSpPr>
            <p:cNvPr id="35929" name="Line 97"/>
            <p:cNvSpPr/>
            <p:nvPr/>
          </p:nvSpPr>
          <p:spPr>
            <a:xfrm>
              <a:off x="4704" y="2928"/>
              <a:ext cx="48" cy="192"/>
            </a:xfrm>
            <a:prstGeom prst="line">
              <a:avLst/>
            </a:prstGeom>
            <a:ln w="19050" cap="flat" cmpd="sng">
              <a:solidFill>
                <a:schemeClr val="tx1"/>
              </a:solidFill>
              <a:prstDash val="solid"/>
              <a:headEnd type="none" w="med" len="med"/>
              <a:tailEnd type="none" w="med" len="med"/>
            </a:ln>
          </p:spPr>
        </p:sp>
        <p:sp>
          <p:nvSpPr>
            <p:cNvPr id="35930" name="Line 98"/>
            <p:cNvSpPr/>
            <p:nvPr/>
          </p:nvSpPr>
          <p:spPr>
            <a:xfrm>
              <a:off x="4752" y="3120"/>
              <a:ext cx="379" cy="0"/>
            </a:xfrm>
            <a:prstGeom prst="line">
              <a:avLst/>
            </a:prstGeom>
            <a:ln w="19050" cap="flat" cmpd="sng">
              <a:solidFill>
                <a:schemeClr val="tx1"/>
              </a:solidFill>
              <a:prstDash val="solid"/>
              <a:headEnd type="none" w="med" len="med"/>
              <a:tailEnd type="none" w="med" len="med"/>
            </a:ln>
          </p:spPr>
        </p:sp>
        <p:sp>
          <p:nvSpPr>
            <p:cNvPr id="35931" name="Line 101"/>
            <p:cNvSpPr/>
            <p:nvPr/>
          </p:nvSpPr>
          <p:spPr>
            <a:xfrm>
              <a:off x="2640" y="3552"/>
              <a:ext cx="192" cy="0"/>
            </a:xfrm>
            <a:prstGeom prst="line">
              <a:avLst/>
            </a:prstGeom>
            <a:ln w="19050" cap="flat" cmpd="sng">
              <a:solidFill>
                <a:schemeClr val="tx1"/>
              </a:solidFill>
              <a:prstDash val="solid"/>
              <a:headEnd type="none" w="med" len="med"/>
              <a:tailEnd type="none" w="med" len="med"/>
            </a:ln>
          </p:spPr>
        </p:sp>
        <p:sp>
          <p:nvSpPr>
            <p:cNvPr id="35932" name="Line 102"/>
            <p:cNvSpPr/>
            <p:nvPr/>
          </p:nvSpPr>
          <p:spPr>
            <a:xfrm flipV="1">
              <a:off x="2832" y="3360"/>
              <a:ext cx="48" cy="192"/>
            </a:xfrm>
            <a:prstGeom prst="line">
              <a:avLst/>
            </a:prstGeom>
            <a:ln w="19050" cap="flat" cmpd="sng">
              <a:solidFill>
                <a:schemeClr val="tx1"/>
              </a:solidFill>
              <a:prstDash val="solid"/>
              <a:headEnd type="none" w="med" len="med"/>
              <a:tailEnd type="none" w="med" len="med"/>
            </a:ln>
          </p:spPr>
        </p:sp>
        <p:sp>
          <p:nvSpPr>
            <p:cNvPr id="35933" name="Line 103"/>
            <p:cNvSpPr/>
            <p:nvPr/>
          </p:nvSpPr>
          <p:spPr>
            <a:xfrm>
              <a:off x="2880" y="3360"/>
              <a:ext cx="144" cy="0"/>
            </a:xfrm>
            <a:prstGeom prst="line">
              <a:avLst/>
            </a:prstGeom>
            <a:ln w="19050" cap="flat" cmpd="sng">
              <a:solidFill>
                <a:schemeClr val="tx1"/>
              </a:solidFill>
              <a:prstDash val="solid"/>
              <a:headEnd type="none" w="med" len="med"/>
              <a:tailEnd type="none" w="med" len="med"/>
            </a:ln>
          </p:spPr>
        </p:sp>
        <p:sp>
          <p:nvSpPr>
            <p:cNvPr id="35934" name="Line 104"/>
            <p:cNvSpPr/>
            <p:nvPr/>
          </p:nvSpPr>
          <p:spPr>
            <a:xfrm>
              <a:off x="3024" y="3360"/>
              <a:ext cx="48" cy="192"/>
            </a:xfrm>
            <a:prstGeom prst="line">
              <a:avLst/>
            </a:prstGeom>
            <a:ln w="19050" cap="flat" cmpd="sng">
              <a:solidFill>
                <a:schemeClr val="tx1"/>
              </a:solidFill>
              <a:prstDash val="solid"/>
              <a:headEnd type="none" w="med" len="med"/>
              <a:tailEnd type="none" w="med" len="med"/>
            </a:ln>
          </p:spPr>
        </p:sp>
        <p:sp>
          <p:nvSpPr>
            <p:cNvPr id="35935" name="Line 105"/>
            <p:cNvSpPr/>
            <p:nvPr/>
          </p:nvSpPr>
          <p:spPr>
            <a:xfrm>
              <a:off x="3072" y="3552"/>
              <a:ext cx="192" cy="0"/>
            </a:xfrm>
            <a:prstGeom prst="line">
              <a:avLst/>
            </a:prstGeom>
            <a:ln w="19050" cap="flat" cmpd="sng">
              <a:solidFill>
                <a:schemeClr val="tx1"/>
              </a:solidFill>
              <a:prstDash val="solid"/>
              <a:headEnd type="none" w="med" len="med"/>
              <a:tailEnd type="none" w="med" len="med"/>
            </a:ln>
          </p:spPr>
        </p:sp>
        <p:sp>
          <p:nvSpPr>
            <p:cNvPr id="35936" name="Line 106"/>
            <p:cNvSpPr/>
            <p:nvPr/>
          </p:nvSpPr>
          <p:spPr>
            <a:xfrm flipV="1">
              <a:off x="3264" y="3360"/>
              <a:ext cx="48" cy="192"/>
            </a:xfrm>
            <a:prstGeom prst="line">
              <a:avLst/>
            </a:prstGeom>
            <a:ln w="19050" cap="flat" cmpd="sng">
              <a:solidFill>
                <a:schemeClr val="tx1"/>
              </a:solidFill>
              <a:prstDash val="solid"/>
              <a:headEnd type="none" w="med" len="med"/>
              <a:tailEnd type="none" w="med" len="med"/>
            </a:ln>
          </p:spPr>
        </p:sp>
        <p:sp>
          <p:nvSpPr>
            <p:cNvPr id="35937" name="Line 107"/>
            <p:cNvSpPr/>
            <p:nvPr/>
          </p:nvSpPr>
          <p:spPr>
            <a:xfrm>
              <a:off x="3312" y="3360"/>
              <a:ext cx="384" cy="0"/>
            </a:xfrm>
            <a:prstGeom prst="line">
              <a:avLst/>
            </a:prstGeom>
            <a:ln w="19050" cap="flat" cmpd="sng">
              <a:solidFill>
                <a:schemeClr val="tx1"/>
              </a:solidFill>
              <a:prstDash val="solid"/>
              <a:headEnd type="none" w="med" len="med"/>
              <a:tailEnd type="none" w="med" len="med"/>
            </a:ln>
          </p:spPr>
        </p:sp>
        <p:sp>
          <p:nvSpPr>
            <p:cNvPr id="35938" name="Line 108"/>
            <p:cNvSpPr/>
            <p:nvPr/>
          </p:nvSpPr>
          <p:spPr>
            <a:xfrm>
              <a:off x="3696" y="3360"/>
              <a:ext cx="48" cy="192"/>
            </a:xfrm>
            <a:prstGeom prst="line">
              <a:avLst/>
            </a:prstGeom>
            <a:ln w="19050" cap="flat" cmpd="sng">
              <a:solidFill>
                <a:schemeClr val="tx1"/>
              </a:solidFill>
              <a:prstDash val="solid"/>
              <a:headEnd type="none" w="med" len="med"/>
              <a:tailEnd type="none" w="med" len="med"/>
            </a:ln>
          </p:spPr>
        </p:sp>
        <p:sp>
          <p:nvSpPr>
            <p:cNvPr id="35939" name="Line 109"/>
            <p:cNvSpPr/>
            <p:nvPr/>
          </p:nvSpPr>
          <p:spPr>
            <a:xfrm>
              <a:off x="3744" y="3552"/>
              <a:ext cx="912" cy="0"/>
            </a:xfrm>
            <a:prstGeom prst="line">
              <a:avLst/>
            </a:prstGeom>
            <a:ln w="19050" cap="flat" cmpd="sng">
              <a:solidFill>
                <a:schemeClr val="tx1"/>
              </a:solidFill>
              <a:prstDash val="solid"/>
              <a:headEnd type="none" w="med" len="med"/>
              <a:tailEnd type="none" w="med" len="med"/>
            </a:ln>
          </p:spPr>
        </p:sp>
        <p:sp>
          <p:nvSpPr>
            <p:cNvPr id="35940" name="Line 110"/>
            <p:cNvSpPr/>
            <p:nvPr/>
          </p:nvSpPr>
          <p:spPr>
            <a:xfrm flipV="1">
              <a:off x="4656" y="3360"/>
              <a:ext cx="48" cy="192"/>
            </a:xfrm>
            <a:prstGeom prst="line">
              <a:avLst/>
            </a:prstGeom>
            <a:ln w="19050" cap="flat" cmpd="sng">
              <a:solidFill>
                <a:schemeClr val="tx1"/>
              </a:solidFill>
              <a:prstDash val="solid"/>
              <a:headEnd type="none" w="med" len="med"/>
              <a:tailEnd type="none" w="med" len="med"/>
            </a:ln>
          </p:spPr>
        </p:sp>
        <p:sp>
          <p:nvSpPr>
            <p:cNvPr id="35941" name="Line 111"/>
            <p:cNvSpPr/>
            <p:nvPr/>
          </p:nvSpPr>
          <p:spPr>
            <a:xfrm>
              <a:off x="4704" y="3360"/>
              <a:ext cx="144" cy="0"/>
            </a:xfrm>
            <a:prstGeom prst="line">
              <a:avLst/>
            </a:prstGeom>
            <a:ln w="19050" cap="flat" cmpd="sng">
              <a:solidFill>
                <a:schemeClr val="tx1"/>
              </a:solidFill>
              <a:prstDash val="solid"/>
              <a:headEnd type="none" w="med" len="med"/>
              <a:tailEnd type="none" w="med" len="med"/>
            </a:ln>
          </p:spPr>
        </p:sp>
        <p:sp>
          <p:nvSpPr>
            <p:cNvPr id="35942" name="Line 112"/>
            <p:cNvSpPr/>
            <p:nvPr/>
          </p:nvSpPr>
          <p:spPr>
            <a:xfrm>
              <a:off x="4848" y="3360"/>
              <a:ext cx="48" cy="192"/>
            </a:xfrm>
            <a:prstGeom prst="line">
              <a:avLst/>
            </a:prstGeom>
            <a:ln w="19050" cap="flat" cmpd="sng">
              <a:solidFill>
                <a:schemeClr val="tx1"/>
              </a:solidFill>
              <a:prstDash val="solid"/>
              <a:headEnd type="none" w="med" len="med"/>
              <a:tailEnd type="none" w="med" len="med"/>
            </a:ln>
          </p:spPr>
        </p:sp>
        <p:sp>
          <p:nvSpPr>
            <p:cNvPr id="35943" name="Line 113"/>
            <p:cNvSpPr/>
            <p:nvPr/>
          </p:nvSpPr>
          <p:spPr>
            <a:xfrm>
              <a:off x="4896" y="3552"/>
              <a:ext cx="236" cy="0"/>
            </a:xfrm>
            <a:prstGeom prst="line">
              <a:avLst/>
            </a:prstGeom>
            <a:ln w="19050" cap="flat" cmpd="sng">
              <a:solidFill>
                <a:schemeClr val="tx1"/>
              </a:solidFill>
              <a:prstDash val="solid"/>
              <a:headEnd type="none" w="med" len="med"/>
              <a:tailEnd type="none" w="med" len="med"/>
            </a:ln>
          </p:spPr>
        </p:sp>
        <p:sp>
          <p:nvSpPr>
            <p:cNvPr id="35944" name="Freeform 116"/>
            <p:cNvSpPr/>
            <p:nvPr/>
          </p:nvSpPr>
          <p:spPr>
            <a:xfrm>
              <a:off x="2736" y="2688"/>
              <a:ext cx="96" cy="768"/>
            </a:xfrm>
            <a:custGeom>
              <a:avLst/>
              <a:gdLst/>
              <a:ahLst/>
              <a:cxnLst>
                <a:cxn ang="0">
                  <a:pos x="1" y="0"/>
                </a:cxn>
                <a:cxn ang="0">
                  <a:pos x="1" y="35"/>
                </a:cxn>
                <a:cxn ang="0">
                  <a:pos x="1" y="89"/>
                </a:cxn>
                <a:cxn ang="0">
                  <a:pos x="1" y="180"/>
                </a:cxn>
                <a:cxn ang="0">
                  <a:pos x="1" y="287"/>
                </a:cxn>
                <a:cxn ang="0">
                  <a:pos x="1" y="305"/>
                </a:cxn>
                <a:cxn ang="0">
                  <a:pos x="1" y="287"/>
                </a:cxn>
              </a:cxnLst>
              <a:rect l="0" t="0" r="0" b="0"/>
              <a:pathLst>
                <a:path w="160" h="824">
                  <a:moveTo>
                    <a:pt x="112" y="0"/>
                  </a:moveTo>
                  <a:cubicBezTo>
                    <a:pt x="120" y="28"/>
                    <a:pt x="128" y="56"/>
                    <a:pt x="112" y="96"/>
                  </a:cubicBezTo>
                  <a:cubicBezTo>
                    <a:pt x="96" y="136"/>
                    <a:pt x="32" y="176"/>
                    <a:pt x="16" y="240"/>
                  </a:cubicBezTo>
                  <a:cubicBezTo>
                    <a:pt x="0" y="304"/>
                    <a:pt x="0" y="392"/>
                    <a:pt x="16" y="480"/>
                  </a:cubicBezTo>
                  <a:cubicBezTo>
                    <a:pt x="32" y="568"/>
                    <a:pt x="88" y="712"/>
                    <a:pt x="112" y="768"/>
                  </a:cubicBezTo>
                  <a:cubicBezTo>
                    <a:pt x="136" y="824"/>
                    <a:pt x="160" y="816"/>
                    <a:pt x="160" y="816"/>
                  </a:cubicBezTo>
                  <a:cubicBezTo>
                    <a:pt x="160" y="816"/>
                    <a:pt x="136" y="792"/>
                    <a:pt x="112" y="768"/>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45" name="Line 117"/>
            <p:cNvSpPr/>
            <p:nvPr/>
          </p:nvSpPr>
          <p:spPr>
            <a:xfrm>
              <a:off x="2736" y="2976"/>
              <a:ext cx="144" cy="96"/>
            </a:xfrm>
            <a:prstGeom prst="line">
              <a:avLst/>
            </a:prstGeom>
            <a:ln w="19050" cap="flat" cmpd="sng">
              <a:solidFill>
                <a:srgbClr val="FF0066"/>
              </a:solidFill>
              <a:prstDash val="dash"/>
              <a:headEnd type="none" w="med" len="med"/>
              <a:tailEnd type="triangle" w="med" len="med"/>
            </a:ln>
          </p:spPr>
        </p:sp>
        <p:sp>
          <p:nvSpPr>
            <p:cNvPr id="35946" name="Line 118"/>
            <p:cNvSpPr/>
            <p:nvPr/>
          </p:nvSpPr>
          <p:spPr>
            <a:xfrm>
              <a:off x="2784" y="3360"/>
              <a:ext cx="48" cy="96"/>
            </a:xfrm>
            <a:prstGeom prst="line">
              <a:avLst/>
            </a:prstGeom>
            <a:ln w="19050" cap="flat" cmpd="sng">
              <a:solidFill>
                <a:srgbClr val="0000FF"/>
              </a:solidFill>
              <a:prstDash val="dash"/>
              <a:headEnd type="none" w="med" len="med"/>
              <a:tailEnd type="triangle" w="med" len="med"/>
            </a:ln>
          </p:spPr>
        </p:sp>
        <p:sp>
          <p:nvSpPr>
            <p:cNvPr id="35947" name="Freeform 119"/>
            <p:cNvSpPr/>
            <p:nvPr/>
          </p:nvSpPr>
          <p:spPr>
            <a:xfrm>
              <a:off x="2912" y="2400"/>
              <a:ext cx="176" cy="1056"/>
            </a:xfrm>
            <a:custGeom>
              <a:avLst/>
              <a:gdLst/>
              <a:ahLst/>
              <a:cxnLst>
                <a:cxn ang="0">
                  <a:pos x="112" y="0"/>
                </a:cxn>
                <a:cxn ang="0">
                  <a:pos x="160" y="96"/>
                </a:cxn>
                <a:cxn ang="0">
                  <a:pos x="16" y="528"/>
                </a:cxn>
                <a:cxn ang="0">
                  <a:pos x="64" y="912"/>
                </a:cxn>
                <a:cxn ang="0">
                  <a:pos x="112" y="1056"/>
                </a:cxn>
              </a:cxnLst>
              <a:rect l="0" t="0" r="0" b="0"/>
              <a:pathLst>
                <a:path w="176" h="1056">
                  <a:moveTo>
                    <a:pt x="112" y="0"/>
                  </a:moveTo>
                  <a:cubicBezTo>
                    <a:pt x="144" y="4"/>
                    <a:pt x="176" y="8"/>
                    <a:pt x="160" y="96"/>
                  </a:cubicBezTo>
                  <a:cubicBezTo>
                    <a:pt x="144" y="184"/>
                    <a:pt x="32" y="392"/>
                    <a:pt x="16" y="528"/>
                  </a:cubicBezTo>
                  <a:cubicBezTo>
                    <a:pt x="0" y="664"/>
                    <a:pt x="48" y="824"/>
                    <a:pt x="64" y="912"/>
                  </a:cubicBezTo>
                  <a:cubicBezTo>
                    <a:pt x="80" y="1000"/>
                    <a:pt x="96" y="1032"/>
                    <a:pt x="112" y="105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48" name="Line 120"/>
            <p:cNvSpPr/>
            <p:nvPr/>
          </p:nvSpPr>
          <p:spPr>
            <a:xfrm>
              <a:off x="2976" y="3360"/>
              <a:ext cx="48" cy="96"/>
            </a:xfrm>
            <a:prstGeom prst="line">
              <a:avLst/>
            </a:prstGeom>
            <a:ln w="19050" cap="flat" cmpd="sng">
              <a:solidFill>
                <a:srgbClr val="0000FF"/>
              </a:solidFill>
              <a:prstDash val="solid"/>
              <a:headEnd type="none" w="med" len="med"/>
              <a:tailEnd type="triangle" w="med" len="med"/>
            </a:ln>
          </p:spPr>
        </p:sp>
        <p:sp>
          <p:nvSpPr>
            <p:cNvPr id="35949" name="Freeform 121"/>
            <p:cNvSpPr/>
            <p:nvPr/>
          </p:nvSpPr>
          <p:spPr>
            <a:xfrm>
              <a:off x="3168" y="2400"/>
              <a:ext cx="152" cy="1056"/>
            </a:xfrm>
            <a:custGeom>
              <a:avLst/>
              <a:gdLst/>
              <a:ahLst/>
              <a:cxnLst>
                <a:cxn ang="0">
                  <a:pos x="1761" y="0"/>
                </a:cxn>
                <a:cxn ang="0">
                  <a:pos x="3079" y="96"/>
                </a:cxn>
                <a:cxn ang="0">
                  <a:pos x="437" y="528"/>
                </a:cxn>
                <a:cxn ang="0">
                  <a:pos x="437" y="816"/>
                </a:cxn>
                <a:cxn ang="0">
                  <a:pos x="1761" y="1056"/>
                </a:cxn>
              </a:cxnLst>
              <a:rect l="0" t="0" r="0" b="0"/>
              <a:pathLst>
                <a:path w="120" h="1056">
                  <a:moveTo>
                    <a:pt x="64" y="0"/>
                  </a:moveTo>
                  <a:cubicBezTo>
                    <a:pt x="92" y="4"/>
                    <a:pt x="120" y="8"/>
                    <a:pt x="112" y="96"/>
                  </a:cubicBezTo>
                  <a:cubicBezTo>
                    <a:pt x="104" y="184"/>
                    <a:pt x="32" y="408"/>
                    <a:pt x="16" y="528"/>
                  </a:cubicBezTo>
                  <a:cubicBezTo>
                    <a:pt x="0" y="648"/>
                    <a:pt x="8" y="728"/>
                    <a:pt x="16" y="816"/>
                  </a:cubicBezTo>
                  <a:cubicBezTo>
                    <a:pt x="24" y="904"/>
                    <a:pt x="48" y="1016"/>
                    <a:pt x="64" y="105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0" name="Freeform 122"/>
            <p:cNvSpPr/>
            <p:nvPr/>
          </p:nvSpPr>
          <p:spPr>
            <a:xfrm>
              <a:off x="3600" y="2400"/>
              <a:ext cx="208" cy="1056"/>
            </a:xfrm>
            <a:custGeom>
              <a:avLst/>
              <a:gdLst/>
              <a:ahLst/>
              <a:cxnLst>
                <a:cxn ang="0">
                  <a:pos x="73" y="0"/>
                </a:cxn>
                <a:cxn ang="0">
                  <a:pos x="73" y="96"/>
                </a:cxn>
                <a:cxn ang="0">
                  <a:pos x="40" y="384"/>
                </a:cxn>
                <a:cxn ang="0">
                  <a:pos x="23" y="576"/>
                </a:cxn>
                <a:cxn ang="0">
                  <a:pos x="7" y="720"/>
                </a:cxn>
                <a:cxn ang="0">
                  <a:pos x="7" y="960"/>
                </a:cxn>
                <a:cxn ang="0">
                  <a:pos x="40" y="1056"/>
                </a:cxn>
              </a:cxnLst>
              <a:rect l="0" t="0" r="0" b="0"/>
              <a:pathLst>
                <a:path w="224" h="1056">
                  <a:moveTo>
                    <a:pt x="208" y="0"/>
                  </a:moveTo>
                  <a:cubicBezTo>
                    <a:pt x="216" y="16"/>
                    <a:pt x="224" y="32"/>
                    <a:pt x="208" y="96"/>
                  </a:cubicBezTo>
                  <a:cubicBezTo>
                    <a:pt x="192" y="160"/>
                    <a:pt x="136" y="304"/>
                    <a:pt x="112" y="384"/>
                  </a:cubicBezTo>
                  <a:cubicBezTo>
                    <a:pt x="88" y="464"/>
                    <a:pt x="80" y="520"/>
                    <a:pt x="64" y="576"/>
                  </a:cubicBezTo>
                  <a:cubicBezTo>
                    <a:pt x="48" y="632"/>
                    <a:pt x="24" y="656"/>
                    <a:pt x="16" y="720"/>
                  </a:cubicBezTo>
                  <a:cubicBezTo>
                    <a:pt x="8" y="784"/>
                    <a:pt x="0" y="904"/>
                    <a:pt x="16" y="960"/>
                  </a:cubicBezTo>
                  <a:cubicBezTo>
                    <a:pt x="32" y="1016"/>
                    <a:pt x="96" y="1040"/>
                    <a:pt x="112" y="105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1" name="Line 123"/>
            <p:cNvSpPr/>
            <p:nvPr/>
          </p:nvSpPr>
          <p:spPr>
            <a:xfrm>
              <a:off x="3696" y="2880"/>
              <a:ext cx="48" cy="144"/>
            </a:xfrm>
            <a:prstGeom prst="line">
              <a:avLst/>
            </a:prstGeom>
            <a:ln w="19050" cap="flat" cmpd="sng">
              <a:solidFill>
                <a:srgbClr val="0000FF"/>
              </a:solidFill>
              <a:prstDash val="dash"/>
              <a:headEnd type="none" w="med" len="med"/>
              <a:tailEnd type="triangle" w="med" len="med"/>
            </a:ln>
          </p:spPr>
        </p:sp>
        <p:sp>
          <p:nvSpPr>
            <p:cNvPr id="35952" name="Freeform 124"/>
            <p:cNvSpPr/>
            <p:nvPr/>
          </p:nvSpPr>
          <p:spPr>
            <a:xfrm>
              <a:off x="3888" y="2688"/>
              <a:ext cx="56" cy="336"/>
            </a:xfrm>
            <a:custGeom>
              <a:avLst/>
              <a:gdLst/>
              <a:ahLst/>
              <a:cxnLst>
                <a:cxn ang="0">
                  <a:pos x="48" y="0"/>
                </a:cxn>
                <a:cxn ang="0">
                  <a:pos x="48" y="96"/>
                </a:cxn>
                <a:cxn ang="0">
                  <a:pos x="0" y="240"/>
                </a:cxn>
                <a:cxn ang="0">
                  <a:pos x="48" y="336"/>
                </a:cxn>
              </a:cxnLst>
              <a:rect l="0" t="0" r="0" b="0"/>
              <a:pathLst>
                <a:path w="56" h="336">
                  <a:moveTo>
                    <a:pt x="48" y="0"/>
                  </a:moveTo>
                  <a:cubicBezTo>
                    <a:pt x="52" y="28"/>
                    <a:pt x="56" y="56"/>
                    <a:pt x="48" y="96"/>
                  </a:cubicBezTo>
                  <a:cubicBezTo>
                    <a:pt x="40" y="136"/>
                    <a:pt x="0" y="200"/>
                    <a:pt x="0" y="240"/>
                  </a:cubicBezTo>
                  <a:cubicBezTo>
                    <a:pt x="0" y="280"/>
                    <a:pt x="40" y="320"/>
                    <a:pt x="48" y="33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3" name="Line 125"/>
            <p:cNvSpPr/>
            <p:nvPr/>
          </p:nvSpPr>
          <p:spPr>
            <a:xfrm>
              <a:off x="3888" y="2976"/>
              <a:ext cx="48" cy="48"/>
            </a:xfrm>
            <a:prstGeom prst="line">
              <a:avLst/>
            </a:prstGeom>
            <a:ln w="19050" cap="flat" cmpd="sng">
              <a:solidFill>
                <a:srgbClr val="0000FF"/>
              </a:solidFill>
              <a:prstDash val="dash"/>
              <a:headEnd type="none" w="med" len="med"/>
              <a:tailEnd type="triangle" w="med" len="med"/>
            </a:ln>
          </p:spPr>
        </p:sp>
        <p:sp>
          <p:nvSpPr>
            <p:cNvPr id="35954" name="Freeform 126"/>
            <p:cNvSpPr/>
            <p:nvPr/>
          </p:nvSpPr>
          <p:spPr>
            <a:xfrm>
              <a:off x="4168" y="2688"/>
              <a:ext cx="112" cy="336"/>
            </a:xfrm>
            <a:custGeom>
              <a:avLst/>
              <a:gdLst/>
              <a:ahLst/>
              <a:cxnLst>
                <a:cxn ang="0">
                  <a:pos x="56" y="0"/>
                </a:cxn>
                <a:cxn ang="0">
                  <a:pos x="104" y="96"/>
                </a:cxn>
                <a:cxn ang="0">
                  <a:pos x="8" y="240"/>
                </a:cxn>
                <a:cxn ang="0">
                  <a:pos x="56" y="336"/>
                </a:cxn>
              </a:cxnLst>
              <a:rect l="0" t="0" r="0" b="0"/>
              <a:pathLst>
                <a:path w="112" h="336">
                  <a:moveTo>
                    <a:pt x="56" y="0"/>
                  </a:moveTo>
                  <a:cubicBezTo>
                    <a:pt x="84" y="28"/>
                    <a:pt x="112" y="56"/>
                    <a:pt x="104" y="96"/>
                  </a:cubicBezTo>
                  <a:cubicBezTo>
                    <a:pt x="96" y="136"/>
                    <a:pt x="16" y="200"/>
                    <a:pt x="8" y="240"/>
                  </a:cubicBezTo>
                  <a:cubicBezTo>
                    <a:pt x="0" y="280"/>
                    <a:pt x="28" y="308"/>
                    <a:pt x="56" y="33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5" name="Line 127"/>
            <p:cNvSpPr/>
            <p:nvPr/>
          </p:nvSpPr>
          <p:spPr>
            <a:xfrm>
              <a:off x="4176" y="2976"/>
              <a:ext cx="48" cy="48"/>
            </a:xfrm>
            <a:prstGeom prst="line">
              <a:avLst/>
            </a:prstGeom>
            <a:ln w="19050" cap="flat" cmpd="sng">
              <a:solidFill>
                <a:srgbClr val="0000FF"/>
              </a:solidFill>
              <a:prstDash val="dash"/>
              <a:headEnd type="none" w="med" len="med"/>
              <a:tailEnd type="triangle" w="med" len="med"/>
            </a:ln>
          </p:spPr>
        </p:sp>
        <p:sp>
          <p:nvSpPr>
            <p:cNvPr id="35956" name="Line 128"/>
            <p:cNvSpPr/>
            <p:nvPr/>
          </p:nvSpPr>
          <p:spPr>
            <a:xfrm>
              <a:off x="4656" y="2976"/>
              <a:ext cx="96" cy="96"/>
            </a:xfrm>
            <a:prstGeom prst="line">
              <a:avLst/>
            </a:prstGeom>
            <a:ln w="19050" cap="flat" cmpd="sng">
              <a:solidFill>
                <a:srgbClr val="0000FF"/>
              </a:solidFill>
              <a:prstDash val="dash"/>
              <a:headEnd type="none" w="med" len="med"/>
              <a:tailEnd type="triangle" w="med" len="med"/>
            </a:ln>
          </p:spPr>
        </p:sp>
        <p:sp>
          <p:nvSpPr>
            <p:cNvPr id="35957" name="Line 129"/>
            <p:cNvSpPr>
              <a:spLocks noChangeAspect="1"/>
            </p:cNvSpPr>
            <p:nvPr/>
          </p:nvSpPr>
          <p:spPr>
            <a:xfrm>
              <a:off x="4608" y="3408"/>
              <a:ext cx="70" cy="70"/>
            </a:xfrm>
            <a:prstGeom prst="line">
              <a:avLst/>
            </a:prstGeom>
            <a:ln w="19050" cap="flat" cmpd="sng">
              <a:solidFill>
                <a:srgbClr val="0000FF"/>
              </a:solidFill>
              <a:prstDash val="solid"/>
              <a:headEnd type="none" w="med" len="med"/>
              <a:tailEnd type="triangle" w="med" len="med"/>
            </a:ln>
          </p:spPr>
        </p:sp>
        <p:sp>
          <p:nvSpPr>
            <p:cNvPr id="35958" name="Freeform 130"/>
            <p:cNvSpPr/>
            <p:nvPr/>
          </p:nvSpPr>
          <p:spPr>
            <a:xfrm>
              <a:off x="4792" y="2400"/>
              <a:ext cx="160" cy="1056"/>
            </a:xfrm>
            <a:custGeom>
              <a:avLst/>
              <a:gdLst/>
              <a:ahLst/>
              <a:cxnLst>
                <a:cxn ang="0">
                  <a:pos x="104" y="0"/>
                </a:cxn>
                <a:cxn ang="0">
                  <a:pos x="152" y="96"/>
                </a:cxn>
                <a:cxn ang="0">
                  <a:pos x="56" y="384"/>
                </a:cxn>
                <a:cxn ang="0">
                  <a:pos x="8" y="720"/>
                </a:cxn>
                <a:cxn ang="0">
                  <a:pos x="8" y="960"/>
                </a:cxn>
                <a:cxn ang="0">
                  <a:pos x="56" y="1056"/>
                </a:cxn>
              </a:cxnLst>
              <a:rect l="0" t="0" r="0" b="0"/>
              <a:pathLst>
                <a:path w="160" h="1056">
                  <a:moveTo>
                    <a:pt x="104" y="0"/>
                  </a:moveTo>
                  <a:cubicBezTo>
                    <a:pt x="132" y="16"/>
                    <a:pt x="160" y="32"/>
                    <a:pt x="152" y="96"/>
                  </a:cubicBezTo>
                  <a:cubicBezTo>
                    <a:pt x="144" y="160"/>
                    <a:pt x="80" y="280"/>
                    <a:pt x="56" y="384"/>
                  </a:cubicBezTo>
                  <a:cubicBezTo>
                    <a:pt x="32" y="488"/>
                    <a:pt x="16" y="624"/>
                    <a:pt x="8" y="720"/>
                  </a:cubicBezTo>
                  <a:cubicBezTo>
                    <a:pt x="0" y="816"/>
                    <a:pt x="0" y="904"/>
                    <a:pt x="8" y="960"/>
                  </a:cubicBezTo>
                  <a:cubicBezTo>
                    <a:pt x="16" y="1016"/>
                    <a:pt x="36" y="1036"/>
                    <a:pt x="56" y="105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9" name="Line 131"/>
            <p:cNvSpPr>
              <a:spLocks noChangeAspect="1"/>
            </p:cNvSpPr>
            <p:nvPr/>
          </p:nvSpPr>
          <p:spPr>
            <a:xfrm>
              <a:off x="4800" y="3408"/>
              <a:ext cx="70" cy="70"/>
            </a:xfrm>
            <a:prstGeom prst="line">
              <a:avLst/>
            </a:prstGeom>
            <a:ln w="19050" cap="flat" cmpd="sng">
              <a:solidFill>
                <a:srgbClr val="0000FF"/>
              </a:solidFill>
              <a:prstDash val="solid"/>
              <a:headEnd type="none" w="med" len="med"/>
              <a:tailEnd type="triangle" w="med" len="med"/>
            </a:ln>
          </p:spPr>
        </p:sp>
        <p:sp>
          <p:nvSpPr>
            <p:cNvPr id="35960" name="Line 132"/>
            <p:cNvSpPr/>
            <p:nvPr/>
          </p:nvSpPr>
          <p:spPr>
            <a:xfrm>
              <a:off x="5088" y="2928"/>
              <a:ext cx="48" cy="96"/>
            </a:xfrm>
            <a:prstGeom prst="line">
              <a:avLst/>
            </a:prstGeom>
            <a:ln w="19050" cap="flat" cmpd="sng">
              <a:solidFill>
                <a:srgbClr val="0000FF"/>
              </a:solidFill>
              <a:prstDash val="dash"/>
              <a:headEnd type="none" w="med" len="med"/>
              <a:tailEnd type="triangle" w="med" len="med"/>
            </a:ln>
          </p:spPr>
        </p:sp>
        <p:sp>
          <p:nvSpPr>
            <p:cNvPr id="35961" name="Line 133"/>
            <p:cNvSpPr/>
            <p:nvPr/>
          </p:nvSpPr>
          <p:spPr>
            <a:xfrm>
              <a:off x="5088" y="3360"/>
              <a:ext cx="48" cy="96"/>
            </a:xfrm>
            <a:prstGeom prst="line">
              <a:avLst/>
            </a:prstGeom>
            <a:ln w="19050" cap="flat" cmpd="sng">
              <a:solidFill>
                <a:srgbClr val="0000FF"/>
              </a:solidFill>
              <a:prstDash val="dash"/>
              <a:headEnd type="none" w="med" len="med"/>
              <a:tailEnd type="triangle" w="med" len="med"/>
            </a:ln>
          </p:spPr>
        </p:sp>
        <p:sp>
          <p:nvSpPr>
            <p:cNvPr id="35962" name="Freeform 134"/>
            <p:cNvSpPr/>
            <p:nvPr/>
          </p:nvSpPr>
          <p:spPr>
            <a:xfrm>
              <a:off x="5040" y="2400"/>
              <a:ext cx="192" cy="960"/>
            </a:xfrm>
            <a:custGeom>
              <a:avLst/>
              <a:gdLst/>
              <a:ahLst/>
              <a:cxnLst>
                <a:cxn ang="0">
                  <a:pos x="144" y="0"/>
                </a:cxn>
                <a:cxn ang="0">
                  <a:pos x="192" y="96"/>
                </a:cxn>
                <a:cxn ang="0">
                  <a:pos x="144" y="384"/>
                </a:cxn>
                <a:cxn ang="0">
                  <a:pos x="48" y="528"/>
                </a:cxn>
                <a:cxn ang="0">
                  <a:pos x="0" y="720"/>
                </a:cxn>
                <a:cxn ang="0">
                  <a:pos x="48" y="960"/>
                </a:cxn>
              </a:cxnLst>
              <a:rect l="0" t="0" r="0" b="0"/>
              <a:pathLst>
                <a:path w="192" h="960">
                  <a:moveTo>
                    <a:pt x="144" y="0"/>
                  </a:moveTo>
                  <a:cubicBezTo>
                    <a:pt x="168" y="16"/>
                    <a:pt x="192" y="32"/>
                    <a:pt x="192" y="96"/>
                  </a:cubicBezTo>
                  <a:cubicBezTo>
                    <a:pt x="192" y="160"/>
                    <a:pt x="168" y="312"/>
                    <a:pt x="144" y="384"/>
                  </a:cubicBezTo>
                  <a:cubicBezTo>
                    <a:pt x="120" y="456"/>
                    <a:pt x="72" y="472"/>
                    <a:pt x="48" y="528"/>
                  </a:cubicBezTo>
                  <a:cubicBezTo>
                    <a:pt x="24" y="584"/>
                    <a:pt x="0" y="648"/>
                    <a:pt x="0" y="720"/>
                  </a:cubicBezTo>
                  <a:cubicBezTo>
                    <a:pt x="0" y="792"/>
                    <a:pt x="24" y="876"/>
                    <a:pt x="48" y="960"/>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63" name="Freeform 135"/>
            <p:cNvSpPr/>
            <p:nvPr/>
          </p:nvSpPr>
          <p:spPr>
            <a:xfrm>
              <a:off x="5127" y="2659"/>
              <a:ext cx="105" cy="63"/>
            </a:xfrm>
            <a:custGeom>
              <a:avLst/>
              <a:gdLst/>
              <a:ahLst/>
              <a:cxnLst>
                <a:cxn ang="0">
                  <a:pos x="0" y="0"/>
                </a:cxn>
                <a:cxn ang="0">
                  <a:pos x="105" y="63"/>
                </a:cxn>
              </a:cxnLst>
              <a:rect l="0" t="0" r="0" b="0"/>
              <a:pathLst>
                <a:path w="105" h="63">
                  <a:moveTo>
                    <a:pt x="0" y="0"/>
                  </a:moveTo>
                  <a:cubicBezTo>
                    <a:pt x="65" y="22"/>
                    <a:pt x="60" y="18"/>
                    <a:pt x="105" y="63"/>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64" name="Line 136"/>
            <p:cNvSpPr/>
            <p:nvPr/>
          </p:nvSpPr>
          <p:spPr>
            <a:xfrm>
              <a:off x="3648" y="3408"/>
              <a:ext cx="48" cy="48"/>
            </a:xfrm>
            <a:prstGeom prst="line">
              <a:avLst/>
            </a:prstGeom>
            <a:ln w="19050" cap="flat" cmpd="sng">
              <a:solidFill>
                <a:srgbClr val="0000FF"/>
              </a:solidFill>
              <a:prstDash val="dash"/>
              <a:headEnd type="none" w="med" len="med"/>
              <a:tailEnd type="triangle" w="med" len="med"/>
            </a:ln>
          </p:spPr>
        </p:sp>
        <p:sp>
          <p:nvSpPr>
            <p:cNvPr id="35965" name="Line 137"/>
            <p:cNvSpPr/>
            <p:nvPr/>
          </p:nvSpPr>
          <p:spPr>
            <a:xfrm>
              <a:off x="3216" y="3360"/>
              <a:ext cx="48" cy="96"/>
            </a:xfrm>
            <a:prstGeom prst="line">
              <a:avLst/>
            </a:prstGeom>
            <a:ln w="19050" cap="flat" cmpd="sng">
              <a:solidFill>
                <a:srgbClr val="0000FF"/>
              </a:solidFill>
              <a:prstDash val="solid"/>
              <a:headEnd type="none" w="med" len="med"/>
              <a:tailEnd type="triangle" w="med" len="med"/>
            </a:ln>
          </p:spPr>
        </p:sp>
        <p:sp>
          <p:nvSpPr>
            <p:cNvPr id="35966" name="Freeform 138"/>
            <p:cNvSpPr/>
            <p:nvPr/>
          </p:nvSpPr>
          <p:spPr>
            <a:xfrm>
              <a:off x="4600" y="2688"/>
              <a:ext cx="112" cy="720"/>
            </a:xfrm>
            <a:custGeom>
              <a:avLst/>
              <a:gdLst/>
              <a:ahLst/>
              <a:cxnLst>
                <a:cxn ang="0">
                  <a:pos x="104" y="0"/>
                </a:cxn>
                <a:cxn ang="0">
                  <a:pos x="104" y="144"/>
                </a:cxn>
                <a:cxn ang="0">
                  <a:pos x="56" y="288"/>
                </a:cxn>
                <a:cxn ang="0">
                  <a:pos x="8" y="528"/>
                </a:cxn>
                <a:cxn ang="0">
                  <a:pos x="8" y="720"/>
                </a:cxn>
              </a:cxnLst>
              <a:rect l="0" t="0" r="0" b="0"/>
              <a:pathLst>
                <a:path w="112" h="720">
                  <a:moveTo>
                    <a:pt x="104" y="0"/>
                  </a:moveTo>
                  <a:cubicBezTo>
                    <a:pt x="108" y="48"/>
                    <a:pt x="112" y="96"/>
                    <a:pt x="104" y="144"/>
                  </a:cubicBezTo>
                  <a:cubicBezTo>
                    <a:pt x="96" y="192"/>
                    <a:pt x="72" y="224"/>
                    <a:pt x="56" y="288"/>
                  </a:cubicBezTo>
                  <a:cubicBezTo>
                    <a:pt x="40" y="352"/>
                    <a:pt x="16" y="456"/>
                    <a:pt x="8" y="528"/>
                  </a:cubicBezTo>
                  <a:cubicBezTo>
                    <a:pt x="0" y="600"/>
                    <a:pt x="4" y="660"/>
                    <a:pt x="8" y="720"/>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67" name="Line 19"/>
            <p:cNvSpPr/>
            <p:nvPr/>
          </p:nvSpPr>
          <p:spPr>
            <a:xfrm>
              <a:off x="526" y="3360"/>
              <a:ext cx="288" cy="0"/>
            </a:xfrm>
            <a:prstGeom prst="line">
              <a:avLst/>
            </a:prstGeom>
            <a:ln w="19050" cap="flat" cmpd="sng">
              <a:solidFill>
                <a:schemeClr val="tx1"/>
              </a:solidFill>
              <a:prstDash val="solid"/>
              <a:headEnd type="none" w="med" len="med"/>
              <a:tailEnd type="none" w="med" len="med"/>
            </a:ln>
          </p:spPr>
        </p:sp>
        <p:sp>
          <p:nvSpPr>
            <p:cNvPr id="35968" name="Text Box 20"/>
            <p:cNvSpPr txBox="1"/>
            <p:nvPr/>
          </p:nvSpPr>
          <p:spPr>
            <a:xfrm>
              <a:off x="286" y="2256"/>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5969" name="Text Box 21"/>
            <p:cNvSpPr txBox="1"/>
            <p:nvPr/>
          </p:nvSpPr>
          <p:spPr>
            <a:xfrm>
              <a:off x="283" y="2573"/>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5970" name="Text Box 22"/>
            <p:cNvSpPr txBox="1"/>
            <p:nvPr/>
          </p:nvSpPr>
          <p:spPr>
            <a:xfrm>
              <a:off x="283" y="2919"/>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5971" name="Text Box 23"/>
            <p:cNvSpPr txBox="1"/>
            <p:nvPr/>
          </p:nvSpPr>
          <p:spPr>
            <a:xfrm>
              <a:off x="201" y="3200"/>
              <a:ext cx="396" cy="308"/>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5972" name="Line 24"/>
            <p:cNvSpPr/>
            <p:nvPr/>
          </p:nvSpPr>
          <p:spPr>
            <a:xfrm>
              <a:off x="536" y="2487"/>
              <a:ext cx="240" cy="0"/>
            </a:xfrm>
            <a:prstGeom prst="line">
              <a:avLst/>
            </a:prstGeom>
            <a:ln w="19050" cap="flat" cmpd="sng">
              <a:solidFill>
                <a:schemeClr val="tx1"/>
              </a:solidFill>
              <a:prstDash val="solid"/>
              <a:headEnd type="none" w="med" len="med"/>
              <a:tailEnd type="none" w="med" len="med"/>
            </a:ln>
          </p:spPr>
        </p:sp>
        <p:sp>
          <p:nvSpPr>
            <p:cNvPr id="35973" name="Line 25"/>
            <p:cNvSpPr/>
            <p:nvPr/>
          </p:nvSpPr>
          <p:spPr>
            <a:xfrm flipV="1">
              <a:off x="776" y="2295"/>
              <a:ext cx="48" cy="192"/>
            </a:xfrm>
            <a:prstGeom prst="line">
              <a:avLst/>
            </a:prstGeom>
            <a:ln w="19050" cap="flat" cmpd="sng">
              <a:solidFill>
                <a:schemeClr val="tx1"/>
              </a:solidFill>
              <a:prstDash val="solid"/>
              <a:headEnd type="none" w="med" len="med"/>
              <a:tailEnd type="none" w="med" len="med"/>
            </a:ln>
          </p:spPr>
        </p:sp>
        <p:sp>
          <p:nvSpPr>
            <p:cNvPr id="35974" name="Line 26"/>
            <p:cNvSpPr/>
            <p:nvPr/>
          </p:nvSpPr>
          <p:spPr>
            <a:xfrm>
              <a:off x="824" y="2295"/>
              <a:ext cx="144" cy="0"/>
            </a:xfrm>
            <a:prstGeom prst="line">
              <a:avLst/>
            </a:prstGeom>
            <a:ln w="19050" cap="flat" cmpd="sng">
              <a:solidFill>
                <a:schemeClr val="tx1"/>
              </a:solidFill>
              <a:prstDash val="solid"/>
              <a:headEnd type="none" w="med" len="med"/>
              <a:tailEnd type="none" w="med" len="med"/>
            </a:ln>
          </p:spPr>
        </p:sp>
        <p:sp>
          <p:nvSpPr>
            <p:cNvPr id="35975" name="Line 27"/>
            <p:cNvSpPr/>
            <p:nvPr/>
          </p:nvSpPr>
          <p:spPr>
            <a:xfrm>
              <a:off x="968" y="2295"/>
              <a:ext cx="48" cy="192"/>
            </a:xfrm>
            <a:prstGeom prst="line">
              <a:avLst/>
            </a:prstGeom>
            <a:ln w="19050" cap="flat" cmpd="sng">
              <a:solidFill>
                <a:schemeClr val="tx1"/>
              </a:solidFill>
              <a:prstDash val="solid"/>
              <a:headEnd type="none" w="med" len="med"/>
              <a:tailEnd type="none" w="med" len="med"/>
            </a:ln>
          </p:spPr>
        </p:sp>
        <p:sp>
          <p:nvSpPr>
            <p:cNvPr id="35976" name="Line 28"/>
            <p:cNvSpPr/>
            <p:nvPr/>
          </p:nvSpPr>
          <p:spPr>
            <a:xfrm>
              <a:off x="1016" y="2487"/>
              <a:ext cx="912" cy="0"/>
            </a:xfrm>
            <a:prstGeom prst="line">
              <a:avLst/>
            </a:prstGeom>
            <a:ln w="19050" cap="flat" cmpd="sng">
              <a:solidFill>
                <a:schemeClr val="tx1"/>
              </a:solidFill>
              <a:prstDash val="solid"/>
              <a:headEnd type="none" w="med" len="med"/>
              <a:tailEnd type="none" w="med" len="med"/>
            </a:ln>
          </p:spPr>
        </p:sp>
        <p:sp>
          <p:nvSpPr>
            <p:cNvPr id="35977" name="Line 29"/>
            <p:cNvSpPr/>
            <p:nvPr/>
          </p:nvSpPr>
          <p:spPr>
            <a:xfrm>
              <a:off x="1976" y="2295"/>
              <a:ext cx="144" cy="0"/>
            </a:xfrm>
            <a:prstGeom prst="line">
              <a:avLst/>
            </a:prstGeom>
            <a:ln w="19050" cap="flat" cmpd="sng">
              <a:solidFill>
                <a:schemeClr val="tx1"/>
              </a:solidFill>
              <a:prstDash val="solid"/>
              <a:headEnd type="none" w="med" len="med"/>
              <a:tailEnd type="none" w="med" len="med"/>
            </a:ln>
          </p:spPr>
        </p:sp>
        <p:sp>
          <p:nvSpPr>
            <p:cNvPr id="35978" name="Line 30"/>
            <p:cNvSpPr/>
            <p:nvPr/>
          </p:nvSpPr>
          <p:spPr>
            <a:xfrm>
              <a:off x="2120" y="2295"/>
              <a:ext cx="48" cy="192"/>
            </a:xfrm>
            <a:prstGeom prst="line">
              <a:avLst/>
            </a:prstGeom>
            <a:ln w="19050" cap="flat" cmpd="sng">
              <a:solidFill>
                <a:schemeClr val="tx1"/>
              </a:solidFill>
              <a:prstDash val="solid"/>
              <a:headEnd type="none" w="med" len="med"/>
              <a:tailEnd type="none" w="med" len="med"/>
            </a:ln>
          </p:spPr>
        </p:sp>
        <p:sp>
          <p:nvSpPr>
            <p:cNvPr id="35979" name="Line 31"/>
            <p:cNvSpPr/>
            <p:nvPr/>
          </p:nvSpPr>
          <p:spPr>
            <a:xfrm flipV="1">
              <a:off x="1928" y="2295"/>
              <a:ext cx="48" cy="192"/>
            </a:xfrm>
            <a:prstGeom prst="line">
              <a:avLst/>
            </a:prstGeom>
            <a:ln w="19050" cap="flat" cmpd="sng">
              <a:solidFill>
                <a:schemeClr val="tx1"/>
              </a:solidFill>
              <a:prstDash val="solid"/>
              <a:headEnd type="none" w="med" len="med"/>
              <a:tailEnd type="none" w="med" len="med"/>
            </a:ln>
          </p:spPr>
        </p:sp>
        <p:sp>
          <p:nvSpPr>
            <p:cNvPr id="35980" name="Line 32"/>
            <p:cNvSpPr/>
            <p:nvPr/>
          </p:nvSpPr>
          <p:spPr>
            <a:xfrm>
              <a:off x="2168" y="2487"/>
              <a:ext cx="336" cy="0"/>
            </a:xfrm>
            <a:prstGeom prst="line">
              <a:avLst/>
            </a:prstGeom>
            <a:ln w="19050" cap="flat" cmpd="sng">
              <a:solidFill>
                <a:schemeClr val="tx1"/>
              </a:solidFill>
              <a:prstDash val="solid"/>
              <a:headEnd type="none" w="med" len="med"/>
              <a:tailEnd type="none" w="med" len="med"/>
            </a:ln>
          </p:spPr>
        </p:sp>
        <p:sp>
          <p:nvSpPr>
            <p:cNvPr id="35981" name="Line 33"/>
            <p:cNvSpPr/>
            <p:nvPr/>
          </p:nvSpPr>
          <p:spPr>
            <a:xfrm>
              <a:off x="536" y="2775"/>
              <a:ext cx="768" cy="0"/>
            </a:xfrm>
            <a:prstGeom prst="line">
              <a:avLst/>
            </a:prstGeom>
            <a:ln w="19050" cap="flat" cmpd="sng">
              <a:solidFill>
                <a:schemeClr val="tx1"/>
              </a:solidFill>
              <a:prstDash val="solid"/>
              <a:headEnd type="none" w="med" len="med"/>
              <a:tailEnd type="none" w="med" len="med"/>
            </a:ln>
          </p:spPr>
        </p:sp>
        <p:sp>
          <p:nvSpPr>
            <p:cNvPr id="35982" name="Line 34"/>
            <p:cNvSpPr/>
            <p:nvPr/>
          </p:nvSpPr>
          <p:spPr>
            <a:xfrm flipV="1">
              <a:off x="1304" y="2583"/>
              <a:ext cx="48" cy="192"/>
            </a:xfrm>
            <a:prstGeom prst="line">
              <a:avLst/>
            </a:prstGeom>
            <a:ln w="19050" cap="flat" cmpd="sng">
              <a:solidFill>
                <a:schemeClr val="tx1"/>
              </a:solidFill>
              <a:prstDash val="solid"/>
              <a:headEnd type="none" w="med" len="med"/>
              <a:tailEnd type="none" w="med" len="med"/>
            </a:ln>
          </p:spPr>
        </p:sp>
        <p:sp>
          <p:nvSpPr>
            <p:cNvPr id="35983" name="Line 35"/>
            <p:cNvSpPr/>
            <p:nvPr/>
          </p:nvSpPr>
          <p:spPr>
            <a:xfrm>
              <a:off x="1352" y="2583"/>
              <a:ext cx="144" cy="0"/>
            </a:xfrm>
            <a:prstGeom prst="line">
              <a:avLst/>
            </a:prstGeom>
            <a:ln w="19050" cap="flat" cmpd="sng">
              <a:solidFill>
                <a:schemeClr val="tx1"/>
              </a:solidFill>
              <a:prstDash val="solid"/>
              <a:headEnd type="none" w="med" len="med"/>
              <a:tailEnd type="none" w="med" len="med"/>
            </a:ln>
          </p:spPr>
        </p:sp>
        <p:sp>
          <p:nvSpPr>
            <p:cNvPr id="35984" name="Line 36"/>
            <p:cNvSpPr/>
            <p:nvPr/>
          </p:nvSpPr>
          <p:spPr>
            <a:xfrm>
              <a:off x="1496" y="2583"/>
              <a:ext cx="48" cy="192"/>
            </a:xfrm>
            <a:prstGeom prst="line">
              <a:avLst/>
            </a:prstGeom>
            <a:ln w="19050" cap="flat" cmpd="sng">
              <a:solidFill>
                <a:schemeClr val="tx1"/>
              </a:solidFill>
              <a:prstDash val="solid"/>
              <a:headEnd type="none" w="med" len="med"/>
              <a:tailEnd type="none" w="med" len="med"/>
            </a:ln>
          </p:spPr>
        </p:sp>
        <p:sp>
          <p:nvSpPr>
            <p:cNvPr id="35985" name="Line 37"/>
            <p:cNvSpPr/>
            <p:nvPr/>
          </p:nvSpPr>
          <p:spPr>
            <a:xfrm>
              <a:off x="1544" y="2775"/>
              <a:ext cx="960" cy="0"/>
            </a:xfrm>
            <a:prstGeom prst="line">
              <a:avLst/>
            </a:prstGeom>
            <a:ln w="19050" cap="flat" cmpd="sng">
              <a:solidFill>
                <a:schemeClr val="tx1"/>
              </a:solidFill>
              <a:prstDash val="solid"/>
              <a:headEnd type="none" w="med" len="med"/>
              <a:tailEnd type="none" w="med" len="med"/>
            </a:ln>
          </p:spPr>
        </p:sp>
        <p:sp>
          <p:nvSpPr>
            <p:cNvPr id="35986" name="Line 38"/>
            <p:cNvSpPr/>
            <p:nvPr/>
          </p:nvSpPr>
          <p:spPr>
            <a:xfrm flipV="1">
              <a:off x="824" y="2919"/>
              <a:ext cx="48" cy="192"/>
            </a:xfrm>
            <a:prstGeom prst="line">
              <a:avLst/>
            </a:prstGeom>
            <a:ln w="19050" cap="flat" cmpd="sng">
              <a:solidFill>
                <a:schemeClr val="tx1"/>
              </a:solidFill>
              <a:prstDash val="solid"/>
              <a:headEnd type="none" w="med" len="med"/>
              <a:tailEnd type="none" w="med" len="med"/>
            </a:ln>
          </p:spPr>
        </p:sp>
        <p:sp>
          <p:nvSpPr>
            <p:cNvPr id="35987" name="Line 39"/>
            <p:cNvSpPr/>
            <p:nvPr/>
          </p:nvSpPr>
          <p:spPr>
            <a:xfrm>
              <a:off x="872" y="2919"/>
              <a:ext cx="432" cy="0"/>
            </a:xfrm>
            <a:prstGeom prst="line">
              <a:avLst/>
            </a:prstGeom>
            <a:ln w="19050" cap="flat" cmpd="sng">
              <a:solidFill>
                <a:schemeClr val="tx1"/>
              </a:solidFill>
              <a:prstDash val="solid"/>
              <a:headEnd type="none" w="med" len="med"/>
              <a:tailEnd type="none" w="med" len="med"/>
            </a:ln>
          </p:spPr>
        </p:sp>
        <p:sp>
          <p:nvSpPr>
            <p:cNvPr id="35988" name="Line 40"/>
            <p:cNvSpPr/>
            <p:nvPr/>
          </p:nvSpPr>
          <p:spPr>
            <a:xfrm>
              <a:off x="1304" y="2919"/>
              <a:ext cx="48" cy="192"/>
            </a:xfrm>
            <a:prstGeom prst="line">
              <a:avLst/>
            </a:prstGeom>
            <a:ln w="19050" cap="flat" cmpd="sng">
              <a:solidFill>
                <a:schemeClr val="tx1"/>
              </a:solidFill>
              <a:prstDash val="solid"/>
              <a:headEnd type="none" w="med" len="med"/>
              <a:tailEnd type="none" w="med" len="med"/>
            </a:ln>
          </p:spPr>
        </p:sp>
        <p:sp>
          <p:nvSpPr>
            <p:cNvPr id="35989" name="Line 41"/>
            <p:cNvSpPr/>
            <p:nvPr/>
          </p:nvSpPr>
          <p:spPr>
            <a:xfrm>
              <a:off x="536" y="3111"/>
              <a:ext cx="288" cy="0"/>
            </a:xfrm>
            <a:prstGeom prst="line">
              <a:avLst/>
            </a:prstGeom>
            <a:ln w="19050" cap="flat" cmpd="sng">
              <a:solidFill>
                <a:schemeClr val="tx1"/>
              </a:solidFill>
              <a:prstDash val="solid"/>
              <a:headEnd type="none" w="med" len="med"/>
              <a:tailEnd type="none" w="med" len="med"/>
            </a:ln>
          </p:spPr>
        </p:sp>
        <p:sp>
          <p:nvSpPr>
            <p:cNvPr id="35990" name="Line 42"/>
            <p:cNvSpPr/>
            <p:nvPr/>
          </p:nvSpPr>
          <p:spPr>
            <a:xfrm>
              <a:off x="1352" y="3111"/>
              <a:ext cx="576" cy="0"/>
            </a:xfrm>
            <a:prstGeom prst="line">
              <a:avLst/>
            </a:prstGeom>
            <a:ln w="19050" cap="flat" cmpd="sng">
              <a:solidFill>
                <a:schemeClr val="tx1"/>
              </a:solidFill>
              <a:prstDash val="solid"/>
              <a:headEnd type="none" w="med" len="med"/>
              <a:tailEnd type="none" w="med" len="med"/>
            </a:ln>
          </p:spPr>
        </p:sp>
        <p:sp>
          <p:nvSpPr>
            <p:cNvPr id="35991" name="Line 43"/>
            <p:cNvSpPr/>
            <p:nvPr/>
          </p:nvSpPr>
          <p:spPr>
            <a:xfrm>
              <a:off x="1976" y="2919"/>
              <a:ext cx="528" cy="0"/>
            </a:xfrm>
            <a:prstGeom prst="line">
              <a:avLst/>
            </a:prstGeom>
            <a:ln w="19050" cap="flat" cmpd="sng">
              <a:solidFill>
                <a:schemeClr val="tx1"/>
              </a:solidFill>
              <a:prstDash val="solid"/>
              <a:headEnd type="none" w="med" len="med"/>
              <a:tailEnd type="none" w="med" len="med"/>
            </a:ln>
          </p:spPr>
        </p:sp>
        <p:sp>
          <p:nvSpPr>
            <p:cNvPr id="35992" name="Line 44"/>
            <p:cNvSpPr/>
            <p:nvPr/>
          </p:nvSpPr>
          <p:spPr>
            <a:xfrm flipV="1">
              <a:off x="1928" y="2919"/>
              <a:ext cx="48" cy="192"/>
            </a:xfrm>
            <a:prstGeom prst="line">
              <a:avLst/>
            </a:prstGeom>
            <a:ln w="19050" cap="flat" cmpd="sng">
              <a:solidFill>
                <a:schemeClr val="tx1"/>
              </a:solidFill>
              <a:prstDash val="solid"/>
              <a:headEnd type="none" w="med" len="med"/>
              <a:tailEnd type="none" w="med" len="med"/>
            </a:ln>
          </p:spPr>
        </p:sp>
        <p:sp>
          <p:nvSpPr>
            <p:cNvPr id="35993" name="Line 46"/>
            <p:cNvSpPr/>
            <p:nvPr/>
          </p:nvSpPr>
          <p:spPr>
            <a:xfrm>
              <a:off x="862" y="3552"/>
              <a:ext cx="432" cy="0"/>
            </a:xfrm>
            <a:prstGeom prst="line">
              <a:avLst/>
            </a:prstGeom>
            <a:ln w="19050" cap="flat" cmpd="sng">
              <a:solidFill>
                <a:schemeClr val="tx1"/>
              </a:solidFill>
              <a:prstDash val="solid"/>
              <a:headEnd type="none" w="med" len="med"/>
              <a:tailEnd type="none" w="med" len="med"/>
            </a:ln>
          </p:spPr>
        </p:sp>
        <p:sp>
          <p:nvSpPr>
            <p:cNvPr id="35994" name="Line 47"/>
            <p:cNvSpPr/>
            <p:nvPr/>
          </p:nvSpPr>
          <p:spPr>
            <a:xfrm>
              <a:off x="814" y="3360"/>
              <a:ext cx="48" cy="192"/>
            </a:xfrm>
            <a:prstGeom prst="line">
              <a:avLst/>
            </a:prstGeom>
            <a:ln w="19050" cap="flat" cmpd="sng">
              <a:solidFill>
                <a:schemeClr val="tx1"/>
              </a:solidFill>
              <a:prstDash val="solid"/>
              <a:headEnd type="none" w="med" len="med"/>
              <a:tailEnd type="none" w="med" len="med"/>
            </a:ln>
          </p:spPr>
        </p:sp>
        <p:sp>
          <p:nvSpPr>
            <p:cNvPr id="35995" name="Line 48"/>
            <p:cNvSpPr/>
            <p:nvPr/>
          </p:nvSpPr>
          <p:spPr>
            <a:xfrm>
              <a:off x="1342" y="3360"/>
              <a:ext cx="576" cy="0"/>
            </a:xfrm>
            <a:prstGeom prst="line">
              <a:avLst/>
            </a:prstGeom>
            <a:ln w="19050" cap="flat" cmpd="sng">
              <a:solidFill>
                <a:schemeClr val="tx1"/>
              </a:solidFill>
              <a:prstDash val="solid"/>
              <a:headEnd type="none" w="med" len="med"/>
              <a:tailEnd type="none" w="med" len="med"/>
            </a:ln>
          </p:spPr>
        </p:sp>
        <p:sp>
          <p:nvSpPr>
            <p:cNvPr id="35996" name="Line 49"/>
            <p:cNvSpPr/>
            <p:nvPr/>
          </p:nvSpPr>
          <p:spPr>
            <a:xfrm>
              <a:off x="1966" y="3552"/>
              <a:ext cx="528" cy="0"/>
            </a:xfrm>
            <a:prstGeom prst="line">
              <a:avLst/>
            </a:prstGeom>
            <a:ln w="19050" cap="flat" cmpd="sng">
              <a:solidFill>
                <a:schemeClr val="tx1"/>
              </a:solidFill>
              <a:prstDash val="solid"/>
              <a:headEnd type="none" w="med" len="med"/>
              <a:tailEnd type="none" w="med" len="med"/>
            </a:ln>
          </p:spPr>
        </p:sp>
        <p:sp>
          <p:nvSpPr>
            <p:cNvPr id="35997" name="Line 50"/>
            <p:cNvSpPr/>
            <p:nvPr/>
          </p:nvSpPr>
          <p:spPr>
            <a:xfrm>
              <a:off x="1918" y="3360"/>
              <a:ext cx="48" cy="192"/>
            </a:xfrm>
            <a:prstGeom prst="line">
              <a:avLst/>
            </a:prstGeom>
            <a:ln w="19050" cap="flat" cmpd="sng">
              <a:solidFill>
                <a:schemeClr val="tx1"/>
              </a:solidFill>
              <a:prstDash val="solid"/>
              <a:headEnd type="none" w="med" len="med"/>
              <a:tailEnd type="none" w="med" len="med"/>
            </a:ln>
          </p:spPr>
        </p:sp>
        <p:sp>
          <p:nvSpPr>
            <p:cNvPr id="35998" name="Oval 51"/>
            <p:cNvSpPr/>
            <p:nvPr/>
          </p:nvSpPr>
          <p:spPr>
            <a:xfrm>
              <a:off x="824" y="2992"/>
              <a:ext cx="23" cy="23"/>
            </a:xfrm>
            <a:prstGeom prst="ellipse">
              <a:avLst/>
            </a:prstGeom>
            <a:solidFill>
              <a:schemeClr val="accent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5999" name="Line 52"/>
            <p:cNvSpPr/>
            <p:nvPr/>
          </p:nvSpPr>
          <p:spPr>
            <a:xfrm>
              <a:off x="1246" y="3024"/>
              <a:ext cx="96" cy="48"/>
            </a:xfrm>
            <a:prstGeom prst="line">
              <a:avLst/>
            </a:prstGeom>
            <a:ln w="19050" cap="flat" cmpd="sng">
              <a:solidFill>
                <a:srgbClr val="FF0000"/>
              </a:solidFill>
              <a:prstDash val="dash"/>
              <a:headEnd type="none" w="med" len="med"/>
              <a:tailEnd type="triangle" w="med" len="med"/>
            </a:ln>
          </p:spPr>
        </p:sp>
        <p:sp>
          <p:nvSpPr>
            <p:cNvPr id="36000" name="Line 45"/>
            <p:cNvSpPr/>
            <p:nvPr/>
          </p:nvSpPr>
          <p:spPr>
            <a:xfrm flipV="1">
              <a:off x="1294" y="3360"/>
              <a:ext cx="48" cy="192"/>
            </a:xfrm>
            <a:prstGeom prst="line">
              <a:avLst/>
            </a:prstGeom>
            <a:ln w="19050" cap="flat" cmpd="sng">
              <a:solidFill>
                <a:schemeClr val="tx1"/>
              </a:solidFill>
              <a:prstDash val="solid"/>
              <a:headEnd type="none" w="med" len="med"/>
              <a:tailEnd type="none" w="med" len="med"/>
            </a:ln>
          </p:spPr>
        </p:sp>
        <p:sp>
          <p:nvSpPr>
            <p:cNvPr id="36001" name="Line 53"/>
            <p:cNvSpPr/>
            <p:nvPr/>
          </p:nvSpPr>
          <p:spPr>
            <a:xfrm>
              <a:off x="1284" y="3417"/>
              <a:ext cx="48" cy="48"/>
            </a:xfrm>
            <a:prstGeom prst="line">
              <a:avLst/>
            </a:prstGeom>
            <a:ln w="19050" cap="flat" cmpd="sng">
              <a:solidFill>
                <a:srgbClr val="0000FF"/>
              </a:solidFill>
              <a:prstDash val="solid"/>
              <a:headEnd type="none" w="med" len="med"/>
              <a:tailEnd type="triangle" w="med" len="med"/>
            </a:ln>
          </p:spPr>
        </p:sp>
        <p:sp>
          <p:nvSpPr>
            <p:cNvPr id="36002" name="Line 54"/>
            <p:cNvSpPr/>
            <p:nvPr/>
          </p:nvSpPr>
          <p:spPr>
            <a:xfrm>
              <a:off x="766" y="2880"/>
              <a:ext cx="96" cy="144"/>
            </a:xfrm>
            <a:prstGeom prst="line">
              <a:avLst/>
            </a:prstGeom>
            <a:ln w="19050" cap="flat" cmpd="sng">
              <a:solidFill>
                <a:srgbClr val="0000FF"/>
              </a:solidFill>
              <a:prstDash val="dash"/>
              <a:headEnd type="none" w="med" len="med"/>
              <a:tailEnd type="triangle" w="med" len="med"/>
            </a:ln>
          </p:spPr>
        </p:sp>
        <p:sp>
          <p:nvSpPr>
            <p:cNvPr id="36003" name="Line 55"/>
            <p:cNvSpPr/>
            <p:nvPr/>
          </p:nvSpPr>
          <p:spPr>
            <a:xfrm>
              <a:off x="756" y="3405"/>
              <a:ext cx="96" cy="96"/>
            </a:xfrm>
            <a:prstGeom prst="line">
              <a:avLst/>
            </a:prstGeom>
            <a:ln w="19050" cap="flat" cmpd="sng">
              <a:solidFill>
                <a:srgbClr val="FF0000"/>
              </a:solidFill>
              <a:prstDash val="dash"/>
              <a:headEnd type="none" w="med" len="med"/>
              <a:tailEnd type="triangle" w="med" len="med"/>
            </a:ln>
          </p:spPr>
        </p:sp>
        <p:sp>
          <p:nvSpPr>
            <p:cNvPr id="36004" name="Line 56"/>
            <p:cNvSpPr/>
            <p:nvPr/>
          </p:nvSpPr>
          <p:spPr>
            <a:xfrm>
              <a:off x="1870" y="2832"/>
              <a:ext cx="96" cy="192"/>
            </a:xfrm>
            <a:prstGeom prst="line">
              <a:avLst/>
            </a:prstGeom>
            <a:ln w="19050" cap="flat" cmpd="sng">
              <a:solidFill>
                <a:srgbClr val="0000FF"/>
              </a:solidFill>
              <a:prstDash val="dash"/>
              <a:headEnd type="none" w="med" len="med"/>
              <a:tailEnd type="triangle" w="med" len="med"/>
            </a:ln>
          </p:spPr>
        </p:sp>
        <p:sp>
          <p:nvSpPr>
            <p:cNvPr id="36005" name="Line 57"/>
            <p:cNvSpPr/>
            <p:nvPr/>
          </p:nvSpPr>
          <p:spPr>
            <a:xfrm>
              <a:off x="1860" y="3417"/>
              <a:ext cx="96" cy="48"/>
            </a:xfrm>
            <a:prstGeom prst="line">
              <a:avLst/>
            </a:prstGeom>
            <a:ln>
              <a:solidFill>
                <a:srgbClr val="FF0000"/>
              </a:solidFill>
              <a:headEnd type="none" w="med" len="med"/>
              <a:tailEnd type="triangle" w="med" len="med"/>
            </a:ln>
          </p:spPr>
          <p:style>
            <a:lnRef idx="1">
              <a:schemeClr val="accent5"/>
            </a:lnRef>
            <a:fillRef idx="0">
              <a:schemeClr val="accent5"/>
            </a:fillRef>
            <a:effectRef idx="0">
              <a:schemeClr val="accent5"/>
            </a:effectRef>
            <a:fontRef idx="minor">
              <a:schemeClr val="tx1"/>
            </a:fontRef>
          </p:style>
        </p:sp>
        <p:sp>
          <p:nvSpPr>
            <p:cNvPr id="36006" name="Freeform 58"/>
            <p:cNvSpPr/>
            <p:nvPr/>
          </p:nvSpPr>
          <p:spPr>
            <a:xfrm>
              <a:off x="718" y="2400"/>
              <a:ext cx="152" cy="1008"/>
            </a:xfrm>
            <a:custGeom>
              <a:avLst/>
              <a:gdLst/>
              <a:ahLst/>
              <a:cxnLst>
                <a:cxn ang="0">
                  <a:pos x="96" y="0"/>
                </a:cxn>
                <a:cxn ang="0">
                  <a:pos x="144" y="96"/>
                </a:cxn>
                <a:cxn ang="0">
                  <a:pos x="48" y="480"/>
                </a:cxn>
                <a:cxn ang="0">
                  <a:pos x="0" y="720"/>
                </a:cxn>
                <a:cxn ang="0">
                  <a:pos x="48" y="1008"/>
                </a:cxn>
              </a:cxnLst>
              <a:rect l="0" t="0" r="0" b="0"/>
              <a:pathLst>
                <a:path w="152" h="1008">
                  <a:moveTo>
                    <a:pt x="96" y="0"/>
                  </a:moveTo>
                  <a:cubicBezTo>
                    <a:pt x="124" y="8"/>
                    <a:pt x="152" y="16"/>
                    <a:pt x="144" y="96"/>
                  </a:cubicBezTo>
                  <a:cubicBezTo>
                    <a:pt x="136" y="176"/>
                    <a:pt x="72" y="376"/>
                    <a:pt x="48" y="480"/>
                  </a:cubicBezTo>
                  <a:cubicBezTo>
                    <a:pt x="24" y="584"/>
                    <a:pt x="0" y="632"/>
                    <a:pt x="0" y="720"/>
                  </a:cubicBezTo>
                  <a:cubicBezTo>
                    <a:pt x="0" y="808"/>
                    <a:pt x="24" y="908"/>
                    <a:pt x="48" y="1008"/>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6007" name="Freeform 60"/>
            <p:cNvSpPr/>
            <p:nvPr/>
          </p:nvSpPr>
          <p:spPr>
            <a:xfrm>
              <a:off x="1822" y="2400"/>
              <a:ext cx="160" cy="1008"/>
            </a:xfrm>
            <a:custGeom>
              <a:avLst/>
              <a:gdLst/>
              <a:ahLst/>
              <a:cxnLst>
                <a:cxn ang="0">
                  <a:pos x="144" y="0"/>
                </a:cxn>
                <a:cxn ang="0">
                  <a:pos x="144" y="96"/>
                </a:cxn>
                <a:cxn ang="0">
                  <a:pos x="48" y="432"/>
                </a:cxn>
                <a:cxn ang="0">
                  <a:pos x="0" y="720"/>
                </a:cxn>
                <a:cxn ang="0">
                  <a:pos x="48" y="1008"/>
                </a:cxn>
              </a:cxnLst>
              <a:rect l="0" t="0" r="0" b="0"/>
              <a:pathLst>
                <a:path w="160" h="1008">
                  <a:moveTo>
                    <a:pt x="144" y="0"/>
                  </a:moveTo>
                  <a:cubicBezTo>
                    <a:pt x="152" y="12"/>
                    <a:pt x="160" y="24"/>
                    <a:pt x="144" y="96"/>
                  </a:cubicBezTo>
                  <a:cubicBezTo>
                    <a:pt x="128" y="168"/>
                    <a:pt x="72" y="328"/>
                    <a:pt x="48" y="432"/>
                  </a:cubicBezTo>
                  <a:cubicBezTo>
                    <a:pt x="24" y="536"/>
                    <a:pt x="0" y="624"/>
                    <a:pt x="0" y="720"/>
                  </a:cubicBezTo>
                  <a:cubicBezTo>
                    <a:pt x="0" y="816"/>
                    <a:pt x="40" y="960"/>
                    <a:pt x="48" y="1008"/>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6008" name="Text Box 139"/>
            <p:cNvSpPr txBox="1"/>
            <p:nvPr/>
          </p:nvSpPr>
          <p:spPr>
            <a:xfrm>
              <a:off x="847" y="3648"/>
              <a:ext cx="1823" cy="309"/>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正常输入</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6009" name="Text Box 140"/>
            <p:cNvSpPr txBox="1"/>
            <p:nvPr/>
          </p:nvSpPr>
          <p:spPr>
            <a:xfrm>
              <a:off x="2938" y="3612"/>
              <a:ext cx="2137" cy="310"/>
            </a:xfrm>
            <a:prstGeom prst="rect">
              <a:avLst/>
            </a:prstGeom>
            <a:noFill/>
            <a:ln w="19050">
              <a:noFill/>
            </a:ln>
          </p:spPr>
          <p:txBody>
            <a:bodyPr>
              <a:spAutoFit/>
            </a:bodyPr>
            <a:lstStyle/>
            <a:p>
              <a:pPr algn="ct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 </a:t>
              </a:r>
              <a:r>
                <a:rPr lang="en-US" altLang="zh-CN" sz="1800" dirty="0">
                  <a:solidFill>
                    <a:srgbClr val="FF0000"/>
                  </a:solidFill>
                  <a:latin typeface="华文新魏" panose="02010800040101010101" pitchFamily="2" charset="-122"/>
                  <a:ea typeface="华文新魏" panose="02010800040101010101" pitchFamily="2" charset="-122"/>
                </a:rPr>
                <a:t> S </a:t>
              </a:r>
              <a:r>
                <a:rPr lang="zh-CN" altLang="en-US" sz="1800" dirty="0">
                  <a:solidFill>
                    <a:srgbClr val="FF0000"/>
                  </a:solidFill>
                  <a:latin typeface="华文新魏" panose="02010800040101010101" pitchFamily="2" charset="-122"/>
                  <a:ea typeface="华文新魏" panose="02010800040101010101" pitchFamily="2" charset="-122"/>
                </a:rPr>
                <a:t>和 </a:t>
              </a:r>
              <a:r>
                <a:rPr lang="en-US" altLang="zh-CN" sz="1800" dirty="0">
                  <a:solidFill>
                    <a:srgbClr val="FF0000"/>
                  </a:solidFill>
                  <a:latin typeface="华文新魏" panose="02010800040101010101" pitchFamily="2" charset="-122"/>
                  <a:ea typeface="华文新魏" panose="02010800040101010101" pitchFamily="2" charset="-122"/>
                </a:rPr>
                <a:t>R </a:t>
              </a:r>
              <a:r>
                <a:rPr lang="zh-CN" altLang="en-US" sz="1800" dirty="0">
                  <a:solidFill>
                    <a:srgbClr val="FF0000"/>
                  </a:solidFill>
                  <a:latin typeface="华文新魏" panose="02010800040101010101" pitchFamily="2" charset="-122"/>
                  <a:ea typeface="华文新魏" panose="02010800040101010101" pitchFamily="2" charset="-122"/>
                </a:rPr>
                <a:t>同时有效</a:t>
              </a:r>
              <a:endParaRPr lang="zh-CN" altLang="en-US" sz="1800" dirty="0">
                <a:solidFill>
                  <a:srgbClr val="FF0000"/>
                </a:solidFill>
                <a:latin typeface="华文新魏" panose="02010800040101010101" pitchFamily="2" charset="-122"/>
                <a:ea typeface="华文新魏" panose="02010800040101010101" pitchFamily="2" charset="-122"/>
              </a:endParaRPr>
            </a:p>
          </p:txBody>
        </p:sp>
        <p:grpSp>
          <p:nvGrpSpPr>
            <p:cNvPr id="36010" name="Group 200"/>
            <p:cNvGrpSpPr/>
            <p:nvPr/>
          </p:nvGrpSpPr>
          <p:grpSpPr>
            <a:xfrm>
              <a:off x="5132" y="2928"/>
              <a:ext cx="292" cy="192"/>
              <a:chOff x="5132" y="2928"/>
              <a:chExt cx="292" cy="192"/>
            </a:xfrm>
          </p:grpSpPr>
          <p:sp>
            <p:nvSpPr>
              <p:cNvPr id="36016" name="Line 99"/>
              <p:cNvSpPr/>
              <p:nvPr/>
            </p:nvSpPr>
            <p:spPr>
              <a:xfrm flipV="1">
                <a:off x="5136" y="2928"/>
                <a:ext cx="48" cy="192"/>
              </a:xfrm>
              <a:prstGeom prst="line">
                <a:avLst/>
              </a:prstGeom>
              <a:ln w="19050" cap="flat" cmpd="sng">
                <a:solidFill>
                  <a:srgbClr val="C00000"/>
                </a:solidFill>
                <a:prstDash val="solid"/>
                <a:headEnd type="none" w="med" len="med"/>
                <a:tailEnd type="none" w="med" len="med"/>
              </a:ln>
            </p:spPr>
          </p:sp>
          <p:sp>
            <p:nvSpPr>
              <p:cNvPr id="36017" name="Line 100"/>
              <p:cNvSpPr/>
              <p:nvPr/>
            </p:nvSpPr>
            <p:spPr>
              <a:xfrm>
                <a:off x="5181" y="2928"/>
                <a:ext cx="243" cy="0"/>
              </a:xfrm>
              <a:prstGeom prst="line">
                <a:avLst/>
              </a:prstGeom>
              <a:ln w="19050" cap="flat" cmpd="sng">
                <a:solidFill>
                  <a:srgbClr val="C00000"/>
                </a:solidFill>
                <a:prstDash val="solid"/>
                <a:headEnd type="none" w="med" len="med"/>
                <a:tailEnd type="none" w="med" len="med"/>
              </a:ln>
            </p:spPr>
          </p:sp>
          <p:sp>
            <p:nvSpPr>
              <p:cNvPr id="36018" name="Line 144"/>
              <p:cNvSpPr/>
              <p:nvPr/>
            </p:nvSpPr>
            <p:spPr>
              <a:xfrm>
                <a:off x="5132" y="3120"/>
                <a:ext cx="292" cy="0"/>
              </a:xfrm>
              <a:prstGeom prst="line">
                <a:avLst/>
              </a:prstGeom>
              <a:ln w="19050" cap="flat" cmpd="sng">
                <a:solidFill>
                  <a:srgbClr val="C00000"/>
                </a:solidFill>
                <a:prstDash val="solid"/>
                <a:headEnd type="none" w="med" len="med"/>
                <a:tailEnd type="none" w="med" len="med"/>
              </a:ln>
            </p:spPr>
          </p:sp>
        </p:grpSp>
        <p:grpSp>
          <p:nvGrpSpPr>
            <p:cNvPr id="36011" name="Group 201"/>
            <p:cNvGrpSpPr/>
            <p:nvPr/>
          </p:nvGrpSpPr>
          <p:grpSpPr>
            <a:xfrm>
              <a:off x="5136" y="3360"/>
              <a:ext cx="292" cy="192"/>
              <a:chOff x="5132" y="2928"/>
              <a:chExt cx="292" cy="192"/>
            </a:xfrm>
          </p:grpSpPr>
          <p:sp>
            <p:nvSpPr>
              <p:cNvPr id="36013" name="Line 202"/>
              <p:cNvSpPr/>
              <p:nvPr/>
            </p:nvSpPr>
            <p:spPr>
              <a:xfrm flipV="1">
                <a:off x="5136" y="2928"/>
                <a:ext cx="48" cy="192"/>
              </a:xfrm>
              <a:prstGeom prst="line">
                <a:avLst/>
              </a:prstGeom>
              <a:ln w="19050" cap="flat" cmpd="sng">
                <a:solidFill>
                  <a:srgbClr val="C00000"/>
                </a:solidFill>
                <a:prstDash val="solid"/>
                <a:headEnd type="none" w="med" len="med"/>
                <a:tailEnd type="none" w="med" len="med"/>
              </a:ln>
            </p:spPr>
          </p:sp>
          <p:sp>
            <p:nvSpPr>
              <p:cNvPr id="36014" name="Line 203"/>
              <p:cNvSpPr/>
              <p:nvPr/>
            </p:nvSpPr>
            <p:spPr>
              <a:xfrm>
                <a:off x="5181" y="2928"/>
                <a:ext cx="243" cy="0"/>
              </a:xfrm>
              <a:prstGeom prst="line">
                <a:avLst/>
              </a:prstGeom>
              <a:ln w="19050" cap="flat" cmpd="sng">
                <a:solidFill>
                  <a:srgbClr val="C00000"/>
                </a:solidFill>
                <a:prstDash val="solid"/>
                <a:headEnd type="none" w="med" len="med"/>
                <a:tailEnd type="none" w="med" len="med"/>
              </a:ln>
            </p:spPr>
          </p:sp>
          <p:sp>
            <p:nvSpPr>
              <p:cNvPr id="36015" name="Line 204"/>
              <p:cNvSpPr/>
              <p:nvPr/>
            </p:nvSpPr>
            <p:spPr>
              <a:xfrm>
                <a:off x="5132" y="3120"/>
                <a:ext cx="292" cy="0"/>
              </a:xfrm>
              <a:prstGeom prst="line">
                <a:avLst/>
              </a:prstGeom>
              <a:ln w="19050" cap="flat" cmpd="sng">
                <a:solidFill>
                  <a:srgbClr val="C00000"/>
                </a:solidFill>
                <a:prstDash val="solid"/>
                <a:headEnd type="none" w="med" len="med"/>
                <a:tailEnd type="none" w="med" len="med"/>
              </a:ln>
            </p:spPr>
          </p:sp>
        </p:grpSp>
        <p:sp>
          <p:nvSpPr>
            <p:cNvPr id="36012" name="Freeform 205"/>
            <p:cNvSpPr/>
            <p:nvPr/>
          </p:nvSpPr>
          <p:spPr>
            <a:xfrm>
              <a:off x="5136" y="2376"/>
              <a:ext cx="105" cy="63"/>
            </a:xfrm>
            <a:custGeom>
              <a:avLst/>
              <a:gdLst/>
              <a:ahLst/>
              <a:cxnLst>
                <a:cxn ang="0">
                  <a:pos x="0" y="0"/>
                </a:cxn>
                <a:cxn ang="0">
                  <a:pos x="105" y="63"/>
                </a:cxn>
              </a:cxnLst>
              <a:rect l="0" t="0" r="0" b="0"/>
              <a:pathLst>
                <a:path w="105" h="63">
                  <a:moveTo>
                    <a:pt x="0" y="0"/>
                  </a:moveTo>
                  <a:cubicBezTo>
                    <a:pt x="65" y="22"/>
                    <a:pt x="60" y="18"/>
                    <a:pt x="105" y="63"/>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grpSp>
      <p:grpSp>
        <p:nvGrpSpPr>
          <p:cNvPr id="35866" name="Group 34"/>
          <p:cNvGrpSpPr/>
          <p:nvPr/>
        </p:nvGrpSpPr>
        <p:grpSpPr>
          <a:xfrm>
            <a:off x="6673215" y="894080"/>
            <a:ext cx="2446020" cy="1174115"/>
            <a:chOff x="480" y="627"/>
            <a:chExt cx="1533" cy="1183"/>
          </a:xfrm>
        </p:grpSpPr>
        <p:sp>
          <p:nvSpPr>
            <p:cNvPr id="35869" name="Rectangle 5"/>
            <p:cNvSpPr/>
            <p:nvPr/>
          </p:nvSpPr>
          <p:spPr>
            <a:xfrm>
              <a:off x="1004" y="768"/>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70" name="Text Box 6"/>
            <p:cNvSpPr txBox="1"/>
            <p:nvPr/>
          </p:nvSpPr>
          <p:spPr>
            <a:xfrm>
              <a:off x="980" y="752"/>
              <a:ext cx="630"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71" name="Line 7"/>
            <p:cNvSpPr/>
            <p:nvPr/>
          </p:nvSpPr>
          <p:spPr>
            <a:xfrm>
              <a:off x="720" y="856"/>
              <a:ext cx="284" cy="0"/>
            </a:xfrm>
            <a:prstGeom prst="line">
              <a:avLst/>
            </a:prstGeom>
            <a:ln w="19050" cap="flat" cmpd="sng">
              <a:solidFill>
                <a:schemeClr val="tx1"/>
              </a:solidFill>
              <a:prstDash val="solid"/>
              <a:headEnd type="none" w="med" len="med"/>
              <a:tailEnd type="none" w="med" len="med"/>
            </a:ln>
          </p:spPr>
        </p:sp>
        <p:sp>
          <p:nvSpPr>
            <p:cNvPr id="35872" name="Line 8"/>
            <p:cNvSpPr/>
            <p:nvPr/>
          </p:nvSpPr>
          <p:spPr>
            <a:xfrm>
              <a:off x="1317" y="916"/>
              <a:ext cx="351" cy="0"/>
            </a:xfrm>
            <a:prstGeom prst="line">
              <a:avLst/>
            </a:prstGeom>
            <a:ln w="19050" cap="flat" cmpd="sng">
              <a:solidFill>
                <a:schemeClr val="tx1"/>
              </a:solidFill>
              <a:prstDash val="solid"/>
              <a:headEnd type="none" w="med" len="med"/>
              <a:tailEnd type="none" w="med" len="med"/>
            </a:ln>
          </p:spPr>
        </p:sp>
        <p:sp>
          <p:nvSpPr>
            <p:cNvPr id="35873" name="Oval 10"/>
            <p:cNvSpPr/>
            <p:nvPr/>
          </p:nvSpPr>
          <p:spPr>
            <a:xfrm>
              <a:off x="1251" y="894"/>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74" name="Rectangle 14"/>
            <p:cNvSpPr/>
            <p:nvPr/>
          </p:nvSpPr>
          <p:spPr>
            <a:xfrm>
              <a:off x="1004" y="1431"/>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75" name="Text Box 15"/>
            <p:cNvSpPr txBox="1"/>
            <p:nvPr/>
          </p:nvSpPr>
          <p:spPr>
            <a:xfrm>
              <a:off x="980" y="1414"/>
              <a:ext cx="402"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76" name="Line 16"/>
            <p:cNvSpPr/>
            <p:nvPr/>
          </p:nvSpPr>
          <p:spPr>
            <a:xfrm>
              <a:off x="861" y="1519"/>
              <a:ext cx="147" cy="0"/>
            </a:xfrm>
            <a:prstGeom prst="line">
              <a:avLst/>
            </a:prstGeom>
            <a:ln w="19050" cap="flat" cmpd="sng">
              <a:solidFill>
                <a:schemeClr val="tx1"/>
              </a:solidFill>
              <a:prstDash val="solid"/>
              <a:headEnd type="none" w="med" len="med"/>
              <a:tailEnd type="none" w="med" len="med"/>
            </a:ln>
          </p:spPr>
        </p:sp>
        <p:sp>
          <p:nvSpPr>
            <p:cNvPr id="35877" name="Line 17"/>
            <p:cNvSpPr/>
            <p:nvPr/>
          </p:nvSpPr>
          <p:spPr>
            <a:xfrm>
              <a:off x="1315" y="1576"/>
              <a:ext cx="351" cy="0"/>
            </a:xfrm>
            <a:prstGeom prst="line">
              <a:avLst/>
            </a:prstGeom>
            <a:ln w="19050" cap="flat" cmpd="sng">
              <a:solidFill>
                <a:schemeClr val="tx1"/>
              </a:solidFill>
              <a:prstDash val="solid"/>
              <a:headEnd type="none" w="med" len="med"/>
              <a:tailEnd type="none" w="med" len="med"/>
            </a:ln>
          </p:spPr>
        </p:sp>
        <p:sp>
          <p:nvSpPr>
            <p:cNvPr id="35878" name="Line 18"/>
            <p:cNvSpPr/>
            <p:nvPr/>
          </p:nvSpPr>
          <p:spPr>
            <a:xfrm>
              <a:off x="720" y="1631"/>
              <a:ext cx="284" cy="0"/>
            </a:xfrm>
            <a:prstGeom prst="line">
              <a:avLst/>
            </a:prstGeom>
            <a:ln w="19050" cap="flat" cmpd="sng">
              <a:solidFill>
                <a:schemeClr val="tx1"/>
              </a:solidFill>
              <a:prstDash val="solid"/>
              <a:headEnd type="none" w="med" len="med"/>
              <a:tailEnd type="none" w="med" len="med"/>
            </a:ln>
          </p:spPr>
        </p:sp>
        <p:sp>
          <p:nvSpPr>
            <p:cNvPr id="35879" name="Oval 19"/>
            <p:cNvSpPr/>
            <p:nvPr/>
          </p:nvSpPr>
          <p:spPr>
            <a:xfrm>
              <a:off x="1251" y="1551"/>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80" name="Line 20"/>
            <p:cNvSpPr/>
            <p:nvPr/>
          </p:nvSpPr>
          <p:spPr>
            <a:xfrm>
              <a:off x="854" y="978"/>
              <a:ext cx="147" cy="0"/>
            </a:xfrm>
            <a:prstGeom prst="line">
              <a:avLst/>
            </a:prstGeom>
            <a:ln w="19050" cap="flat" cmpd="sng">
              <a:solidFill>
                <a:schemeClr val="tx1"/>
              </a:solidFill>
              <a:prstDash val="solid"/>
              <a:headEnd type="none" w="med" len="med"/>
              <a:tailEnd type="none" w="med" len="med"/>
            </a:ln>
          </p:spPr>
        </p:sp>
        <p:sp>
          <p:nvSpPr>
            <p:cNvPr id="35881" name="Line 21"/>
            <p:cNvSpPr/>
            <p:nvPr/>
          </p:nvSpPr>
          <p:spPr>
            <a:xfrm>
              <a:off x="1428" y="922"/>
              <a:ext cx="0" cy="190"/>
            </a:xfrm>
            <a:prstGeom prst="line">
              <a:avLst/>
            </a:prstGeom>
            <a:ln w="19050" cap="flat" cmpd="sng">
              <a:solidFill>
                <a:schemeClr val="tx1"/>
              </a:solidFill>
              <a:prstDash val="solid"/>
              <a:headEnd type="none" w="med" len="med"/>
              <a:tailEnd type="none" w="med" len="med"/>
            </a:ln>
          </p:spPr>
        </p:sp>
        <p:sp>
          <p:nvSpPr>
            <p:cNvPr id="35882" name="Line 22"/>
            <p:cNvSpPr/>
            <p:nvPr/>
          </p:nvSpPr>
          <p:spPr>
            <a:xfrm>
              <a:off x="864" y="1369"/>
              <a:ext cx="0" cy="147"/>
            </a:xfrm>
            <a:prstGeom prst="line">
              <a:avLst/>
            </a:prstGeom>
            <a:ln w="19050" cap="flat" cmpd="sng">
              <a:solidFill>
                <a:schemeClr val="tx1"/>
              </a:solidFill>
              <a:prstDash val="solid"/>
              <a:headEnd type="none" w="med" len="med"/>
              <a:tailEnd type="none" w="med" len="med"/>
            </a:ln>
          </p:spPr>
        </p:sp>
        <p:sp>
          <p:nvSpPr>
            <p:cNvPr id="35883" name="Line 23"/>
            <p:cNvSpPr/>
            <p:nvPr/>
          </p:nvSpPr>
          <p:spPr>
            <a:xfrm>
              <a:off x="1440" y="1377"/>
              <a:ext cx="0" cy="190"/>
            </a:xfrm>
            <a:prstGeom prst="line">
              <a:avLst/>
            </a:prstGeom>
            <a:ln w="19050" cap="flat" cmpd="sng">
              <a:solidFill>
                <a:schemeClr val="tx1"/>
              </a:solidFill>
              <a:prstDash val="solid"/>
              <a:headEnd type="none" w="med" len="med"/>
              <a:tailEnd type="none" w="med" len="med"/>
            </a:ln>
          </p:spPr>
        </p:sp>
        <p:sp>
          <p:nvSpPr>
            <p:cNvPr id="35884" name="Line 24"/>
            <p:cNvSpPr/>
            <p:nvPr/>
          </p:nvSpPr>
          <p:spPr>
            <a:xfrm>
              <a:off x="864" y="988"/>
              <a:ext cx="0" cy="147"/>
            </a:xfrm>
            <a:prstGeom prst="line">
              <a:avLst/>
            </a:prstGeom>
            <a:ln w="19050" cap="flat" cmpd="sng">
              <a:solidFill>
                <a:schemeClr val="tx1"/>
              </a:solidFill>
              <a:prstDash val="solid"/>
              <a:headEnd type="none" w="med" len="med"/>
              <a:tailEnd type="none" w="med" len="med"/>
            </a:ln>
          </p:spPr>
        </p:sp>
        <p:sp>
          <p:nvSpPr>
            <p:cNvPr id="35885" name="Line 25"/>
            <p:cNvSpPr/>
            <p:nvPr/>
          </p:nvSpPr>
          <p:spPr>
            <a:xfrm>
              <a:off x="864" y="1134"/>
              <a:ext cx="576" cy="240"/>
            </a:xfrm>
            <a:prstGeom prst="line">
              <a:avLst/>
            </a:prstGeom>
            <a:ln w="19050" cap="flat" cmpd="sng">
              <a:solidFill>
                <a:schemeClr val="tx1"/>
              </a:solidFill>
              <a:prstDash val="solid"/>
              <a:headEnd type="none" w="med" len="med"/>
              <a:tailEnd type="none" w="med" len="med"/>
            </a:ln>
          </p:spPr>
        </p:sp>
        <p:sp>
          <p:nvSpPr>
            <p:cNvPr id="35886" name="Line 26"/>
            <p:cNvSpPr/>
            <p:nvPr/>
          </p:nvSpPr>
          <p:spPr>
            <a:xfrm flipH="1">
              <a:off x="864" y="1122"/>
              <a:ext cx="576" cy="240"/>
            </a:xfrm>
            <a:prstGeom prst="line">
              <a:avLst/>
            </a:prstGeom>
            <a:ln w="19050" cap="flat" cmpd="sng">
              <a:solidFill>
                <a:schemeClr val="tx1"/>
              </a:solidFill>
              <a:prstDash val="solid"/>
              <a:headEnd type="none" w="med" len="med"/>
              <a:tailEnd type="none" w="med" len="med"/>
            </a:ln>
          </p:spPr>
        </p:sp>
        <p:sp>
          <p:nvSpPr>
            <p:cNvPr id="35887" name="Oval 27"/>
            <p:cNvSpPr/>
            <p:nvPr/>
          </p:nvSpPr>
          <p:spPr>
            <a:xfrm>
              <a:off x="1418" y="1557"/>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88" name="Oval 29"/>
            <p:cNvSpPr/>
            <p:nvPr/>
          </p:nvSpPr>
          <p:spPr>
            <a:xfrm>
              <a:off x="1402" y="89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89" name="Text Box 30"/>
            <p:cNvSpPr txBox="1"/>
            <p:nvPr/>
          </p:nvSpPr>
          <p:spPr>
            <a:xfrm>
              <a:off x="480" y="627"/>
              <a:ext cx="240"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90" name="Text Box 31"/>
            <p:cNvSpPr txBox="1"/>
            <p:nvPr/>
          </p:nvSpPr>
          <p:spPr>
            <a:xfrm>
              <a:off x="480" y="1439"/>
              <a:ext cx="240"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91" name="Text Box 32"/>
            <p:cNvSpPr txBox="1"/>
            <p:nvPr/>
          </p:nvSpPr>
          <p:spPr>
            <a:xfrm>
              <a:off x="1742" y="733"/>
              <a:ext cx="240"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92" name="Text Box 33"/>
            <p:cNvSpPr txBox="1"/>
            <p:nvPr/>
          </p:nvSpPr>
          <p:spPr>
            <a:xfrm>
              <a:off x="1677" y="1391"/>
              <a:ext cx="336"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cxnSp>
        <p:nvCxnSpPr>
          <p:cNvPr id="2" name="直接连接符 1"/>
          <p:cNvCxnSpPr/>
          <p:nvPr/>
        </p:nvCxnSpPr>
        <p:spPr>
          <a:xfrm>
            <a:off x="1331595" y="2571750"/>
            <a:ext cx="0" cy="1945005"/>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1562735" y="2555240"/>
            <a:ext cx="0" cy="1945005"/>
          </a:xfrm>
          <a:prstGeom prst="line">
            <a:avLst/>
          </a:prstGeom>
        </p:spPr>
        <p:style>
          <a:lnRef idx="1">
            <a:schemeClr val="accent2"/>
          </a:lnRef>
          <a:fillRef idx="0">
            <a:schemeClr val="accent2"/>
          </a:fillRef>
          <a:effectRef idx="0">
            <a:schemeClr val="accent2"/>
          </a:effectRef>
          <a:fontRef idx="minor">
            <a:schemeClr val="tx1"/>
          </a:fontRef>
        </p:style>
      </p:cxnSp>
      <p:cxnSp>
        <p:nvCxnSpPr>
          <p:cNvPr id="4" name="直接连接符 3"/>
          <p:cNvCxnSpPr/>
          <p:nvPr/>
        </p:nvCxnSpPr>
        <p:spPr>
          <a:xfrm>
            <a:off x="1826260" y="2555240"/>
            <a:ext cx="0" cy="1945005"/>
          </a:xfrm>
          <a:prstGeom prst="line">
            <a:avLst/>
          </a:prstGeom>
          <a:ln>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5" name="直接连接符 4"/>
          <p:cNvCxnSpPr/>
          <p:nvPr/>
        </p:nvCxnSpPr>
        <p:spPr>
          <a:xfrm>
            <a:off x="2275840" y="2555240"/>
            <a:ext cx="0" cy="1945005"/>
          </a:xfrm>
          <a:prstGeom prst="line">
            <a:avLst/>
          </a:prstGeom>
        </p:spPr>
        <p:style>
          <a:lnRef idx="2">
            <a:schemeClr val="accent6"/>
          </a:lnRef>
          <a:fillRef idx="0">
            <a:schemeClr val="accent6"/>
          </a:fillRef>
          <a:effectRef idx="1">
            <a:schemeClr val="accent6"/>
          </a:effectRef>
          <a:fontRef idx="minor">
            <a:schemeClr val="tx1"/>
          </a:fontRef>
        </p:style>
      </p:cxnSp>
      <p:cxnSp>
        <p:nvCxnSpPr>
          <p:cNvPr id="6" name="直接连接符 5"/>
          <p:cNvCxnSpPr/>
          <p:nvPr/>
        </p:nvCxnSpPr>
        <p:spPr>
          <a:xfrm>
            <a:off x="2733675" y="2538730"/>
            <a:ext cx="0" cy="1945005"/>
          </a:xfrm>
          <a:prstGeom prst="line">
            <a:avLst/>
          </a:prstGeom>
          <a:ln>
            <a:solidFill>
              <a:schemeClr val="accent1"/>
            </a:solidFill>
          </a:ln>
        </p:spPr>
        <p:style>
          <a:lnRef idx="3">
            <a:schemeClr val="accent6"/>
          </a:lnRef>
          <a:fillRef idx="0">
            <a:schemeClr val="accent6"/>
          </a:fillRef>
          <a:effectRef idx="2">
            <a:schemeClr val="accent6"/>
          </a:effectRef>
          <a:fontRef idx="minor">
            <a:schemeClr val="tx1"/>
          </a:fontRef>
        </p:style>
      </p:cxnSp>
      <p:cxnSp>
        <p:nvCxnSpPr>
          <p:cNvPr id="7" name="直接连接符 6"/>
          <p:cNvCxnSpPr/>
          <p:nvPr/>
        </p:nvCxnSpPr>
        <p:spPr>
          <a:xfrm>
            <a:off x="4152265" y="2665730"/>
            <a:ext cx="0" cy="1945005"/>
          </a:xfrm>
          <a:prstGeom prst="line">
            <a:avLst/>
          </a:prstGeom>
          <a:ln>
            <a:solidFill>
              <a:schemeClr val="accent1"/>
            </a:solidFill>
          </a:ln>
        </p:spPr>
        <p:style>
          <a:lnRef idx="3">
            <a:schemeClr val="accent6"/>
          </a:lnRef>
          <a:fillRef idx="0">
            <a:schemeClr val="accent6"/>
          </a:fillRef>
          <a:effectRef idx="2">
            <a:schemeClr val="accent6"/>
          </a:effectRef>
          <a:fontRef idx="minor">
            <a:schemeClr val="tx1"/>
          </a:fontRef>
        </p:style>
      </p:cxnSp>
      <p:cxnSp>
        <p:nvCxnSpPr>
          <p:cNvPr id="8" name="直接连接符 7"/>
          <p:cNvCxnSpPr/>
          <p:nvPr/>
        </p:nvCxnSpPr>
        <p:spPr>
          <a:xfrm>
            <a:off x="4309110" y="2649220"/>
            <a:ext cx="0" cy="1945005"/>
          </a:xfrm>
          <a:prstGeom prst="line">
            <a:avLst/>
          </a:prstGeom>
          <a:ln>
            <a:solidFill>
              <a:schemeClr val="accent1"/>
            </a:solidFill>
          </a:ln>
        </p:spPr>
        <p:style>
          <a:lnRef idx="3">
            <a:schemeClr val="accent6"/>
          </a:lnRef>
          <a:fillRef idx="0">
            <a:schemeClr val="accent6"/>
          </a:fillRef>
          <a:effectRef idx="2">
            <a:schemeClr val="accent6"/>
          </a:effectRef>
          <a:fontRef idx="minor">
            <a:schemeClr val="tx1"/>
          </a:fontRef>
        </p:style>
      </p:cxnSp>
      <p:cxnSp>
        <p:nvCxnSpPr>
          <p:cNvPr id="9" name="直接连接符 8"/>
          <p:cNvCxnSpPr/>
          <p:nvPr/>
        </p:nvCxnSpPr>
        <p:spPr>
          <a:xfrm>
            <a:off x="4587875" y="2704465"/>
            <a:ext cx="0" cy="1945005"/>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0" name="直接连接符 9"/>
          <p:cNvCxnSpPr/>
          <p:nvPr/>
        </p:nvCxnSpPr>
        <p:spPr>
          <a:xfrm>
            <a:off x="4787900" y="3875405"/>
            <a:ext cx="0" cy="504190"/>
          </a:xfrm>
          <a:prstGeom prst="line">
            <a:avLst/>
          </a:prstGeom>
          <a:ln>
            <a:solidFill>
              <a:srgbClr val="FF0000"/>
            </a:solidFill>
            <a:headEnd type="stealth"/>
            <a:tailEnd type="stealth"/>
          </a:ln>
        </p:spPr>
        <p:style>
          <a:lnRef idx="3">
            <a:schemeClr val="accent6"/>
          </a:lnRef>
          <a:fillRef idx="0">
            <a:schemeClr val="accent6"/>
          </a:fillRef>
          <a:effectRef idx="2">
            <a:schemeClr val="accent6"/>
          </a:effectRef>
          <a:fontRef idx="minor">
            <a:schemeClr val="tx1"/>
          </a:fontRef>
        </p:style>
      </p:cxnSp>
      <p:cxnSp>
        <p:nvCxnSpPr>
          <p:cNvPr id="11" name="直接连接符 10"/>
          <p:cNvCxnSpPr/>
          <p:nvPr/>
        </p:nvCxnSpPr>
        <p:spPr>
          <a:xfrm>
            <a:off x="4915535" y="2717165"/>
            <a:ext cx="0" cy="1945005"/>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ppt_x"/>
                                          </p:val>
                                        </p:tav>
                                        <p:tav tm="100000">
                                          <p:val>
                                            <p:strVal val="#ppt_x"/>
                                          </p:val>
                                        </p:tav>
                                      </p:tavLst>
                                    </p:anim>
                                    <p:anim calcmode="lin" valueType="num">
                                      <p:cBhvr additive="base">
                                        <p:cTn id="5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ppt_x"/>
                                          </p:val>
                                        </p:tav>
                                        <p:tav tm="100000">
                                          <p:val>
                                            <p:strVal val="#ppt_x"/>
                                          </p:val>
                                        </p:tav>
                                      </p:tavLst>
                                    </p:anim>
                                    <p:anim calcmode="lin" valueType="num">
                                      <p:cBhvr additive="base">
                                        <p:cTn id="5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1"/>
                                        </p:tgtEl>
                                        <p:attrNameLst>
                                          <p:attrName>style.visibility</p:attrName>
                                        </p:attrNameLst>
                                      </p:cBhvr>
                                      <p:to>
                                        <p:strVal val="visible"/>
                                      </p:to>
                                    </p:set>
                                    <p:anim calcmode="lin" valueType="num">
                                      <p:cBhvr additive="base">
                                        <p:cTn id="61" dur="500" fill="hold"/>
                                        <p:tgtEl>
                                          <p:spTgt spid="11"/>
                                        </p:tgtEl>
                                        <p:attrNameLst>
                                          <p:attrName>ppt_x</p:attrName>
                                        </p:attrNameLst>
                                      </p:cBhvr>
                                      <p:tavLst>
                                        <p:tav tm="0">
                                          <p:val>
                                            <p:strVal val="#ppt_x"/>
                                          </p:val>
                                        </p:tav>
                                        <p:tav tm="100000">
                                          <p:val>
                                            <p:strVal val="#ppt_x"/>
                                          </p:val>
                                        </p:tav>
                                      </p:tavLst>
                                    </p:anim>
                                    <p:anim calcmode="lin" valueType="num">
                                      <p:cBhvr additive="base">
                                        <p:cTn id="6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3"/>
          <p:cNvSpPr txBox="1"/>
          <p:nvPr/>
        </p:nvSpPr>
        <p:spPr>
          <a:xfrm>
            <a:off x="928370" y="2329180"/>
            <a:ext cx="7641590" cy="2416175"/>
          </a:xfrm>
          <a:prstGeom prst="rect">
            <a:avLst/>
          </a:prstGeom>
          <a:noFill/>
          <a:ln w="9525">
            <a:noFill/>
          </a:ln>
        </p:spPr>
        <p:txBody>
          <a:bodyPr wrap="square">
            <a:spAutoFit/>
          </a:bodyPr>
          <a:lstStyle/>
          <a:p>
            <a:pPr eaLnBrk="1" hangingPunct="1">
              <a:lnSpc>
                <a:spcPct val="120000"/>
              </a:lnSpc>
              <a:buFont typeface="Arial" panose="020B0604020202020204" pitchFamily="34" charset="0"/>
            </a:pPr>
            <a:r>
              <a:rPr lang="en-US" altLang="zh-CN" sz="1800" b="1" dirty="0">
                <a:solidFill>
                  <a:schemeClr val="accent2"/>
                </a:solidFill>
                <a:latin typeface="华文新魏" panose="02010800040101010101" pitchFamily="2" charset="-122"/>
                <a:ea typeface="华文新魏" panose="02010800040101010101" pitchFamily="2" charset="-122"/>
              </a:rPr>
              <a:t>  /S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a:t>
            </a:r>
            <a:r>
              <a:rPr lang="zh-CN" altLang="en-US" sz="1800" b="1" dirty="0">
                <a:solidFill>
                  <a:schemeClr val="accent2"/>
                </a:solidFill>
                <a:latin typeface="华文新魏" panose="02010800040101010101" pitchFamily="2" charset="-122"/>
                <a:ea typeface="华文新魏" panose="02010800040101010101" pitchFamily="2" charset="-122"/>
              </a:rPr>
              <a:t>锁存器</a:t>
            </a:r>
            <a:r>
              <a:rPr lang="zh-CN" altLang="en-US" sz="1800" b="1" dirty="0">
                <a:solidFill>
                  <a:schemeClr val="tx1"/>
                </a:solidFill>
                <a:latin typeface="华文新魏" panose="02010800040101010101" pitchFamily="2" charset="-122"/>
                <a:ea typeface="华文新魏" panose="02010800040101010101" pitchFamily="2" charset="-122"/>
              </a:rPr>
              <a:t>与</a:t>
            </a:r>
            <a:r>
              <a:rPr lang="en-US" altLang="zh-CN" sz="1800" b="1" dirty="0">
                <a:solidFill>
                  <a:schemeClr val="accent2"/>
                </a:solidFill>
                <a:latin typeface="华文新魏" panose="02010800040101010101" pitchFamily="2" charset="-122"/>
                <a:ea typeface="华文新魏" panose="02010800040101010101" pitchFamily="2" charset="-122"/>
              </a:rPr>
              <a:t>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a:t>
            </a:r>
            <a:r>
              <a:rPr lang="zh-CN" altLang="en-US" sz="1800" b="1" dirty="0">
                <a:solidFill>
                  <a:schemeClr val="accent2"/>
                </a:solidFill>
                <a:latin typeface="华文新魏" panose="02010800040101010101" pitchFamily="2" charset="-122"/>
                <a:ea typeface="华文新魏" panose="02010800040101010101" pitchFamily="2" charset="-122"/>
              </a:rPr>
              <a:t>锁存器</a:t>
            </a:r>
            <a:r>
              <a:rPr lang="zh-CN" altLang="en-US" sz="1800" b="1" dirty="0">
                <a:solidFill>
                  <a:schemeClr val="tx1"/>
                </a:solidFill>
                <a:latin typeface="华文新魏" panose="02010800040101010101" pitchFamily="2" charset="-122"/>
                <a:ea typeface="华文新魏" panose="02010800040101010101" pitchFamily="2" charset="-122"/>
              </a:rPr>
              <a:t>的主要区别是</a:t>
            </a:r>
            <a:r>
              <a:rPr lang="zh-CN" altLang="en-US" sz="1800" b="1" dirty="0">
                <a:solidFill>
                  <a:srgbClr val="FF0000"/>
                </a:solidFill>
                <a:latin typeface="华文新魏" panose="02010800040101010101" pitchFamily="2" charset="-122"/>
                <a:ea typeface="华文新魏" panose="02010800040101010101" pitchFamily="2" charset="-122"/>
              </a:rPr>
              <a:t>激励信号的有效级不一样：</a:t>
            </a:r>
            <a:endParaRPr lang="zh-CN" altLang="en-US" sz="1800" b="1" dirty="0">
              <a:solidFill>
                <a:srgbClr val="FF0000"/>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/S </a:t>
            </a:r>
            <a:r>
              <a:rPr lang="zh-CN" altLang="en-US" sz="1800" b="1" dirty="0">
                <a:solidFill>
                  <a:schemeClr val="tx1"/>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都是低有效，</a:t>
            </a:r>
            <a:r>
              <a:rPr lang="en-US" altLang="zh-CN" sz="1800" b="1" dirty="0">
                <a:solidFill>
                  <a:schemeClr val="accent2"/>
                </a:solidFill>
                <a:latin typeface="Calibri" panose="020F0502020204030204" pitchFamily="34" charset="0"/>
              </a:rPr>
              <a:t>S</a:t>
            </a:r>
            <a:r>
              <a:rPr lang="zh-CN" altLang="en-US" sz="1800" b="1" dirty="0">
                <a:solidFill>
                  <a:schemeClr val="tx1"/>
                </a:solidFill>
                <a:latin typeface="华文新魏" panose="02010800040101010101" pitchFamily="2" charset="-122"/>
                <a:ea typeface="华文新魏" panose="02010800040101010101" pitchFamily="2" charset="-122"/>
              </a:rPr>
              <a:t>及</a:t>
            </a:r>
            <a:r>
              <a:rPr lang="en-US" altLang="zh-CN" sz="1800" b="1" dirty="0">
                <a:solidFill>
                  <a:schemeClr val="accent2"/>
                </a:solidFill>
                <a:latin typeface="Calibri" panose="020F0502020204030204" pitchFamily="34" charset="0"/>
              </a:rPr>
              <a:t>R</a:t>
            </a:r>
            <a:r>
              <a:rPr lang="zh-CN" altLang="en-US" sz="1800" b="1" dirty="0">
                <a:solidFill>
                  <a:schemeClr val="tx1"/>
                </a:solidFill>
                <a:latin typeface="华文新魏" panose="02010800040101010101" pitchFamily="2" charset="-122"/>
                <a:ea typeface="华文新魏" panose="02010800040101010101" pitchFamily="2" charset="-122"/>
              </a:rPr>
              <a:t>都是高有效；因此前者</a:t>
            </a:r>
            <a:r>
              <a:rPr lang="zh-CN" altLang="en-US" sz="1800" b="1" dirty="0">
                <a:solidFill>
                  <a:schemeClr val="accent2"/>
                </a:solidFill>
                <a:latin typeface="华文新魏" panose="02010800040101010101" pitchFamily="2" charset="-122"/>
                <a:ea typeface="华文新魏" panose="02010800040101010101" pitchFamily="2" charset="-122"/>
              </a:rPr>
              <a:t>当 </a:t>
            </a:r>
            <a:r>
              <a:rPr lang="en-US" altLang="zh-CN" sz="1800" b="1" dirty="0">
                <a:solidFill>
                  <a:schemeClr val="accent2"/>
                </a:solidFill>
                <a:latin typeface="华文新魏" panose="02010800040101010101" pitchFamily="2" charset="-122"/>
                <a:ea typeface="华文新魏" panose="02010800040101010101" pitchFamily="2" charset="-122"/>
              </a:rPr>
              <a:t>/S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a:t>
            </a:r>
            <a:r>
              <a:rPr lang="zh-CN" altLang="en-US" sz="1800" b="1" dirty="0">
                <a:solidFill>
                  <a:schemeClr val="accent2"/>
                </a:solidFill>
                <a:latin typeface="华文新魏" panose="02010800040101010101" pitchFamily="2" charset="-122"/>
                <a:ea typeface="华文新魏" panose="02010800040101010101" pitchFamily="2" charset="-122"/>
              </a:rPr>
              <a:t>＝ </a:t>
            </a:r>
            <a:r>
              <a:rPr lang="en-US" altLang="zh-CN" sz="1800" b="1" dirty="0">
                <a:solidFill>
                  <a:schemeClr val="accent2"/>
                </a:solidFill>
                <a:latin typeface="华文新魏" panose="02010800040101010101" pitchFamily="2" charset="-122"/>
                <a:ea typeface="华文新魏" panose="02010800040101010101" pitchFamily="2" charset="-122"/>
              </a:rPr>
              <a:t>1 </a:t>
            </a:r>
            <a:r>
              <a:rPr lang="zh-CN" altLang="en-US" sz="1800" b="1" dirty="0">
                <a:solidFill>
                  <a:schemeClr val="tx1"/>
                </a:solidFill>
                <a:latin typeface="华文新魏" panose="02010800040101010101" pitchFamily="2" charset="-122"/>
                <a:ea typeface="华文新魏" panose="02010800040101010101" pitchFamily="2" charset="-122"/>
              </a:rPr>
              <a:t>时， 电路输出保持不变，后者</a:t>
            </a:r>
            <a:r>
              <a:rPr lang="en-US" altLang="zh-CN" sz="1800" b="1" dirty="0">
                <a:solidFill>
                  <a:schemeClr val="tx1"/>
                </a:solidFill>
                <a:latin typeface="华文新魏" panose="02010800040101010101" pitchFamily="2" charset="-122"/>
                <a:ea typeface="华文新魏" panose="02010800040101010101" pitchFamily="2" charset="-122"/>
              </a:rPr>
              <a:t>S=R=0</a:t>
            </a:r>
            <a:r>
              <a:rPr lang="zh-CN" altLang="en-US" sz="1800" b="1" dirty="0">
                <a:solidFill>
                  <a:schemeClr val="tx1"/>
                </a:solidFill>
                <a:latin typeface="华文新魏" panose="02010800040101010101" pitchFamily="2" charset="-122"/>
                <a:ea typeface="华文新魏" panose="02010800040101010101" pitchFamily="2" charset="-122"/>
              </a:rPr>
              <a:t>时，电路输出保持不变。</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2</a:t>
            </a:r>
            <a:r>
              <a:rPr lang="zh-CN" altLang="en-US" sz="1800" b="1" dirty="0">
                <a:solidFill>
                  <a:schemeClr val="tx1"/>
                </a:solidFill>
                <a:latin typeface="华文新魏" panose="02010800040101010101" pitchFamily="2" charset="-122"/>
                <a:ea typeface="华文新魏" panose="02010800040101010101" pitchFamily="2" charset="-122"/>
              </a:rPr>
              <a:t>）当 </a:t>
            </a:r>
            <a:r>
              <a:rPr lang="en-US" altLang="zh-CN" sz="1800" b="1" dirty="0">
                <a:solidFill>
                  <a:schemeClr val="accent2"/>
                </a:solidFill>
                <a:latin typeface="华文新魏" panose="02010800040101010101" pitchFamily="2" charset="-122"/>
                <a:ea typeface="华文新魏" panose="02010800040101010101" pitchFamily="2" charset="-122"/>
              </a:rPr>
              <a:t>/S</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同时有效时，</a:t>
            </a:r>
            <a:r>
              <a:rPr lang="zh-CN" altLang="en-US" sz="1800" b="1" dirty="0">
                <a:solidFill>
                  <a:schemeClr val="accent2"/>
                </a:solidFill>
                <a:latin typeface="华文新魏" panose="02010800040101010101" pitchFamily="2" charset="-122"/>
                <a:ea typeface="华文新魏" panose="02010800040101010101" pitchFamily="2" charset="-122"/>
              </a:rPr>
              <a:t>输出 </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都变为 </a:t>
            </a:r>
            <a:r>
              <a:rPr lang="en-US" altLang="zh-CN" sz="1800" b="1" dirty="0">
                <a:solidFill>
                  <a:schemeClr val="accent2"/>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后者是当 </a:t>
            </a:r>
            <a:r>
              <a:rPr lang="en-US" altLang="zh-CN" sz="1800" b="1" dirty="0">
                <a:solidFill>
                  <a:schemeClr val="accent2"/>
                </a:solidFill>
                <a:latin typeface="华文新魏" panose="02010800040101010101" pitchFamily="2" charset="-122"/>
                <a:ea typeface="华文新魏" panose="02010800040101010101" pitchFamily="2" charset="-122"/>
              </a:rPr>
              <a:t>S </a:t>
            </a:r>
            <a:r>
              <a:rPr lang="zh-CN" altLang="en-US" sz="1800" b="1" dirty="0">
                <a:solidFill>
                  <a:schemeClr val="tx1"/>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同时有效时，</a:t>
            </a:r>
            <a:r>
              <a:rPr lang="zh-CN" altLang="en-US" sz="1800" b="1" dirty="0">
                <a:solidFill>
                  <a:schemeClr val="accent2"/>
                </a:solidFill>
                <a:latin typeface="华文新魏" panose="02010800040101010101" pitchFamily="2" charset="-122"/>
                <a:ea typeface="华文新魏" panose="02010800040101010101" pitchFamily="2" charset="-122"/>
              </a:rPr>
              <a:t>输出 </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都变为 </a:t>
            </a:r>
            <a:r>
              <a:rPr lang="en-US" altLang="zh-CN" sz="1800" b="1" dirty="0">
                <a:solidFill>
                  <a:schemeClr val="accent2"/>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。两种情况下的输出都不满足互补关系，这是电路功能所不允许的。</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7891" name="Rectangle 4"/>
          <p:cNvSpPr>
            <a:spLocks noGrp="1"/>
          </p:cNvSpPr>
          <p:nvPr>
            <p:ph type="title"/>
          </p:nvPr>
        </p:nvSpPr>
        <p:spPr>
          <a:xfrm>
            <a:off x="928688" y="603250"/>
            <a:ext cx="7315200" cy="571500"/>
          </a:xfrm>
          <a:prstGeom prst="rect">
            <a:avLst/>
          </a:prstGeom>
          <a:noFill/>
          <a:ln>
            <a:noFill/>
          </a:ln>
        </p:spPr>
        <p:txBody>
          <a:bodyPr/>
          <a:lstStyle/>
          <a:p>
            <a:pPr eaLnBrk="1" hangingPunct="1"/>
            <a:r>
              <a:rPr lang="en-US" altLang="zh-CN" sz="1800" b="1" dirty="0">
                <a:solidFill>
                  <a:srgbClr val="FF0000"/>
                </a:solidFill>
                <a:latin typeface="华文新魏" panose="02010800040101010101" pitchFamily="2" charset="-122"/>
                <a:ea typeface="华文新魏" panose="02010800040101010101" pitchFamily="2" charset="-122"/>
              </a:rPr>
              <a:t>2</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  /S - /R </a:t>
            </a:r>
            <a:r>
              <a:rPr lang="zh-CN" altLang="en-US" sz="1800" b="1" dirty="0">
                <a:solidFill>
                  <a:srgbClr val="FF0000"/>
                </a:solidFill>
                <a:latin typeface="华文新魏" panose="02010800040101010101" pitchFamily="2" charset="-122"/>
                <a:ea typeface="华文新魏" panose="02010800040101010101" pitchFamily="2" charset="-122"/>
              </a:rPr>
              <a:t>锁存器</a:t>
            </a:r>
            <a:r>
              <a:rPr lang="en-US" altLang="zh-CN" sz="1800" b="1" dirty="0">
                <a:solidFill>
                  <a:srgbClr val="FF0000"/>
                </a:solidFill>
                <a:latin typeface="华文新魏" panose="02010800040101010101" pitchFamily="2" charset="-122"/>
                <a:ea typeface="华文新魏" panose="02010800040101010101" pitchFamily="2" charset="-122"/>
              </a:rPr>
              <a:t>(/</a:t>
            </a:r>
            <a:r>
              <a:rPr lang="en-US" altLang="zh-CN" sz="1800" b="1" i="1" dirty="0">
                <a:solidFill>
                  <a:srgbClr val="FF0000"/>
                </a:solidFill>
                <a:latin typeface="华文新魏" panose="02010800040101010101" pitchFamily="2" charset="-122"/>
                <a:ea typeface="华文新魏" panose="02010800040101010101" pitchFamily="2" charset="-122"/>
              </a:rPr>
              <a:t>S - </a:t>
            </a:r>
            <a:r>
              <a:rPr lang="en-US" altLang="zh-CN" sz="1800" b="1" dirty="0">
                <a:solidFill>
                  <a:srgbClr val="FF0000"/>
                </a:solidFill>
                <a:latin typeface="华文新魏" panose="02010800040101010101" pitchFamily="2" charset="-122"/>
                <a:ea typeface="华文新魏" panose="02010800040101010101" pitchFamily="2" charset="-122"/>
              </a:rPr>
              <a:t>/</a:t>
            </a:r>
            <a:r>
              <a:rPr lang="en-US" altLang="zh-CN" sz="1800" b="1" i="1" dirty="0">
                <a:solidFill>
                  <a:srgbClr val="FF0000"/>
                </a:solidFill>
                <a:latin typeface="华文新魏" panose="02010800040101010101" pitchFamily="2" charset="-122"/>
                <a:ea typeface="华文新魏" panose="02010800040101010101" pitchFamily="2" charset="-122"/>
              </a:rPr>
              <a:t>R Latche</a:t>
            </a:r>
            <a:r>
              <a:rPr lang="en-US" altLang="zh-CN" sz="1800" b="1" dirty="0">
                <a:solidFill>
                  <a:srgbClr val="FF0000"/>
                </a:solidFill>
                <a:latin typeface="华文新魏" panose="02010800040101010101" pitchFamily="2" charset="-122"/>
                <a:ea typeface="华文新魏" panose="02010800040101010101" pitchFamily="2" charset="-122"/>
              </a:rPr>
              <a:t>)</a:t>
            </a:r>
            <a:endParaRPr lang="en-US" altLang="zh-CN" sz="1800" b="1" i="1" dirty="0">
              <a:solidFill>
                <a:srgbClr val="FF0000"/>
              </a:solidFill>
              <a:latin typeface="华文新魏" panose="02010800040101010101" pitchFamily="2" charset="-122"/>
              <a:ea typeface="华文新魏" panose="02010800040101010101" pitchFamily="2" charset="-122"/>
            </a:endParaRPr>
          </a:p>
        </p:txBody>
      </p:sp>
      <p:grpSp>
        <p:nvGrpSpPr>
          <p:cNvPr id="37892" name="Group 31"/>
          <p:cNvGrpSpPr/>
          <p:nvPr/>
        </p:nvGrpSpPr>
        <p:grpSpPr>
          <a:xfrm>
            <a:off x="1494473" y="1042988"/>
            <a:ext cx="2473325" cy="1276350"/>
            <a:chOff x="432" y="441"/>
            <a:chExt cx="1558" cy="1073"/>
          </a:xfrm>
        </p:grpSpPr>
        <p:sp>
          <p:nvSpPr>
            <p:cNvPr id="37896" name="Rectangle 7"/>
            <p:cNvSpPr/>
            <p:nvPr/>
          </p:nvSpPr>
          <p:spPr>
            <a:xfrm>
              <a:off x="1004" y="510"/>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897" name="Text Box 8"/>
            <p:cNvSpPr txBox="1"/>
            <p:nvPr/>
          </p:nvSpPr>
          <p:spPr>
            <a:xfrm>
              <a:off x="980" y="492"/>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898" name="Line 9"/>
            <p:cNvSpPr/>
            <p:nvPr/>
          </p:nvSpPr>
          <p:spPr>
            <a:xfrm>
              <a:off x="720" y="598"/>
              <a:ext cx="284" cy="0"/>
            </a:xfrm>
            <a:prstGeom prst="line">
              <a:avLst/>
            </a:prstGeom>
            <a:ln w="19050" cap="flat" cmpd="sng">
              <a:solidFill>
                <a:schemeClr val="tx1"/>
              </a:solidFill>
              <a:prstDash val="solid"/>
              <a:headEnd type="none" w="med" len="med"/>
              <a:tailEnd type="none" w="med" len="med"/>
            </a:ln>
          </p:spPr>
        </p:sp>
        <p:sp>
          <p:nvSpPr>
            <p:cNvPr id="37899" name="Line 10"/>
            <p:cNvSpPr/>
            <p:nvPr/>
          </p:nvSpPr>
          <p:spPr>
            <a:xfrm>
              <a:off x="1315" y="661"/>
              <a:ext cx="351" cy="0"/>
            </a:xfrm>
            <a:prstGeom prst="line">
              <a:avLst/>
            </a:prstGeom>
            <a:ln w="19050" cap="flat" cmpd="sng">
              <a:solidFill>
                <a:schemeClr val="tx1"/>
              </a:solidFill>
              <a:prstDash val="solid"/>
              <a:headEnd type="none" w="med" len="med"/>
              <a:tailEnd type="none" w="med" len="med"/>
            </a:ln>
          </p:spPr>
        </p:sp>
        <p:sp>
          <p:nvSpPr>
            <p:cNvPr id="37900" name="Oval 11"/>
            <p:cNvSpPr/>
            <p:nvPr/>
          </p:nvSpPr>
          <p:spPr>
            <a:xfrm>
              <a:off x="1251" y="63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01" name="Rectangle 12"/>
            <p:cNvSpPr/>
            <p:nvPr/>
          </p:nvSpPr>
          <p:spPr>
            <a:xfrm>
              <a:off x="1004" y="117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02" name="Text Box 13"/>
            <p:cNvSpPr txBox="1"/>
            <p:nvPr/>
          </p:nvSpPr>
          <p:spPr>
            <a:xfrm>
              <a:off x="980" y="1155"/>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903" name="Line 14"/>
            <p:cNvSpPr/>
            <p:nvPr/>
          </p:nvSpPr>
          <p:spPr>
            <a:xfrm>
              <a:off x="861" y="1261"/>
              <a:ext cx="147" cy="0"/>
            </a:xfrm>
            <a:prstGeom prst="line">
              <a:avLst/>
            </a:prstGeom>
            <a:ln w="19050" cap="flat" cmpd="sng">
              <a:solidFill>
                <a:schemeClr val="tx1"/>
              </a:solidFill>
              <a:prstDash val="solid"/>
              <a:headEnd type="none" w="med" len="med"/>
              <a:tailEnd type="none" w="med" len="med"/>
            </a:ln>
          </p:spPr>
        </p:sp>
        <p:sp>
          <p:nvSpPr>
            <p:cNvPr id="37904" name="Line 15"/>
            <p:cNvSpPr/>
            <p:nvPr/>
          </p:nvSpPr>
          <p:spPr>
            <a:xfrm>
              <a:off x="1315" y="1324"/>
              <a:ext cx="351" cy="0"/>
            </a:xfrm>
            <a:prstGeom prst="line">
              <a:avLst/>
            </a:prstGeom>
            <a:ln w="19050" cap="flat" cmpd="sng">
              <a:solidFill>
                <a:schemeClr val="tx1"/>
              </a:solidFill>
              <a:prstDash val="solid"/>
              <a:headEnd type="none" w="med" len="med"/>
              <a:tailEnd type="none" w="med" len="med"/>
            </a:ln>
          </p:spPr>
        </p:sp>
        <p:sp>
          <p:nvSpPr>
            <p:cNvPr id="37905" name="Line 16"/>
            <p:cNvSpPr/>
            <p:nvPr/>
          </p:nvSpPr>
          <p:spPr>
            <a:xfrm>
              <a:off x="720" y="1373"/>
              <a:ext cx="284" cy="0"/>
            </a:xfrm>
            <a:prstGeom prst="line">
              <a:avLst/>
            </a:prstGeom>
            <a:ln w="19050" cap="flat" cmpd="sng">
              <a:solidFill>
                <a:schemeClr val="tx1"/>
              </a:solidFill>
              <a:prstDash val="solid"/>
              <a:headEnd type="none" w="med" len="med"/>
              <a:tailEnd type="none" w="med" len="med"/>
            </a:ln>
          </p:spPr>
        </p:sp>
        <p:sp>
          <p:nvSpPr>
            <p:cNvPr id="37906" name="Oval 17"/>
            <p:cNvSpPr/>
            <p:nvPr/>
          </p:nvSpPr>
          <p:spPr>
            <a:xfrm>
              <a:off x="1251" y="129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07" name="Line 18"/>
            <p:cNvSpPr/>
            <p:nvPr/>
          </p:nvSpPr>
          <p:spPr>
            <a:xfrm>
              <a:off x="854" y="720"/>
              <a:ext cx="147" cy="0"/>
            </a:xfrm>
            <a:prstGeom prst="line">
              <a:avLst/>
            </a:prstGeom>
            <a:ln w="19050" cap="flat" cmpd="sng">
              <a:solidFill>
                <a:schemeClr val="tx1"/>
              </a:solidFill>
              <a:prstDash val="solid"/>
              <a:headEnd type="none" w="med" len="med"/>
              <a:tailEnd type="none" w="med" len="med"/>
            </a:ln>
          </p:spPr>
        </p:sp>
        <p:sp>
          <p:nvSpPr>
            <p:cNvPr id="37908" name="Line 19"/>
            <p:cNvSpPr/>
            <p:nvPr/>
          </p:nvSpPr>
          <p:spPr>
            <a:xfrm>
              <a:off x="1436" y="670"/>
              <a:ext cx="0" cy="190"/>
            </a:xfrm>
            <a:prstGeom prst="line">
              <a:avLst/>
            </a:prstGeom>
            <a:ln w="19050" cap="flat" cmpd="sng">
              <a:solidFill>
                <a:schemeClr val="tx1"/>
              </a:solidFill>
              <a:prstDash val="solid"/>
              <a:headEnd type="none" w="med" len="med"/>
              <a:tailEnd type="none" w="med" len="med"/>
            </a:ln>
          </p:spPr>
        </p:sp>
        <p:sp>
          <p:nvSpPr>
            <p:cNvPr id="37909" name="Line 20"/>
            <p:cNvSpPr/>
            <p:nvPr/>
          </p:nvSpPr>
          <p:spPr>
            <a:xfrm>
              <a:off x="864" y="1111"/>
              <a:ext cx="0" cy="147"/>
            </a:xfrm>
            <a:prstGeom prst="line">
              <a:avLst/>
            </a:prstGeom>
            <a:ln w="19050" cap="flat" cmpd="sng">
              <a:solidFill>
                <a:schemeClr val="tx1"/>
              </a:solidFill>
              <a:prstDash val="solid"/>
              <a:headEnd type="none" w="med" len="med"/>
              <a:tailEnd type="none" w="med" len="med"/>
            </a:ln>
          </p:spPr>
        </p:sp>
        <p:sp>
          <p:nvSpPr>
            <p:cNvPr id="37910" name="Line 21"/>
            <p:cNvSpPr/>
            <p:nvPr/>
          </p:nvSpPr>
          <p:spPr>
            <a:xfrm>
              <a:off x="1438" y="1114"/>
              <a:ext cx="0" cy="190"/>
            </a:xfrm>
            <a:prstGeom prst="line">
              <a:avLst/>
            </a:prstGeom>
            <a:ln w="19050" cap="flat" cmpd="sng">
              <a:solidFill>
                <a:schemeClr val="tx1"/>
              </a:solidFill>
              <a:prstDash val="solid"/>
              <a:headEnd type="none" w="med" len="med"/>
              <a:tailEnd type="none" w="med" len="med"/>
            </a:ln>
          </p:spPr>
        </p:sp>
        <p:sp>
          <p:nvSpPr>
            <p:cNvPr id="37911" name="Line 22"/>
            <p:cNvSpPr/>
            <p:nvPr/>
          </p:nvSpPr>
          <p:spPr>
            <a:xfrm>
              <a:off x="864" y="730"/>
              <a:ext cx="0" cy="147"/>
            </a:xfrm>
            <a:prstGeom prst="line">
              <a:avLst/>
            </a:prstGeom>
            <a:ln w="19050" cap="flat" cmpd="sng">
              <a:solidFill>
                <a:schemeClr val="tx1"/>
              </a:solidFill>
              <a:prstDash val="solid"/>
              <a:headEnd type="none" w="med" len="med"/>
              <a:tailEnd type="none" w="med" len="med"/>
            </a:ln>
          </p:spPr>
        </p:sp>
        <p:sp>
          <p:nvSpPr>
            <p:cNvPr id="37912" name="Line 23"/>
            <p:cNvSpPr/>
            <p:nvPr/>
          </p:nvSpPr>
          <p:spPr>
            <a:xfrm>
              <a:off x="864" y="876"/>
              <a:ext cx="576" cy="240"/>
            </a:xfrm>
            <a:prstGeom prst="line">
              <a:avLst/>
            </a:prstGeom>
            <a:ln w="19050" cap="flat" cmpd="sng">
              <a:solidFill>
                <a:schemeClr val="tx1"/>
              </a:solidFill>
              <a:prstDash val="solid"/>
              <a:headEnd type="none" w="med" len="med"/>
              <a:tailEnd type="none" w="med" len="med"/>
            </a:ln>
          </p:spPr>
        </p:sp>
        <p:sp>
          <p:nvSpPr>
            <p:cNvPr id="37913" name="Line 24"/>
            <p:cNvSpPr/>
            <p:nvPr/>
          </p:nvSpPr>
          <p:spPr>
            <a:xfrm flipH="1">
              <a:off x="864" y="864"/>
              <a:ext cx="576" cy="240"/>
            </a:xfrm>
            <a:prstGeom prst="line">
              <a:avLst/>
            </a:prstGeom>
            <a:ln w="19050" cap="flat" cmpd="sng">
              <a:solidFill>
                <a:schemeClr val="tx1"/>
              </a:solidFill>
              <a:prstDash val="solid"/>
              <a:headEnd type="none" w="med" len="med"/>
              <a:tailEnd type="none" w="med" len="med"/>
            </a:ln>
          </p:spPr>
        </p:sp>
        <p:sp>
          <p:nvSpPr>
            <p:cNvPr id="37914" name="Oval 25"/>
            <p:cNvSpPr/>
            <p:nvPr/>
          </p:nvSpPr>
          <p:spPr>
            <a:xfrm>
              <a:off x="1418" y="1293"/>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15" name="Oval 26"/>
            <p:cNvSpPr/>
            <p:nvPr/>
          </p:nvSpPr>
          <p:spPr>
            <a:xfrm>
              <a:off x="1412" y="63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16" name="Text Box 27"/>
            <p:cNvSpPr txBox="1"/>
            <p:nvPr/>
          </p:nvSpPr>
          <p:spPr>
            <a:xfrm>
              <a:off x="437" y="441"/>
              <a:ext cx="288"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917" name="Text Box 28"/>
            <p:cNvSpPr txBox="1"/>
            <p:nvPr/>
          </p:nvSpPr>
          <p:spPr>
            <a:xfrm>
              <a:off x="432" y="1207"/>
              <a:ext cx="288"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918" name="Text Box 29"/>
            <p:cNvSpPr txBox="1"/>
            <p:nvPr/>
          </p:nvSpPr>
          <p:spPr>
            <a:xfrm>
              <a:off x="1718" y="480"/>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919" name="Text Box 30"/>
            <p:cNvSpPr txBox="1"/>
            <p:nvPr/>
          </p:nvSpPr>
          <p:spPr>
            <a:xfrm>
              <a:off x="1654" y="1124"/>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37893" name="Text Box 33"/>
          <p:cNvSpPr txBox="1"/>
          <p:nvPr/>
        </p:nvSpPr>
        <p:spPr>
          <a:xfrm>
            <a:off x="4121786" y="1268442"/>
            <a:ext cx="2881313" cy="806450"/>
          </a:xfrm>
          <a:prstGeom prst="rect">
            <a:avLst/>
          </a:prstGeom>
          <a:noFill/>
          <a:ln w="9525">
            <a:noFill/>
          </a:ln>
        </p:spPr>
        <p:txBody>
          <a:bodyPr>
            <a:spAutoFit/>
          </a:bodyPr>
          <a:lstStyle/>
          <a:p>
            <a:pPr eaLnBrk="1" hangingPunct="1">
              <a:lnSpc>
                <a:spcPct val="13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由</a:t>
            </a:r>
            <a:r>
              <a:rPr lang="zh-CN" altLang="en-US" sz="1800" b="1" dirty="0">
                <a:solidFill>
                  <a:srgbClr val="FF0000"/>
                </a:solidFill>
                <a:latin typeface="华文新魏" panose="02010800040101010101" pitchFamily="2" charset="-122"/>
                <a:ea typeface="华文新魏" panose="02010800040101010101" pitchFamily="2" charset="-122"/>
              </a:rPr>
              <a:t>与非门</a:t>
            </a:r>
            <a:r>
              <a:rPr lang="zh-CN" altLang="en-US" sz="1800" b="1" dirty="0">
                <a:solidFill>
                  <a:schemeClr val="tx1"/>
                </a:solidFill>
                <a:latin typeface="华文新魏" panose="02010800040101010101" pitchFamily="2" charset="-122"/>
                <a:ea typeface="华文新魏" panose="02010800040101010101" pitchFamily="2" charset="-122"/>
              </a:rPr>
              <a:t>构成。</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具有</a:t>
            </a:r>
            <a:r>
              <a:rPr lang="zh-CN" altLang="en-US" sz="1800" b="1" dirty="0">
                <a:solidFill>
                  <a:srgbClr val="FF0000"/>
                </a:solidFill>
                <a:latin typeface="华文新魏" panose="02010800040101010101" pitchFamily="2" charset="-122"/>
                <a:ea typeface="华文新魏" panose="02010800040101010101" pitchFamily="2" charset="-122"/>
              </a:rPr>
              <a:t>低有效</a:t>
            </a:r>
            <a:r>
              <a:rPr lang="zh-CN" altLang="en-US" sz="1800" b="1" dirty="0">
                <a:solidFill>
                  <a:schemeClr val="tx1"/>
                </a:solidFill>
                <a:latin typeface="华文新魏" panose="02010800040101010101" pitchFamily="2" charset="-122"/>
                <a:ea typeface="华文新魏" panose="02010800040101010101" pitchFamily="2" charset="-122"/>
              </a:rPr>
              <a:t>置位及复位。</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92"/>
                                        </p:tgtEl>
                                        <p:attrNameLst>
                                          <p:attrName>style.visibility</p:attrName>
                                        </p:attrNameLst>
                                      </p:cBhvr>
                                      <p:to>
                                        <p:strVal val="visible"/>
                                      </p:to>
                                    </p:set>
                                    <p:anim calcmode="lin" valueType="num">
                                      <p:cBhvr additive="base">
                                        <p:cTn id="7" dur="500" fill="hold"/>
                                        <p:tgtEl>
                                          <p:spTgt spid="37892"/>
                                        </p:tgtEl>
                                        <p:attrNameLst>
                                          <p:attrName>ppt_x</p:attrName>
                                        </p:attrNameLst>
                                      </p:cBhvr>
                                      <p:tavLst>
                                        <p:tav tm="0">
                                          <p:val>
                                            <p:strVal val="#ppt_x"/>
                                          </p:val>
                                        </p:tav>
                                        <p:tav tm="100000">
                                          <p:val>
                                            <p:strVal val="#ppt_x"/>
                                          </p:val>
                                        </p:tav>
                                      </p:tavLst>
                                    </p:anim>
                                    <p:anim calcmode="lin" valueType="num">
                                      <p:cBhvr additive="base">
                                        <p:cTn id="8" dur="500" fill="hold"/>
                                        <p:tgtEl>
                                          <p:spTgt spid="3789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3"/>
                                        </p:tgtEl>
                                        <p:attrNameLst>
                                          <p:attrName>style.visibility</p:attrName>
                                        </p:attrNameLst>
                                      </p:cBhvr>
                                      <p:to>
                                        <p:strVal val="visible"/>
                                      </p:to>
                                    </p:set>
                                    <p:anim calcmode="lin" valueType="num">
                                      <p:cBhvr additive="base">
                                        <p:cTn id="13" dur="500" fill="hold"/>
                                        <p:tgtEl>
                                          <p:spTgt spid="37893"/>
                                        </p:tgtEl>
                                        <p:attrNameLst>
                                          <p:attrName>ppt_x</p:attrName>
                                        </p:attrNameLst>
                                      </p:cBhvr>
                                      <p:tavLst>
                                        <p:tav tm="0">
                                          <p:val>
                                            <p:strVal val="#ppt_x"/>
                                          </p:val>
                                        </p:tav>
                                        <p:tav tm="100000">
                                          <p:val>
                                            <p:strVal val="#ppt_x"/>
                                          </p:val>
                                        </p:tav>
                                      </p:tavLst>
                                    </p:anim>
                                    <p:anim calcmode="lin" valueType="num">
                                      <p:cBhvr additive="base">
                                        <p:cTn id="14" dur="500" fill="hold"/>
                                        <p:tgtEl>
                                          <p:spTgt spid="3789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890">
                                            <p:txEl>
                                              <p:pRg st="0" end="0"/>
                                            </p:txEl>
                                          </p:spTgt>
                                        </p:tgtEl>
                                        <p:attrNameLst>
                                          <p:attrName>style.visibility</p:attrName>
                                        </p:attrNameLst>
                                      </p:cBhvr>
                                      <p:to>
                                        <p:strVal val="visible"/>
                                      </p:to>
                                    </p:set>
                                    <p:anim calcmode="lin" valueType="num">
                                      <p:cBhvr additive="base">
                                        <p:cTn id="19" dur="500" fill="hold"/>
                                        <p:tgtEl>
                                          <p:spTgt spid="3789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890">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7890">
                                            <p:txEl>
                                              <p:pRg st="1" end="1"/>
                                            </p:txEl>
                                          </p:spTgt>
                                        </p:tgtEl>
                                        <p:attrNameLst>
                                          <p:attrName>style.visibility</p:attrName>
                                        </p:attrNameLst>
                                      </p:cBhvr>
                                      <p:to>
                                        <p:strVal val="visible"/>
                                      </p:to>
                                    </p:set>
                                    <p:anim calcmode="lin" valueType="num">
                                      <p:cBhvr additive="base">
                                        <p:cTn id="23" dur="500" fill="hold"/>
                                        <p:tgtEl>
                                          <p:spTgt spid="37890">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78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7890">
                                            <p:txEl>
                                              <p:pRg st="3" end="3"/>
                                            </p:txEl>
                                          </p:spTgt>
                                        </p:tgtEl>
                                        <p:attrNameLst>
                                          <p:attrName>style.visibility</p:attrName>
                                        </p:attrNameLst>
                                      </p:cBhvr>
                                      <p:to>
                                        <p:strVal val="visible"/>
                                      </p:to>
                                    </p:set>
                                    <p:anim calcmode="lin" valueType="num">
                                      <p:cBhvr additive="base">
                                        <p:cTn id="29" dur="500" fill="hold"/>
                                        <p:tgtEl>
                                          <p:spTgt spid="3789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789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7890">
                                            <p:txEl>
                                              <p:pRg st="4" end="4"/>
                                            </p:txEl>
                                          </p:spTgt>
                                        </p:tgtEl>
                                        <p:attrNameLst>
                                          <p:attrName>style.visibility</p:attrName>
                                        </p:attrNameLst>
                                      </p:cBhvr>
                                      <p:to>
                                        <p:strVal val="visible"/>
                                      </p:to>
                                    </p:set>
                                    <p:anim calcmode="lin" valueType="num">
                                      <p:cBhvr additive="base">
                                        <p:cTn id="33" dur="500" fill="hold"/>
                                        <p:tgtEl>
                                          <p:spTgt spid="3789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789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p:bldP spid="37893"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Grp="1"/>
          </p:cNvSpPr>
          <p:nvPr>
            <p:ph type="title"/>
          </p:nvPr>
        </p:nvSpPr>
        <p:spPr>
          <a:xfrm>
            <a:off x="431800" y="487363"/>
            <a:ext cx="7772400" cy="514350"/>
          </a:xfrm>
          <a:prstGeom prst="rect">
            <a:avLst/>
          </a:prstGeom>
          <a:noFill/>
          <a:ln>
            <a:noFill/>
          </a:ln>
        </p:spPr>
        <p:txBody>
          <a:bodyPr/>
          <a:lstStyle/>
          <a:p>
            <a:pPr eaLnBrk="1" hangingPunct="1"/>
            <a:r>
              <a:rPr lang="en-US" altLang="zh-CN" sz="1800" b="1" dirty="0">
                <a:solidFill>
                  <a:srgbClr val="FF0000"/>
                </a:solidFill>
                <a:latin typeface="华文新魏" panose="02010800040101010101" pitchFamily="2" charset="-122"/>
                <a:ea typeface="华文新魏" panose="02010800040101010101" pitchFamily="2" charset="-122"/>
              </a:rPr>
              <a:t> /S - /R </a:t>
            </a:r>
            <a:r>
              <a:rPr lang="zh-CN" altLang="en-US" sz="1800" b="1" dirty="0">
                <a:solidFill>
                  <a:srgbClr val="FF0000"/>
                </a:solidFill>
                <a:latin typeface="华文新魏" panose="02010800040101010101" pitchFamily="2" charset="-122"/>
                <a:ea typeface="华文新魏" panose="02010800040101010101" pitchFamily="2" charset="-122"/>
              </a:rPr>
              <a:t>锁存器</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aphicFrame>
        <p:nvGraphicFramePr>
          <p:cNvPr id="46227" name="Group 147"/>
          <p:cNvGraphicFramePr>
            <a:graphicFrameLocks noGrp="1"/>
          </p:cNvGraphicFramePr>
          <p:nvPr>
            <p:custDataLst>
              <p:tags r:id="rId1"/>
            </p:custDataLst>
          </p:nvPr>
        </p:nvGraphicFramePr>
        <p:xfrm>
          <a:off x="334963" y="2144713"/>
          <a:ext cx="2851150" cy="2263779"/>
        </p:xfrm>
        <a:graphic>
          <a:graphicData uri="http://schemas.openxmlformats.org/drawingml/2006/table">
            <a:tbl>
              <a:tblPr/>
              <a:tblGrid>
                <a:gridCol w="2016078"/>
                <a:gridCol w="835072"/>
              </a:tblGrid>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     Q</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d</a:t>
                      </a:r>
                      <a:endParaRPr kumimoji="1" lang="en-US" altLang="zh-CN" sz="16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0       0       1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d</a:t>
                      </a:r>
                      <a:endParaRPr kumimoji="1" lang="en-US" altLang="zh-CN" sz="16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1       0       0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46259" name="Group 179"/>
          <p:cNvGraphicFramePr>
            <a:graphicFrameLocks noGrp="1"/>
          </p:cNvGraphicFramePr>
          <p:nvPr>
            <p:custDataLst>
              <p:tags r:id="rId2"/>
            </p:custDataLst>
          </p:nvPr>
        </p:nvGraphicFramePr>
        <p:xfrm>
          <a:off x="3665538" y="563563"/>
          <a:ext cx="2016125" cy="1562100"/>
        </p:xfrm>
        <a:graphic>
          <a:graphicData uri="http://schemas.openxmlformats.org/drawingml/2006/table">
            <a:tbl>
              <a:tblPr/>
              <a:tblGrid>
                <a:gridCol w="1280563"/>
                <a:gridCol w="735562"/>
              </a:tblGrid>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d</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Q</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8967" name="Line 216"/>
          <p:cNvSpPr/>
          <p:nvPr/>
        </p:nvSpPr>
        <p:spPr>
          <a:xfrm>
            <a:off x="8080375" y="1871663"/>
            <a:ext cx="666750" cy="0"/>
          </a:xfrm>
          <a:prstGeom prst="line">
            <a:avLst/>
          </a:prstGeom>
          <a:ln w="28575">
            <a:noFill/>
          </a:ln>
        </p:spPr>
      </p:sp>
      <p:sp>
        <p:nvSpPr>
          <p:cNvPr id="38968" name="Line 217"/>
          <p:cNvSpPr/>
          <p:nvPr/>
        </p:nvSpPr>
        <p:spPr>
          <a:xfrm>
            <a:off x="8080375" y="957263"/>
            <a:ext cx="0" cy="304800"/>
          </a:xfrm>
          <a:prstGeom prst="line">
            <a:avLst/>
          </a:prstGeom>
          <a:ln w="28575">
            <a:noFill/>
          </a:ln>
        </p:spPr>
      </p:sp>
      <p:sp>
        <p:nvSpPr>
          <p:cNvPr id="38969" name="Line 218"/>
          <p:cNvSpPr/>
          <p:nvPr/>
        </p:nvSpPr>
        <p:spPr>
          <a:xfrm>
            <a:off x="8080375" y="957263"/>
            <a:ext cx="666750" cy="0"/>
          </a:xfrm>
          <a:prstGeom prst="line">
            <a:avLst/>
          </a:prstGeom>
          <a:ln w="12700">
            <a:noFill/>
          </a:ln>
        </p:spPr>
      </p:sp>
      <p:sp>
        <p:nvSpPr>
          <p:cNvPr id="38970" name="Line 220"/>
          <p:cNvSpPr/>
          <p:nvPr/>
        </p:nvSpPr>
        <p:spPr>
          <a:xfrm>
            <a:off x="8080375" y="1262063"/>
            <a:ext cx="0" cy="304800"/>
          </a:xfrm>
          <a:prstGeom prst="line">
            <a:avLst/>
          </a:prstGeom>
          <a:ln w="28575">
            <a:noFill/>
          </a:ln>
        </p:spPr>
      </p:sp>
      <p:sp>
        <p:nvSpPr>
          <p:cNvPr id="38971" name="Line 222"/>
          <p:cNvSpPr/>
          <p:nvPr/>
        </p:nvSpPr>
        <p:spPr>
          <a:xfrm>
            <a:off x="8080375" y="1566863"/>
            <a:ext cx="0" cy="304800"/>
          </a:xfrm>
          <a:prstGeom prst="line">
            <a:avLst/>
          </a:prstGeom>
          <a:ln w="28575">
            <a:noFill/>
          </a:ln>
        </p:spPr>
      </p:sp>
      <p:grpSp>
        <p:nvGrpSpPr>
          <p:cNvPr id="38972" name="Group 325"/>
          <p:cNvGrpSpPr/>
          <p:nvPr/>
        </p:nvGrpSpPr>
        <p:grpSpPr>
          <a:xfrm>
            <a:off x="539115" y="769938"/>
            <a:ext cx="2592388" cy="1337768"/>
            <a:chOff x="422" y="385"/>
            <a:chExt cx="1631" cy="1490"/>
          </a:xfrm>
        </p:grpSpPr>
        <p:sp>
          <p:nvSpPr>
            <p:cNvPr id="39043" name="Rectangle 7"/>
            <p:cNvSpPr/>
            <p:nvPr/>
          </p:nvSpPr>
          <p:spPr>
            <a:xfrm>
              <a:off x="1004" y="510"/>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44" name="Text Box 8"/>
            <p:cNvSpPr txBox="1"/>
            <p:nvPr/>
          </p:nvSpPr>
          <p:spPr>
            <a:xfrm>
              <a:off x="980" y="493"/>
              <a:ext cx="317"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45" name="Line 9"/>
            <p:cNvSpPr/>
            <p:nvPr/>
          </p:nvSpPr>
          <p:spPr>
            <a:xfrm>
              <a:off x="720" y="598"/>
              <a:ext cx="284" cy="0"/>
            </a:xfrm>
            <a:prstGeom prst="line">
              <a:avLst/>
            </a:prstGeom>
            <a:ln w="19050" cap="flat" cmpd="sng">
              <a:solidFill>
                <a:schemeClr val="tx1"/>
              </a:solidFill>
              <a:prstDash val="solid"/>
              <a:headEnd type="none" w="med" len="med"/>
              <a:tailEnd type="none" w="med" len="med"/>
            </a:ln>
          </p:spPr>
        </p:sp>
        <p:sp>
          <p:nvSpPr>
            <p:cNvPr id="39046" name="Line 10"/>
            <p:cNvSpPr/>
            <p:nvPr/>
          </p:nvSpPr>
          <p:spPr>
            <a:xfrm>
              <a:off x="1315" y="663"/>
              <a:ext cx="351" cy="0"/>
            </a:xfrm>
            <a:prstGeom prst="line">
              <a:avLst/>
            </a:prstGeom>
            <a:ln w="19050" cap="flat" cmpd="sng">
              <a:solidFill>
                <a:schemeClr val="tx1"/>
              </a:solidFill>
              <a:prstDash val="solid"/>
              <a:headEnd type="none" w="med" len="med"/>
              <a:tailEnd type="none" w="med" len="med"/>
            </a:ln>
          </p:spPr>
        </p:sp>
        <p:sp>
          <p:nvSpPr>
            <p:cNvPr id="39047" name="Oval 11"/>
            <p:cNvSpPr/>
            <p:nvPr/>
          </p:nvSpPr>
          <p:spPr>
            <a:xfrm>
              <a:off x="1251" y="63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48" name="Rectangle 12"/>
            <p:cNvSpPr/>
            <p:nvPr/>
          </p:nvSpPr>
          <p:spPr>
            <a:xfrm>
              <a:off x="1004" y="117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49" name="Text Box 13"/>
            <p:cNvSpPr txBox="1"/>
            <p:nvPr/>
          </p:nvSpPr>
          <p:spPr>
            <a:xfrm>
              <a:off x="980" y="1154"/>
              <a:ext cx="317"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50" name="Line 14"/>
            <p:cNvSpPr/>
            <p:nvPr/>
          </p:nvSpPr>
          <p:spPr>
            <a:xfrm>
              <a:off x="861" y="1261"/>
              <a:ext cx="147" cy="0"/>
            </a:xfrm>
            <a:prstGeom prst="line">
              <a:avLst/>
            </a:prstGeom>
            <a:ln w="19050" cap="flat" cmpd="sng">
              <a:solidFill>
                <a:schemeClr val="tx1"/>
              </a:solidFill>
              <a:prstDash val="solid"/>
              <a:headEnd type="none" w="med" len="med"/>
              <a:tailEnd type="none" w="med" len="med"/>
            </a:ln>
          </p:spPr>
        </p:sp>
        <p:sp>
          <p:nvSpPr>
            <p:cNvPr id="39051" name="Line 15"/>
            <p:cNvSpPr/>
            <p:nvPr/>
          </p:nvSpPr>
          <p:spPr>
            <a:xfrm>
              <a:off x="1315" y="1322"/>
              <a:ext cx="351" cy="0"/>
            </a:xfrm>
            <a:prstGeom prst="line">
              <a:avLst/>
            </a:prstGeom>
            <a:ln w="19050" cap="flat" cmpd="sng">
              <a:solidFill>
                <a:schemeClr val="tx1"/>
              </a:solidFill>
              <a:prstDash val="solid"/>
              <a:headEnd type="none" w="med" len="med"/>
              <a:tailEnd type="none" w="med" len="med"/>
            </a:ln>
          </p:spPr>
        </p:sp>
        <p:sp>
          <p:nvSpPr>
            <p:cNvPr id="39052" name="Line 16"/>
            <p:cNvSpPr/>
            <p:nvPr/>
          </p:nvSpPr>
          <p:spPr>
            <a:xfrm>
              <a:off x="720" y="1373"/>
              <a:ext cx="284" cy="0"/>
            </a:xfrm>
            <a:prstGeom prst="line">
              <a:avLst/>
            </a:prstGeom>
            <a:ln w="19050" cap="flat" cmpd="sng">
              <a:solidFill>
                <a:schemeClr val="tx1"/>
              </a:solidFill>
              <a:prstDash val="solid"/>
              <a:headEnd type="none" w="med" len="med"/>
              <a:tailEnd type="none" w="med" len="med"/>
            </a:ln>
          </p:spPr>
        </p:sp>
        <p:sp>
          <p:nvSpPr>
            <p:cNvPr id="39053" name="Oval 17"/>
            <p:cNvSpPr/>
            <p:nvPr/>
          </p:nvSpPr>
          <p:spPr>
            <a:xfrm>
              <a:off x="1251" y="1295"/>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54" name="Line 18"/>
            <p:cNvSpPr/>
            <p:nvPr/>
          </p:nvSpPr>
          <p:spPr>
            <a:xfrm>
              <a:off x="854" y="720"/>
              <a:ext cx="147" cy="0"/>
            </a:xfrm>
            <a:prstGeom prst="line">
              <a:avLst/>
            </a:prstGeom>
            <a:ln w="19050" cap="flat" cmpd="sng">
              <a:solidFill>
                <a:schemeClr val="tx1"/>
              </a:solidFill>
              <a:prstDash val="solid"/>
              <a:headEnd type="none" w="med" len="med"/>
              <a:tailEnd type="none" w="med" len="med"/>
            </a:ln>
          </p:spPr>
        </p:sp>
        <p:sp>
          <p:nvSpPr>
            <p:cNvPr id="39055" name="Line 19"/>
            <p:cNvSpPr/>
            <p:nvPr/>
          </p:nvSpPr>
          <p:spPr>
            <a:xfrm>
              <a:off x="1430" y="664"/>
              <a:ext cx="0" cy="190"/>
            </a:xfrm>
            <a:prstGeom prst="line">
              <a:avLst/>
            </a:prstGeom>
            <a:ln w="19050" cap="flat" cmpd="sng">
              <a:solidFill>
                <a:schemeClr val="tx1"/>
              </a:solidFill>
              <a:prstDash val="solid"/>
              <a:headEnd type="none" w="med" len="med"/>
              <a:tailEnd type="none" w="med" len="med"/>
            </a:ln>
          </p:spPr>
        </p:sp>
        <p:sp>
          <p:nvSpPr>
            <p:cNvPr id="39056" name="Line 20"/>
            <p:cNvSpPr/>
            <p:nvPr/>
          </p:nvSpPr>
          <p:spPr>
            <a:xfrm>
              <a:off x="864" y="1111"/>
              <a:ext cx="0" cy="147"/>
            </a:xfrm>
            <a:prstGeom prst="line">
              <a:avLst/>
            </a:prstGeom>
            <a:ln w="19050" cap="flat" cmpd="sng">
              <a:solidFill>
                <a:schemeClr val="tx1"/>
              </a:solidFill>
              <a:prstDash val="solid"/>
              <a:headEnd type="none" w="med" len="med"/>
              <a:tailEnd type="none" w="med" len="med"/>
            </a:ln>
          </p:spPr>
        </p:sp>
        <p:sp>
          <p:nvSpPr>
            <p:cNvPr id="39057" name="Line 21"/>
            <p:cNvSpPr/>
            <p:nvPr/>
          </p:nvSpPr>
          <p:spPr>
            <a:xfrm>
              <a:off x="1436" y="1118"/>
              <a:ext cx="0" cy="190"/>
            </a:xfrm>
            <a:prstGeom prst="line">
              <a:avLst/>
            </a:prstGeom>
            <a:ln w="19050" cap="flat" cmpd="sng">
              <a:solidFill>
                <a:schemeClr val="tx1"/>
              </a:solidFill>
              <a:prstDash val="solid"/>
              <a:headEnd type="none" w="med" len="med"/>
              <a:tailEnd type="none" w="med" len="med"/>
            </a:ln>
          </p:spPr>
        </p:sp>
        <p:sp>
          <p:nvSpPr>
            <p:cNvPr id="39058" name="Line 22"/>
            <p:cNvSpPr/>
            <p:nvPr/>
          </p:nvSpPr>
          <p:spPr>
            <a:xfrm>
              <a:off x="864" y="730"/>
              <a:ext cx="0" cy="147"/>
            </a:xfrm>
            <a:prstGeom prst="line">
              <a:avLst/>
            </a:prstGeom>
            <a:ln w="19050" cap="flat" cmpd="sng">
              <a:solidFill>
                <a:schemeClr val="tx1"/>
              </a:solidFill>
              <a:prstDash val="solid"/>
              <a:headEnd type="none" w="med" len="med"/>
              <a:tailEnd type="none" w="med" len="med"/>
            </a:ln>
          </p:spPr>
        </p:sp>
        <p:sp>
          <p:nvSpPr>
            <p:cNvPr id="39059" name="Line 23"/>
            <p:cNvSpPr/>
            <p:nvPr/>
          </p:nvSpPr>
          <p:spPr>
            <a:xfrm>
              <a:off x="864" y="876"/>
              <a:ext cx="576" cy="240"/>
            </a:xfrm>
            <a:prstGeom prst="line">
              <a:avLst/>
            </a:prstGeom>
            <a:ln w="19050" cap="flat" cmpd="sng">
              <a:solidFill>
                <a:schemeClr val="tx1"/>
              </a:solidFill>
              <a:prstDash val="solid"/>
              <a:headEnd type="none" w="med" len="med"/>
              <a:tailEnd type="none" w="med" len="med"/>
            </a:ln>
          </p:spPr>
        </p:sp>
        <p:sp>
          <p:nvSpPr>
            <p:cNvPr id="39060" name="Line 24"/>
            <p:cNvSpPr/>
            <p:nvPr/>
          </p:nvSpPr>
          <p:spPr>
            <a:xfrm flipH="1">
              <a:off x="864" y="864"/>
              <a:ext cx="576" cy="240"/>
            </a:xfrm>
            <a:prstGeom prst="line">
              <a:avLst/>
            </a:prstGeom>
            <a:ln w="19050" cap="flat" cmpd="sng">
              <a:solidFill>
                <a:schemeClr val="tx1"/>
              </a:solidFill>
              <a:prstDash val="solid"/>
              <a:headEnd type="none" w="med" len="med"/>
              <a:tailEnd type="none" w="med" len="med"/>
            </a:ln>
          </p:spPr>
        </p:sp>
        <p:sp>
          <p:nvSpPr>
            <p:cNvPr id="39061" name="Oval 25"/>
            <p:cNvSpPr/>
            <p:nvPr/>
          </p:nvSpPr>
          <p:spPr>
            <a:xfrm>
              <a:off x="1412" y="129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62" name="Oval 26"/>
            <p:cNvSpPr/>
            <p:nvPr/>
          </p:nvSpPr>
          <p:spPr>
            <a:xfrm>
              <a:off x="1402" y="63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63" name="Text Box 27"/>
            <p:cNvSpPr txBox="1"/>
            <p:nvPr/>
          </p:nvSpPr>
          <p:spPr>
            <a:xfrm>
              <a:off x="438" y="385"/>
              <a:ext cx="288"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64" name="Text Box 28"/>
            <p:cNvSpPr txBox="1"/>
            <p:nvPr/>
          </p:nvSpPr>
          <p:spPr>
            <a:xfrm>
              <a:off x="422" y="1174"/>
              <a:ext cx="288" cy="429"/>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65" name="Text Box 29"/>
            <p:cNvSpPr txBox="1"/>
            <p:nvPr/>
          </p:nvSpPr>
          <p:spPr>
            <a:xfrm>
              <a:off x="1788" y="445"/>
              <a:ext cx="240"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66" name="Text Box 30"/>
            <p:cNvSpPr txBox="1"/>
            <p:nvPr/>
          </p:nvSpPr>
          <p:spPr>
            <a:xfrm>
              <a:off x="1717" y="1090"/>
              <a:ext cx="336"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67" name="Text Box 244"/>
            <p:cNvSpPr txBox="1"/>
            <p:nvPr/>
          </p:nvSpPr>
          <p:spPr>
            <a:xfrm>
              <a:off x="634" y="1465"/>
              <a:ext cx="950" cy="41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① </a:t>
              </a:r>
              <a:r>
                <a:rPr lang="zh-CN" altLang="en-US" sz="1800" b="1" dirty="0">
                  <a:solidFill>
                    <a:schemeClr val="tx1"/>
                  </a:solidFill>
                  <a:latin typeface="华文新魏" panose="02010800040101010101" pitchFamily="2" charset="-122"/>
                  <a:ea typeface="华文新魏" panose="02010800040101010101" pitchFamily="2" charset="-122"/>
                </a:rPr>
                <a:t>电路图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sp>
        <p:nvSpPr>
          <p:cNvPr id="38973" name="Text Box 245"/>
          <p:cNvSpPr txBox="1"/>
          <p:nvPr/>
        </p:nvSpPr>
        <p:spPr>
          <a:xfrm>
            <a:off x="876300" y="4492625"/>
            <a:ext cx="1905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8974" name="Text Box 246"/>
          <p:cNvSpPr txBox="1"/>
          <p:nvPr/>
        </p:nvSpPr>
        <p:spPr>
          <a:xfrm>
            <a:off x="3563938" y="2133600"/>
            <a:ext cx="2166937"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③ </a:t>
            </a:r>
            <a:r>
              <a:rPr lang="zh-CN" altLang="en-US" sz="1800" b="1" dirty="0">
                <a:solidFill>
                  <a:schemeClr val="tx1"/>
                </a:solidFill>
                <a:latin typeface="华文新魏" panose="02010800040101010101" pitchFamily="2" charset="-122"/>
                <a:ea typeface="华文新魏" panose="02010800040101010101" pitchFamily="2" charset="-122"/>
              </a:rPr>
              <a:t>简化次态真值表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39002" name="组合 1"/>
          <p:cNvGrpSpPr/>
          <p:nvPr/>
        </p:nvGrpSpPr>
        <p:grpSpPr>
          <a:xfrm>
            <a:off x="3565525" y="2743200"/>
            <a:ext cx="4751705" cy="711200"/>
            <a:chOff x="3916363" y="4052888"/>
            <a:chExt cx="4191000" cy="711200"/>
          </a:xfrm>
        </p:grpSpPr>
        <p:sp>
          <p:nvSpPr>
            <p:cNvPr id="39036" name="Text Box 294"/>
            <p:cNvSpPr txBox="1"/>
            <p:nvPr/>
          </p:nvSpPr>
          <p:spPr>
            <a:xfrm>
              <a:off x="3916363" y="4052888"/>
              <a:ext cx="4191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⑤  </a:t>
              </a:r>
              <a:r>
                <a:rPr lang="zh-CN" altLang="en-US" sz="1800" b="1" dirty="0">
                  <a:solidFill>
                    <a:schemeClr val="tx1"/>
                  </a:solidFill>
                  <a:latin typeface="华文新魏" panose="02010800040101010101" pitchFamily="2" charset="-122"/>
                  <a:ea typeface="华文新魏" panose="02010800040101010101" pitchFamily="2" charset="-122"/>
                </a:rPr>
                <a:t>次态方程：</a:t>
              </a:r>
              <a:r>
                <a:rPr lang="zh-CN" altLang="en-US"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Q</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 = /S + /RQ</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39037" name="Text Box 295"/>
            <p:cNvSpPr txBox="1"/>
            <p:nvPr/>
          </p:nvSpPr>
          <p:spPr>
            <a:xfrm>
              <a:off x="3951288" y="4395788"/>
              <a:ext cx="33528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约束条件</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S • /R = 0</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9830" name="Line 297"/>
            <p:cNvSpPr/>
            <p:nvPr/>
          </p:nvSpPr>
          <p:spPr>
            <a:xfrm>
              <a:off x="5966462" y="4081463"/>
              <a:ext cx="22860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9831" name="Line 298"/>
            <p:cNvSpPr/>
            <p:nvPr/>
          </p:nvSpPr>
          <p:spPr>
            <a:xfrm>
              <a:off x="5210840" y="4443413"/>
              <a:ext cx="22860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9832" name="Line 299"/>
            <p:cNvSpPr/>
            <p:nvPr/>
          </p:nvSpPr>
          <p:spPr>
            <a:xfrm>
              <a:off x="5561988" y="4443413"/>
              <a:ext cx="22860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nvGrpSpPr>
          <p:cNvPr id="39003" name="组合 1"/>
          <p:cNvGrpSpPr/>
          <p:nvPr/>
        </p:nvGrpSpPr>
        <p:grpSpPr>
          <a:xfrm>
            <a:off x="3572829" y="3642995"/>
            <a:ext cx="4557711" cy="949325"/>
            <a:chOff x="4639367" y="1870075"/>
            <a:chExt cx="4558608" cy="949325"/>
          </a:xfrm>
        </p:grpSpPr>
        <p:sp>
          <p:nvSpPr>
            <p:cNvPr id="39007" name="Line 228"/>
            <p:cNvSpPr/>
            <p:nvPr/>
          </p:nvSpPr>
          <p:spPr>
            <a:xfrm>
              <a:off x="6313488" y="2589213"/>
              <a:ext cx="666750" cy="0"/>
            </a:xfrm>
            <a:prstGeom prst="line">
              <a:avLst/>
            </a:prstGeom>
            <a:ln w="12700">
              <a:noFill/>
            </a:ln>
          </p:spPr>
        </p:sp>
        <p:sp>
          <p:nvSpPr>
            <p:cNvPr id="39008" name="Line 229"/>
            <p:cNvSpPr/>
            <p:nvPr/>
          </p:nvSpPr>
          <p:spPr>
            <a:xfrm>
              <a:off x="6838950" y="2514600"/>
              <a:ext cx="666750" cy="0"/>
            </a:xfrm>
            <a:prstGeom prst="line">
              <a:avLst/>
            </a:prstGeom>
            <a:ln w="12700">
              <a:noFill/>
            </a:ln>
          </p:spPr>
        </p:sp>
        <p:sp>
          <p:nvSpPr>
            <p:cNvPr id="39009" name="Line 230"/>
            <p:cNvSpPr/>
            <p:nvPr/>
          </p:nvSpPr>
          <p:spPr>
            <a:xfrm>
              <a:off x="7505700" y="2514600"/>
              <a:ext cx="666750" cy="0"/>
            </a:xfrm>
            <a:prstGeom prst="line">
              <a:avLst/>
            </a:prstGeom>
            <a:ln w="12700">
              <a:noFill/>
            </a:ln>
          </p:spPr>
        </p:sp>
        <p:sp>
          <p:nvSpPr>
            <p:cNvPr id="39010" name="Line 231"/>
            <p:cNvSpPr/>
            <p:nvPr/>
          </p:nvSpPr>
          <p:spPr>
            <a:xfrm>
              <a:off x="8172450" y="2514600"/>
              <a:ext cx="666750" cy="0"/>
            </a:xfrm>
            <a:prstGeom prst="line">
              <a:avLst/>
            </a:prstGeom>
            <a:ln w="12700">
              <a:noFill/>
            </a:ln>
          </p:spPr>
        </p:sp>
        <p:sp>
          <p:nvSpPr>
            <p:cNvPr id="39011" name="Line 234"/>
            <p:cNvSpPr/>
            <p:nvPr/>
          </p:nvSpPr>
          <p:spPr>
            <a:xfrm>
              <a:off x="8839200" y="2514600"/>
              <a:ext cx="0" cy="304800"/>
            </a:xfrm>
            <a:prstGeom prst="line">
              <a:avLst/>
            </a:prstGeom>
            <a:ln w="28575">
              <a:noFill/>
            </a:ln>
          </p:spPr>
        </p:sp>
        <p:grpSp>
          <p:nvGrpSpPr>
            <p:cNvPr id="39012" name="组合 1"/>
            <p:cNvGrpSpPr/>
            <p:nvPr/>
          </p:nvGrpSpPr>
          <p:grpSpPr>
            <a:xfrm>
              <a:off x="4639367" y="1870075"/>
              <a:ext cx="4558608" cy="862435"/>
              <a:chOff x="4691689" y="699543"/>
              <a:chExt cx="4560831" cy="861645"/>
            </a:xfrm>
          </p:grpSpPr>
          <p:sp>
            <p:nvSpPr>
              <p:cNvPr id="39013" name="Rectangle 42"/>
              <p:cNvSpPr/>
              <p:nvPr/>
            </p:nvSpPr>
            <p:spPr>
              <a:xfrm>
                <a:off x="8200948" y="735552"/>
                <a:ext cx="693556" cy="74075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14" name="Line 43"/>
              <p:cNvSpPr/>
              <p:nvPr/>
            </p:nvSpPr>
            <p:spPr>
              <a:xfrm>
                <a:off x="7892702" y="859012"/>
                <a:ext cx="305036" cy="0"/>
              </a:xfrm>
              <a:prstGeom prst="line">
                <a:avLst/>
              </a:prstGeom>
              <a:ln w="19050" cap="flat" cmpd="sng">
                <a:solidFill>
                  <a:schemeClr val="tx1"/>
                </a:solidFill>
                <a:prstDash val="solid"/>
                <a:headEnd type="none" w="med" len="med"/>
                <a:tailEnd type="none" w="med" len="med"/>
              </a:ln>
            </p:spPr>
          </p:sp>
          <p:sp>
            <p:nvSpPr>
              <p:cNvPr id="39015" name="Line 44"/>
              <p:cNvSpPr/>
              <p:nvPr/>
            </p:nvSpPr>
            <p:spPr>
              <a:xfrm>
                <a:off x="7892702" y="1316841"/>
                <a:ext cx="305036" cy="0"/>
              </a:xfrm>
              <a:prstGeom prst="line">
                <a:avLst/>
              </a:prstGeom>
              <a:ln w="19050" cap="flat" cmpd="sng">
                <a:solidFill>
                  <a:schemeClr val="tx1"/>
                </a:solidFill>
                <a:prstDash val="solid"/>
                <a:headEnd type="none" w="med" len="med"/>
                <a:tailEnd type="none" w="med" len="med"/>
              </a:ln>
            </p:spPr>
          </p:sp>
          <p:sp>
            <p:nvSpPr>
              <p:cNvPr id="39016" name="Line 45"/>
              <p:cNvSpPr/>
              <p:nvPr/>
            </p:nvSpPr>
            <p:spPr>
              <a:xfrm>
                <a:off x="8910559" y="859012"/>
                <a:ext cx="341961" cy="0"/>
              </a:xfrm>
              <a:prstGeom prst="line">
                <a:avLst/>
              </a:prstGeom>
              <a:ln w="19050" cap="flat" cmpd="sng">
                <a:solidFill>
                  <a:schemeClr val="tx1"/>
                </a:solidFill>
                <a:prstDash val="solid"/>
                <a:headEnd type="none" w="med" len="med"/>
                <a:tailEnd type="none" w="med" len="med"/>
              </a:ln>
            </p:spPr>
          </p:sp>
          <p:sp>
            <p:nvSpPr>
              <p:cNvPr id="39017" name="Line 46"/>
              <p:cNvSpPr/>
              <p:nvPr/>
            </p:nvSpPr>
            <p:spPr>
              <a:xfrm>
                <a:off x="9003675" y="1291120"/>
                <a:ext cx="231185" cy="0"/>
              </a:xfrm>
              <a:prstGeom prst="line">
                <a:avLst/>
              </a:prstGeom>
              <a:ln w="19050" cap="flat" cmpd="sng">
                <a:solidFill>
                  <a:schemeClr val="tx1"/>
                </a:solidFill>
                <a:prstDash val="solid"/>
                <a:headEnd type="none" w="med" len="med"/>
                <a:tailEnd type="none" w="med" len="med"/>
              </a:ln>
            </p:spPr>
          </p:sp>
          <p:sp>
            <p:nvSpPr>
              <p:cNvPr id="39018" name="Oval 47"/>
              <p:cNvSpPr/>
              <p:nvPr/>
            </p:nvSpPr>
            <p:spPr>
              <a:xfrm>
                <a:off x="8894504" y="1242251"/>
                <a:ext cx="109171" cy="8745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19" name="Text Box 48"/>
              <p:cNvSpPr txBox="1"/>
              <p:nvPr/>
            </p:nvSpPr>
            <p:spPr>
              <a:xfrm>
                <a:off x="8155996" y="721406"/>
                <a:ext cx="430261" cy="394813"/>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20" name="Text Box 49"/>
              <p:cNvSpPr txBox="1"/>
              <p:nvPr/>
            </p:nvSpPr>
            <p:spPr>
              <a:xfrm>
                <a:off x="8152785" y="1167661"/>
                <a:ext cx="433472" cy="39352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21" name="Text Box 50"/>
              <p:cNvSpPr txBox="1"/>
              <p:nvPr/>
            </p:nvSpPr>
            <p:spPr>
              <a:xfrm>
                <a:off x="8586257" y="712403"/>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22" name="Text Box 51"/>
              <p:cNvSpPr txBox="1"/>
              <p:nvPr/>
            </p:nvSpPr>
            <p:spPr>
              <a:xfrm>
                <a:off x="8586257" y="1129079"/>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23" name="Rectangle 32"/>
              <p:cNvSpPr/>
              <p:nvPr/>
            </p:nvSpPr>
            <p:spPr>
              <a:xfrm>
                <a:off x="6696345" y="722692"/>
                <a:ext cx="693556" cy="74075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24" name="Line 33"/>
              <p:cNvSpPr/>
              <p:nvPr/>
            </p:nvSpPr>
            <p:spPr>
              <a:xfrm>
                <a:off x="6293879" y="846151"/>
                <a:ext cx="305036" cy="0"/>
              </a:xfrm>
              <a:prstGeom prst="line">
                <a:avLst/>
              </a:prstGeom>
              <a:ln w="19050" cap="flat" cmpd="sng">
                <a:solidFill>
                  <a:schemeClr val="tx1"/>
                </a:solidFill>
                <a:prstDash val="solid"/>
                <a:headEnd type="none" w="med" len="med"/>
                <a:tailEnd type="none" w="med" len="med"/>
              </a:ln>
            </p:spPr>
          </p:sp>
          <p:sp>
            <p:nvSpPr>
              <p:cNvPr id="39025" name="Line 34"/>
              <p:cNvSpPr/>
              <p:nvPr/>
            </p:nvSpPr>
            <p:spPr>
              <a:xfrm>
                <a:off x="6293879" y="1298271"/>
                <a:ext cx="305036" cy="0"/>
              </a:xfrm>
              <a:prstGeom prst="line">
                <a:avLst/>
              </a:prstGeom>
              <a:ln w="19050" cap="flat" cmpd="sng">
                <a:solidFill>
                  <a:schemeClr val="tx1"/>
                </a:solidFill>
                <a:prstDash val="solid"/>
                <a:headEnd type="none" w="med" len="med"/>
                <a:tailEnd type="none" w="med" len="med"/>
              </a:ln>
            </p:spPr>
          </p:sp>
          <p:sp>
            <p:nvSpPr>
              <p:cNvPr id="39026" name="Line 35"/>
              <p:cNvSpPr/>
              <p:nvPr/>
            </p:nvSpPr>
            <p:spPr>
              <a:xfrm>
                <a:off x="7405955" y="846151"/>
                <a:ext cx="341961" cy="0"/>
              </a:xfrm>
              <a:prstGeom prst="line">
                <a:avLst/>
              </a:prstGeom>
              <a:ln w="19050" cap="flat" cmpd="sng">
                <a:solidFill>
                  <a:schemeClr val="tx1"/>
                </a:solidFill>
                <a:prstDash val="solid"/>
                <a:headEnd type="none" w="med" len="med"/>
                <a:tailEnd type="none" w="med" len="med"/>
              </a:ln>
            </p:spPr>
          </p:sp>
          <p:sp>
            <p:nvSpPr>
              <p:cNvPr id="39027" name="Line 36"/>
              <p:cNvSpPr/>
              <p:nvPr/>
            </p:nvSpPr>
            <p:spPr>
              <a:xfrm>
                <a:off x="7499071" y="1278260"/>
                <a:ext cx="231185" cy="0"/>
              </a:xfrm>
              <a:prstGeom prst="line">
                <a:avLst/>
              </a:prstGeom>
              <a:ln w="19050" cap="flat" cmpd="sng">
                <a:solidFill>
                  <a:schemeClr val="tx1"/>
                </a:solidFill>
                <a:prstDash val="solid"/>
                <a:headEnd type="none" w="med" len="med"/>
                <a:tailEnd type="none" w="med" len="med"/>
              </a:ln>
            </p:spPr>
          </p:sp>
          <p:sp>
            <p:nvSpPr>
              <p:cNvPr id="39028" name="Oval 37"/>
              <p:cNvSpPr/>
              <p:nvPr/>
            </p:nvSpPr>
            <p:spPr>
              <a:xfrm>
                <a:off x="7389900" y="1229390"/>
                <a:ext cx="109171" cy="8745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29" name="Text Box 38"/>
              <p:cNvSpPr txBox="1"/>
              <p:nvPr/>
            </p:nvSpPr>
            <p:spPr>
              <a:xfrm>
                <a:off x="6651392" y="708545"/>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30" name="Text Box 39"/>
              <p:cNvSpPr txBox="1"/>
              <p:nvPr/>
            </p:nvSpPr>
            <p:spPr>
              <a:xfrm>
                <a:off x="6648181" y="1152228"/>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31" name="Text Box 40"/>
              <p:cNvSpPr txBox="1"/>
              <p:nvPr/>
            </p:nvSpPr>
            <p:spPr>
              <a:xfrm>
                <a:off x="7081653" y="699543"/>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32" name="Text Box 41"/>
              <p:cNvSpPr txBox="1"/>
              <p:nvPr/>
            </p:nvSpPr>
            <p:spPr>
              <a:xfrm>
                <a:off x="7081653" y="1116219"/>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33" name="Oval 136"/>
              <p:cNvSpPr/>
              <p:nvPr/>
            </p:nvSpPr>
            <p:spPr>
              <a:xfrm>
                <a:off x="6587174" y="797282"/>
                <a:ext cx="109171" cy="8745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34" name="Oval 137"/>
              <p:cNvSpPr/>
              <p:nvPr/>
            </p:nvSpPr>
            <p:spPr>
              <a:xfrm>
                <a:off x="6587174" y="1255111"/>
                <a:ext cx="109171" cy="8745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35" name="Text Box 323"/>
              <p:cNvSpPr txBox="1"/>
              <p:nvPr/>
            </p:nvSpPr>
            <p:spPr>
              <a:xfrm>
                <a:off x="4691689" y="851923"/>
                <a:ext cx="1926543" cy="367963"/>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⑥  </a:t>
                </a:r>
                <a:r>
                  <a:rPr lang="zh-CN" altLang="en-US" sz="1800" b="1" dirty="0">
                    <a:solidFill>
                      <a:schemeClr val="tx1"/>
                    </a:solidFill>
                    <a:latin typeface="华文新魏" panose="02010800040101010101" pitchFamily="2" charset="-122"/>
                    <a:ea typeface="华文新魏" panose="02010800040101010101" pitchFamily="2" charset="-122"/>
                  </a:rPr>
                  <a:t>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pic>
        <p:nvPicPr>
          <p:cNvPr id="4" name="图片 3"/>
          <p:cNvPicPr>
            <a:picLocks noChangeAspect="1"/>
          </p:cNvPicPr>
          <p:nvPr/>
        </p:nvPicPr>
        <p:blipFill>
          <a:blip r:embed="rId3"/>
          <a:stretch>
            <a:fillRect/>
          </a:stretch>
        </p:blipFill>
        <p:spPr>
          <a:xfrm>
            <a:off x="5984875" y="634365"/>
            <a:ext cx="2748280" cy="1774190"/>
          </a:xfrm>
          <a:prstGeom prst="rect">
            <a:avLst/>
          </a:prstGeom>
        </p:spPr>
      </p:pic>
      <p:sp>
        <p:nvSpPr>
          <p:cNvPr id="2" name="文本框 1"/>
          <p:cNvSpPr txBox="1"/>
          <p:nvPr/>
        </p:nvSpPr>
        <p:spPr>
          <a:xfrm>
            <a:off x="6731635" y="3086100"/>
            <a:ext cx="1398270" cy="368300"/>
          </a:xfrm>
          <a:prstGeom prst="rect">
            <a:avLst/>
          </a:prstGeom>
          <a:noFill/>
        </p:spPr>
        <p:txBody>
          <a:bodyPr wrap="square" rtlCol="0" anchor="t">
            <a:spAutoFit/>
          </a:bodyPr>
          <a:lstStyle/>
          <a:p>
            <a:r>
              <a:rPr lang="zh-CN" altLang="en-US" sz="1800" b="1" dirty="0">
                <a:solidFill>
                  <a:srgbClr val="FF0000"/>
                </a:solidFill>
                <a:latin typeface="华文新魏" panose="02010800040101010101" pitchFamily="2" charset="-122"/>
                <a:ea typeface="华文新魏" panose="02010800040101010101" pitchFamily="2" charset="-122"/>
                <a:sym typeface="+mn-ea"/>
              </a:rPr>
              <a:t>禁止条件？</a:t>
            </a:r>
            <a:endParaRPr lang="zh-CN" altLang="en-US" sz="1800" b="1" dirty="0">
              <a:solidFill>
                <a:srgbClr val="FF0000"/>
              </a:solidFill>
              <a:latin typeface="华文新魏" panose="02010800040101010101" pitchFamily="2" charset="-122"/>
              <a:ea typeface="华文新魏" panose="020108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972"/>
                                        </p:tgtEl>
                                        <p:attrNameLst>
                                          <p:attrName>style.visibility</p:attrName>
                                        </p:attrNameLst>
                                      </p:cBhvr>
                                      <p:to>
                                        <p:strVal val="visible"/>
                                      </p:to>
                                    </p:set>
                                    <p:anim calcmode="lin" valueType="num">
                                      <p:cBhvr additive="base">
                                        <p:cTn id="7" dur="500" fill="hold"/>
                                        <p:tgtEl>
                                          <p:spTgt spid="38972"/>
                                        </p:tgtEl>
                                        <p:attrNameLst>
                                          <p:attrName>ppt_x</p:attrName>
                                        </p:attrNameLst>
                                      </p:cBhvr>
                                      <p:tavLst>
                                        <p:tav tm="0">
                                          <p:val>
                                            <p:strVal val="#ppt_x"/>
                                          </p:val>
                                        </p:tav>
                                        <p:tav tm="100000">
                                          <p:val>
                                            <p:strVal val="#ppt_x"/>
                                          </p:val>
                                        </p:tav>
                                      </p:tavLst>
                                    </p:anim>
                                    <p:anim calcmode="lin" valueType="num">
                                      <p:cBhvr additive="base">
                                        <p:cTn id="8" dur="500" fill="hold"/>
                                        <p:tgtEl>
                                          <p:spTgt spid="3897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227"/>
                                        </p:tgtEl>
                                        <p:attrNameLst>
                                          <p:attrName>style.visibility</p:attrName>
                                        </p:attrNameLst>
                                      </p:cBhvr>
                                      <p:to>
                                        <p:strVal val="visible"/>
                                      </p:to>
                                    </p:set>
                                    <p:anim calcmode="lin" valueType="num">
                                      <p:cBhvr additive="base">
                                        <p:cTn id="13" dur="500" fill="hold"/>
                                        <p:tgtEl>
                                          <p:spTgt spid="46227"/>
                                        </p:tgtEl>
                                        <p:attrNameLst>
                                          <p:attrName>ppt_x</p:attrName>
                                        </p:attrNameLst>
                                      </p:cBhvr>
                                      <p:tavLst>
                                        <p:tav tm="0">
                                          <p:val>
                                            <p:strVal val="#ppt_x"/>
                                          </p:val>
                                        </p:tav>
                                        <p:tav tm="100000">
                                          <p:val>
                                            <p:strVal val="#ppt_x"/>
                                          </p:val>
                                        </p:tav>
                                      </p:tavLst>
                                    </p:anim>
                                    <p:anim calcmode="lin" valueType="num">
                                      <p:cBhvr additive="base">
                                        <p:cTn id="14" dur="500" fill="hold"/>
                                        <p:tgtEl>
                                          <p:spTgt spid="4622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8973"/>
                                        </p:tgtEl>
                                        <p:attrNameLst>
                                          <p:attrName>style.visibility</p:attrName>
                                        </p:attrNameLst>
                                      </p:cBhvr>
                                      <p:to>
                                        <p:strVal val="visible"/>
                                      </p:to>
                                    </p:set>
                                    <p:anim calcmode="lin" valueType="num">
                                      <p:cBhvr additive="base">
                                        <p:cTn id="17" dur="500" fill="hold"/>
                                        <p:tgtEl>
                                          <p:spTgt spid="38973"/>
                                        </p:tgtEl>
                                        <p:attrNameLst>
                                          <p:attrName>ppt_x</p:attrName>
                                        </p:attrNameLst>
                                      </p:cBhvr>
                                      <p:tavLst>
                                        <p:tav tm="0">
                                          <p:val>
                                            <p:strVal val="#ppt_x"/>
                                          </p:val>
                                        </p:tav>
                                        <p:tav tm="100000">
                                          <p:val>
                                            <p:strVal val="#ppt_x"/>
                                          </p:val>
                                        </p:tav>
                                      </p:tavLst>
                                    </p:anim>
                                    <p:anim calcmode="lin" valueType="num">
                                      <p:cBhvr additive="base">
                                        <p:cTn id="18" dur="500" fill="hold"/>
                                        <p:tgtEl>
                                          <p:spTgt spid="3897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6259"/>
                                        </p:tgtEl>
                                        <p:attrNameLst>
                                          <p:attrName>style.visibility</p:attrName>
                                        </p:attrNameLst>
                                      </p:cBhvr>
                                      <p:to>
                                        <p:strVal val="visible"/>
                                      </p:to>
                                    </p:set>
                                    <p:anim calcmode="lin" valueType="num">
                                      <p:cBhvr additive="base">
                                        <p:cTn id="23" dur="500" fill="hold"/>
                                        <p:tgtEl>
                                          <p:spTgt spid="46259"/>
                                        </p:tgtEl>
                                        <p:attrNameLst>
                                          <p:attrName>ppt_x</p:attrName>
                                        </p:attrNameLst>
                                      </p:cBhvr>
                                      <p:tavLst>
                                        <p:tav tm="0">
                                          <p:val>
                                            <p:strVal val="#ppt_x"/>
                                          </p:val>
                                        </p:tav>
                                        <p:tav tm="100000">
                                          <p:val>
                                            <p:strVal val="#ppt_x"/>
                                          </p:val>
                                        </p:tav>
                                      </p:tavLst>
                                    </p:anim>
                                    <p:anim calcmode="lin" valueType="num">
                                      <p:cBhvr additive="base">
                                        <p:cTn id="24" dur="500" fill="hold"/>
                                        <p:tgtEl>
                                          <p:spTgt spid="4625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8974"/>
                                        </p:tgtEl>
                                        <p:attrNameLst>
                                          <p:attrName>style.visibility</p:attrName>
                                        </p:attrNameLst>
                                      </p:cBhvr>
                                      <p:to>
                                        <p:strVal val="visible"/>
                                      </p:to>
                                    </p:set>
                                    <p:anim calcmode="lin" valueType="num">
                                      <p:cBhvr additive="base">
                                        <p:cTn id="27" dur="500" fill="hold"/>
                                        <p:tgtEl>
                                          <p:spTgt spid="38974"/>
                                        </p:tgtEl>
                                        <p:attrNameLst>
                                          <p:attrName>ppt_x</p:attrName>
                                        </p:attrNameLst>
                                      </p:cBhvr>
                                      <p:tavLst>
                                        <p:tav tm="0">
                                          <p:val>
                                            <p:strVal val="#ppt_x"/>
                                          </p:val>
                                        </p:tav>
                                        <p:tav tm="100000">
                                          <p:val>
                                            <p:strVal val="#ppt_x"/>
                                          </p:val>
                                        </p:tav>
                                      </p:tavLst>
                                    </p:anim>
                                    <p:anim calcmode="lin" valueType="num">
                                      <p:cBhvr additive="base">
                                        <p:cTn id="28" dur="500" fill="hold"/>
                                        <p:tgtEl>
                                          <p:spTgt spid="3897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9002"/>
                                        </p:tgtEl>
                                        <p:attrNameLst>
                                          <p:attrName>style.visibility</p:attrName>
                                        </p:attrNameLst>
                                      </p:cBhvr>
                                      <p:to>
                                        <p:strVal val="visible"/>
                                      </p:to>
                                    </p:set>
                                    <p:anim calcmode="lin" valueType="num">
                                      <p:cBhvr additive="base">
                                        <p:cTn id="39" dur="500" fill="hold"/>
                                        <p:tgtEl>
                                          <p:spTgt spid="39002"/>
                                        </p:tgtEl>
                                        <p:attrNameLst>
                                          <p:attrName>ppt_x</p:attrName>
                                        </p:attrNameLst>
                                      </p:cBhvr>
                                      <p:tavLst>
                                        <p:tav tm="0">
                                          <p:val>
                                            <p:strVal val="#ppt_x"/>
                                          </p:val>
                                        </p:tav>
                                        <p:tav tm="100000">
                                          <p:val>
                                            <p:strVal val="#ppt_x"/>
                                          </p:val>
                                        </p:tav>
                                      </p:tavLst>
                                    </p:anim>
                                    <p:anim calcmode="lin" valueType="num">
                                      <p:cBhvr additive="base">
                                        <p:cTn id="40" dur="500" fill="hold"/>
                                        <p:tgtEl>
                                          <p:spTgt spid="3900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9003"/>
                                        </p:tgtEl>
                                        <p:attrNameLst>
                                          <p:attrName>style.visibility</p:attrName>
                                        </p:attrNameLst>
                                      </p:cBhvr>
                                      <p:to>
                                        <p:strVal val="visible"/>
                                      </p:to>
                                    </p:set>
                                    <p:anim calcmode="lin" valueType="num">
                                      <p:cBhvr additive="base">
                                        <p:cTn id="45" dur="500" fill="hold"/>
                                        <p:tgtEl>
                                          <p:spTgt spid="39003"/>
                                        </p:tgtEl>
                                        <p:attrNameLst>
                                          <p:attrName>ppt_x</p:attrName>
                                        </p:attrNameLst>
                                      </p:cBhvr>
                                      <p:tavLst>
                                        <p:tav tm="0">
                                          <p:val>
                                            <p:strVal val="#ppt_x"/>
                                          </p:val>
                                        </p:tav>
                                        <p:tav tm="100000">
                                          <p:val>
                                            <p:strVal val="#ppt_x"/>
                                          </p:val>
                                        </p:tav>
                                      </p:tavLst>
                                    </p:anim>
                                    <p:anim calcmode="lin" valueType="num">
                                      <p:cBhvr additive="base">
                                        <p:cTn id="46" dur="500" fill="hold"/>
                                        <p:tgtEl>
                                          <p:spTgt spid="39003"/>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anim calcmode="lin" valueType="num">
                                      <p:cBhvr additive="base">
                                        <p:cTn id="51" dur="500" fill="hold"/>
                                        <p:tgtEl>
                                          <p:spTgt spid="2"/>
                                        </p:tgtEl>
                                        <p:attrNameLst>
                                          <p:attrName>ppt_x</p:attrName>
                                        </p:attrNameLst>
                                      </p:cBhvr>
                                      <p:tavLst>
                                        <p:tav tm="0">
                                          <p:val>
                                            <p:strVal val="#ppt_x"/>
                                          </p:val>
                                        </p:tav>
                                        <p:tav tm="100000">
                                          <p:val>
                                            <p:strVal val="#ppt_x"/>
                                          </p:val>
                                        </p:tav>
                                      </p:tavLst>
                                    </p:anim>
                                    <p:anim calcmode="lin" valueType="num">
                                      <p:cBhvr additive="base">
                                        <p:cTn id="5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73" grpId="0"/>
      <p:bldP spid="38973" grpId="1"/>
      <p:bldP spid="38974" grpId="0"/>
      <p:bldP spid="38974" grpId="1"/>
      <p:bldP spid="2" grpId="0"/>
      <p:bldP spid="2"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Grp="1"/>
          </p:cNvSpPr>
          <p:nvPr>
            <p:ph type="title"/>
          </p:nvPr>
        </p:nvSpPr>
        <p:spPr>
          <a:xfrm>
            <a:off x="1187450" y="555625"/>
            <a:ext cx="7129463" cy="628650"/>
          </a:xfrm>
          <a:prstGeom prst="rect">
            <a:avLst/>
          </a:prstGeom>
          <a:noFill/>
          <a:ln>
            <a:noFill/>
          </a:ln>
        </p:spPr>
        <p:txBody>
          <a:bodyPr/>
          <a:lstStyle/>
          <a:p>
            <a:pPr eaLnBrk="1" hangingPunct="1"/>
            <a:r>
              <a:rPr lang="en-US" altLang="zh-CN" sz="1800" b="1" dirty="0">
                <a:solidFill>
                  <a:srgbClr val="FF0000"/>
                </a:solidFill>
                <a:latin typeface="华文新魏" panose="02010800040101010101" pitchFamily="2" charset="-122"/>
                <a:ea typeface="华文新魏" panose="02010800040101010101" pitchFamily="2" charset="-122"/>
              </a:rPr>
              <a:t>3</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带使能端的</a:t>
            </a:r>
            <a:r>
              <a:rPr lang="en-US" altLang="zh-CN" sz="1800" b="1" dirty="0">
                <a:solidFill>
                  <a:srgbClr val="FF0000"/>
                </a:solidFill>
                <a:latin typeface="华文新魏" panose="02010800040101010101" pitchFamily="2" charset="-122"/>
                <a:ea typeface="华文新魏" panose="02010800040101010101" pitchFamily="2" charset="-122"/>
              </a:rPr>
              <a:t>S-R </a:t>
            </a:r>
            <a:r>
              <a:rPr lang="zh-CN" altLang="en-US" sz="1800" b="1" dirty="0">
                <a:solidFill>
                  <a:srgbClr val="FF0000"/>
                </a:solidFill>
                <a:latin typeface="华文新魏" panose="02010800040101010101" pitchFamily="2" charset="-122"/>
                <a:ea typeface="华文新魏" panose="02010800040101010101" pitchFamily="2" charset="-122"/>
              </a:rPr>
              <a:t>锁存器 </a:t>
            </a:r>
            <a:r>
              <a:rPr lang="en-US" altLang="zh-CN" sz="1800" b="1" i="1" dirty="0">
                <a:solidFill>
                  <a:srgbClr val="FF0000"/>
                </a:solidFill>
                <a:latin typeface="华文新魏" panose="02010800040101010101" pitchFamily="2" charset="-122"/>
                <a:ea typeface="华文新魏" panose="02010800040101010101" pitchFamily="2" charset="-122"/>
              </a:rPr>
              <a:t>S-R latche with enable</a:t>
            </a:r>
            <a:endParaRPr lang="en-US" altLang="zh-CN" sz="1800" b="1" i="1" dirty="0">
              <a:solidFill>
                <a:srgbClr val="FF0000"/>
              </a:solidFill>
              <a:latin typeface="华文新魏" panose="02010800040101010101" pitchFamily="2" charset="-122"/>
              <a:ea typeface="华文新魏" panose="02010800040101010101" pitchFamily="2" charset="-122"/>
            </a:endParaRPr>
          </a:p>
        </p:txBody>
      </p:sp>
      <p:sp>
        <p:nvSpPr>
          <p:cNvPr id="40963" name="Text Box 6"/>
          <p:cNvSpPr txBox="1"/>
          <p:nvPr/>
        </p:nvSpPr>
        <p:spPr>
          <a:xfrm>
            <a:off x="1136650" y="987425"/>
            <a:ext cx="6861175" cy="755650"/>
          </a:xfrm>
          <a:prstGeom prst="rect">
            <a:avLst/>
          </a:prstGeom>
          <a:noFill/>
          <a:ln w="9525">
            <a:noFill/>
          </a:ln>
        </p:spPr>
        <p:txBody>
          <a:bodyPr>
            <a:spAutoFit/>
          </a:bodyPr>
          <a:lstStyle/>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利用使能输入端信号</a:t>
            </a:r>
            <a:r>
              <a:rPr lang="en-US" altLang="zh-CN" sz="1800" b="1" dirty="0">
                <a:solidFill>
                  <a:srgbClr val="FF0000"/>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进行控制，即当使能信号</a:t>
            </a:r>
            <a:r>
              <a:rPr lang="en-US" altLang="zh-CN" sz="1800" b="1" dirty="0">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有效时，输入才影响输出。如下面电路图所示：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40964" name="Group 53"/>
          <p:cNvGrpSpPr/>
          <p:nvPr/>
        </p:nvGrpSpPr>
        <p:grpSpPr>
          <a:xfrm>
            <a:off x="1655763" y="1831975"/>
            <a:ext cx="5738812" cy="2824163"/>
            <a:chOff x="2203" y="1690"/>
            <a:chExt cx="2920" cy="1975"/>
          </a:xfrm>
        </p:grpSpPr>
        <p:sp>
          <p:nvSpPr>
            <p:cNvPr id="40967" name="Line 8"/>
            <p:cNvSpPr/>
            <p:nvPr/>
          </p:nvSpPr>
          <p:spPr>
            <a:xfrm flipH="1">
              <a:off x="3586" y="2159"/>
              <a:ext cx="167" cy="0"/>
            </a:xfrm>
            <a:prstGeom prst="line">
              <a:avLst/>
            </a:prstGeom>
            <a:ln w="19050" cap="flat" cmpd="sng">
              <a:solidFill>
                <a:schemeClr val="tx1"/>
              </a:solidFill>
              <a:prstDash val="solid"/>
              <a:headEnd type="none" w="med" len="med"/>
              <a:tailEnd type="none" w="med" len="med"/>
            </a:ln>
          </p:spPr>
        </p:sp>
        <p:sp>
          <p:nvSpPr>
            <p:cNvPr id="40968" name="Line 9"/>
            <p:cNvSpPr/>
            <p:nvPr/>
          </p:nvSpPr>
          <p:spPr>
            <a:xfrm>
              <a:off x="3586" y="2159"/>
              <a:ext cx="0" cy="167"/>
            </a:xfrm>
            <a:prstGeom prst="line">
              <a:avLst/>
            </a:prstGeom>
            <a:ln w="19050" cap="flat" cmpd="sng">
              <a:solidFill>
                <a:schemeClr val="tx1"/>
              </a:solidFill>
              <a:prstDash val="solid"/>
              <a:headEnd type="none" w="med" len="med"/>
              <a:tailEnd type="none" w="med" len="med"/>
            </a:ln>
          </p:spPr>
        </p:sp>
        <p:sp>
          <p:nvSpPr>
            <p:cNvPr id="40969" name="Line 10"/>
            <p:cNvSpPr/>
            <p:nvPr/>
          </p:nvSpPr>
          <p:spPr>
            <a:xfrm>
              <a:off x="3586" y="2492"/>
              <a:ext cx="1" cy="1"/>
            </a:xfrm>
            <a:prstGeom prst="line">
              <a:avLst/>
            </a:prstGeom>
            <a:ln w="19050" cap="flat" cmpd="sng">
              <a:solidFill>
                <a:schemeClr val="tx1"/>
              </a:solidFill>
              <a:prstDash val="solid"/>
              <a:headEnd type="none" w="med" len="med"/>
              <a:tailEnd type="none" w="med" len="med"/>
            </a:ln>
          </p:spPr>
        </p:sp>
        <p:sp>
          <p:nvSpPr>
            <p:cNvPr id="40970" name="Line 11"/>
            <p:cNvSpPr/>
            <p:nvPr/>
          </p:nvSpPr>
          <p:spPr>
            <a:xfrm>
              <a:off x="3586" y="2326"/>
              <a:ext cx="709" cy="444"/>
            </a:xfrm>
            <a:prstGeom prst="line">
              <a:avLst/>
            </a:prstGeom>
            <a:ln w="19050" cap="flat" cmpd="sng">
              <a:solidFill>
                <a:schemeClr val="tx1"/>
              </a:solidFill>
              <a:prstDash val="solid"/>
              <a:headEnd type="none" w="med" len="med"/>
              <a:tailEnd type="none" w="med" len="med"/>
            </a:ln>
          </p:spPr>
        </p:sp>
        <p:sp>
          <p:nvSpPr>
            <p:cNvPr id="40971" name="Line 12"/>
            <p:cNvSpPr/>
            <p:nvPr/>
          </p:nvSpPr>
          <p:spPr>
            <a:xfrm flipV="1">
              <a:off x="4285" y="2770"/>
              <a:ext cx="0" cy="277"/>
            </a:xfrm>
            <a:prstGeom prst="line">
              <a:avLst/>
            </a:prstGeom>
            <a:ln w="19050" cap="flat" cmpd="sng">
              <a:solidFill>
                <a:schemeClr val="tx1"/>
              </a:solidFill>
              <a:prstDash val="solid"/>
              <a:headEnd type="none" w="med" len="med"/>
              <a:tailEnd type="none" w="med" len="med"/>
            </a:ln>
          </p:spPr>
        </p:sp>
        <p:sp>
          <p:nvSpPr>
            <p:cNvPr id="40972" name="Line 13"/>
            <p:cNvSpPr/>
            <p:nvPr/>
          </p:nvSpPr>
          <p:spPr>
            <a:xfrm flipH="1">
              <a:off x="3586" y="2936"/>
              <a:ext cx="176" cy="1"/>
            </a:xfrm>
            <a:prstGeom prst="line">
              <a:avLst/>
            </a:prstGeom>
            <a:ln w="19050" cap="flat" cmpd="sng">
              <a:solidFill>
                <a:schemeClr val="tx1"/>
              </a:solidFill>
              <a:prstDash val="solid"/>
              <a:headEnd type="none" w="med" len="med"/>
              <a:tailEnd type="none" w="med" len="med"/>
            </a:ln>
          </p:spPr>
        </p:sp>
        <p:sp>
          <p:nvSpPr>
            <p:cNvPr id="40973" name="Line 14"/>
            <p:cNvSpPr/>
            <p:nvPr/>
          </p:nvSpPr>
          <p:spPr>
            <a:xfrm flipH="1">
              <a:off x="3586" y="2770"/>
              <a:ext cx="0" cy="166"/>
            </a:xfrm>
            <a:prstGeom prst="line">
              <a:avLst/>
            </a:prstGeom>
            <a:ln w="19050" cap="flat" cmpd="sng">
              <a:solidFill>
                <a:schemeClr val="tx1"/>
              </a:solidFill>
              <a:prstDash val="solid"/>
              <a:headEnd type="none" w="med" len="med"/>
              <a:tailEnd type="none" w="med" len="med"/>
            </a:ln>
          </p:spPr>
        </p:sp>
        <p:sp>
          <p:nvSpPr>
            <p:cNvPr id="40974" name="Line 15"/>
            <p:cNvSpPr/>
            <p:nvPr/>
          </p:nvSpPr>
          <p:spPr>
            <a:xfrm flipH="1" flipV="1">
              <a:off x="4285" y="2048"/>
              <a:ext cx="0" cy="278"/>
            </a:xfrm>
            <a:prstGeom prst="line">
              <a:avLst/>
            </a:prstGeom>
            <a:ln w="19050" cap="flat" cmpd="sng">
              <a:solidFill>
                <a:schemeClr val="tx1"/>
              </a:solidFill>
              <a:prstDash val="solid"/>
              <a:headEnd type="none" w="med" len="med"/>
              <a:tailEnd type="none" w="med" len="med"/>
            </a:ln>
          </p:spPr>
        </p:sp>
        <p:sp>
          <p:nvSpPr>
            <p:cNvPr id="40975" name="Line 16"/>
            <p:cNvSpPr/>
            <p:nvPr/>
          </p:nvSpPr>
          <p:spPr>
            <a:xfrm flipV="1">
              <a:off x="3586" y="2326"/>
              <a:ext cx="709" cy="444"/>
            </a:xfrm>
            <a:prstGeom prst="line">
              <a:avLst/>
            </a:prstGeom>
            <a:ln w="19050" cap="flat" cmpd="sng">
              <a:solidFill>
                <a:schemeClr val="tx1"/>
              </a:solidFill>
              <a:prstDash val="solid"/>
              <a:headEnd type="none" w="med" len="med"/>
              <a:tailEnd type="none" w="med" len="med"/>
            </a:ln>
          </p:spPr>
        </p:sp>
        <p:sp>
          <p:nvSpPr>
            <p:cNvPr id="40976" name="Text Box 17"/>
            <p:cNvSpPr txBox="1"/>
            <p:nvPr/>
          </p:nvSpPr>
          <p:spPr>
            <a:xfrm>
              <a:off x="4948" y="1908"/>
              <a:ext cx="152"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Q</a:t>
              </a:r>
              <a:endParaRPr lang="en-US" altLang="zh-CN" sz="1800" b="1" baseline="-25000" dirty="0">
                <a:solidFill>
                  <a:srgbClr val="FF0000"/>
                </a:solidFill>
                <a:latin typeface="黑体" panose="02010609060101010101" pitchFamily="49" charset="-122"/>
                <a:ea typeface="黑体" panose="02010609060101010101" pitchFamily="49" charset="-122"/>
              </a:endParaRPr>
            </a:p>
          </p:txBody>
        </p:sp>
        <p:sp>
          <p:nvSpPr>
            <p:cNvPr id="40977" name="Text Box 18"/>
            <p:cNvSpPr txBox="1"/>
            <p:nvPr/>
          </p:nvSpPr>
          <p:spPr>
            <a:xfrm>
              <a:off x="4912" y="2901"/>
              <a:ext cx="211" cy="257"/>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/Q</a:t>
              </a:r>
              <a:endParaRPr lang="en-US" altLang="zh-CN" sz="1800" b="1" baseline="-25000" dirty="0">
                <a:solidFill>
                  <a:srgbClr val="FF0000"/>
                </a:solidFill>
                <a:latin typeface="黑体" panose="02010609060101010101" pitchFamily="49" charset="-122"/>
                <a:ea typeface="黑体" panose="02010609060101010101" pitchFamily="49" charset="-122"/>
              </a:endParaRPr>
            </a:p>
          </p:txBody>
        </p:sp>
        <p:sp>
          <p:nvSpPr>
            <p:cNvPr id="40978" name="Line 19"/>
            <p:cNvSpPr/>
            <p:nvPr/>
          </p:nvSpPr>
          <p:spPr>
            <a:xfrm>
              <a:off x="4061" y="2053"/>
              <a:ext cx="863" cy="0"/>
            </a:xfrm>
            <a:prstGeom prst="line">
              <a:avLst/>
            </a:prstGeom>
            <a:ln w="19050" cap="flat" cmpd="sng">
              <a:solidFill>
                <a:schemeClr val="tx1"/>
              </a:solidFill>
              <a:prstDash val="solid"/>
              <a:headEnd type="none" w="med" len="med"/>
              <a:tailEnd type="none" w="med" len="med"/>
            </a:ln>
          </p:spPr>
        </p:sp>
        <p:sp>
          <p:nvSpPr>
            <p:cNvPr id="40979" name="Oval 20"/>
            <p:cNvSpPr/>
            <p:nvPr/>
          </p:nvSpPr>
          <p:spPr>
            <a:xfrm flipH="1">
              <a:off x="4261" y="2025"/>
              <a:ext cx="48"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0980" name="Line 21"/>
            <p:cNvSpPr/>
            <p:nvPr/>
          </p:nvSpPr>
          <p:spPr>
            <a:xfrm>
              <a:off x="4061" y="3055"/>
              <a:ext cx="863" cy="0"/>
            </a:xfrm>
            <a:prstGeom prst="line">
              <a:avLst/>
            </a:prstGeom>
            <a:ln w="19050" cap="flat" cmpd="sng">
              <a:solidFill>
                <a:schemeClr val="tx1"/>
              </a:solidFill>
              <a:prstDash val="solid"/>
              <a:headEnd type="none" w="med" len="med"/>
              <a:tailEnd type="none" w="med" len="med"/>
            </a:ln>
          </p:spPr>
        </p:sp>
        <p:sp>
          <p:nvSpPr>
            <p:cNvPr id="40981" name="Oval 22"/>
            <p:cNvSpPr/>
            <p:nvPr/>
          </p:nvSpPr>
          <p:spPr>
            <a:xfrm flipH="1">
              <a:off x="4261" y="3024"/>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0982" name="Rectangle 24"/>
            <p:cNvSpPr/>
            <p:nvPr/>
          </p:nvSpPr>
          <p:spPr>
            <a:xfrm>
              <a:off x="2984" y="1760"/>
              <a:ext cx="250" cy="38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0983" name="Text Box 25"/>
            <p:cNvSpPr txBox="1"/>
            <p:nvPr/>
          </p:nvSpPr>
          <p:spPr>
            <a:xfrm>
              <a:off x="2984" y="1807"/>
              <a:ext cx="153"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0984" name="Oval 26"/>
            <p:cNvSpPr/>
            <p:nvPr/>
          </p:nvSpPr>
          <p:spPr>
            <a:xfrm flipH="1">
              <a:off x="3234" y="1915"/>
              <a:ext cx="70" cy="70"/>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0985" name="Line 27"/>
            <p:cNvSpPr/>
            <p:nvPr/>
          </p:nvSpPr>
          <p:spPr>
            <a:xfrm>
              <a:off x="3308" y="1953"/>
              <a:ext cx="454" cy="0"/>
            </a:xfrm>
            <a:prstGeom prst="line">
              <a:avLst/>
            </a:prstGeom>
            <a:ln w="19050" cap="flat" cmpd="sng">
              <a:solidFill>
                <a:schemeClr val="tx1"/>
              </a:solidFill>
              <a:prstDash val="solid"/>
              <a:headEnd type="none" w="med" len="med"/>
              <a:tailEnd type="none" w="med" len="med"/>
            </a:ln>
          </p:spPr>
        </p:sp>
        <p:sp>
          <p:nvSpPr>
            <p:cNvPr id="40986" name="Line 28"/>
            <p:cNvSpPr/>
            <p:nvPr/>
          </p:nvSpPr>
          <p:spPr>
            <a:xfrm>
              <a:off x="3308" y="3105"/>
              <a:ext cx="454" cy="0"/>
            </a:xfrm>
            <a:prstGeom prst="line">
              <a:avLst/>
            </a:prstGeom>
            <a:ln w="19050" cap="flat" cmpd="sng">
              <a:solidFill>
                <a:schemeClr val="tx1"/>
              </a:solidFill>
              <a:prstDash val="solid"/>
              <a:headEnd type="none" w="med" len="med"/>
              <a:tailEnd type="none" w="med" len="med"/>
            </a:ln>
          </p:spPr>
        </p:sp>
        <p:sp>
          <p:nvSpPr>
            <p:cNvPr id="40987" name="Line 29"/>
            <p:cNvSpPr/>
            <p:nvPr/>
          </p:nvSpPr>
          <p:spPr>
            <a:xfrm>
              <a:off x="2408" y="1829"/>
              <a:ext cx="576" cy="0"/>
            </a:xfrm>
            <a:prstGeom prst="line">
              <a:avLst/>
            </a:prstGeom>
            <a:ln w="19050" cap="flat" cmpd="sng">
              <a:solidFill>
                <a:schemeClr val="tx1"/>
              </a:solidFill>
              <a:prstDash val="solid"/>
              <a:headEnd type="none" w="med" len="med"/>
              <a:tailEnd type="none" w="med" len="med"/>
            </a:ln>
          </p:spPr>
        </p:sp>
        <p:sp>
          <p:nvSpPr>
            <p:cNvPr id="30745" name="Line 30"/>
            <p:cNvSpPr/>
            <p:nvPr/>
          </p:nvSpPr>
          <p:spPr>
            <a:xfrm flipH="1">
              <a:off x="2888" y="2070"/>
              <a:ext cx="96"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0746" name="Line 31"/>
            <p:cNvSpPr/>
            <p:nvPr/>
          </p:nvSpPr>
          <p:spPr>
            <a:xfrm flipH="1">
              <a:off x="2888" y="3030"/>
              <a:ext cx="96"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0747" name="Line 32"/>
            <p:cNvSpPr/>
            <p:nvPr/>
          </p:nvSpPr>
          <p:spPr>
            <a:xfrm>
              <a:off x="2888" y="2070"/>
              <a:ext cx="0" cy="957"/>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0991" name="Line 33"/>
            <p:cNvSpPr/>
            <p:nvPr/>
          </p:nvSpPr>
          <p:spPr>
            <a:xfrm>
              <a:off x="2418" y="3221"/>
              <a:ext cx="576" cy="0"/>
            </a:xfrm>
            <a:prstGeom prst="line">
              <a:avLst/>
            </a:prstGeom>
            <a:ln w="19050" cap="flat" cmpd="sng">
              <a:solidFill>
                <a:schemeClr val="tx1"/>
              </a:solidFill>
              <a:prstDash val="solid"/>
              <a:headEnd type="none" w="med" len="med"/>
              <a:tailEnd type="none" w="med" len="med"/>
            </a:ln>
          </p:spPr>
        </p:sp>
        <p:sp>
          <p:nvSpPr>
            <p:cNvPr id="30749" name="Line 34"/>
            <p:cNvSpPr/>
            <p:nvPr/>
          </p:nvSpPr>
          <p:spPr>
            <a:xfrm flipH="1">
              <a:off x="2408" y="2550"/>
              <a:ext cx="480"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0993" name="Text Box 35"/>
            <p:cNvSpPr txBox="1"/>
            <p:nvPr/>
          </p:nvSpPr>
          <p:spPr>
            <a:xfrm>
              <a:off x="2207" y="1690"/>
              <a:ext cx="153"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S</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0994" name="Text Box 36"/>
            <p:cNvSpPr txBox="1"/>
            <p:nvPr/>
          </p:nvSpPr>
          <p:spPr>
            <a:xfrm>
              <a:off x="2207" y="2422"/>
              <a:ext cx="153"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accent2"/>
                  </a:solidFill>
                  <a:latin typeface="黑体" panose="02010609060101010101" pitchFamily="49" charset="-122"/>
                  <a:ea typeface="黑体" panose="02010609060101010101" pitchFamily="49" charset="-122"/>
                </a:rPr>
                <a:t>C</a:t>
              </a:r>
              <a:endParaRPr lang="en-US" altLang="zh-CN" sz="1800" b="1" dirty="0">
                <a:solidFill>
                  <a:schemeClr val="accent2"/>
                </a:solidFill>
                <a:latin typeface="黑体" panose="02010609060101010101" pitchFamily="49" charset="-122"/>
                <a:ea typeface="黑体" panose="02010609060101010101" pitchFamily="49" charset="-122"/>
              </a:endParaRPr>
            </a:p>
          </p:txBody>
        </p:sp>
        <p:sp>
          <p:nvSpPr>
            <p:cNvPr id="40995" name="Text Box 37"/>
            <p:cNvSpPr txBox="1"/>
            <p:nvPr/>
          </p:nvSpPr>
          <p:spPr>
            <a:xfrm>
              <a:off x="2203" y="3095"/>
              <a:ext cx="153" cy="257"/>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R</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0996" name="Text Box 38"/>
            <p:cNvSpPr txBox="1"/>
            <p:nvPr/>
          </p:nvSpPr>
          <p:spPr>
            <a:xfrm>
              <a:off x="2589" y="3408"/>
              <a:ext cx="1508" cy="257"/>
            </a:xfrm>
            <a:prstGeom prst="rect">
              <a:avLst/>
            </a:prstGeom>
            <a:noFill/>
            <a:ln w="19050">
              <a:noFill/>
            </a:ln>
          </p:spPr>
          <p:txBody>
            <a:bodyPr wrap="none">
              <a:spAutoFit/>
            </a:bodyPr>
            <a:lstStyle/>
            <a:p>
              <a:pPr algn="ct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用与非门实现的电路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40997" name="Oval 39"/>
            <p:cNvSpPr/>
            <p:nvPr/>
          </p:nvSpPr>
          <p:spPr>
            <a:xfrm flipH="1">
              <a:off x="3234" y="3067"/>
              <a:ext cx="70" cy="70"/>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0998" name="Oval 40"/>
            <p:cNvSpPr/>
            <p:nvPr/>
          </p:nvSpPr>
          <p:spPr>
            <a:xfrm flipH="1">
              <a:off x="3992" y="2027"/>
              <a:ext cx="70" cy="70"/>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0999" name="Oval 41"/>
            <p:cNvSpPr/>
            <p:nvPr/>
          </p:nvSpPr>
          <p:spPr>
            <a:xfrm flipH="1">
              <a:off x="3992" y="3017"/>
              <a:ext cx="70" cy="70"/>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57" name="Oval 42"/>
            <p:cNvSpPr/>
            <p:nvPr/>
          </p:nvSpPr>
          <p:spPr>
            <a:xfrm flipH="1">
              <a:off x="2860" y="2527"/>
              <a:ext cx="48" cy="48"/>
            </a:xfrm>
            <a:prstGeom prst="ellipse">
              <a:avLst/>
            </a:prstGeom>
            <a:solidFill>
              <a:schemeClr val="accent2"/>
            </a:solidFill>
            <a:ln>
              <a:solidFill>
                <a:schemeClr val="accent2"/>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1">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41001" name="Rectangle 44"/>
            <p:cNvSpPr/>
            <p:nvPr/>
          </p:nvSpPr>
          <p:spPr>
            <a:xfrm>
              <a:off x="2984" y="2916"/>
              <a:ext cx="250" cy="38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1002" name="Text Box 45"/>
            <p:cNvSpPr txBox="1"/>
            <p:nvPr/>
          </p:nvSpPr>
          <p:spPr>
            <a:xfrm>
              <a:off x="2993" y="2959"/>
              <a:ext cx="152"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1003" name="Rectangle 46"/>
            <p:cNvSpPr/>
            <p:nvPr/>
          </p:nvSpPr>
          <p:spPr>
            <a:xfrm>
              <a:off x="3744" y="1868"/>
              <a:ext cx="250" cy="38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1004" name="Text Box 47"/>
            <p:cNvSpPr txBox="1"/>
            <p:nvPr/>
          </p:nvSpPr>
          <p:spPr>
            <a:xfrm>
              <a:off x="3744" y="1903"/>
              <a:ext cx="153" cy="257"/>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1005" name="Rectangle 49"/>
            <p:cNvSpPr/>
            <p:nvPr/>
          </p:nvSpPr>
          <p:spPr>
            <a:xfrm>
              <a:off x="3746" y="2860"/>
              <a:ext cx="250" cy="38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1006" name="Text Box 50"/>
            <p:cNvSpPr txBox="1"/>
            <p:nvPr/>
          </p:nvSpPr>
          <p:spPr>
            <a:xfrm>
              <a:off x="3746" y="2863"/>
              <a:ext cx="153" cy="257"/>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40965" name="Rectangle 46"/>
          <p:cNvSpPr/>
          <p:nvPr/>
        </p:nvSpPr>
        <p:spPr>
          <a:xfrm>
            <a:off x="5606098" y="2245360"/>
            <a:ext cx="285750" cy="214313"/>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40966" name="Rectangle 47"/>
          <p:cNvSpPr/>
          <p:nvPr/>
        </p:nvSpPr>
        <p:spPr>
          <a:xfrm>
            <a:off x="5603875" y="3662363"/>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a:xfrm>
            <a:off x="539750" y="542608"/>
            <a:ext cx="7772400" cy="457200"/>
          </a:xfrm>
          <a:prstGeom prst="rect">
            <a:avLst/>
          </a:prstGeom>
          <a:noFill/>
          <a:ln>
            <a:noFill/>
          </a:ln>
        </p:spPr>
        <p:txBody>
          <a:bodyPr/>
          <a:lstStyle/>
          <a:p>
            <a:pPr eaLnBrk="1" hangingPunct="1"/>
            <a:r>
              <a:rPr lang="zh-CN" altLang="en-US" sz="1800" b="1" dirty="0">
                <a:latin typeface="华文新魏" panose="02010800040101010101" pitchFamily="2" charset="-122"/>
                <a:ea typeface="华文新魏" panose="02010800040101010101" pitchFamily="2" charset="-122"/>
              </a:rPr>
              <a:t>带使能端的</a:t>
            </a:r>
            <a:r>
              <a:rPr lang="en-US" altLang="zh-CN" sz="1800" b="1" dirty="0">
                <a:latin typeface="华文新魏" panose="02010800040101010101" pitchFamily="2" charset="-122"/>
                <a:ea typeface="华文新魏" panose="02010800040101010101" pitchFamily="2" charset="-122"/>
              </a:rPr>
              <a:t>S-R</a:t>
            </a:r>
            <a:r>
              <a:rPr lang="zh-CN" altLang="en-US" sz="1800" b="1" dirty="0">
                <a:latin typeface="华文新魏" panose="02010800040101010101" pitchFamily="2" charset="-122"/>
                <a:ea typeface="华文新魏" panose="02010800040101010101" pitchFamily="2" charset="-122"/>
              </a:rPr>
              <a:t>锁存器</a:t>
            </a:r>
            <a:endParaRPr lang="zh-CN" altLang="en-US" sz="1800" b="1" dirty="0">
              <a:latin typeface="华文新魏" panose="02010800040101010101" pitchFamily="2" charset="-122"/>
              <a:ea typeface="华文新魏" panose="02010800040101010101" pitchFamily="2" charset="-122"/>
            </a:endParaRPr>
          </a:p>
        </p:txBody>
      </p:sp>
      <p:grpSp>
        <p:nvGrpSpPr>
          <p:cNvPr id="41987" name="Group 123"/>
          <p:cNvGrpSpPr/>
          <p:nvPr/>
        </p:nvGrpSpPr>
        <p:grpSpPr>
          <a:xfrm>
            <a:off x="754063" y="927100"/>
            <a:ext cx="3575050" cy="1193800"/>
            <a:chOff x="379" y="659"/>
            <a:chExt cx="2252" cy="1001"/>
          </a:xfrm>
        </p:grpSpPr>
        <p:sp>
          <p:nvSpPr>
            <p:cNvPr id="42053" name="Line 7"/>
            <p:cNvSpPr/>
            <p:nvPr/>
          </p:nvSpPr>
          <p:spPr>
            <a:xfrm>
              <a:off x="1331" y="836"/>
              <a:ext cx="293" cy="2"/>
            </a:xfrm>
            <a:prstGeom prst="line">
              <a:avLst/>
            </a:prstGeom>
            <a:ln w="19050" cap="flat" cmpd="sng">
              <a:solidFill>
                <a:schemeClr val="tx1"/>
              </a:solidFill>
              <a:prstDash val="solid"/>
              <a:headEnd type="none" w="med" len="med"/>
              <a:tailEnd type="none" w="med" len="med"/>
            </a:ln>
          </p:spPr>
        </p:sp>
        <p:sp>
          <p:nvSpPr>
            <p:cNvPr id="42054" name="Line 8"/>
            <p:cNvSpPr/>
            <p:nvPr/>
          </p:nvSpPr>
          <p:spPr>
            <a:xfrm>
              <a:off x="1935" y="842"/>
              <a:ext cx="351" cy="0"/>
            </a:xfrm>
            <a:prstGeom prst="line">
              <a:avLst/>
            </a:prstGeom>
            <a:ln w="19050" cap="flat" cmpd="sng">
              <a:solidFill>
                <a:schemeClr val="tx1"/>
              </a:solidFill>
              <a:prstDash val="solid"/>
              <a:headEnd type="none" w="med" len="med"/>
              <a:tailEnd type="none" w="med" len="med"/>
            </a:ln>
          </p:spPr>
        </p:sp>
        <p:sp>
          <p:nvSpPr>
            <p:cNvPr id="42055" name="Line 12"/>
            <p:cNvSpPr/>
            <p:nvPr/>
          </p:nvSpPr>
          <p:spPr>
            <a:xfrm>
              <a:off x="1485" y="1443"/>
              <a:ext cx="147" cy="0"/>
            </a:xfrm>
            <a:prstGeom prst="line">
              <a:avLst/>
            </a:prstGeom>
            <a:ln w="19050" cap="flat" cmpd="sng">
              <a:solidFill>
                <a:schemeClr val="tx1"/>
              </a:solidFill>
              <a:prstDash val="solid"/>
              <a:headEnd type="none" w="med" len="med"/>
              <a:tailEnd type="none" w="med" len="med"/>
            </a:ln>
          </p:spPr>
        </p:sp>
        <p:sp>
          <p:nvSpPr>
            <p:cNvPr id="42056" name="Line 13"/>
            <p:cNvSpPr/>
            <p:nvPr/>
          </p:nvSpPr>
          <p:spPr>
            <a:xfrm>
              <a:off x="1935" y="1505"/>
              <a:ext cx="351" cy="0"/>
            </a:xfrm>
            <a:prstGeom prst="line">
              <a:avLst/>
            </a:prstGeom>
            <a:ln w="19050" cap="flat" cmpd="sng">
              <a:solidFill>
                <a:schemeClr val="tx1"/>
              </a:solidFill>
              <a:prstDash val="solid"/>
              <a:headEnd type="none" w="med" len="med"/>
              <a:tailEnd type="none" w="med" len="med"/>
            </a:ln>
          </p:spPr>
        </p:sp>
        <p:sp>
          <p:nvSpPr>
            <p:cNvPr id="42057" name="Line 14"/>
            <p:cNvSpPr/>
            <p:nvPr/>
          </p:nvSpPr>
          <p:spPr>
            <a:xfrm flipV="1">
              <a:off x="1332" y="1514"/>
              <a:ext cx="299" cy="4"/>
            </a:xfrm>
            <a:prstGeom prst="line">
              <a:avLst/>
            </a:prstGeom>
            <a:ln w="19050" cap="flat" cmpd="sng">
              <a:solidFill>
                <a:schemeClr val="tx1"/>
              </a:solidFill>
              <a:prstDash val="solid"/>
              <a:headEnd type="none" w="med" len="med"/>
              <a:tailEnd type="none" w="med" len="med"/>
            </a:ln>
          </p:spPr>
        </p:sp>
        <p:sp>
          <p:nvSpPr>
            <p:cNvPr id="42058" name="Rectangle 5"/>
            <p:cNvSpPr/>
            <p:nvPr/>
          </p:nvSpPr>
          <p:spPr>
            <a:xfrm>
              <a:off x="1628" y="692"/>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59" name="Text Box 6"/>
            <p:cNvSpPr txBox="1"/>
            <p:nvPr/>
          </p:nvSpPr>
          <p:spPr>
            <a:xfrm>
              <a:off x="1604" y="674"/>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2060" name="Oval 9"/>
            <p:cNvSpPr/>
            <p:nvPr/>
          </p:nvSpPr>
          <p:spPr>
            <a:xfrm>
              <a:off x="1875" y="808"/>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61" name="Rectangle 10"/>
            <p:cNvSpPr/>
            <p:nvPr/>
          </p:nvSpPr>
          <p:spPr>
            <a:xfrm>
              <a:off x="1628" y="1355"/>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62" name="Text Box 11"/>
            <p:cNvSpPr txBox="1"/>
            <p:nvPr/>
          </p:nvSpPr>
          <p:spPr>
            <a:xfrm>
              <a:off x="1604" y="1337"/>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2063" name="Oval 15"/>
            <p:cNvSpPr/>
            <p:nvPr/>
          </p:nvSpPr>
          <p:spPr>
            <a:xfrm>
              <a:off x="1875" y="147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64" name="Line 16"/>
            <p:cNvSpPr/>
            <p:nvPr/>
          </p:nvSpPr>
          <p:spPr>
            <a:xfrm>
              <a:off x="1478" y="902"/>
              <a:ext cx="147" cy="0"/>
            </a:xfrm>
            <a:prstGeom prst="line">
              <a:avLst/>
            </a:prstGeom>
            <a:ln w="19050" cap="flat" cmpd="sng">
              <a:solidFill>
                <a:schemeClr val="tx1"/>
              </a:solidFill>
              <a:prstDash val="solid"/>
              <a:headEnd type="none" w="med" len="med"/>
              <a:tailEnd type="none" w="med" len="med"/>
            </a:ln>
          </p:spPr>
        </p:sp>
        <p:sp>
          <p:nvSpPr>
            <p:cNvPr id="42065" name="Line 17"/>
            <p:cNvSpPr/>
            <p:nvPr/>
          </p:nvSpPr>
          <p:spPr>
            <a:xfrm>
              <a:off x="2064" y="856"/>
              <a:ext cx="0" cy="190"/>
            </a:xfrm>
            <a:prstGeom prst="line">
              <a:avLst/>
            </a:prstGeom>
            <a:ln w="19050" cap="flat" cmpd="sng">
              <a:solidFill>
                <a:schemeClr val="tx1"/>
              </a:solidFill>
              <a:prstDash val="solid"/>
              <a:headEnd type="none" w="med" len="med"/>
              <a:tailEnd type="none" w="med" len="med"/>
            </a:ln>
          </p:spPr>
        </p:sp>
        <p:sp>
          <p:nvSpPr>
            <p:cNvPr id="42066" name="Line 18"/>
            <p:cNvSpPr/>
            <p:nvPr/>
          </p:nvSpPr>
          <p:spPr>
            <a:xfrm>
              <a:off x="1488" y="1293"/>
              <a:ext cx="0" cy="147"/>
            </a:xfrm>
            <a:prstGeom prst="line">
              <a:avLst/>
            </a:prstGeom>
            <a:ln w="19050" cap="flat" cmpd="sng">
              <a:solidFill>
                <a:schemeClr val="tx1"/>
              </a:solidFill>
              <a:prstDash val="solid"/>
              <a:headEnd type="none" w="med" len="med"/>
              <a:tailEnd type="none" w="med" len="med"/>
            </a:ln>
          </p:spPr>
        </p:sp>
        <p:sp>
          <p:nvSpPr>
            <p:cNvPr id="42067" name="Line 19"/>
            <p:cNvSpPr/>
            <p:nvPr/>
          </p:nvSpPr>
          <p:spPr>
            <a:xfrm>
              <a:off x="2064" y="1298"/>
              <a:ext cx="0" cy="190"/>
            </a:xfrm>
            <a:prstGeom prst="line">
              <a:avLst/>
            </a:prstGeom>
            <a:ln w="19050" cap="flat" cmpd="sng">
              <a:solidFill>
                <a:schemeClr val="tx1"/>
              </a:solidFill>
              <a:prstDash val="solid"/>
              <a:headEnd type="none" w="med" len="med"/>
              <a:tailEnd type="none" w="med" len="med"/>
            </a:ln>
          </p:spPr>
        </p:sp>
        <p:sp>
          <p:nvSpPr>
            <p:cNvPr id="42068" name="Line 20"/>
            <p:cNvSpPr/>
            <p:nvPr/>
          </p:nvSpPr>
          <p:spPr>
            <a:xfrm>
              <a:off x="1488" y="912"/>
              <a:ext cx="0" cy="147"/>
            </a:xfrm>
            <a:prstGeom prst="line">
              <a:avLst/>
            </a:prstGeom>
            <a:ln w="19050" cap="flat" cmpd="sng">
              <a:solidFill>
                <a:schemeClr val="tx1"/>
              </a:solidFill>
              <a:prstDash val="solid"/>
              <a:headEnd type="none" w="med" len="med"/>
              <a:tailEnd type="none" w="med" len="med"/>
            </a:ln>
          </p:spPr>
        </p:sp>
        <p:sp>
          <p:nvSpPr>
            <p:cNvPr id="42069" name="Line 21"/>
            <p:cNvSpPr/>
            <p:nvPr/>
          </p:nvSpPr>
          <p:spPr>
            <a:xfrm>
              <a:off x="1488" y="1058"/>
              <a:ext cx="576" cy="240"/>
            </a:xfrm>
            <a:prstGeom prst="line">
              <a:avLst/>
            </a:prstGeom>
            <a:ln w="19050" cap="flat" cmpd="sng">
              <a:solidFill>
                <a:schemeClr val="tx1"/>
              </a:solidFill>
              <a:prstDash val="solid"/>
              <a:headEnd type="none" w="med" len="med"/>
              <a:tailEnd type="none" w="med" len="med"/>
            </a:ln>
          </p:spPr>
        </p:sp>
        <p:sp>
          <p:nvSpPr>
            <p:cNvPr id="42070" name="Line 22"/>
            <p:cNvSpPr/>
            <p:nvPr/>
          </p:nvSpPr>
          <p:spPr>
            <a:xfrm flipH="1">
              <a:off x="1488" y="1046"/>
              <a:ext cx="576" cy="240"/>
            </a:xfrm>
            <a:prstGeom prst="line">
              <a:avLst/>
            </a:prstGeom>
            <a:ln w="19050" cap="flat" cmpd="sng">
              <a:solidFill>
                <a:schemeClr val="tx1"/>
              </a:solidFill>
              <a:prstDash val="solid"/>
              <a:headEnd type="none" w="med" len="med"/>
              <a:tailEnd type="none" w="med" len="med"/>
            </a:ln>
          </p:spPr>
        </p:sp>
        <p:sp>
          <p:nvSpPr>
            <p:cNvPr id="42071" name="Oval 23"/>
            <p:cNvSpPr/>
            <p:nvPr/>
          </p:nvSpPr>
          <p:spPr>
            <a:xfrm>
              <a:off x="2042" y="1484"/>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72" name="Oval 24"/>
            <p:cNvSpPr/>
            <p:nvPr/>
          </p:nvSpPr>
          <p:spPr>
            <a:xfrm>
              <a:off x="2050" y="816"/>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73" name="Text Box 25"/>
            <p:cNvSpPr txBox="1"/>
            <p:nvPr/>
          </p:nvSpPr>
          <p:spPr>
            <a:xfrm>
              <a:off x="385" y="1353"/>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R</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2074" name="Text Box 26"/>
            <p:cNvSpPr txBox="1"/>
            <p:nvPr/>
          </p:nvSpPr>
          <p:spPr>
            <a:xfrm>
              <a:off x="384" y="672"/>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S</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2075" name="Text Box 27"/>
            <p:cNvSpPr txBox="1"/>
            <p:nvPr/>
          </p:nvSpPr>
          <p:spPr>
            <a:xfrm>
              <a:off x="2366" y="659"/>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Q</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2076" name="Text Box 28"/>
            <p:cNvSpPr txBox="1"/>
            <p:nvPr/>
          </p:nvSpPr>
          <p:spPr>
            <a:xfrm>
              <a:off x="2295" y="1325"/>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/Q</a:t>
              </a:r>
              <a:endParaRPr lang="en-US" altLang="zh-CN" sz="1800" b="1" dirty="0">
                <a:solidFill>
                  <a:srgbClr val="FF0000"/>
                </a:solidFill>
                <a:latin typeface="黑体" panose="02010609060101010101" pitchFamily="49" charset="-122"/>
                <a:ea typeface="黑体" panose="02010609060101010101" pitchFamily="49" charset="-122"/>
              </a:endParaRPr>
            </a:p>
          </p:txBody>
        </p:sp>
        <p:grpSp>
          <p:nvGrpSpPr>
            <p:cNvPr id="42077" name="Group 30"/>
            <p:cNvGrpSpPr/>
            <p:nvPr/>
          </p:nvGrpSpPr>
          <p:grpSpPr>
            <a:xfrm>
              <a:off x="998" y="672"/>
              <a:ext cx="332" cy="978"/>
              <a:chOff x="1364" y="626"/>
              <a:chExt cx="332" cy="978"/>
            </a:xfrm>
          </p:grpSpPr>
          <p:sp>
            <p:nvSpPr>
              <p:cNvPr id="42086" name="Rectangle 31"/>
              <p:cNvSpPr/>
              <p:nvPr/>
            </p:nvSpPr>
            <p:spPr>
              <a:xfrm>
                <a:off x="1388" y="644"/>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87" name="Text Box 32"/>
              <p:cNvSpPr txBox="1"/>
              <p:nvPr/>
            </p:nvSpPr>
            <p:spPr>
              <a:xfrm>
                <a:off x="1364" y="626"/>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2088" name="Oval 33"/>
              <p:cNvSpPr/>
              <p:nvPr/>
            </p:nvSpPr>
            <p:spPr>
              <a:xfrm>
                <a:off x="1634" y="760"/>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89" name="Rectangle 34"/>
              <p:cNvSpPr/>
              <p:nvPr/>
            </p:nvSpPr>
            <p:spPr>
              <a:xfrm>
                <a:off x="1388" y="1307"/>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90" name="Text Box 35"/>
              <p:cNvSpPr txBox="1"/>
              <p:nvPr/>
            </p:nvSpPr>
            <p:spPr>
              <a:xfrm>
                <a:off x="1364" y="1289"/>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2091" name="Oval 36"/>
              <p:cNvSpPr/>
              <p:nvPr/>
            </p:nvSpPr>
            <p:spPr>
              <a:xfrm>
                <a:off x="1635" y="1433"/>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31778" name="Line 37"/>
            <p:cNvSpPr/>
            <p:nvPr/>
          </p:nvSpPr>
          <p:spPr>
            <a:xfrm>
              <a:off x="884" y="912"/>
              <a:ext cx="144"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1779" name="Line 38"/>
            <p:cNvSpPr/>
            <p:nvPr/>
          </p:nvSpPr>
          <p:spPr>
            <a:xfrm>
              <a:off x="884" y="1420"/>
              <a:ext cx="144"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1780" name="Line 39"/>
            <p:cNvSpPr/>
            <p:nvPr/>
          </p:nvSpPr>
          <p:spPr>
            <a:xfrm>
              <a:off x="882" y="907"/>
              <a:ext cx="0" cy="528"/>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1781" name="Line 40"/>
            <p:cNvSpPr/>
            <p:nvPr/>
          </p:nvSpPr>
          <p:spPr>
            <a:xfrm>
              <a:off x="624" y="1153"/>
              <a:ext cx="240"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2082" name="Line 41"/>
            <p:cNvSpPr/>
            <p:nvPr/>
          </p:nvSpPr>
          <p:spPr>
            <a:xfrm>
              <a:off x="594" y="816"/>
              <a:ext cx="432" cy="0"/>
            </a:xfrm>
            <a:prstGeom prst="line">
              <a:avLst/>
            </a:prstGeom>
            <a:ln w="19050" cap="flat" cmpd="sng">
              <a:solidFill>
                <a:schemeClr val="tx1"/>
              </a:solidFill>
              <a:prstDash val="solid"/>
              <a:headEnd type="none" w="med" len="med"/>
              <a:tailEnd type="none" w="med" len="med"/>
            </a:ln>
          </p:spPr>
        </p:sp>
        <p:sp>
          <p:nvSpPr>
            <p:cNvPr id="42083" name="Line 42"/>
            <p:cNvSpPr/>
            <p:nvPr/>
          </p:nvSpPr>
          <p:spPr>
            <a:xfrm>
              <a:off x="596" y="1518"/>
              <a:ext cx="432" cy="0"/>
            </a:xfrm>
            <a:prstGeom prst="line">
              <a:avLst/>
            </a:prstGeom>
            <a:ln w="19050" cap="flat" cmpd="sng">
              <a:solidFill>
                <a:schemeClr val="tx1"/>
              </a:solidFill>
              <a:prstDash val="solid"/>
              <a:headEnd type="none" w="med" len="med"/>
              <a:tailEnd type="none" w="med" len="med"/>
            </a:ln>
          </p:spPr>
        </p:sp>
        <p:sp>
          <p:nvSpPr>
            <p:cNvPr id="42084" name="Text Box 44"/>
            <p:cNvSpPr txBox="1"/>
            <p:nvPr/>
          </p:nvSpPr>
          <p:spPr>
            <a:xfrm>
              <a:off x="379" y="983"/>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accent2"/>
                  </a:solidFill>
                  <a:latin typeface="黑体" panose="02010609060101010101" pitchFamily="49" charset="-122"/>
                  <a:ea typeface="黑体" panose="02010609060101010101" pitchFamily="49" charset="-122"/>
                </a:rPr>
                <a:t>C</a:t>
              </a:r>
              <a:endParaRPr lang="en-US" altLang="zh-CN" sz="1800" b="1" dirty="0">
                <a:solidFill>
                  <a:schemeClr val="accent2"/>
                </a:solidFill>
                <a:latin typeface="黑体" panose="02010609060101010101" pitchFamily="49" charset="-122"/>
                <a:ea typeface="黑体" panose="02010609060101010101" pitchFamily="49" charset="-122"/>
              </a:endParaRPr>
            </a:p>
          </p:txBody>
        </p:sp>
        <p:sp>
          <p:nvSpPr>
            <p:cNvPr id="42085" name="Oval 46"/>
            <p:cNvSpPr/>
            <p:nvPr/>
          </p:nvSpPr>
          <p:spPr>
            <a:xfrm>
              <a:off x="858" y="1132"/>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graphicFrame>
        <p:nvGraphicFramePr>
          <p:cNvPr id="47225" name="Group 121"/>
          <p:cNvGraphicFramePr>
            <a:graphicFrameLocks noGrp="1"/>
          </p:cNvGraphicFramePr>
          <p:nvPr>
            <p:custDataLst>
              <p:tags r:id="rId1"/>
            </p:custDataLst>
          </p:nvPr>
        </p:nvGraphicFramePr>
        <p:xfrm>
          <a:off x="688975" y="2520950"/>
          <a:ext cx="3600450" cy="2057400"/>
        </p:xfrm>
        <a:graphic>
          <a:graphicData uri="http://schemas.openxmlformats.org/drawingml/2006/table">
            <a:tbl>
              <a:tblPr/>
              <a:tblGrid>
                <a:gridCol w="1937679"/>
                <a:gridCol w="1662771"/>
              </a:tblGrid>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     C</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1 </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     </a:t>
                      </a: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42011" name="Text Box 111"/>
          <p:cNvSpPr txBox="1"/>
          <p:nvPr/>
        </p:nvSpPr>
        <p:spPr>
          <a:xfrm>
            <a:off x="1803400" y="4532313"/>
            <a:ext cx="12446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 </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42012" name="Rectangle 133"/>
          <p:cNvSpPr/>
          <p:nvPr/>
        </p:nvSpPr>
        <p:spPr>
          <a:xfrm>
            <a:off x="717550" y="2135188"/>
            <a:ext cx="3960813" cy="398780"/>
          </a:xfrm>
          <a:prstGeom prst="rect">
            <a:avLst/>
          </a:prstGeom>
          <a:noFill/>
          <a:ln w="9525">
            <a:noFill/>
          </a:ln>
        </p:spPr>
        <p:txBody>
          <a:bodyPr>
            <a:spAutoFit/>
          </a:bodyPr>
          <a:lstStyle/>
          <a:p>
            <a:pPr eaLnBrk="1" hangingPunct="1"/>
            <a:r>
              <a:rPr lang="en-US" altLang="zh-CN"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用与非门实现的逻辑电路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42013" name="Oval 67"/>
          <p:cNvSpPr/>
          <p:nvPr/>
        </p:nvSpPr>
        <p:spPr>
          <a:xfrm>
            <a:off x="7339013" y="892175"/>
            <a:ext cx="107950" cy="107950"/>
          </a:xfrm>
          <a:prstGeom prst="ellipse">
            <a:avLst/>
          </a:prstGeom>
          <a:noFill/>
          <a:ln w="12700"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nvGrpSpPr>
          <p:cNvPr id="42014" name="组合 4"/>
          <p:cNvGrpSpPr/>
          <p:nvPr/>
        </p:nvGrpSpPr>
        <p:grpSpPr>
          <a:xfrm>
            <a:off x="4982844" y="1023938"/>
            <a:ext cx="1290956" cy="942975"/>
            <a:chOff x="5080471" y="818522"/>
            <a:chExt cx="1290637" cy="942975"/>
          </a:xfrm>
        </p:grpSpPr>
        <p:sp>
          <p:nvSpPr>
            <p:cNvPr id="42039" name="Line 63"/>
            <p:cNvSpPr/>
            <p:nvPr/>
          </p:nvSpPr>
          <p:spPr>
            <a:xfrm>
              <a:off x="5080472" y="1045293"/>
              <a:ext cx="301625" cy="0"/>
            </a:xfrm>
            <a:prstGeom prst="line">
              <a:avLst/>
            </a:prstGeom>
            <a:ln w="19050" cap="flat" cmpd="sng">
              <a:solidFill>
                <a:schemeClr val="tx1"/>
              </a:solidFill>
              <a:prstDash val="solid"/>
              <a:headEnd type="none" w="med" len="med"/>
              <a:tailEnd type="none" w="med" len="med"/>
            </a:ln>
          </p:spPr>
        </p:sp>
        <p:sp>
          <p:nvSpPr>
            <p:cNvPr id="42040" name="Line 64"/>
            <p:cNvSpPr/>
            <p:nvPr/>
          </p:nvSpPr>
          <p:spPr>
            <a:xfrm>
              <a:off x="5094437" y="1570421"/>
              <a:ext cx="301625" cy="0"/>
            </a:xfrm>
            <a:prstGeom prst="line">
              <a:avLst/>
            </a:prstGeom>
            <a:ln w="19050" cap="flat" cmpd="sng">
              <a:solidFill>
                <a:schemeClr val="tx1"/>
              </a:solidFill>
              <a:prstDash val="solid"/>
              <a:headEnd type="none" w="med" len="med"/>
              <a:tailEnd type="none" w="med" len="med"/>
            </a:ln>
          </p:spPr>
        </p:sp>
        <p:sp>
          <p:nvSpPr>
            <p:cNvPr id="42041" name="Line 65"/>
            <p:cNvSpPr/>
            <p:nvPr/>
          </p:nvSpPr>
          <p:spPr>
            <a:xfrm>
              <a:off x="6017729" y="1025415"/>
              <a:ext cx="338137" cy="0"/>
            </a:xfrm>
            <a:prstGeom prst="line">
              <a:avLst/>
            </a:prstGeom>
            <a:ln w="19050" cap="flat" cmpd="sng">
              <a:solidFill>
                <a:schemeClr val="tx1"/>
              </a:solidFill>
              <a:prstDash val="solid"/>
              <a:headEnd type="none" w="med" len="med"/>
              <a:tailEnd type="none" w="med" len="med"/>
            </a:ln>
          </p:spPr>
        </p:sp>
        <p:sp>
          <p:nvSpPr>
            <p:cNvPr id="31796" name="Line 82"/>
            <p:cNvSpPr/>
            <p:nvPr/>
          </p:nvSpPr>
          <p:spPr>
            <a:xfrm>
              <a:off x="5080471" y="1304297"/>
              <a:ext cx="304725"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42043" name="组合 3"/>
            <p:cNvGrpSpPr/>
            <p:nvPr/>
          </p:nvGrpSpPr>
          <p:grpSpPr>
            <a:xfrm>
              <a:off x="6053931" y="1487078"/>
              <a:ext cx="317177" cy="71251"/>
              <a:chOff x="6438032" y="1516593"/>
              <a:chExt cx="317177" cy="71251"/>
            </a:xfrm>
          </p:grpSpPr>
          <p:sp>
            <p:nvSpPr>
              <p:cNvPr id="42051" name="Line 66"/>
              <p:cNvSpPr/>
              <p:nvPr/>
            </p:nvSpPr>
            <p:spPr>
              <a:xfrm>
                <a:off x="6526609" y="1562507"/>
                <a:ext cx="228600" cy="0"/>
              </a:xfrm>
              <a:prstGeom prst="line">
                <a:avLst/>
              </a:prstGeom>
              <a:ln w="19050" cap="flat" cmpd="sng">
                <a:solidFill>
                  <a:schemeClr val="tx1"/>
                </a:solidFill>
                <a:prstDash val="solid"/>
                <a:headEnd type="none" w="med" len="med"/>
                <a:tailEnd type="none" w="med" len="med"/>
              </a:ln>
            </p:spPr>
          </p:sp>
          <p:sp>
            <p:nvSpPr>
              <p:cNvPr id="42052" name="Oval 67"/>
              <p:cNvSpPr/>
              <p:nvPr/>
            </p:nvSpPr>
            <p:spPr>
              <a:xfrm>
                <a:off x="6438032" y="1516593"/>
                <a:ext cx="88577" cy="71251"/>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pPr algn="ct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grpSp>
          <p:nvGrpSpPr>
            <p:cNvPr id="42044" name="组合 1"/>
            <p:cNvGrpSpPr/>
            <p:nvPr/>
          </p:nvGrpSpPr>
          <p:grpSpPr>
            <a:xfrm>
              <a:off x="5312568" y="818522"/>
              <a:ext cx="741363" cy="942975"/>
              <a:chOff x="6694455" y="33674"/>
              <a:chExt cx="741363" cy="942975"/>
            </a:xfrm>
          </p:grpSpPr>
          <p:sp>
            <p:nvSpPr>
              <p:cNvPr id="42045" name="Rectangle 62"/>
              <p:cNvSpPr/>
              <p:nvPr/>
            </p:nvSpPr>
            <p:spPr>
              <a:xfrm>
                <a:off x="6750018" y="62249"/>
                <a:ext cx="685800" cy="914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2046" name="Text Box 68"/>
              <p:cNvSpPr txBox="1"/>
              <p:nvPr/>
            </p:nvSpPr>
            <p:spPr>
              <a:xfrm>
                <a:off x="6705568" y="44787"/>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S</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47" name="Text Box 69"/>
              <p:cNvSpPr txBox="1"/>
              <p:nvPr/>
            </p:nvSpPr>
            <p:spPr>
              <a:xfrm>
                <a:off x="6702393" y="595649"/>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R</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48" name="Text Box 70"/>
              <p:cNvSpPr txBox="1"/>
              <p:nvPr/>
            </p:nvSpPr>
            <p:spPr>
              <a:xfrm>
                <a:off x="7131018" y="33674"/>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Q</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49" name="Text Box 71"/>
              <p:cNvSpPr txBox="1"/>
              <p:nvPr/>
            </p:nvSpPr>
            <p:spPr>
              <a:xfrm>
                <a:off x="7131018" y="551199"/>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Q</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50" name="Text Box 83"/>
              <p:cNvSpPr txBox="1"/>
              <p:nvPr/>
            </p:nvSpPr>
            <p:spPr>
              <a:xfrm>
                <a:off x="6694455" y="306724"/>
                <a:ext cx="27305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C</a:t>
                </a:r>
                <a:endParaRPr lang="en-US" altLang="zh-CN" sz="1800" dirty="0">
                  <a:solidFill>
                    <a:schemeClr val="tx1"/>
                  </a:solidFill>
                  <a:latin typeface="Times New Roman" panose="02020603050405020304" pitchFamily="18" charset="0"/>
                  <a:ea typeface="华文新魏" panose="02010800040101010101" pitchFamily="2" charset="-122"/>
                </a:endParaRPr>
              </a:p>
            </p:txBody>
          </p:sp>
        </p:grpSp>
      </p:grpSp>
      <p:grpSp>
        <p:nvGrpSpPr>
          <p:cNvPr id="42015" name="组合 5"/>
          <p:cNvGrpSpPr/>
          <p:nvPr/>
        </p:nvGrpSpPr>
        <p:grpSpPr>
          <a:xfrm>
            <a:off x="6615113" y="1017588"/>
            <a:ext cx="1304925" cy="942975"/>
            <a:chOff x="7120640" y="1060608"/>
            <a:chExt cx="1304603" cy="942975"/>
          </a:xfrm>
        </p:grpSpPr>
        <p:grpSp>
          <p:nvGrpSpPr>
            <p:cNvPr id="42023" name="组合 110"/>
            <p:cNvGrpSpPr/>
            <p:nvPr/>
          </p:nvGrpSpPr>
          <p:grpSpPr>
            <a:xfrm>
              <a:off x="7120640" y="1060608"/>
              <a:ext cx="1304603" cy="942975"/>
              <a:chOff x="5066505" y="818522"/>
              <a:chExt cx="1304603" cy="942975"/>
            </a:xfrm>
          </p:grpSpPr>
          <p:sp>
            <p:nvSpPr>
              <p:cNvPr id="42025" name="Line 63"/>
              <p:cNvSpPr/>
              <p:nvPr/>
            </p:nvSpPr>
            <p:spPr>
              <a:xfrm>
                <a:off x="5066506" y="1045293"/>
                <a:ext cx="301625" cy="0"/>
              </a:xfrm>
              <a:prstGeom prst="line">
                <a:avLst/>
              </a:prstGeom>
              <a:ln w="19050" cap="flat" cmpd="sng">
                <a:solidFill>
                  <a:schemeClr val="tx1"/>
                </a:solidFill>
                <a:prstDash val="solid"/>
                <a:headEnd type="none" w="med" len="med"/>
                <a:tailEnd type="none" w="med" len="med"/>
              </a:ln>
            </p:spPr>
          </p:sp>
          <p:sp>
            <p:nvSpPr>
              <p:cNvPr id="42026" name="Line 64"/>
              <p:cNvSpPr/>
              <p:nvPr/>
            </p:nvSpPr>
            <p:spPr>
              <a:xfrm>
                <a:off x="5066505" y="1570421"/>
                <a:ext cx="301625" cy="0"/>
              </a:xfrm>
              <a:prstGeom prst="line">
                <a:avLst/>
              </a:prstGeom>
              <a:ln w="19050" cap="flat" cmpd="sng">
                <a:solidFill>
                  <a:schemeClr val="tx1"/>
                </a:solidFill>
                <a:prstDash val="solid"/>
                <a:headEnd type="none" w="med" len="med"/>
                <a:tailEnd type="none" w="med" len="med"/>
              </a:ln>
            </p:spPr>
          </p:sp>
          <p:sp>
            <p:nvSpPr>
              <p:cNvPr id="42027" name="Line 65"/>
              <p:cNvSpPr/>
              <p:nvPr/>
            </p:nvSpPr>
            <p:spPr>
              <a:xfrm>
                <a:off x="6017729" y="1025415"/>
                <a:ext cx="338137" cy="0"/>
              </a:xfrm>
              <a:prstGeom prst="line">
                <a:avLst/>
              </a:prstGeom>
              <a:ln w="19050" cap="flat" cmpd="sng">
                <a:solidFill>
                  <a:schemeClr val="tx1"/>
                </a:solidFill>
                <a:prstDash val="solid"/>
                <a:headEnd type="none" w="med" len="med"/>
                <a:tailEnd type="none" w="med" len="med"/>
              </a:ln>
            </p:spPr>
          </p:sp>
          <p:sp>
            <p:nvSpPr>
              <p:cNvPr id="115" name="Line 82"/>
              <p:cNvSpPr/>
              <p:nvPr/>
            </p:nvSpPr>
            <p:spPr>
              <a:xfrm>
                <a:off x="5066505" y="1304297"/>
                <a:ext cx="304725"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42029" name="组合 115"/>
              <p:cNvGrpSpPr/>
              <p:nvPr/>
            </p:nvGrpSpPr>
            <p:grpSpPr>
              <a:xfrm>
                <a:off x="6053931" y="1487078"/>
                <a:ext cx="317177" cy="71251"/>
                <a:chOff x="6438032" y="1516593"/>
                <a:chExt cx="317177" cy="71251"/>
              </a:xfrm>
            </p:grpSpPr>
            <p:sp>
              <p:nvSpPr>
                <p:cNvPr id="42037" name="Line 66"/>
                <p:cNvSpPr/>
                <p:nvPr/>
              </p:nvSpPr>
              <p:spPr>
                <a:xfrm>
                  <a:off x="6526609" y="1562507"/>
                  <a:ext cx="228600" cy="0"/>
                </a:xfrm>
                <a:prstGeom prst="line">
                  <a:avLst/>
                </a:prstGeom>
                <a:ln w="19050" cap="flat" cmpd="sng">
                  <a:solidFill>
                    <a:schemeClr val="tx1"/>
                  </a:solidFill>
                  <a:prstDash val="solid"/>
                  <a:headEnd type="none" w="med" len="med"/>
                  <a:tailEnd type="none" w="med" len="med"/>
                </a:ln>
              </p:spPr>
            </p:sp>
            <p:sp>
              <p:nvSpPr>
                <p:cNvPr id="42038" name="Oval 67"/>
                <p:cNvSpPr/>
                <p:nvPr/>
              </p:nvSpPr>
              <p:spPr>
                <a:xfrm>
                  <a:off x="6438032" y="1516593"/>
                  <a:ext cx="88577" cy="71251"/>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pPr algn="ct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grpSp>
            <p:nvGrpSpPr>
              <p:cNvPr id="42030" name="组合 116"/>
              <p:cNvGrpSpPr/>
              <p:nvPr/>
            </p:nvGrpSpPr>
            <p:grpSpPr>
              <a:xfrm>
                <a:off x="5312568" y="818522"/>
                <a:ext cx="741363" cy="942975"/>
                <a:chOff x="6694455" y="33674"/>
                <a:chExt cx="741363" cy="942975"/>
              </a:xfrm>
            </p:grpSpPr>
            <p:sp>
              <p:nvSpPr>
                <p:cNvPr id="42031" name="Rectangle 62"/>
                <p:cNvSpPr/>
                <p:nvPr/>
              </p:nvSpPr>
              <p:spPr>
                <a:xfrm>
                  <a:off x="6750018" y="62249"/>
                  <a:ext cx="685800" cy="914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2032" name="Text Box 68"/>
                <p:cNvSpPr txBox="1"/>
                <p:nvPr/>
              </p:nvSpPr>
              <p:spPr>
                <a:xfrm>
                  <a:off x="6705568" y="44787"/>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S</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33" name="Text Box 69"/>
                <p:cNvSpPr txBox="1"/>
                <p:nvPr/>
              </p:nvSpPr>
              <p:spPr>
                <a:xfrm>
                  <a:off x="6702393" y="595649"/>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R</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34" name="Text Box 70"/>
                <p:cNvSpPr txBox="1"/>
                <p:nvPr/>
              </p:nvSpPr>
              <p:spPr>
                <a:xfrm>
                  <a:off x="7131018" y="33674"/>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Q</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35" name="Text Box 71"/>
                <p:cNvSpPr txBox="1"/>
                <p:nvPr/>
              </p:nvSpPr>
              <p:spPr>
                <a:xfrm>
                  <a:off x="7131018" y="551199"/>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Q</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36" name="Text Box 83"/>
                <p:cNvSpPr txBox="1"/>
                <p:nvPr/>
              </p:nvSpPr>
              <p:spPr>
                <a:xfrm>
                  <a:off x="6694455" y="306724"/>
                  <a:ext cx="27305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C</a:t>
                  </a:r>
                  <a:endParaRPr lang="en-US" altLang="zh-CN" sz="1800" dirty="0">
                    <a:solidFill>
                      <a:schemeClr val="tx1"/>
                    </a:solidFill>
                    <a:latin typeface="Times New Roman" panose="02020603050405020304" pitchFamily="18" charset="0"/>
                    <a:ea typeface="华文新魏" panose="02010800040101010101" pitchFamily="2" charset="-122"/>
                  </a:endParaRPr>
                </a:p>
              </p:txBody>
            </p:sp>
          </p:grpSp>
        </p:grpSp>
        <p:sp>
          <p:nvSpPr>
            <p:cNvPr id="42024" name="Line 139"/>
            <p:cNvSpPr/>
            <p:nvPr/>
          </p:nvSpPr>
          <p:spPr>
            <a:xfrm>
              <a:off x="7871792" y="1635646"/>
              <a:ext cx="228600" cy="0"/>
            </a:xfrm>
            <a:prstGeom prst="line">
              <a:avLst/>
            </a:prstGeom>
            <a:ln w="12700" cap="flat" cmpd="sng">
              <a:solidFill>
                <a:schemeClr val="tx1"/>
              </a:solidFill>
              <a:prstDash val="solid"/>
              <a:headEnd type="none" w="med" len="med"/>
              <a:tailEnd type="none" w="med" len="med"/>
            </a:ln>
          </p:spPr>
        </p:sp>
      </p:grpSp>
      <p:sp>
        <p:nvSpPr>
          <p:cNvPr id="42016" name="Text Box 128"/>
          <p:cNvSpPr txBox="1"/>
          <p:nvPr/>
        </p:nvSpPr>
        <p:spPr>
          <a:xfrm>
            <a:off x="5689600" y="2105025"/>
            <a:ext cx="1600200" cy="460375"/>
          </a:xfrm>
          <a:prstGeom prst="rect">
            <a:avLst/>
          </a:prstGeom>
          <a:noFill/>
          <a:ln w="9525">
            <a:noFill/>
          </a:ln>
        </p:spPr>
        <p:txBody>
          <a:bodyPr>
            <a:spAutoFit/>
          </a:bodyPr>
          <a:lstStyle/>
          <a:p>
            <a:pPr eaLnBrk="1" hangingPunct="1">
              <a:spcBef>
                <a:spcPct val="50000"/>
              </a:spcBef>
            </a:pPr>
            <a:r>
              <a:rPr lang="en-US" altLang="zh-CN" b="1" dirty="0">
                <a:solidFill>
                  <a:schemeClr val="tx1"/>
                </a:solidFill>
                <a:latin typeface="Times New Roman" panose="02020603050405020304" pitchFamily="18" charset="0"/>
                <a:ea typeface="华文新魏" panose="02010800040101010101" pitchFamily="2" charset="-122"/>
              </a:rPr>
              <a:t>b. </a:t>
            </a:r>
            <a:r>
              <a:rPr lang="zh-CN" altLang="en-US" b="1" dirty="0">
                <a:solidFill>
                  <a:schemeClr val="tx1"/>
                </a:solidFill>
                <a:latin typeface="Times New Roman" panose="02020603050405020304" pitchFamily="18" charset="0"/>
                <a:ea typeface="华文新魏" panose="02010800040101010101" pitchFamily="2" charset="-122"/>
              </a:rPr>
              <a:t>逻辑符号</a:t>
            </a:r>
            <a:r>
              <a:rPr lang="zh-CN" altLang="en-US" sz="2400" dirty="0">
                <a:latin typeface="Times New Roman" panose="02020603050405020304" pitchFamily="18" charset="0"/>
                <a:ea typeface="华文新魏" panose="02010800040101010101" pitchFamily="2" charset="-122"/>
              </a:rPr>
              <a:t> </a:t>
            </a:r>
            <a:endParaRPr lang="zh-CN" altLang="en-US" sz="2400" dirty="0">
              <a:latin typeface="Times New Roman" panose="02020603050405020304" pitchFamily="18" charset="0"/>
              <a:ea typeface="华文新魏" panose="02010800040101010101" pitchFamily="2" charset="-122"/>
            </a:endParaRPr>
          </a:p>
        </p:txBody>
      </p:sp>
      <p:grpSp>
        <p:nvGrpSpPr>
          <p:cNvPr id="42017" name="组合 1"/>
          <p:cNvGrpSpPr/>
          <p:nvPr/>
        </p:nvGrpSpPr>
        <p:grpSpPr>
          <a:xfrm>
            <a:off x="4121150" y="2538413"/>
            <a:ext cx="4843338" cy="2303949"/>
            <a:chOff x="4121150" y="2239964"/>
            <a:chExt cx="4843338" cy="2305565"/>
          </a:xfrm>
        </p:grpSpPr>
        <p:sp>
          <p:nvSpPr>
            <p:cNvPr id="42020" name="Text Box 112"/>
            <p:cNvSpPr txBox="1"/>
            <p:nvPr/>
          </p:nvSpPr>
          <p:spPr>
            <a:xfrm>
              <a:off x="4121150" y="3345808"/>
              <a:ext cx="4843338" cy="1199721"/>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d. </a:t>
              </a:r>
              <a:r>
                <a:rPr lang="zh-CN" altLang="en-US" sz="1800" b="1" dirty="0">
                  <a:solidFill>
                    <a:schemeClr val="tx1"/>
                  </a:solidFill>
                  <a:latin typeface="华文新魏" panose="02010800040101010101" pitchFamily="2" charset="-122"/>
                  <a:ea typeface="华文新魏" panose="02010800040101010101" pitchFamily="2" charset="-122"/>
                </a:rPr>
                <a:t>次态方程</a:t>
              </a:r>
              <a:r>
                <a:rPr lang="zh-CN" altLang="en-US" sz="1800" dirty="0">
                  <a:solidFill>
                    <a:schemeClr val="tx1"/>
                  </a:solidFill>
                  <a:latin typeface="华文新魏" panose="02010800040101010101" pitchFamily="2" charset="-122"/>
                  <a:ea typeface="华文新魏" panose="02010800040101010101" pitchFamily="2" charset="-122"/>
                </a:rPr>
                <a:t>：</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FF0000"/>
                  </a:solidFill>
                  <a:latin typeface="华文新魏" panose="02010800040101010101" pitchFamily="2" charset="-122"/>
                  <a:ea typeface="华文新魏" panose="02010800040101010101" pitchFamily="2" charset="-122"/>
                </a:rPr>
                <a:t>Q</a:t>
              </a:r>
              <a:r>
                <a:rPr lang="en-US" altLang="zh-CN" sz="1800" b="1" baseline="30000" dirty="0">
                  <a:solidFill>
                    <a:srgbClr val="FF0000"/>
                  </a:solidFill>
                  <a:latin typeface="华文新魏" panose="02010800040101010101" pitchFamily="2" charset="-122"/>
                  <a:ea typeface="华文新魏" panose="02010800040101010101" pitchFamily="2" charset="-122"/>
                </a:rPr>
                <a:t>n+1</a:t>
              </a:r>
              <a:r>
                <a:rPr lang="en-US" altLang="zh-CN" sz="1800" b="1" dirty="0">
                  <a:solidFill>
                    <a:srgbClr val="FF0000"/>
                  </a:solidFill>
                  <a:latin typeface="华文新魏" panose="02010800040101010101" pitchFamily="2" charset="-122"/>
                  <a:ea typeface="华文新魏" panose="02010800040101010101" pitchFamily="2" charset="-122"/>
                </a:rPr>
                <a:t> = S + R • Q</a:t>
              </a:r>
              <a:endParaRPr lang="en-US" altLang="zh-CN" sz="1800" b="1"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约束条件：</a:t>
              </a:r>
              <a:r>
                <a:rPr lang="en-US" altLang="zh-CN" sz="1800" b="1" dirty="0">
                  <a:solidFill>
                    <a:srgbClr val="FF0000"/>
                  </a:solidFill>
                  <a:latin typeface="华文新魏" panose="02010800040101010101" pitchFamily="2" charset="-122"/>
                  <a:ea typeface="华文新魏" panose="02010800040101010101" pitchFamily="2" charset="-122"/>
                </a:rPr>
                <a:t>S • R = 0 </a:t>
              </a:r>
              <a:r>
                <a:rPr lang="zh-CN" altLang="en-US" sz="1800" b="1" dirty="0">
                  <a:solidFill>
                    <a:schemeClr val="tx1"/>
                  </a:solidFill>
                  <a:latin typeface="华文新魏" panose="02010800040101010101" pitchFamily="2" charset="-122"/>
                  <a:ea typeface="华文新魏" panose="02010800040101010101" pitchFamily="2" charset="-122"/>
                </a:rPr>
                <a:t>禁止条件：</a:t>
              </a:r>
              <a:r>
                <a:rPr lang="en-US" altLang="zh-CN" sz="1800" b="1" dirty="0">
                  <a:solidFill>
                    <a:srgbClr val="FF0000"/>
                  </a:solidFill>
                  <a:latin typeface="华文新魏" panose="02010800040101010101" pitchFamily="2" charset="-122"/>
                  <a:ea typeface="华文新魏" panose="02010800040101010101" pitchFamily="2" charset="-122"/>
                </a:rPr>
                <a:t>S·R=1</a:t>
              </a:r>
              <a:endParaRPr lang="en-US" altLang="zh-CN" sz="1800" b="1" dirty="0">
                <a:solidFill>
                  <a:srgbClr val="FF0000"/>
                </a:solidFill>
                <a:latin typeface="华文新魏" panose="02010800040101010101" pitchFamily="2" charset="-122"/>
                <a:ea typeface="华文新魏" panose="02010800040101010101" pitchFamily="2" charset="-122"/>
              </a:endParaRPr>
            </a:p>
          </p:txBody>
        </p:sp>
        <p:sp>
          <p:nvSpPr>
            <p:cNvPr id="42021" name="Line 114"/>
            <p:cNvSpPr/>
            <p:nvPr/>
          </p:nvSpPr>
          <p:spPr>
            <a:xfrm>
              <a:off x="5646065" y="3815419"/>
              <a:ext cx="247650" cy="1587"/>
            </a:xfrm>
            <a:prstGeom prst="line">
              <a:avLst/>
            </a:prstGeom>
            <a:ln w="19050" cap="flat" cmpd="sng">
              <a:solidFill>
                <a:srgbClr val="FF0000"/>
              </a:solidFill>
              <a:prstDash val="solid"/>
              <a:headEnd type="none" w="med" len="med"/>
              <a:tailEnd type="none" w="med" len="med"/>
            </a:ln>
          </p:spPr>
        </p:sp>
        <p:sp>
          <p:nvSpPr>
            <p:cNvPr id="42022" name="Text Box 112"/>
            <p:cNvSpPr txBox="1"/>
            <p:nvPr/>
          </p:nvSpPr>
          <p:spPr>
            <a:xfrm>
              <a:off x="4488656" y="2239964"/>
              <a:ext cx="4084638" cy="1088518"/>
            </a:xfrm>
            <a:prstGeom prst="rect">
              <a:avLst/>
            </a:prstGeom>
            <a:noFill/>
            <a:ln w="9525">
              <a:noFill/>
            </a:ln>
          </p:spPr>
          <p:txBody>
            <a:bodyPr>
              <a:spAutoFit/>
            </a:bodyPr>
            <a:lstStyle/>
            <a:p>
              <a:pPr eaLnBrk="1" hangingPunct="1">
                <a:lnSpc>
                  <a:spcPct val="120000"/>
                </a:lnSpc>
                <a:spcBef>
                  <a:spcPct val="50000"/>
                </a:spcBef>
              </a:pPr>
              <a:r>
                <a:rPr lang="zh-CN" altLang="en-US" sz="1800" b="1" dirty="0">
                  <a:solidFill>
                    <a:schemeClr val="accent2"/>
                  </a:solidFill>
                  <a:latin typeface="华文新魏" panose="02010800040101010101" pitchFamily="2" charset="-122"/>
                  <a:ea typeface="华文新魏" panose="02010800040101010101" pitchFamily="2" charset="-122"/>
                </a:rPr>
                <a:t>带使能端的 </a:t>
              </a:r>
              <a:r>
                <a:rPr lang="en-US" altLang="zh-CN" sz="1800" b="1" dirty="0">
                  <a:solidFill>
                    <a:schemeClr val="accent2"/>
                  </a:solidFill>
                  <a:latin typeface="华文新魏" panose="02010800040101010101" pitchFamily="2" charset="-122"/>
                  <a:ea typeface="华文新魏" panose="02010800040101010101" pitchFamily="2" charset="-122"/>
                </a:rPr>
                <a:t>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 </a:t>
              </a:r>
              <a:r>
                <a:rPr lang="zh-CN" altLang="en-US" sz="1800" b="1" dirty="0">
                  <a:solidFill>
                    <a:schemeClr val="accent2"/>
                  </a:solidFill>
                  <a:latin typeface="华文新魏" panose="02010800040101010101" pitchFamily="2" charset="-122"/>
                  <a:ea typeface="华文新魏" panose="02010800040101010101" pitchFamily="2" charset="-122"/>
                </a:rPr>
                <a:t>锁存器</a:t>
              </a:r>
              <a:r>
                <a:rPr lang="zh-CN" altLang="en-US" sz="1800" b="1" dirty="0">
                  <a:solidFill>
                    <a:schemeClr val="tx1"/>
                  </a:solidFill>
                  <a:latin typeface="华文新魏" panose="02010800040101010101" pitchFamily="2" charset="-122"/>
                  <a:ea typeface="华文新魏" panose="02010800040101010101" pitchFamily="2" charset="-122"/>
                </a:rPr>
                <a:t>在 </a:t>
              </a:r>
              <a:r>
                <a:rPr lang="en-US" altLang="zh-CN" sz="1800" b="1" dirty="0">
                  <a:solidFill>
                    <a:schemeClr val="tx1"/>
                  </a:solidFill>
                  <a:latin typeface="华文新魏" panose="02010800040101010101" pitchFamily="2" charset="-122"/>
                  <a:ea typeface="华文新魏" panose="02010800040101010101" pitchFamily="2" charset="-122"/>
                </a:rPr>
                <a:t>C = 1</a:t>
              </a:r>
              <a:r>
                <a:rPr lang="zh-CN" altLang="en-US" sz="1800" b="1" dirty="0">
                  <a:solidFill>
                    <a:schemeClr val="tx1"/>
                  </a:solidFill>
                  <a:latin typeface="华文新魏" panose="02010800040101010101" pitchFamily="2" charset="-122"/>
                  <a:ea typeface="华文新魏" panose="02010800040101010101" pitchFamily="2" charset="-122"/>
                </a:rPr>
                <a:t>时，其次态真值表和次态卡诺图与</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a:t>
              </a:r>
              <a:r>
                <a:rPr lang="zh-CN" altLang="en-US" sz="1800" b="1" dirty="0">
                  <a:solidFill>
                    <a:schemeClr val="tx1"/>
                  </a:solidFill>
                  <a:latin typeface="华文新魏" panose="02010800040101010101" pitchFamily="2" charset="-122"/>
                  <a:ea typeface="华文新魏" panose="02010800040101010101" pitchFamily="2" charset="-122"/>
                </a:rPr>
                <a:t>锁存器是完全一样的。</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sp>
        <p:nvSpPr>
          <p:cNvPr id="42018" name="Rectangle 106"/>
          <p:cNvSpPr/>
          <p:nvPr/>
        </p:nvSpPr>
        <p:spPr>
          <a:xfrm>
            <a:off x="3299143" y="1041718"/>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42019" name="Rectangle 107"/>
          <p:cNvSpPr/>
          <p:nvPr/>
        </p:nvSpPr>
        <p:spPr>
          <a:xfrm>
            <a:off x="3289618" y="1832610"/>
            <a:ext cx="285750" cy="214313"/>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(1)</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43011" name="组合 285"/>
          <p:cNvGrpSpPr/>
          <p:nvPr/>
        </p:nvGrpSpPr>
        <p:grpSpPr>
          <a:xfrm>
            <a:off x="1331913" y="1001713"/>
            <a:ext cx="5472112" cy="3692525"/>
            <a:chOff x="1115616" y="1327943"/>
            <a:chExt cx="6335712" cy="4360863"/>
          </a:xfrm>
        </p:grpSpPr>
        <p:sp>
          <p:nvSpPr>
            <p:cNvPr id="43013" name="Text Box 2"/>
            <p:cNvSpPr txBox="1"/>
            <p:nvPr/>
          </p:nvSpPr>
          <p:spPr>
            <a:xfrm>
              <a:off x="5363766" y="1327943"/>
              <a:ext cx="2087562"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3014" name="Text Box 3"/>
            <p:cNvSpPr txBox="1"/>
            <p:nvPr/>
          </p:nvSpPr>
          <p:spPr>
            <a:xfrm>
              <a:off x="1115616" y="2262981"/>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3015" name="Text Box 46"/>
            <p:cNvSpPr txBox="1"/>
            <p:nvPr/>
          </p:nvSpPr>
          <p:spPr>
            <a:xfrm>
              <a:off x="5538391" y="2299493"/>
              <a:ext cx="354012"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3016" name="Text Box 47"/>
            <p:cNvSpPr txBox="1"/>
            <p:nvPr/>
          </p:nvSpPr>
          <p:spPr>
            <a:xfrm>
              <a:off x="5505053" y="2969418"/>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3017" name="Text Box 48"/>
            <p:cNvSpPr txBox="1"/>
            <p:nvPr/>
          </p:nvSpPr>
          <p:spPr>
            <a:xfrm>
              <a:off x="5498703" y="3579018"/>
              <a:ext cx="404813"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3018" name="Text Box 49"/>
            <p:cNvSpPr txBox="1"/>
            <p:nvPr/>
          </p:nvSpPr>
          <p:spPr>
            <a:xfrm>
              <a:off x="5498703" y="4280693"/>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3019" name="Text Box 50"/>
            <p:cNvSpPr txBox="1"/>
            <p:nvPr/>
          </p:nvSpPr>
          <p:spPr>
            <a:xfrm>
              <a:off x="5498703" y="4950618"/>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3020" name="Line 58"/>
            <p:cNvSpPr/>
            <p:nvPr/>
          </p:nvSpPr>
          <p:spPr>
            <a:xfrm>
              <a:off x="6184503" y="3410743"/>
              <a:ext cx="554038" cy="0"/>
            </a:xfrm>
            <a:prstGeom prst="line">
              <a:avLst/>
            </a:prstGeom>
            <a:ln w="57150" cap="flat" cmpd="sng">
              <a:solidFill>
                <a:srgbClr val="FFFF00"/>
              </a:solidFill>
              <a:prstDash val="solid"/>
              <a:headEnd type="none" w="med" len="med"/>
              <a:tailEnd type="none" w="med" len="med"/>
            </a:ln>
          </p:spPr>
        </p:sp>
        <p:sp>
          <p:nvSpPr>
            <p:cNvPr id="43021" name="Line 64"/>
            <p:cNvSpPr/>
            <p:nvPr/>
          </p:nvSpPr>
          <p:spPr>
            <a:xfrm>
              <a:off x="6184503" y="2801143"/>
              <a:ext cx="554038" cy="0"/>
            </a:xfrm>
            <a:prstGeom prst="line">
              <a:avLst/>
            </a:prstGeom>
            <a:ln w="57150" cap="flat" cmpd="sng">
              <a:solidFill>
                <a:srgbClr val="FFFF00"/>
              </a:solidFill>
              <a:prstDash val="solid"/>
              <a:headEnd type="none" w="med" len="med"/>
              <a:tailEnd type="none" w="med" len="med"/>
            </a:ln>
          </p:spPr>
        </p:sp>
        <p:sp>
          <p:nvSpPr>
            <p:cNvPr id="43022" name="Line 66"/>
            <p:cNvSpPr/>
            <p:nvPr/>
          </p:nvSpPr>
          <p:spPr>
            <a:xfrm>
              <a:off x="6184503" y="4096543"/>
              <a:ext cx="554038" cy="0"/>
            </a:xfrm>
            <a:prstGeom prst="line">
              <a:avLst/>
            </a:prstGeom>
            <a:ln w="57150" cap="flat" cmpd="sng">
              <a:solidFill>
                <a:srgbClr val="99CCFF"/>
              </a:solidFill>
              <a:prstDash val="solid"/>
              <a:headEnd type="none" w="med" len="med"/>
              <a:tailEnd type="none" w="med" len="med"/>
            </a:ln>
          </p:spPr>
        </p:sp>
        <p:sp>
          <p:nvSpPr>
            <p:cNvPr id="43023" name="Line 67"/>
            <p:cNvSpPr/>
            <p:nvPr/>
          </p:nvSpPr>
          <p:spPr>
            <a:xfrm>
              <a:off x="6184503" y="4782343"/>
              <a:ext cx="554038" cy="0"/>
            </a:xfrm>
            <a:prstGeom prst="line">
              <a:avLst/>
            </a:prstGeom>
            <a:ln w="57150" cap="flat" cmpd="sng">
              <a:solidFill>
                <a:schemeClr val="bg1"/>
              </a:solidFill>
              <a:prstDash val="solid"/>
              <a:headEnd type="none" w="med" len="med"/>
              <a:tailEnd type="none" w="med" len="med"/>
            </a:ln>
          </p:spPr>
        </p:sp>
        <p:sp>
          <p:nvSpPr>
            <p:cNvPr id="43024" name="Line 68"/>
            <p:cNvSpPr/>
            <p:nvPr/>
          </p:nvSpPr>
          <p:spPr>
            <a:xfrm>
              <a:off x="6184503" y="5010943"/>
              <a:ext cx="554038" cy="0"/>
            </a:xfrm>
            <a:prstGeom prst="line">
              <a:avLst/>
            </a:prstGeom>
            <a:ln w="57150" cap="flat" cmpd="sng">
              <a:solidFill>
                <a:schemeClr val="bg1"/>
              </a:solidFill>
              <a:prstDash val="solid"/>
              <a:headEnd type="none" w="med" len="med"/>
              <a:tailEnd type="none" w="med" len="med"/>
            </a:ln>
          </p:spPr>
        </p:sp>
        <p:sp>
          <p:nvSpPr>
            <p:cNvPr id="43025" name="Line 70"/>
            <p:cNvSpPr/>
            <p:nvPr/>
          </p:nvSpPr>
          <p:spPr>
            <a:xfrm>
              <a:off x="6349603" y="1581943"/>
              <a:ext cx="0" cy="457200"/>
            </a:xfrm>
            <a:prstGeom prst="line">
              <a:avLst/>
            </a:prstGeom>
            <a:ln w="57150" cap="flat" cmpd="sng">
              <a:solidFill>
                <a:srgbClr val="FFFF00"/>
              </a:solidFill>
              <a:prstDash val="solid"/>
              <a:headEnd type="none" w="med" len="med"/>
              <a:tailEnd type="triangle" w="med" len="med"/>
            </a:ln>
          </p:spPr>
        </p:sp>
        <p:grpSp>
          <p:nvGrpSpPr>
            <p:cNvPr id="43026" name="Group 91"/>
            <p:cNvGrpSpPr/>
            <p:nvPr/>
          </p:nvGrpSpPr>
          <p:grpSpPr>
            <a:xfrm>
              <a:off x="1393428" y="2345531"/>
              <a:ext cx="3660775" cy="2874962"/>
              <a:chOff x="0" y="0"/>
              <a:chExt cx="2306" cy="1811"/>
            </a:xfrm>
          </p:grpSpPr>
          <p:sp>
            <p:nvSpPr>
              <p:cNvPr id="43027" name="Line 7"/>
              <p:cNvSpPr/>
              <p:nvPr/>
            </p:nvSpPr>
            <p:spPr>
              <a:xfrm flipH="1">
                <a:off x="1029" y="378"/>
                <a:ext cx="141" cy="0"/>
              </a:xfrm>
              <a:prstGeom prst="line">
                <a:avLst/>
              </a:prstGeom>
              <a:ln w="28575" cap="flat" cmpd="sng">
                <a:solidFill>
                  <a:srgbClr val="FF5050"/>
                </a:solidFill>
                <a:prstDash val="solid"/>
                <a:headEnd type="none" w="med" len="med"/>
                <a:tailEnd type="none" w="med" len="med"/>
              </a:ln>
            </p:spPr>
          </p:sp>
          <p:sp>
            <p:nvSpPr>
              <p:cNvPr id="43028" name="Line 8"/>
              <p:cNvSpPr/>
              <p:nvPr/>
            </p:nvSpPr>
            <p:spPr>
              <a:xfrm>
                <a:off x="1032" y="378"/>
                <a:ext cx="0" cy="151"/>
              </a:xfrm>
              <a:prstGeom prst="line">
                <a:avLst/>
              </a:prstGeom>
              <a:ln w="28575" cap="flat" cmpd="sng">
                <a:solidFill>
                  <a:srgbClr val="FF5050"/>
                </a:solidFill>
                <a:prstDash val="solid"/>
                <a:headEnd type="none" w="med" len="med"/>
                <a:tailEnd type="none" w="med" len="med"/>
              </a:ln>
            </p:spPr>
          </p:sp>
          <p:sp>
            <p:nvSpPr>
              <p:cNvPr id="43029" name="Line 9"/>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43030" name="Line 10"/>
              <p:cNvSpPr/>
              <p:nvPr/>
            </p:nvSpPr>
            <p:spPr>
              <a:xfrm>
                <a:off x="1039" y="529"/>
                <a:ext cx="504" cy="402"/>
              </a:xfrm>
              <a:prstGeom prst="line">
                <a:avLst/>
              </a:prstGeom>
              <a:ln w="28575" cap="flat" cmpd="sng">
                <a:solidFill>
                  <a:srgbClr val="FF5050"/>
                </a:solidFill>
                <a:prstDash val="solid"/>
                <a:headEnd type="none" w="med" len="med"/>
                <a:tailEnd type="none" w="med" len="med"/>
              </a:ln>
            </p:spPr>
          </p:sp>
          <p:sp>
            <p:nvSpPr>
              <p:cNvPr id="43031" name="Line 11"/>
              <p:cNvSpPr/>
              <p:nvPr/>
            </p:nvSpPr>
            <p:spPr>
              <a:xfrm flipV="1">
                <a:off x="1543" y="931"/>
                <a:ext cx="0" cy="250"/>
              </a:xfrm>
              <a:prstGeom prst="line">
                <a:avLst/>
              </a:prstGeom>
              <a:ln w="28575" cap="flat" cmpd="sng">
                <a:solidFill>
                  <a:srgbClr val="FF5050"/>
                </a:solidFill>
                <a:prstDash val="solid"/>
                <a:headEnd type="none" w="med" len="med"/>
                <a:tailEnd type="none" w="med" len="med"/>
              </a:ln>
            </p:spPr>
          </p:sp>
          <p:sp>
            <p:nvSpPr>
              <p:cNvPr id="43032" name="Line 12"/>
              <p:cNvSpPr/>
              <p:nvPr/>
            </p:nvSpPr>
            <p:spPr>
              <a:xfrm flipH="1">
                <a:off x="1039" y="1081"/>
                <a:ext cx="125" cy="1"/>
              </a:xfrm>
              <a:prstGeom prst="line">
                <a:avLst/>
              </a:prstGeom>
              <a:ln w="28575" cap="flat" cmpd="sng">
                <a:solidFill>
                  <a:schemeClr val="accent1"/>
                </a:solidFill>
                <a:prstDash val="solid"/>
                <a:headEnd type="none" w="med" len="med"/>
                <a:tailEnd type="none" w="med" len="med"/>
              </a:ln>
            </p:spPr>
          </p:sp>
          <p:sp>
            <p:nvSpPr>
              <p:cNvPr id="43033" name="Line 13"/>
              <p:cNvSpPr/>
              <p:nvPr/>
            </p:nvSpPr>
            <p:spPr>
              <a:xfrm>
                <a:off x="1039" y="931"/>
                <a:ext cx="0" cy="160"/>
              </a:xfrm>
              <a:prstGeom prst="line">
                <a:avLst/>
              </a:prstGeom>
              <a:ln w="28575" cap="flat" cmpd="sng">
                <a:solidFill>
                  <a:schemeClr val="accent1"/>
                </a:solidFill>
                <a:prstDash val="solid"/>
                <a:headEnd type="none" w="med" len="med"/>
                <a:tailEnd type="none" w="med" len="med"/>
              </a:ln>
            </p:spPr>
          </p:sp>
          <p:sp>
            <p:nvSpPr>
              <p:cNvPr id="43034" name="Line 15"/>
              <p:cNvSpPr/>
              <p:nvPr/>
            </p:nvSpPr>
            <p:spPr>
              <a:xfrm flipV="1">
                <a:off x="1039" y="529"/>
                <a:ext cx="504" cy="402"/>
              </a:xfrm>
              <a:prstGeom prst="line">
                <a:avLst/>
              </a:prstGeom>
              <a:ln w="28575" cap="flat" cmpd="sng">
                <a:solidFill>
                  <a:schemeClr val="accent1"/>
                </a:solidFill>
                <a:prstDash val="solid"/>
                <a:headEnd type="none" w="med" len="med"/>
                <a:tailEnd type="none" w="med" len="med"/>
              </a:ln>
            </p:spPr>
          </p:sp>
          <p:sp>
            <p:nvSpPr>
              <p:cNvPr id="43035" name="Text Box 16"/>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3036" name="Text Box 17"/>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3037" name="Line 21"/>
              <p:cNvSpPr/>
              <p:nvPr/>
            </p:nvSpPr>
            <p:spPr>
              <a:xfrm>
                <a:off x="1404" y="282"/>
                <a:ext cx="614" cy="0"/>
              </a:xfrm>
              <a:prstGeom prst="line">
                <a:avLst/>
              </a:prstGeom>
              <a:ln w="28575" cap="flat" cmpd="sng">
                <a:solidFill>
                  <a:schemeClr val="accent1"/>
                </a:solidFill>
                <a:prstDash val="solid"/>
                <a:headEnd type="none" w="med" len="med"/>
                <a:tailEnd type="none" w="med" len="med"/>
              </a:ln>
            </p:spPr>
          </p:sp>
          <p:sp>
            <p:nvSpPr>
              <p:cNvPr id="43038" name="Line 24"/>
              <p:cNvSpPr/>
              <p:nvPr/>
            </p:nvSpPr>
            <p:spPr>
              <a:xfrm>
                <a:off x="1400" y="1188"/>
                <a:ext cx="614" cy="0"/>
              </a:xfrm>
              <a:prstGeom prst="line">
                <a:avLst/>
              </a:prstGeom>
              <a:ln w="28575" cap="flat" cmpd="sng">
                <a:solidFill>
                  <a:srgbClr val="FF5050"/>
                </a:solidFill>
                <a:prstDash val="solid"/>
                <a:headEnd type="none" w="med" len="med"/>
                <a:tailEnd type="none" w="med" len="med"/>
              </a:ln>
            </p:spPr>
          </p:sp>
          <p:sp>
            <p:nvSpPr>
              <p:cNvPr id="43039" name="Oval 25"/>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3040" name="Line 33"/>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43041" name="Line 35"/>
              <p:cNvSpPr/>
              <p:nvPr/>
            </p:nvSpPr>
            <p:spPr>
              <a:xfrm>
                <a:off x="850" y="1234"/>
                <a:ext cx="322" cy="0"/>
              </a:xfrm>
              <a:prstGeom prst="line">
                <a:avLst/>
              </a:prstGeom>
              <a:ln w="28575" cap="flat" cmpd="sng">
                <a:solidFill>
                  <a:srgbClr val="FF5050"/>
                </a:solidFill>
                <a:prstDash val="solid"/>
                <a:headEnd type="none" w="med" len="med"/>
                <a:tailEnd type="none" w="med" len="med"/>
              </a:ln>
            </p:spPr>
          </p:sp>
          <p:sp>
            <p:nvSpPr>
              <p:cNvPr id="43042" name="Line 36"/>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43043" name="Line 37"/>
              <p:cNvSpPr/>
              <p:nvPr/>
            </p:nvSpPr>
            <p:spPr>
              <a:xfrm flipH="1">
                <a:off x="547" y="297"/>
                <a:ext cx="68" cy="0"/>
              </a:xfrm>
              <a:prstGeom prst="line">
                <a:avLst/>
              </a:prstGeom>
              <a:ln w="28575" cap="flat" cmpd="sng">
                <a:solidFill>
                  <a:schemeClr val="accent1"/>
                </a:solidFill>
                <a:prstDash val="solid"/>
                <a:headEnd type="none" w="med" len="med"/>
                <a:tailEnd type="none" w="med" len="med"/>
              </a:ln>
            </p:spPr>
          </p:sp>
          <p:sp>
            <p:nvSpPr>
              <p:cNvPr id="43044" name="Line 38"/>
              <p:cNvSpPr/>
              <p:nvPr/>
            </p:nvSpPr>
            <p:spPr>
              <a:xfrm flipH="1">
                <a:off x="547" y="1165"/>
                <a:ext cx="68" cy="0"/>
              </a:xfrm>
              <a:prstGeom prst="line">
                <a:avLst/>
              </a:prstGeom>
              <a:ln w="28575" cap="flat" cmpd="sng">
                <a:solidFill>
                  <a:schemeClr val="accent1"/>
                </a:solidFill>
                <a:prstDash val="solid"/>
                <a:headEnd type="none" w="med" len="med"/>
                <a:tailEnd type="none" w="med" len="med"/>
              </a:ln>
            </p:spPr>
          </p:sp>
          <p:sp>
            <p:nvSpPr>
              <p:cNvPr id="43045" name="Line 39"/>
              <p:cNvSpPr/>
              <p:nvPr/>
            </p:nvSpPr>
            <p:spPr>
              <a:xfrm>
                <a:off x="547" y="291"/>
                <a:ext cx="0" cy="884"/>
              </a:xfrm>
              <a:prstGeom prst="line">
                <a:avLst/>
              </a:prstGeom>
              <a:ln w="28575" cap="flat" cmpd="sng">
                <a:solidFill>
                  <a:schemeClr val="accent1"/>
                </a:solidFill>
                <a:prstDash val="solid"/>
                <a:headEnd type="none" w="med" len="med"/>
                <a:tailEnd type="none" w="med" len="med"/>
              </a:ln>
            </p:spPr>
          </p:sp>
          <p:sp>
            <p:nvSpPr>
              <p:cNvPr id="43046" name="Line 40"/>
              <p:cNvSpPr/>
              <p:nvPr/>
            </p:nvSpPr>
            <p:spPr>
              <a:xfrm>
                <a:off x="206" y="1298"/>
                <a:ext cx="409" cy="0"/>
              </a:xfrm>
              <a:prstGeom prst="line">
                <a:avLst/>
              </a:prstGeom>
              <a:ln w="28575" cap="flat" cmpd="sng">
                <a:solidFill>
                  <a:schemeClr val="accent1"/>
                </a:solidFill>
                <a:prstDash val="solid"/>
                <a:headEnd type="none" w="med" len="med"/>
                <a:tailEnd type="none" w="med" len="med"/>
              </a:ln>
            </p:spPr>
          </p:sp>
          <p:sp>
            <p:nvSpPr>
              <p:cNvPr id="43047" name="Line 41"/>
              <p:cNvSpPr/>
              <p:nvPr/>
            </p:nvSpPr>
            <p:spPr>
              <a:xfrm flipH="1">
                <a:off x="206" y="731"/>
                <a:ext cx="341" cy="0"/>
              </a:xfrm>
              <a:prstGeom prst="line">
                <a:avLst/>
              </a:prstGeom>
              <a:ln w="28575" cap="flat" cmpd="sng">
                <a:solidFill>
                  <a:schemeClr val="accent1"/>
                </a:solidFill>
                <a:prstDash val="solid"/>
                <a:headEnd type="none" w="med" len="med"/>
                <a:tailEnd type="none" w="med" len="med"/>
              </a:ln>
            </p:spPr>
          </p:sp>
          <p:sp>
            <p:nvSpPr>
              <p:cNvPr id="43048" name="Text Box 42"/>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3049" name="Text Box 43"/>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3050" name="Text Box 44"/>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3051" name="Text Box 45"/>
              <p:cNvSpPr txBox="1"/>
              <p:nvPr/>
            </p:nvSpPr>
            <p:spPr>
              <a:xfrm>
                <a:off x="742" y="1561"/>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43052" name="Rectangle 73"/>
              <p:cNvSpPr/>
              <p:nvPr/>
            </p:nvSpPr>
            <p:spPr>
              <a:xfrm>
                <a:off x="623" y="74"/>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3053" name="Text Box 74"/>
              <p:cNvSpPr txBox="1"/>
              <p:nvPr/>
            </p:nvSpPr>
            <p:spPr>
              <a:xfrm>
                <a:off x="596" y="64"/>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3054" name="Oval 75"/>
              <p:cNvSpPr/>
              <p:nvPr/>
            </p:nvSpPr>
            <p:spPr>
              <a:xfrm flipH="1">
                <a:off x="791" y="178"/>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3055" name="Rectangle 77"/>
              <p:cNvSpPr/>
              <p:nvPr/>
            </p:nvSpPr>
            <p:spPr>
              <a:xfrm>
                <a:off x="1171" y="1044"/>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3056" name="Text Box 78"/>
              <p:cNvSpPr txBox="1"/>
              <p:nvPr/>
            </p:nvSpPr>
            <p:spPr>
              <a:xfrm>
                <a:off x="1144" y="1034"/>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3057" name="Oval 79"/>
              <p:cNvSpPr/>
              <p:nvPr/>
            </p:nvSpPr>
            <p:spPr>
              <a:xfrm flipH="1">
                <a:off x="1339" y="1148"/>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3058" name="Oval 82"/>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3059" name="Rectangle 84"/>
              <p:cNvSpPr/>
              <p:nvPr/>
            </p:nvSpPr>
            <p:spPr>
              <a:xfrm>
                <a:off x="613" y="109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3060" name="Text Box 85"/>
              <p:cNvSpPr txBox="1"/>
              <p:nvPr/>
            </p:nvSpPr>
            <p:spPr>
              <a:xfrm>
                <a:off x="586" y="108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3061" name="Oval 86"/>
              <p:cNvSpPr/>
              <p:nvPr/>
            </p:nvSpPr>
            <p:spPr>
              <a:xfrm flipH="1">
                <a:off x="781" y="119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3062" name="Line 14"/>
              <p:cNvSpPr/>
              <p:nvPr/>
            </p:nvSpPr>
            <p:spPr>
              <a:xfrm flipH="1" flipV="1">
                <a:off x="1543" y="278"/>
                <a:ext cx="0" cy="251"/>
              </a:xfrm>
              <a:prstGeom prst="line">
                <a:avLst/>
              </a:prstGeom>
              <a:ln w="28575" cap="flat" cmpd="sng">
                <a:solidFill>
                  <a:schemeClr val="accent1"/>
                </a:solidFill>
                <a:prstDash val="solid"/>
                <a:headEnd type="none" w="med" len="med"/>
                <a:tailEnd type="none" w="med" len="med"/>
              </a:ln>
            </p:spPr>
          </p:sp>
          <p:sp>
            <p:nvSpPr>
              <p:cNvPr id="43063" name="Rectangle 28"/>
              <p:cNvSpPr/>
              <p:nvPr/>
            </p:nvSpPr>
            <p:spPr>
              <a:xfrm>
                <a:off x="1171" y="142"/>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3064" name="Text Box 29"/>
              <p:cNvSpPr txBox="1"/>
              <p:nvPr/>
            </p:nvSpPr>
            <p:spPr>
              <a:xfrm>
                <a:off x="1144" y="132"/>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3065" name="Oval 32"/>
              <p:cNvSpPr/>
              <p:nvPr/>
            </p:nvSpPr>
            <p:spPr>
              <a:xfrm flipH="1">
                <a:off x="1339" y="246"/>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3066" name="Oval 81"/>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grpSp>
      <p:sp>
        <p:nvSpPr>
          <p:cNvPr id="43012" name="Text Box 51"/>
          <p:cNvSpPr txBox="1"/>
          <p:nvPr/>
        </p:nvSpPr>
        <p:spPr>
          <a:xfrm>
            <a:off x="1545590" y="980440"/>
            <a:ext cx="2365375" cy="706755"/>
          </a:xfrm>
          <a:prstGeom prst="rect">
            <a:avLst/>
          </a:prstGeom>
          <a:noFill/>
          <a:ln w="9525">
            <a:noFill/>
          </a:ln>
        </p:spPr>
        <p:txBody>
          <a:bodyPr wrap="square">
            <a:spAutoFit/>
          </a:bodyPr>
          <a:lstStyle/>
          <a:p>
            <a:pPr eaLnBrk="1" hangingPunct="1"/>
            <a:r>
              <a:rPr lang="zh-CN" altLang="en-US" dirty="0">
                <a:solidFill>
                  <a:schemeClr val="tx1"/>
                </a:solidFill>
                <a:latin typeface="华文新魏" panose="02010800040101010101" pitchFamily="2" charset="-122"/>
                <a:ea typeface="华文新魏" panose="02010800040101010101" pitchFamily="2" charset="-122"/>
              </a:rPr>
              <a:t>初态：</a:t>
            </a:r>
            <a:r>
              <a:rPr lang="en-US" altLang="zh-CN" dirty="0">
                <a:solidFill>
                  <a:schemeClr val="tx1"/>
                </a:solidFill>
                <a:latin typeface="华文新魏" panose="02010800040101010101" pitchFamily="2" charset="-122"/>
                <a:ea typeface="华文新魏" panose="02010800040101010101" pitchFamily="2" charset="-122"/>
              </a:rPr>
              <a:t>Q = 0</a:t>
            </a: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r>
              <a:rPr lang="zh-CN" altLang="zh-CN" dirty="0">
                <a:solidFill>
                  <a:srgbClr val="FF0000"/>
                </a:solidFill>
                <a:latin typeface="华文新魏" panose="02010800040101010101" pitchFamily="2" charset="-122"/>
                <a:ea typeface="华文新魏" panose="02010800040101010101" pitchFamily="2" charset="-122"/>
              </a:rPr>
              <a:t>红色线条表示</a:t>
            </a:r>
            <a:r>
              <a:rPr lang="en-US" altLang="zh-CN" dirty="0">
                <a:solidFill>
                  <a:srgbClr val="FF0000"/>
                </a:solidFill>
                <a:latin typeface="华文新魏" panose="02010800040101010101" pitchFamily="2" charset="-122"/>
                <a:ea typeface="华文新魏" panose="02010800040101010101" pitchFamily="2" charset="-122"/>
              </a:rPr>
              <a:t>“1”</a:t>
            </a:r>
            <a:endParaRPr lang="en-US" altLang="zh-CN"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(2)</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45059" name="组合 120"/>
          <p:cNvGrpSpPr/>
          <p:nvPr/>
        </p:nvGrpSpPr>
        <p:grpSpPr>
          <a:xfrm>
            <a:off x="1187450" y="1419225"/>
            <a:ext cx="6337300" cy="3214688"/>
            <a:chOff x="252413" y="2205038"/>
            <a:chExt cx="6337300" cy="3214687"/>
          </a:xfrm>
        </p:grpSpPr>
        <p:sp>
          <p:nvSpPr>
            <p:cNvPr id="45061" name="Text Box 2"/>
            <p:cNvSpPr txBox="1"/>
            <p:nvPr/>
          </p:nvSpPr>
          <p:spPr>
            <a:xfrm>
              <a:off x="4500563" y="2276475"/>
              <a:ext cx="2089150" cy="3143250"/>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5062" name="Text Box 3"/>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5063" name="Text Box 10"/>
            <p:cNvSpPr txBox="1"/>
            <p:nvPr/>
          </p:nvSpPr>
          <p:spPr>
            <a:xfrm>
              <a:off x="4675188" y="2241550"/>
              <a:ext cx="354012"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5064" name="Text Box 11"/>
            <p:cNvSpPr txBox="1"/>
            <p:nvPr/>
          </p:nvSpPr>
          <p:spPr>
            <a:xfrm>
              <a:off x="4641850" y="2911475"/>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5065" name="Text Box 12"/>
            <p:cNvSpPr txBox="1"/>
            <p:nvPr/>
          </p:nvSpPr>
          <p:spPr>
            <a:xfrm>
              <a:off x="4635500" y="3521075"/>
              <a:ext cx="387350"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5066" name="Text Box 13"/>
            <p:cNvSpPr txBox="1"/>
            <p:nvPr/>
          </p:nvSpPr>
          <p:spPr>
            <a:xfrm>
              <a:off x="4635500" y="4222750"/>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5067" name="Text Box 14"/>
            <p:cNvSpPr txBox="1"/>
            <p:nvPr/>
          </p:nvSpPr>
          <p:spPr>
            <a:xfrm>
              <a:off x="4635500" y="4892675"/>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5068" name="Line 16"/>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45069" name="Line 20"/>
            <p:cNvSpPr/>
            <p:nvPr/>
          </p:nvSpPr>
          <p:spPr>
            <a:xfrm>
              <a:off x="5321300" y="3352800"/>
              <a:ext cx="1079500" cy="0"/>
            </a:xfrm>
            <a:prstGeom prst="line">
              <a:avLst/>
            </a:prstGeom>
            <a:ln w="57150" cap="flat" cmpd="sng">
              <a:solidFill>
                <a:srgbClr val="FFFF00"/>
              </a:solidFill>
              <a:prstDash val="solid"/>
              <a:headEnd type="none" w="med" len="med"/>
              <a:tailEnd type="none" w="med" len="med"/>
            </a:ln>
          </p:spPr>
        </p:sp>
        <p:sp>
          <p:nvSpPr>
            <p:cNvPr id="45070" name="Line 26"/>
            <p:cNvSpPr/>
            <p:nvPr/>
          </p:nvSpPr>
          <p:spPr>
            <a:xfrm>
              <a:off x="5321300" y="2743200"/>
              <a:ext cx="922338" cy="0"/>
            </a:xfrm>
            <a:prstGeom prst="line">
              <a:avLst/>
            </a:prstGeom>
            <a:ln w="57150" cap="flat" cmpd="sng">
              <a:solidFill>
                <a:srgbClr val="FFFF00"/>
              </a:solidFill>
              <a:prstDash val="solid"/>
              <a:headEnd type="none" w="med" len="med"/>
              <a:tailEnd type="none" w="med" len="med"/>
            </a:ln>
          </p:spPr>
        </p:sp>
        <p:sp>
          <p:nvSpPr>
            <p:cNvPr id="45071" name="Line 27"/>
            <p:cNvSpPr/>
            <p:nvPr/>
          </p:nvSpPr>
          <p:spPr>
            <a:xfrm>
              <a:off x="5875338" y="3657600"/>
              <a:ext cx="0" cy="381000"/>
            </a:xfrm>
            <a:prstGeom prst="line">
              <a:avLst/>
            </a:prstGeom>
            <a:ln w="57150" cap="flat" cmpd="sng">
              <a:solidFill>
                <a:srgbClr val="99CCFF"/>
              </a:solidFill>
              <a:prstDash val="solid"/>
              <a:headEnd type="none" w="med" len="med"/>
              <a:tailEnd type="none" w="med" len="med"/>
            </a:ln>
          </p:spPr>
        </p:sp>
        <p:sp>
          <p:nvSpPr>
            <p:cNvPr id="45072" name="Line 28"/>
            <p:cNvSpPr/>
            <p:nvPr/>
          </p:nvSpPr>
          <p:spPr>
            <a:xfrm>
              <a:off x="5321300" y="4038600"/>
              <a:ext cx="554038" cy="0"/>
            </a:xfrm>
            <a:prstGeom prst="line">
              <a:avLst/>
            </a:prstGeom>
            <a:ln w="57150" cap="flat" cmpd="sng">
              <a:solidFill>
                <a:srgbClr val="99CCFF"/>
              </a:solidFill>
              <a:prstDash val="solid"/>
              <a:headEnd type="none" w="med" len="med"/>
              <a:tailEnd type="none" w="med" len="med"/>
            </a:ln>
          </p:spPr>
        </p:sp>
        <p:sp>
          <p:nvSpPr>
            <p:cNvPr id="45073" name="Line 29"/>
            <p:cNvSpPr/>
            <p:nvPr/>
          </p:nvSpPr>
          <p:spPr>
            <a:xfrm>
              <a:off x="5321300" y="4724400"/>
              <a:ext cx="927100" cy="0"/>
            </a:xfrm>
            <a:prstGeom prst="line">
              <a:avLst/>
            </a:prstGeom>
            <a:ln w="57150" cap="flat" cmpd="sng">
              <a:solidFill>
                <a:schemeClr val="bg1"/>
              </a:solidFill>
              <a:prstDash val="solid"/>
              <a:headEnd type="none" w="med" len="med"/>
              <a:tailEnd type="none" w="med" len="med"/>
            </a:ln>
          </p:spPr>
        </p:sp>
        <p:sp>
          <p:nvSpPr>
            <p:cNvPr id="45074" name="Line 30"/>
            <p:cNvSpPr/>
            <p:nvPr/>
          </p:nvSpPr>
          <p:spPr>
            <a:xfrm>
              <a:off x="5321300" y="4953000"/>
              <a:ext cx="927100" cy="0"/>
            </a:xfrm>
            <a:prstGeom prst="line">
              <a:avLst/>
            </a:prstGeom>
            <a:ln w="57150" cap="flat" cmpd="sng">
              <a:solidFill>
                <a:schemeClr val="bg1"/>
              </a:solidFill>
              <a:prstDash val="solid"/>
              <a:headEnd type="none" w="med" len="med"/>
              <a:tailEnd type="none" w="med" len="med"/>
            </a:ln>
          </p:spPr>
        </p:sp>
        <p:sp>
          <p:nvSpPr>
            <p:cNvPr id="45075" name="Line 78"/>
            <p:cNvSpPr/>
            <p:nvPr/>
          </p:nvSpPr>
          <p:spPr>
            <a:xfrm>
              <a:off x="5867400" y="3657600"/>
              <a:ext cx="381000" cy="0"/>
            </a:xfrm>
            <a:prstGeom prst="line">
              <a:avLst/>
            </a:prstGeom>
            <a:ln w="57150" cap="flat" cmpd="sng">
              <a:solidFill>
                <a:srgbClr val="99CCFF"/>
              </a:solidFill>
              <a:prstDash val="solid"/>
              <a:headEnd type="none" w="med" len="med"/>
              <a:tailEnd type="none" w="med" len="med"/>
            </a:ln>
          </p:spPr>
        </p:sp>
        <p:grpSp>
          <p:nvGrpSpPr>
            <p:cNvPr id="45076" name="Group 136"/>
            <p:cNvGrpSpPr/>
            <p:nvPr/>
          </p:nvGrpSpPr>
          <p:grpSpPr>
            <a:xfrm>
              <a:off x="530225" y="2287588"/>
              <a:ext cx="3660775" cy="2846387"/>
              <a:chOff x="0" y="0"/>
              <a:chExt cx="2306" cy="1793"/>
            </a:xfrm>
          </p:grpSpPr>
          <p:sp>
            <p:nvSpPr>
              <p:cNvPr id="45077" name="Line 34"/>
              <p:cNvSpPr/>
              <p:nvPr/>
            </p:nvSpPr>
            <p:spPr>
              <a:xfrm flipH="1">
                <a:off x="1029" y="378"/>
                <a:ext cx="141" cy="0"/>
              </a:xfrm>
              <a:prstGeom prst="line">
                <a:avLst/>
              </a:prstGeom>
              <a:ln w="28575" cap="flat" cmpd="sng">
                <a:solidFill>
                  <a:srgbClr val="FF5050"/>
                </a:solidFill>
                <a:prstDash val="solid"/>
                <a:headEnd type="none" w="med" len="med"/>
                <a:tailEnd type="none" w="med" len="med"/>
              </a:ln>
            </p:spPr>
          </p:sp>
          <p:sp>
            <p:nvSpPr>
              <p:cNvPr id="45078" name="Line 35"/>
              <p:cNvSpPr/>
              <p:nvPr/>
            </p:nvSpPr>
            <p:spPr>
              <a:xfrm>
                <a:off x="1029" y="378"/>
                <a:ext cx="0" cy="151"/>
              </a:xfrm>
              <a:prstGeom prst="line">
                <a:avLst/>
              </a:prstGeom>
              <a:ln w="28575" cap="flat" cmpd="sng">
                <a:solidFill>
                  <a:srgbClr val="FF5050"/>
                </a:solidFill>
                <a:prstDash val="solid"/>
                <a:headEnd type="none" w="med" len="med"/>
                <a:tailEnd type="none" w="med" len="med"/>
              </a:ln>
            </p:spPr>
          </p:sp>
          <p:sp>
            <p:nvSpPr>
              <p:cNvPr id="45079" name="Line 36"/>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45080" name="Line 37"/>
              <p:cNvSpPr/>
              <p:nvPr/>
            </p:nvSpPr>
            <p:spPr>
              <a:xfrm>
                <a:off x="1039" y="529"/>
                <a:ext cx="504" cy="402"/>
              </a:xfrm>
              <a:prstGeom prst="line">
                <a:avLst/>
              </a:prstGeom>
              <a:ln w="28575" cap="flat" cmpd="sng">
                <a:solidFill>
                  <a:srgbClr val="FF5050"/>
                </a:solidFill>
                <a:prstDash val="solid"/>
                <a:headEnd type="none" w="med" len="med"/>
                <a:tailEnd type="none" w="med" len="med"/>
              </a:ln>
            </p:spPr>
          </p:sp>
          <p:sp>
            <p:nvSpPr>
              <p:cNvPr id="45081" name="Line 38"/>
              <p:cNvSpPr/>
              <p:nvPr/>
            </p:nvSpPr>
            <p:spPr>
              <a:xfrm flipV="1">
                <a:off x="1543" y="931"/>
                <a:ext cx="0" cy="250"/>
              </a:xfrm>
              <a:prstGeom prst="line">
                <a:avLst/>
              </a:prstGeom>
              <a:ln w="28575" cap="flat" cmpd="sng">
                <a:solidFill>
                  <a:srgbClr val="FF5050"/>
                </a:solidFill>
                <a:prstDash val="solid"/>
                <a:headEnd type="none" w="med" len="med"/>
                <a:tailEnd type="none" w="med" len="med"/>
              </a:ln>
            </p:spPr>
          </p:sp>
          <p:sp>
            <p:nvSpPr>
              <p:cNvPr id="45082" name="Line 39"/>
              <p:cNvSpPr/>
              <p:nvPr/>
            </p:nvSpPr>
            <p:spPr>
              <a:xfrm flipH="1">
                <a:off x="1039" y="1081"/>
                <a:ext cx="125" cy="1"/>
              </a:xfrm>
              <a:prstGeom prst="line">
                <a:avLst/>
              </a:prstGeom>
              <a:ln w="28575" cap="flat" cmpd="sng">
                <a:solidFill>
                  <a:schemeClr val="accent1"/>
                </a:solidFill>
                <a:prstDash val="solid"/>
                <a:headEnd type="none" w="med" len="med"/>
                <a:tailEnd type="none" w="med" len="med"/>
              </a:ln>
            </p:spPr>
          </p:sp>
          <p:sp>
            <p:nvSpPr>
              <p:cNvPr id="45083" name="Line 40"/>
              <p:cNvSpPr/>
              <p:nvPr/>
            </p:nvSpPr>
            <p:spPr>
              <a:xfrm flipH="1">
                <a:off x="1040" y="941"/>
                <a:ext cx="0" cy="150"/>
              </a:xfrm>
              <a:prstGeom prst="line">
                <a:avLst/>
              </a:prstGeom>
              <a:ln w="28575" cap="flat" cmpd="sng">
                <a:solidFill>
                  <a:schemeClr val="accent1"/>
                </a:solidFill>
                <a:prstDash val="solid"/>
                <a:headEnd type="none" w="med" len="med"/>
                <a:tailEnd type="none" w="med" len="med"/>
              </a:ln>
            </p:spPr>
          </p:sp>
          <p:sp>
            <p:nvSpPr>
              <p:cNvPr id="45084" name="Line 41"/>
              <p:cNvSpPr/>
              <p:nvPr/>
            </p:nvSpPr>
            <p:spPr>
              <a:xfrm flipH="1" flipV="1">
                <a:off x="1543" y="278"/>
                <a:ext cx="0" cy="251"/>
              </a:xfrm>
              <a:prstGeom prst="line">
                <a:avLst/>
              </a:prstGeom>
              <a:ln w="28575" cap="flat" cmpd="sng">
                <a:solidFill>
                  <a:schemeClr val="accent1"/>
                </a:solidFill>
                <a:prstDash val="solid"/>
                <a:headEnd type="none" w="med" len="med"/>
                <a:tailEnd type="none" w="med" len="med"/>
              </a:ln>
            </p:spPr>
          </p:sp>
          <p:sp>
            <p:nvSpPr>
              <p:cNvPr id="45085" name="Line 42"/>
              <p:cNvSpPr/>
              <p:nvPr/>
            </p:nvSpPr>
            <p:spPr>
              <a:xfrm flipV="1">
                <a:off x="1039" y="529"/>
                <a:ext cx="504" cy="402"/>
              </a:xfrm>
              <a:prstGeom prst="line">
                <a:avLst/>
              </a:prstGeom>
              <a:ln w="28575" cap="flat" cmpd="sng">
                <a:solidFill>
                  <a:schemeClr val="accent1"/>
                </a:solidFill>
                <a:prstDash val="solid"/>
                <a:headEnd type="none" w="med" len="med"/>
                <a:tailEnd type="none" w="med" len="med"/>
              </a:ln>
            </p:spPr>
          </p:sp>
          <p:sp>
            <p:nvSpPr>
              <p:cNvPr id="45086" name="Text Box 43"/>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5087" name="Text Box 44"/>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5088" name="Line 45"/>
              <p:cNvSpPr/>
              <p:nvPr/>
            </p:nvSpPr>
            <p:spPr>
              <a:xfrm>
                <a:off x="1404" y="282"/>
                <a:ext cx="614" cy="0"/>
              </a:xfrm>
              <a:prstGeom prst="line">
                <a:avLst/>
              </a:prstGeom>
              <a:ln w="28575" cap="flat" cmpd="sng">
                <a:solidFill>
                  <a:schemeClr val="accent1"/>
                </a:solidFill>
                <a:prstDash val="solid"/>
                <a:headEnd type="none" w="med" len="med"/>
                <a:tailEnd type="none" w="med" len="med"/>
              </a:ln>
            </p:spPr>
          </p:sp>
          <p:sp>
            <p:nvSpPr>
              <p:cNvPr id="45089" name="Line 46"/>
              <p:cNvSpPr/>
              <p:nvPr/>
            </p:nvSpPr>
            <p:spPr>
              <a:xfrm>
                <a:off x="1411" y="1188"/>
                <a:ext cx="614" cy="0"/>
              </a:xfrm>
              <a:prstGeom prst="line">
                <a:avLst/>
              </a:prstGeom>
              <a:ln w="28575" cap="flat" cmpd="sng">
                <a:solidFill>
                  <a:srgbClr val="FF5050"/>
                </a:solidFill>
                <a:prstDash val="solid"/>
                <a:headEnd type="none" w="med" len="med"/>
                <a:tailEnd type="none" w="med" len="med"/>
              </a:ln>
            </p:spPr>
          </p:sp>
          <p:sp>
            <p:nvSpPr>
              <p:cNvPr id="45090" name="Oval 47"/>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5091" name="Line 52"/>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45092" name="Line 53"/>
              <p:cNvSpPr/>
              <p:nvPr/>
            </p:nvSpPr>
            <p:spPr>
              <a:xfrm>
                <a:off x="861" y="1234"/>
                <a:ext cx="322" cy="0"/>
              </a:xfrm>
              <a:prstGeom prst="line">
                <a:avLst/>
              </a:prstGeom>
              <a:ln w="28575" cap="flat" cmpd="sng">
                <a:solidFill>
                  <a:srgbClr val="FF5050"/>
                </a:solidFill>
                <a:prstDash val="solid"/>
                <a:headEnd type="none" w="med" len="med"/>
                <a:tailEnd type="none" w="med" len="med"/>
              </a:ln>
            </p:spPr>
          </p:sp>
          <p:sp>
            <p:nvSpPr>
              <p:cNvPr id="45093" name="Line 54"/>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45094" name="Line 55"/>
              <p:cNvSpPr/>
              <p:nvPr/>
            </p:nvSpPr>
            <p:spPr>
              <a:xfrm flipH="1">
                <a:off x="547" y="297"/>
                <a:ext cx="68" cy="0"/>
              </a:xfrm>
              <a:prstGeom prst="line">
                <a:avLst/>
              </a:prstGeom>
              <a:ln w="28575" cap="flat" cmpd="sng">
                <a:solidFill>
                  <a:srgbClr val="FF5050"/>
                </a:solidFill>
                <a:prstDash val="solid"/>
                <a:headEnd type="none" w="med" len="med"/>
                <a:tailEnd type="none" w="med" len="med"/>
              </a:ln>
            </p:spPr>
          </p:sp>
          <p:sp>
            <p:nvSpPr>
              <p:cNvPr id="45095" name="Line 56"/>
              <p:cNvSpPr/>
              <p:nvPr/>
            </p:nvSpPr>
            <p:spPr>
              <a:xfrm flipH="1">
                <a:off x="547" y="1165"/>
                <a:ext cx="68" cy="0"/>
              </a:xfrm>
              <a:prstGeom prst="line">
                <a:avLst/>
              </a:prstGeom>
              <a:ln w="28575" cap="flat" cmpd="sng">
                <a:solidFill>
                  <a:srgbClr val="FF5050"/>
                </a:solidFill>
                <a:prstDash val="solid"/>
                <a:headEnd type="none" w="med" len="med"/>
                <a:tailEnd type="none" w="med" len="med"/>
              </a:ln>
            </p:spPr>
          </p:sp>
          <p:sp>
            <p:nvSpPr>
              <p:cNvPr id="45096" name="Line 57"/>
              <p:cNvSpPr/>
              <p:nvPr/>
            </p:nvSpPr>
            <p:spPr>
              <a:xfrm>
                <a:off x="547" y="297"/>
                <a:ext cx="0" cy="868"/>
              </a:xfrm>
              <a:prstGeom prst="line">
                <a:avLst/>
              </a:prstGeom>
              <a:ln w="28575" cap="flat" cmpd="sng">
                <a:solidFill>
                  <a:srgbClr val="FF5050"/>
                </a:solidFill>
                <a:prstDash val="solid"/>
                <a:headEnd type="none" w="med" len="med"/>
                <a:tailEnd type="none" w="med" len="med"/>
              </a:ln>
            </p:spPr>
          </p:sp>
          <p:sp>
            <p:nvSpPr>
              <p:cNvPr id="45097" name="Line 58"/>
              <p:cNvSpPr/>
              <p:nvPr/>
            </p:nvSpPr>
            <p:spPr>
              <a:xfrm>
                <a:off x="206" y="1298"/>
                <a:ext cx="409" cy="0"/>
              </a:xfrm>
              <a:prstGeom prst="line">
                <a:avLst/>
              </a:prstGeom>
              <a:ln w="28575" cap="flat" cmpd="sng">
                <a:solidFill>
                  <a:schemeClr val="accent1"/>
                </a:solidFill>
                <a:prstDash val="solid"/>
                <a:headEnd type="none" w="med" len="med"/>
                <a:tailEnd type="none" w="med" len="med"/>
              </a:ln>
            </p:spPr>
          </p:sp>
          <p:sp>
            <p:nvSpPr>
              <p:cNvPr id="45098" name="Line 59"/>
              <p:cNvSpPr/>
              <p:nvPr/>
            </p:nvSpPr>
            <p:spPr>
              <a:xfrm flipH="1">
                <a:off x="206" y="731"/>
                <a:ext cx="341" cy="0"/>
              </a:xfrm>
              <a:prstGeom prst="line">
                <a:avLst/>
              </a:prstGeom>
              <a:ln w="28575" cap="flat" cmpd="sng">
                <a:solidFill>
                  <a:srgbClr val="FF5050"/>
                </a:solidFill>
                <a:prstDash val="solid"/>
                <a:headEnd type="none" w="med" len="med"/>
                <a:tailEnd type="none" w="med" len="med"/>
              </a:ln>
            </p:spPr>
          </p:sp>
          <p:sp>
            <p:nvSpPr>
              <p:cNvPr id="45099" name="Text Box 60"/>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5100" name="Text Box 61"/>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5101" name="Text Box 62"/>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5102" name="Text Box 63"/>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45103" name="Oval 72"/>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5104" name="Oval 73"/>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45105" name="Group 122"/>
              <p:cNvGrpSpPr/>
              <p:nvPr/>
            </p:nvGrpSpPr>
            <p:grpSpPr>
              <a:xfrm>
                <a:off x="596" y="44"/>
                <a:ext cx="263" cy="302"/>
                <a:chOff x="0" y="0"/>
                <a:chExt cx="263" cy="302"/>
              </a:xfrm>
            </p:grpSpPr>
            <p:sp>
              <p:nvSpPr>
                <p:cNvPr id="45118" name="Rectangle 107"/>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5119" name="Text Box 108"/>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5120" name="Oval 109"/>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5106" name="Group 123"/>
              <p:cNvGrpSpPr/>
              <p:nvPr/>
            </p:nvGrpSpPr>
            <p:grpSpPr>
              <a:xfrm>
                <a:off x="603" y="1089"/>
                <a:ext cx="263" cy="302"/>
                <a:chOff x="0" y="0"/>
                <a:chExt cx="263" cy="302"/>
              </a:xfrm>
            </p:grpSpPr>
            <p:sp>
              <p:nvSpPr>
                <p:cNvPr id="45115" name="Rectangle 124"/>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5116" name="Text Box 125"/>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5117" name="Oval 126"/>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5107" name="Group 127"/>
              <p:cNvGrpSpPr/>
              <p:nvPr/>
            </p:nvGrpSpPr>
            <p:grpSpPr>
              <a:xfrm>
                <a:off x="1154" y="1041"/>
                <a:ext cx="263" cy="302"/>
                <a:chOff x="0" y="0"/>
                <a:chExt cx="263" cy="302"/>
              </a:xfrm>
            </p:grpSpPr>
            <p:sp>
              <p:nvSpPr>
                <p:cNvPr id="45112" name="Rectangle 128"/>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5113" name="Text Box 129"/>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5114" name="Oval 130"/>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5108" name="Group 131"/>
              <p:cNvGrpSpPr/>
              <p:nvPr/>
            </p:nvGrpSpPr>
            <p:grpSpPr>
              <a:xfrm>
                <a:off x="1154" y="134"/>
                <a:ext cx="263" cy="302"/>
                <a:chOff x="0" y="0"/>
                <a:chExt cx="263" cy="302"/>
              </a:xfrm>
            </p:grpSpPr>
            <p:sp>
              <p:nvSpPr>
                <p:cNvPr id="45109" name="Rectangle 132"/>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5110" name="Text Box 133"/>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5111" name="Oval 134"/>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45060" name="Text Box 137"/>
          <p:cNvSpPr txBox="1"/>
          <p:nvPr/>
        </p:nvSpPr>
        <p:spPr>
          <a:xfrm>
            <a:off x="2057400" y="933450"/>
            <a:ext cx="2238375" cy="519113"/>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Q = 0</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C=1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(3)</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47107" name="组合 64"/>
          <p:cNvGrpSpPr/>
          <p:nvPr/>
        </p:nvGrpSpPr>
        <p:grpSpPr>
          <a:xfrm>
            <a:off x="984250" y="750888"/>
            <a:ext cx="6870700" cy="3968750"/>
            <a:chOff x="252413" y="1270000"/>
            <a:chExt cx="7200900" cy="4360863"/>
          </a:xfrm>
        </p:grpSpPr>
        <p:sp>
          <p:nvSpPr>
            <p:cNvPr id="47109" name="Text Box 2"/>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7110" name="Text Box 3"/>
            <p:cNvSpPr txBox="1"/>
            <p:nvPr/>
          </p:nvSpPr>
          <p:spPr>
            <a:xfrm>
              <a:off x="4500563" y="1270000"/>
              <a:ext cx="2952750"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7111" name="Text Box 10"/>
            <p:cNvSpPr txBox="1"/>
            <p:nvPr/>
          </p:nvSpPr>
          <p:spPr>
            <a:xfrm>
              <a:off x="4635500" y="2241550"/>
              <a:ext cx="3540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7112" name="Text Box 11"/>
            <p:cNvSpPr txBox="1"/>
            <p:nvPr/>
          </p:nvSpPr>
          <p:spPr>
            <a:xfrm>
              <a:off x="4635500" y="2911475"/>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7113" name="Text Box 12"/>
            <p:cNvSpPr txBox="1"/>
            <p:nvPr/>
          </p:nvSpPr>
          <p:spPr>
            <a:xfrm>
              <a:off x="4635500" y="3521075"/>
              <a:ext cx="404813"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7114" name="Text Box 13"/>
            <p:cNvSpPr txBox="1"/>
            <p:nvPr/>
          </p:nvSpPr>
          <p:spPr>
            <a:xfrm>
              <a:off x="4635500" y="4222750"/>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7115" name="Text Box 14"/>
            <p:cNvSpPr txBox="1"/>
            <p:nvPr/>
          </p:nvSpPr>
          <p:spPr>
            <a:xfrm>
              <a:off x="4635500" y="4892675"/>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7116" name="Line 15"/>
            <p:cNvSpPr/>
            <p:nvPr/>
          </p:nvSpPr>
          <p:spPr>
            <a:xfrm>
              <a:off x="6243638" y="2378075"/>
              <a:ext cx="0" cy="2879725"/>
            </a:xfrm>
            <a:prstGeom prst="line">
              <a:avLst/>
            </a:prstGeom>
            <a:ln w="9525" cap="flat" cmpd="sng">
              <a:solidFill>
                <a:schemeClr val="bg1"/>
              </a:solidFill>
              <a:prstDash val="dash"/>
              <a:headEnd type="none" w="med" len="med"/>
              <a:tailEnd type="none" w="med" len="med"/>
            </a:ln>
          </p:spPr>
        </p:sp>
        <p:sp>
          <p:nvSpPr>
            <p:cNvPr id="47117" name="Line 16"/>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47118" name="Line 17"/>
            <p:cNvSpPr/>
            <p:nvPr/>
          </p:nvSpPr>
          <p:spPr>
            <a:xfrm>
              <a:off x="6243638" y="2362200"/>
              <a:ext cx="738187" cy="0"/>
            </a:xfrm>
            <a:prstGeom prst="line">
              <a:avLst/>
            </a:prstGeom>
            <a:ln w="57150" cap="flat" cmpd="sng">
              <a:solidFill>
                <a:srgbClr val="FFFF00"/>
              </a:solidFill>
              <a:prstDash val="solid"/>
              <a:headEnd type="none" w="med" len="med"/>
              <a:tailEnd type="none" w="med" len="med"/>
            </a:ln>
          </p:spPr>
        </p:sp>
        <p:sp>
          <p:nvSpPr>
            <p:cNvPr id="47119" name="Line 20"/>
            <p:cNvSpPr/>
            <p:nvPr/>
          </p:nvSpPr>
          <p:spPr>
            <a:xfrm>
              <a:off x="5321300" y="3352800"/>
              <a:ext cx="1727200" cy="0"/>
            </a:xfrm>
            <a:prstGeom prst="line">
              <a:avLst/>
            </a:prstGeom>
            <a:ln w="57150" cap="flat" cmpd="sng">
              <a:solidFill>
                <a:srgbClr val="FFFF00"/>
              </a:solidFill>
              <a:prstDash val="solid"/>
              <a:headEnd type="none" w="med" len="med"/>
              <a:tailEnd type="none" w="med" len="med"/>
            </a:ln>
          </p:spPr>
        </p:sp>
        <p:sp>
          <p:nvSpPr>
            <p:cNvPr id="47120" name="Line 23"/>
            <p:cNvSpPr/>
            <p:nvPr/>
          </p:nvSpPr>
          <p:spPr>
            <a:xfrm>
              <a:off x="5875338" y="3657600"/>
              <a:ext cx="1144587" cy="0"/>
            </a:xfrm>
            <a:prstGeom prst="line">
              <a:avLst/>
            </a:prstGeom>
            <a:ln w="57150" cap="flat" cmpd="sng">
              <a:solidFill>
                <a:srgbClr val="99CCFF"/>
              </a:solidFill>
              <a:prstDash val="solid"/>
              <a:headEnd type="none" w="med" len="med"/>
              <a:tailEnd type="none" w="med" len="med"/>
            </a:ln>
          </p:spPr>
        </p:sp>
        <p:sp>
          <p:nvSpPr>
            <p:cNvPr id="47121" name="Line 25"/>
            <p:cNvSpPr/>
            <p:nvPr/>
          </p:nvSpPr>
          <p:spPr>
            <a:xfrm>
              <a:off x="6243638" y="2362200"/>
              <a:ext cx="0" cy="381000"/>
            </a:xfrm>
            <a:prstGeom prst="line">
              <a:avLst/>
            </a:prstGeom>
            <a:ln w="57150" cap="flat" cmpd="sng">
              <a:solidFill>
                <a:srgbClr val="FFFF00"/>
              </a:solidFill>
              <a:prstDash val="solid"/>
              <a:headEnd type="none" w="med" len="med"/>
              <a:tailEnd type="none" w="med" len="med"/>
            </a:ln>
          </p:spPr>
        </p:sp>
        <p:sp>
          <p:nvSpPr>
            <p:cNvPr id="47122" name="Line 26"/>
            <p:cNvSpPr/>
            <p:nvPr/>
          </p:nvSpPr>
          <p:spPr>
            <a:xfrm>
              <a:off x="5321300" y="2743200"/>
              <a:ext cx="922338" cy="0"/>
            </a:xfrm>
            <a:prstGeom prst="line">
              <a:avLst/>
            </a:prstGeom>
            <a:ln w="57150" cap="flat" cmpd="sng">
              <a:solidFill>
                <a:srgbClr val="FFFF00"/>
              </a:solidFill>
              <a:prstDash val="solid"/>
              <a:headEnd type="none" w="med" len="med"/>
              <a:tailEnd type="none" w="med" len="med"/>
            </a:ln>
          </p:spPr>
        </p:sp>
        <p:sp>
          <p:nvSpPr>
            <p:cNvPr id="47123" name="Line 27"/>
            <p:cNvSpPr/>
            <p:nvPr/>
          </p:nvSpPr>
          <p:spPr>
            <a:xfrm>
              <a:off x="5875338" y="3657600"/>
              <a:ext cx="0" cy="381000"/>
            </a:xfrm>
            <a:prstGeom prst="line">
              <a:avLst/>
            </a:prstGeom>
            <a:ln w="57150" cap="flat" cmpd="sng">
              <a:solidFill>
                <a:srgbClr val="99CCFF"/>
              </a:solidFill>
              <a:prstDash val="solid"/>
              <a:headEnd type="none" w="med" len="med"/>
              <a:tailEnd type="none" w="med" len="med"/>
            </a:ln>
          </p:spPr>
        </p:sp>
        <p:sp>
          <p:nvSpPr>
            <p:cNvPr id="47124" name="Line 28"/>
            <p:cNvSpPr/>
            <p:nvPr/>
          </p:nvSpPr>
          <p:spPr>
            <a:xfrm>
              <a:off x="5321300" y="4038600"/>
              <a:ext cx="554038" cy="0"/>
            </a:xfrm>
            <a:prstGeom prst="line">
              <a:avLst/>
            </a:prstGeom>
            <a:ln w="57150" cap="flat" cmpd="sng">
              <a:solidFill>
                <a:srgbClr val="99CCFF"/>
              </a:solidFill>
              <a:prstDash val="solid"/>
              <a:headEnd type="none" w="med" len="med"/>
              <a:tailEnd type="none" w="med" len="med"/>
            </a:ln>
          </p:spPr>
        </p:sp>
        <p:sp>
          <p:nvSpPr>
            <p:cNvPr id="47125" name="Line 29"/>
            <p:cNvSpPr/>
            <p:nvPr/>
          </p:nvSpPr>
          <p:spPr>
            <a:xfrm>
              <a:off x="5321300" y="4724400"/>
              <a:ext cx="927100" cy="0"/>
            </a:xfrm>
            <a:prstGeom prst="line">
              <a:avLst/>
            </a:prstGeom>
            <a:ln w="57150" cap="flat" cmpd="sng">
              <a:solidFill>
                <a:schemeClr val="bg1"/>
              </a:solidFill>
              <a:prstDash val="solid"/>
              <a:headEnd type="none" w="med" len="med"/>
              <a:tailEnd type="none" w="med" len="med"/>
            </a:ln>
          </p:spPr>
        </p:sp>
        <p:sp>
          <p:nvSpPr>
            <p:cNvPr id="47126" name="Line 30"/>
            <p:cNvSpPr/>
            <p:nvPr/>
          </p:nvSpPr>
          <p:spPr>
            <a:xfrm>
              <a:off x="5321300" y="4953000"/>
              <a:ext cx="927100" cy="0"/>
            </a:xfrm>
            <a:prstGeom prst="line">
              <a:avLst/>
            </a:prstGeom>
            <a:ln w="57150" cap="flat" cmpd="sng">
              <a:solidFill>
                <a:schemeClr val="bg1"/>
              </a:solidFill>
              <a:prstDash val="solid"/>
              <a:headEnd type="none" w="med" len="med"/>
              <a:tailEnd type="none" w="med" len="med"/>
            </a:ln>
          </p:spPr>
        </p:sp>
        <p:sp>
          <p:nvSpPr>
            <p:cNvPr id="47127" name="Line 32"/>
            <p:cNvSpPr/>
            <p:nvPr/>
          </p:nvSpPr>
          <p:spPr>
            <a:xfrm>
              <a:off x="6553200" y="1524000"/>
              <a:ext cx="0" cy="457200"/>
            </a:xfrm>
            <a:prstGeom prst="line">
              <a:avLst/>
            </a:prstGeom>
            <a:ln w="57150" cap="flat" cmpd="sng">
              <a:solidFill>
                <a:srgbClr val="FFFF00"/>
              </a:solidFill>
              <a:prstDash val="solid"/>
              <a:headEnd type="none" w="med" len="med"/>
              <a:tailEnd type="triangle" w="med" len="med"/>
            </a:ln>
          </p:spPr>
        </p:sp>
        <p:sp>
          <p:nvSpPr>
            <p:cNvPr id="47128" name="Line 78"/>
            <p:cNvSpPr/>
            <p:nvPr/>
          </p:nvSpPr>
          <p:spPr>
            <a:xfrm>
              <a:off x="6248400" y="4343400"/>
              <a:ext cx="0" cy="381000"/>
            </a:xfrm>
            <a:prstGeom prst="line">
              <a:avLst/>
            </a:prstGeom>
            <a:ln w="57150" cap="flat" cmpd="sng">
              <a:solidFill>
                <a:schemeClr val="bg1"/>
              </a:solidFill>
              <a:prstDash val="solid"/>
              <a:headEnd type="none" w="med" len="med"/>
              <a:tailEnd type="none" w="med" len="med"/>
            </a:ln>
          </p:spPr>
        </p:sp>
        <p:sp>
          <p:nvSpPr>
            <p:cNvPr id="47129" name="Line 79"/>
            <p:cNvSpPr/>
            <p:nvPr/>
          </p:nvSpPr>
          <p:spPr>
            <a:xfrm>
              <a:off x="6248400" y="5334000"/>
              <a:ext cx="738188" cy="0"/>
            </a:xfrm>
            <a:prstGeom prst="line">
              <a:avLst/>
            </a:prstGeom>
            <a:ln w="57150" cap="flat" cmpd="sng">
              <a:solidFill>
                <a:schemeClr val="bg1"/>
              </a:solidFill>
              <a:prstDash val="solid"/>
              <a:headEnd type="none" w="med" len="med"/>
              <a:tailEnd type="none" w="med" len="med"/>
            </a:ln>
          </p:spPr>
        </p:sp>
        <p:sp>
          <p:nvSpPr>
            <p:cNvPr id="47130" name="Line 80"/>
            <p:cNvSpPr/>
            <p:nvPr/>
          </p:nvSpPr>
          <p:spPr>
            <a:xfrm>
              <a:off x="6248400" y="4953000"/>
              <a:ext cx="0" cy="381000"/>
            </a:xfrm>
            <a:prstGeom prst="line">
              <a:avLst/>
            </a:prstGeom>
            <a:ln w="57150" cap="flat" cmpd="sng">
              <a:solidFill>
                <a:schemeClr val="bg1"/>
              </a:solidFill>
              <a:prstDash val="solid"/>
              <a:headEnd type="none" w="med" len="med"/>
              <a:tailEnd type="none" w="med" len="med"/>
            </a:ln>
          </p:spPr>
        </p:sp>
        <p:sp>
          <p:nvSpPr>
            <p:cNvPr id="47131" name="Line 81"/>
            <p:cNvSpPr/>
            <p:nvPr/>
          </p:nvSpPr>
          <p:spPr>
            <a:xfrm>
              <a:off x="6248400" y="4343400"/>
              <a:ext cx="738188" cy="0"/>
            </a:xfrm>
            <a:prstGeom prst="line">
              <a:avLst/>
            </a:prstGeom>
            <a:ln w="57150" cap="flat" cmpd="sng">
              <a:solidFill>
                <a:schemeClr val="bg1"/>
              </a:solidFill>
              <a:prstDash val="solid"/>
              <a:headEnd type="none" w="med" len="med"/>
              <a:tailEnd type="none" w="med" len="med"/>
            </a:ln>
          </p:spPr>
        </p:sp>
        <p:grpSp>
          <p:nvGrpSpPr>
            <p:cNvPr id="47132" name="Group 101"/>
            <p:cNvGrpSpPr/>
            <p:nvPr/>
          </p:nvGrpSpPr>
          <p:grpSpPr>
            <a:xfrm>
              <a:off x="530225" y="2287588"/>
              <a:ext cx="3660775" cy="2846387"/>
              <a:chOff x="0" y="0"/>
              <a:chExt cx="2306" cy="1793"/>
            </a:xfrm>
          </p:grpSpPr>
          <p:sp>
            <p:nvSpPr>
              <p:cNvPr id="47133" name="Line 33"/>
              <p:cNvSpPr/>
              <p:nvPr/>
            </p:nvSpPr>
            <p:spPr>
              <a:xfrm flipH="1">
                <a:off x="1029" y="378"/>
                <a:ext cx="141" cy="0"/>
              </a:xfrm>
              <a:prstGeom prst="line">
                <a:avLst/>
              </a:prstGeom>
              <a:ln w="28575" cap="flat" cmpd="sng">
                <a:solidFill>
                  <a:schemeClr val="accent1"/>
                </a:solidFill>
                <a:prstDash val="solid"/>
                <a:headEnd type="none" w="med" len="med"/>
                <a:tailEnd type="none" w="med" len="med"/>
              </a:ln>
            </p:spPr>
          </p:sp>
          <p:sp>
            <p:nvSpPr>
              <p:cNvPr id="47134" name="Line 34"/>
              <p:cNvSpPr/>
              <p:nvPr/>
            </p:nvSpPr>
            <p:spPr>
              <a:xfrm>
                <a:off x="1029" y="378"/>
                <a:ext cx="0" cy="151"/>
              </a:xfrm>
              <a:prstGeom prst="line">
                <a:avLst/>
              </a:prstGeom>
              <a:ln w="28575" cap="flat" cmpd="sng">
                <a:solidFill>
                  <a:schemeClr val="accent1"/>
                </a:solidFill>
                <a:prstDash val="solid"/>
                <a:headEnd type="none" w="med" len="med"/>
                <a:tailEnd type="none" w="med" len="med"/>
              </a:ln>
            </p:spPr>
          </p:sp>
          <p:sp>
            <p:nvSpPr>
              <p:cNvPr id="47135" name="Line 35"/>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47136" name="Line 36"/>
              <p:cNvSpPr/>
              <p:nvPr/>
            </p:nvSpPr>
            <p:spPr>
              <a:xfrm>
                <a:off x="1039" y="529"/>
                <a:ext cx="504" cy="402"/>
              </a:xfrm>
              <a:prstGeom prst="line">
                <a:avLst/>
              </a:prstGeom>
              <a:ln w="28575" cap="flat" cmpd="sng">
                <a:solidFill>
                  <a:schemeClr val="accent1"/>
                </a:solidFill>
                <a:prstDash val="solid"/>
                <a:headEnd type="none" w="med" len="med"/>
                <a:tailEnd type="none" w="med" len="med"/>
              </a:ln>
            </p:spPr>
          </p:sp>
          <p:sp>
            <p:nvSpPr>
              <p:cNvPr id="47137" name="Line 37"/>
              <p:cNvSpPr/>
              <p:nvPr/>
            </p:nvSpPr>
            <p:spPr>
              <a:xfrm flipV="1">
                <a:off x="1543" y="931"/>
                <a:ext cx="0" cy="250"/>
              </a:xfrm>
              <a:prstGeom prst="line">
                <a:avLst/>
              </a:prstGeom>
              <a:ln w="28575" cap="flat" cmpd="sng">
                <a:solidFill>
                  <a:schemeClr val="accent1"/>
                </a:solidFill>
                <a:prstDash val="solid"/>
                <a:headEnd type="none" w="med" len="med"/>
                <a:tailEnd type="none" w="med" len="med"/>
              </a:ln>
            </p:spPr>
          </p:sp>
          <p:sp>
            <p:nvSpPr>
              <p:cNvPr id="47138" name="Line 38"/>
              <p:cNvSpPr/>
              <p:nvPr/>
            </p:nvSpPr>
            <p:spPr>
              <a:xfrm flipH="1">
                <a:off x="1039" y="1081"/>
                <a:ext cx="125" cy="1"/>
              </a:xfrm>
              <a:prstGeom prst="line">
                <a:avLst/>
              </a:prstGeom>
              <a:ln w="28575" cap="flat" cmpd="sng">
                <a:solidFill>
                  <a:srgbClr val="FF5050"/>
                </a:solidFill>
                <a:prstDash val="solid"/>
                <a:headEnd type="none" w="med" len="med"/>
                <a:tailEnd type="none" w="med" len="med"/>
              </a:ln>
            </p:spPr>
          </p:sp>
          <p:sp>
            <p:nvSpPr>
              <p:cNvPr id="47139" name="Line 39"/>
              <p:cNvSpPr/>
              <p:nvPr/>
            </p:nvSpPr>
            <p:spPr>
              <a:xfrm flipH="1">
                <a:off x="1040" y="941"/>
                <a:ext cx="0" cy="150"/>
              </a:xfrm>
              <a:prstGeom prst="line">
                <a:avLst/>
              </a:prstGeom>
              <a:ln w="28575" cap="flat" cmpd="sng">
                <a:solidFill>
                  <a:srgbClr val="FF5050"/>
                </a:solidFill>
                <a:prstDash val="solid"/>
                <a:headEnd type="none" w="med" len="med"/>
                <a:tailEnd type="none" w="med" len="med"/>
              </a:ln>
            </p:spPr>
          </p:sp>
          <p:sp>
            <p:nvSpPr>
              <p:cNvPr id="47140" name="Line 40"/>
              <p:cNvSpPr/>
              <p:nvPr/>
            </p:nvSpPr>
            <p:spPr>
              <a:xfrm flipH="1" flipV="1">
                <a:off x="1543" y="278"/>
                <a:ext cx="0" cy="251"/>
              </a:xfrm>
              <a:prstGeom prst="line">
                <a:avLst/>
              </a:prstGeom>
              <a:ln w="28575" cap="flat" cmpd="sng">
                <a:solidFill>
                  <a:srgbClr val="FF5050"/>
                </a:solidFill>
                <a:prstDash val="solid"/>
                <a:headEnd type="none" w="med" len="med"/>
                <a:tailEnd type="none" w="med" len="med"/>
              </a:ln>
            </p:spPr>
          </p:sp>
          <p:sp>
            <p:nvSpPr>
              <p:cNvPr id="47141" name="Line 41"/>
              <p:cNvSpPr/>
              <p:nvPr/>
            </p:nvSpPr>
            <p:spPr>
              <a:xfrm flipV="1">
                <a:off x="1039" y="529"/>
                <a:ext cx="504" cy="402"/>
              </a:xfrm>
              <a:prstGeom prst="line">
                <a:avLst/>
              </a:prstGeom>
              <a:ln w="28575" cap="flat" cmpd="sng">
                <a:solidFill>
                  <a:srgbClr val="FF5050"/>
                </a:solidFill>
                <a:prstDash val="solid"/>
                <a:headEnd type="none" w="med" len="med"/>
                <a:tailEnd type="none" w="med" len="med"/>
              </a:ln>
            </p:spPr>
          </p:sp>
          <p:sp>
            <p:nvSpPr>
              <p:cNvPr id="47142" name="Text Box 42"/>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7143" name="Text Box 43"/>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7144" name="Line 44"/>
              <p:cNvSpPr/>
              <p:nvPr/>
            </p:nvSpPr>
            <p:spPr>
              <a:xfrm>
                <a:off x="1404" y="282"/>
                <a:ext cx="614" cy="0"/>
              </a:xfrm>
              <a:prstGeom prst="line">
                <a:avLst/>
              </a:prstGeom>
              <a:ln w="28575" cap="flat" cmpd="sng">
                <a:solidFill>
                  <a:srgbClr val="FF5050"/>
                </a:solidFill>
                <a:prstDash val="solid"/>
                <a:headEnd type="none" w="med" len="med"/>
                <a:tailEnd type="none" w="med" len="med"/>
              </a:ln>
            </p:spPr>
          </p:sp>
          <p:sp>
            <p:nvSpPr>
              <p:cNvPr id="47145" name="Line 45"/>
              <p:cNvSpPr/>
              <p:nvPr/>
            </p:nvSpPr>
            <p:spPr>
              <a:xfrm>
                <a:off x="1400" y="1188"/>
                <a:ext cx="614" cy="0"/>
              </a:xfrm>
              <a:prstGeom prst="line">
                <a:avLst/>
              </a:prstGeom>
              <a:ln w="28575" cap="flat" cmpd="sng">
                <a:solidFill>
                  <a:schemeClr val="accent1"/>
                </a:solidFill>
                <a:prstDash val="solid"/>
                <a:headEnd type="none" w="med" len="med"/>
                <a:tailEnd type="none" w="med" len="med"/>
              </a:ln>
            </p:spPr>
          </p:sp>
          <p:sp>
            <p:nvSpPr>
              <p:cNvPr id="47146" name="Oval 46"/>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7147" name="Line 51"/>
              <p:cNvSpPr/>
              <p:nvPr/>
            </p:nvSpPr>
            <p:spPr>
              <a:xfrm>
                <a:off x="858" y="212"/>
                <a:ext cx="322" cy="0"/>
              </a:xfrm>
              <a:prstGeom prst="line">
                <a:avLst/>
              </a:prstGeom>
              <a:ln w="28575" cap="flat" cmpd="sng">
                <a:solidFill>
                  <a:schemeClr val="accent1"/>
                </a:solidFill>
                <a:prstDash val="solid"/>
                <a:headEnd type="none" w="med" len="med"/>
                <a:tailEnd type="none" w="med" len="med"/>
              </a:ln>
            </p:spPr>
          </p:sp>
          <p:sp>
            <p:nvSpPr>
              <p:cNvPr id="47148" name="Line 52"/>
              <p:cNvSpPr/>
              <p:nvPr/>
            </p:nvSpPr>
            <p:spPr>
              <a:xfrm>
                <a:off x="861" y="1234"/>
                <a:ext cx="322" cy="0"/>
              </a:xfrm>
              <a:prstGeom prst="line">
                <a:avLst/>
              </a:prstGeom>
              <a:ln w="28575" cap="flat" cmpd="sng">
                <a:solidFill>
                  <a:srgbClr val="FF5050"/>
                </a:solidFill>
                <a:prstDash val="solid"/>
                <a:headEnd type="none" w="med" len="med"/>
                <a:tailEnd type="none" w="med" len="med"/>
              </a:ln>
            </p:spPr>
          </p:sp>
          <p:sp>
            <p:nvSpPr>
              <p:cNvPr id="47149" name="Line 53"/>
              <p:cNvSpPr/>
              <p:nvPr/>
            </p:nvSpPr>
            <p:spPr>
              <a:xfrm>
                <a:off x="206" y="150"/>
                <a:ext cx="409" cy="0"/>
              </a:xfrm>
              <a:prstGeom prst="line">
                <a:avLst/>
              </a:prstGeom>
              <a:ln w="28575" cap="flat" cmpd="sng">
                <a:solidFill>
                  <a:srgbClr val="FF5050"/>
                </a:solidFill>
                <a:prstDash val="solid"/>
                <a:headEnd type="none" w="med" len="med"/>
                <a:tailEnd type="none" w="med" len="med"/>
              </a:ln>
            </p:spPr>
          </p:sp>
          <p:sp>
            <p:nvSpPr>
              <p:cNvPr id="47150" name="Line 54"/>
              <p:cNvSpPr/>
              <p:nvPr/>
            </p:nvSpPr>
            <p:spPr>
              <a:xfrm flipH="1">
                <a:off x="547" y="297"/>
                <a:ext cx="68" cy="0"/>
              </a:xfrm>
              <a:prstGeom prst="line">
                <a:avLst/>
              </a:prstGeom>
              <a:ln w="28575" cap="flat" cmpd="sng">
                <a:solidFill>
                  <a:srgbClr val="FF5050"/>
                </a:solidFill>
                <a:prstDash val="solid"/>
                <a:headEnd type="none" w="med" len="med"/>
                <a:tailEnd type="none" w="med" len="med"/>
              </a:ln>
            </p:spPr>
          </p:sp>
          <p:sp>
            <p:nvSpPr>
              <p:cNvPr id="47151" name="Line 55"/>
              <p:cNvSpPr/>
              <p:nvPr/>
            </p:nvSpPr>
            <p:spPr>
              <a:xfrm flipH="1">
                <a:off x="547" y="1165"/>
                <a:ext cx="68" cy="0"/>
              </a:xfrm>
              <a:prstGeom prst="line">
                <a:avLst/>
              </a:prstGeom>
              <a:ln w="28575" cap="flat" cmpd="sng">
                <a:solidFill>
                  <a:srgbClr val="FF5050"/>
                </a:solidFill>
                <a:prstDash val="solid"/>
                <a:headEnd type="none" w="med" len="med"/>
                <a:tailEnd type="none" w="med" len="med"/>
              </a:ln>
            </p:spPr>
          </p:sp>
          <p:sp>
            <p:nvSpPr>
              <p:cNvPr id="47152" name="Line 56"/>
              <p:cNvSpPr/>
              <p:nvPr/>
            </p:nvSpPr>
            <p:spPr>
              <a:xfrm>
                <a:off x="547" y="297"/>
                <a:ext cx="0" cy="868"/>
              </a:xfrm>
              <a:prstGeom prst="line">
                <a:avLst/>
              </a:prstGeom>
              <a:ln w="28575" cap="flat" cmpd="sng">
                <a:solidFill>
                  <a:srgbClr val="FF5050"/>
                </a:solidFill>
                <a:prstDash val="solid"/>
                <a:headEnd type="none" w="med" len="med"/>
                <a:tailEnd type="none" w="med" len="med"/>
              </a:ln>
            </p:spPr>
          </p:sp>
          <p:sp>
            <p:nvSpPr>
              <p:cNvPr id="47153" name="Line 57"/>
              <p:cNvSpPr/>
              <p:nvPr/>
            </p:nvSpPr>
            <p:spPr>
              <a:xfrm>
                <a:off x="206" y="1298"/>
                <a:ext cx="409" cy="0"/>
              </a:xfrm>
              <a:prstGeom prst="line">
                <a:avLst/>
              </a:prstGeom>
              <a:ln w="28575" cap="flat" cmpd="sng">
                <a:solidFill>
                  <a:schemeClr val="accent1"/>
                </a:solidFill>
                <a:prstDash val="solid"/>
                <a:headEnd type="none" w="med" len="med"/>
                <a:tailEnd type="none" w="med" len="med"/>
              </a:ln>
            </p:spPr>
          </p:sp>
          <p:sp>
            <p:nvSpPr>
              <p:cNvPr id="47154" name="Line 58"/>
              <p:cNvSpPr/>
              <p:nvPr/>
            </p:nvSpPr>
            <p:spPr>
              <a:xfrm flipH="1">
                <a:off x="206" y="731"/>
                <a:ext cx="341" cy="0"/>
              </a:xfrm>
              <a:prstGeom prst="line">
                <a:avLst/>
              </a:prstGeom>
              <a:ln w="28575" cap="flat" cmpd="sng">
                <a:solidFill>
                  <a:srgbClr val="FF5050"/>
                </a:solidFill>
                <a:prstDash val="solid"/>
                <a:headEnd type="none" w="med" len="med"/>
                <a:tailEnd type="none" w="med" len="med"/>
              </a:ln>
            </p:spPr>
          </p:sp>
          <p:sp>
            <p:nvSpPr>
              <p:cNvPr id="47155" name="Text Box 59"/>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7156" name="Text Box 60"/>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7157" name="Text Box 61"/>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7158" name="Text Box 62"/>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47159" name="Oval 71"/>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7160" name="Oval 72"/>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47161" name="Group 84"/>
              <p:cNvGrpSpPr/>
              <p:nvPr/>
            </p:nvGrpSpPr>
            <p:grpSpPr>
              <a:xfrm>
                <a:off x="1143" y="1041"/>
                <a:ext cx="263" cy="302"/>
                <a:chOff x="0" y="0"/>
                <a:chExt cx="263" cy="302"/>
              </a:xfrm>
            </p:grpSpPr>
            <p:sp>
              <p:nvSpPr>
                <p:cNvPr id="47174" name="Rectangle 85"/>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7175" name="Text Box 86"/>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7176" name="Oval 87"/>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7162" name="Group 88"/>
              <p:cNvGrpSpPr/>
              <p:nvPr/>
            </p:nvGrpSpPr>
            <p:grpSpPr>
              <a:xfrm>
                <a:off x="1142" y="123"/>
                <a:ext cx="263" cy="302"/>
                <a:chOff x="0" y="0"/>
                <a:chExt cx="263" cy="302"/>
              </a:xfrm>
            </p:grpSpPr>
            <p:sp>
              <p:nvSpPr>
                <p:cNvPr id="47171" name="Rectangle 89"/>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7172" name="Text Box 90"/>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7173" name="Oval 91"/>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7163" name="Group 92"/>
              <p:cNvGrpSpPr/>
              <p:nvPr/>
            </p:nvGrpSpPr>
            <p:grpSpPr>
              <a:xfrm>
                <a:off x="603" y="60"/>
                <a:ext cx="263" cy="302"/>
                <a:chOff x="0" y="0"/>
                <a:chExt cx="263" cy="302"/>
              </a:xfrm>
            </p:grpSpPr>
            <p:sp>
              <p:nvSpPr>
                <p:cNvPr id="47168" name="Rectangle 93"/>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7169" name="Text Box 94"/>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7170" name="Oval 95"/>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7164" name="Group 96"/>
              <p:cNvGrpSpPr/>
              <p:nvPr/>
            </p:nvGrpSpPr>
            <p:grpSpPr>
              <a:xfrm>
                <a:off x="603" y="1089"/>
                <a:ext cx="263" cy="302"/>
                <a:chOff x="0" y="0"/>
                <a:chExt cx="263" cy="302"/>
              </a:xfrm>
            </p:grpSpPr>
            <p:sp>
              <p:nvSpPr>
                <p:cNvPr id="47165" name="Rectangle 97"/>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7166" name="Text Box 98"/>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7167" name="Oval 99"/>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47108" name="Text Box 102"/>
          <p:cNvSpPr txBox="1"/>
          <p:nvPr/>
        </p:nvSpPr>
        <p:spPr>
          <a:xfrm>
            <a:off x="1885950" y="1146175"/>
            <a:ext cx="2238375" cy="519113"/>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C= 1</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S=1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(4)</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49155" name="组合 120"/>
          <p:cNvGrpSpPr/>
          <p:nvPr/>
        </p:nvGrpSpPr>
        <p:grpSpPr>
          <a:xfrm>
            <a:off x="1331913" y="773113"/>
            <a:ext cx="6623050" cy="3851275"/>
            <a:chOff x="252413" y="1270000"/>
            <a:chExt cx="7848600" cy="4360863"/>
          </a:xfrm>
        </p:grpSpPr>
        <p:sp>
          <p:nvSpPr>
            <p:cNvPr id="49157" name="Text Box 2"/>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9158" name="Text Box 3"/>
            <p:cNvSpPr txBox="1"/>
            <p:nvPr/>
          </p:nvSpPr>
          <p:spPr>
            <a:xfrm>
              <a:off x="4502150" y="1270000"/>
              <a:ext cx="3598863"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9159" name="Line 9"/>
            <p:cNvSpPr/>
            <p:nvPr/>
          </p:nvSpPr>
          <p:spPr>
            <a:xfrm>
              <a:off x="6997700" y="2378075"/>
              <a:ext cx="0" cy="2879725"/>
            </a:xfrm>
            <a:prstGeom prst="line">
              <a:avLst/>
            </a:prstGeom>
            <a:ln w="9525" cap="flat" cmpd="sng">
              <a:solidFill>
                <a:schemeClr val="bg1"/>
              </a:solidFill>
              <a:prstDash val="dash"/>
              <a:headEnd type="none" w="med" len="med"/>
              <a:tailEnd type="none" w="med" len="med"/>
            </a:ln>
          </p:spPr>
        </p:sp>
        <p:sp>
          <p:nvSpPr>
            <p:cNvPr id="49160" name="Text Box 11"/>
            <p:cNvSpPr txBox="1"/>
            <p:nvPr/>
          </p:nvSpPr>
          <p:spPr>
            <a:xfrm>
              <a:off x="4675188" y="2241550"/>
              <a:ext cx="354012"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9161" name="Text Box 12"/>
            <p:cNvSpPr txBox="1"/>
            <p:nvPr/>
          </p:nvSpPr>
          <p:spPr>
            <a:xfrm>
              <a:off x="4641850" y="2911475"/>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9162" name="Text Box 13"/>
            <p:cNvSpPr txBox="1"/>
            <p:nvPr/>
          </p:nvSpPr>
          <p:spPr>
            <a:xfrm>
              <a:off x="4635500" y="3521075"/>
              <a:ext cx="404813"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9163" name="Text Box 14"/>
            <p:cNvSpPr txBox="1"/>
            <p:nvPr/>
          </p:nvSpPr>
          <p:spPr>
            <a:xfrm>
              <a:off x="4635500" y="4222750"/>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9164" name="Text Box 15"/>
            <p:cNvSpPr txBox="1"/>
            <p:nvPr/>
          </p:nvSpPr>
          <p:spPr>
            <a:xfrm>
              <a:off x="4635500" y="4892675"/>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9165" name="Line 16"/>
            <p:cNvSpPr/>
            <p:nvPr/>
          </p:nvSpPr>
          <p:spPr>
            <a:xfrm>
              <a:off x="6243638" y="2378075"/>
              <a:ext cx="0" cy="2879725"/>
            </a:xfrm>
            <a:prstGeom prst="line">
              <a:avLst/>
            </a:prstGeom>
            <a:ln w="9525" cap="flat" cmpd="sng">
              <a:solidFill>
                <a:schemeClr val="bg1"/>
              </a:solidFill>
              <a:prstDash val="dash"/>
              <a:headEnd type="none" w="med" len="med"/>
              <a:tailEnd type="none" w="med" len="med"/>
            </a:ln>
          </p:spPr>
        </p:sp>
        <p:sp>
          <p:nvSpPr>
            <p:cNvPr id="49166" name="Line 17"/>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49167" name="Line 18"/>
            <p:cNvSpPr/>
            <p:nvPr/>
          </p:nvSpPr>
          <p:spPr>
            <a:xfrm>
              <a:off x="6243638" y="2362200"/>
              <a:ext cx="738187" cy="0"/>
            </a:xfrm>
            <a:prstGeom prst="line">
              <a:avLst/>
            </a:prstGeom>
            <a:ln w="57150" cap="flat" cmpd="sng">
              <a:solidFill>
                <a:srgbClr val="FFFF00"/>
              </a:solidFill>
              <a:prstDash val="solid"/>
              <a:headEnd type="none" w="med" len="med"/>
              <a:tailEnd type="none" w="med" len="med"/>
            </a:ln>
          </p:spPr>
        </p:sp>
        <p:sp>
          <p:nvSpPr>
            <p:cNvPr id="49168" name="Line 19"/>
            <p:cNvSpPr/>
            <p:nvPr/>
          </p:nvSpPr>
          <p:spPr>
            <a:xfrm>
              <a:off x="6981825" y="2362200"/>
              <a:ext cx="0" cy="381000"/>
            </a:xfrm>
            <a:prstGeom prst="line">
              <a:avLst/>
            </a:prstGeom>
            <a:ln w="57150" cap="flat" cmpd="sng">
              <a:solidFill>
                <a:srgbClr val="FFFF00"/>
              </a:solidFill>
              <a:prstDash val="solid"/>
              <a:headEnd type="none" w="med" len="med"/>
              <a:tailEnd type="none" w="med" len="med"/>
            </a:ln>
          </p:spPr>
        </p:sp>
        <p:sp>
          <p:nvSpPr>
            <p:cNvPr id="49169" name="Line 20"/>
            <p:cNvSpPr/>
            <p:nvPr/>
          </p:nvSpPr>
          <p:spPr>
            <a:xfrm>
              <a:off x="6981825" y="2743200"/>
              <a:ext cx="561975" cy="0"/>
            </a:xfrm>
            <a:prstGeom prst="line">
              <a:avLst/>
            </a:prstGeom>
            <a:ln w="57150" cap="flat" cmpd="sng">
              <a:solidFill>
                <a:srgbClr val="FFFF00"/>
              </a:solidFill>
              <a:prstDash val="solid"/>
              <a:headEnd type="none" w="med" len="med"/>
              <a:tailEnd type="none" w="med" len="med"/>
            </a:ln>
          </p:spPr>
        </p:sp>
        <p:sp>
          <p:nvSpPr>
            <p:cNvPr id="49170" name="Line 21"/>
            <p:cNvSpPr/>
            <p:nvPr/>
          </p:nvSpPr>
          <p:spPr>
            <a:xfrm>
              <a:off x="5321300" y="3352800"/>
              <a:ext cx="2214563" cy="0"/>
            </a:xfrm>
            <a:prstGeom prst="line">
              <a:avLst/>
            </a:prstGeom>
            <a:ln w="57150" cap="flat" cmpd="sng">
              <a:solidFill>
                <a:srgbClr val="FFFF00"/>
              </a:solidFill>
              <a:prstDash val="solid"/>
              <a:headEnd type="none" w="med" len="med"/>
              <a:tailEnd type="none" w="med" len="med"/>
            </a:ln>
          </p:spPr>
        </p:sp>
        <p:sp>
          <p:nvSpPr>
            <p:cNvPr id="49171" name="Line 24"/>
            <p:cNvSpPr/>
            <p:nvPr/>
          </p:nvSpPr>
          <p:spPr>
            <a:xfrm>
              <a:off x="5875338" y="3657600"/>
              <a:ext cx="1690687" cy="0"/>
            </a:xfrm>
            <a:prstGeom prst="line">
              <a:avLst/>
            </a:prstGeom>
            <a:ln w="57150" cap="flat" cmpd="sng">
              <a:solidFill>
                <a:srgbClr val="99CCFF"/>
              </a:solidFill>
              <a:prstDash val="solid"/>
              <a:headEnd type="none" w="med" len="med"/>
              <a:tailEnd type="none" w="med" len="med"/>
            </a:ln>
          </p:spPr>
        </p:sp>
        <p:sp>
          <p:nvSpPr>
            <p:cNvPr id="49172" name="Line 26"/>
            <p:cNvSpPr/>
            <p:nvPr/>
          </p:nvSpPr>
          <p:spPr>
            <a:xfrm>
              <a:off x="6243638" y="2362200"/>
              <a:ext cx="0" cy="381000"/>
            </a:xfrm>
            <a:prstGeom prst="line">
              <a:avLst/>
            </a:prstGeom>
            <a:ln w="57150" cap="flat" cmpd="sng">
              <a:solidFill>
                <a:srgbClr val="FFFF00"/>
              </a:solidFill>
              <a:prstDash val="solid"/>
              <a:headEnd type="none" w="med" len="med"/>
              <a:tailEnd type="none" w="med" len="med"/>
            </a:ln>
          </p:spPr>
        </p:sp>
        <p:sp>
          <p:nvSpPr>
            <p:cNvPr id="49173" name="Line 27"/>
            <p:cNvSpPr/>
            <p:nvPr/>
          </p:nvSpPr>
          <p:spPr>
            <a:xfrm>
              <a:off x="5321300" y="2743200"/>
              <a:ext cx="922338" cy="0"/>
            </a:xfrm>
            <a:prstGeom prst="line">
              <a:avLst/>
            </a:prstGeom>
            <a:ln w="57150" cap="flat" cmpd="sng">
              <a:solidFill>
                <a:srgbClr val="FFFF00"/>
              </a:solidFill>
              <a:prstDash val="solid"/>
              <a:headEnd type="none" w="med" len="med"/>
              <a:tailEnd type="none" w="med" len="med"/>
            </a:ln>
          </p:spPr>
        </p:sp>
        <p:sp>
          <p:nvSpPr>
            <p:cNvPr id="49174" name="Line 28"/>
            <p:cNvSpPr/>
            <p:nvPr/>
          </p:nvSpPr>
          <p:spPr>
            <a:xfrm>
              <a:off x="5875338" y="3657600"/>
              <a:ext cx="0" cy="381000"/>
            </a:xfrm>
            <a:prstGeom prst="line">
              <a:avLst/>
            </a:prstGeom>
            <a:ln w="57150" cap="flat" cmpd="sng">
              <a:solidFill>
                <a:srgbClr val="99CCFF"/>
              </a:solidFill>
              <a:prstDash val="solid"/>
              <a:headEnd type="none" w="med" len="med"/>
              <a:tailEnd type="none" w="med" len="med"/>
            </a:ln>
          </p:spPr>
        </p:sp>
        <p:sp>
          <p:nvSpPr>
            <p:cNvPr id="49175" name="Line 29"/>
            <p:cNvSpPr/>
            <p:nvPr/>
          </p:nvSpPr>
          <p:spPr>
            <a:xfrm>
              <a:off x="5321300" y="4038600"/>
              <a:ext cx="554038" cy="0"/>
            </a:xfrm>
            <a:prstGeom prst="line">
              <a:avLst/>
            </a:prstGeom>
            <a:ln w="57150" cap="flat" cmpd="sng">
              <a:solidFill>
                <a:srgbClr val="99CCFF"/>
              </a:solidFill>
              <a:prstDash val="solid"/>
              <a:headEnd type="none" w="med" len="med"/>
              <a:tailEnd type="none" w="med" len="med"/>
            </a:ln>
          </p:spPr>
        </p:sp>
        <p:sp>
          <p:nvSpPr>
            <p:cNvPr id="49176" name="Line 30"/>
            <p:cNvSpPr/>
            <p:nvPr/>
          </p:nvSpPr>
          <p:spPr>
            <a:xfrm>
              <a:off x="5321300" y="4724400"/>
              <a:ext cx="927100" cy="0"/>
            </a:xfrm>
            <a:prstGeom prst="line">
              <a:avLst/>
            </a:prstGeom>
            <a:ln w="57150" cap="flat" cmpd="sng">
              <a:solidFill>
                <a:schemeClr val="bg1"/>
              </a:solidFill>
              <a:prstDash val="solid"/>
              <a:headEnd type="none" w="med" len="med"/>
              <a:tailEnd type="none" w="med" len="med"/>
            </a:ln>
          </p:spPr>
        </p:sp>
        <p:sp>
          <p:nvSpPr>
            <p:cNvPr id="49177" name="Line 31"/>
            <p:cNvSpPr/>
            <p:nvPr/>
          </p:nvSpPr>
          <p:spPr>
            <a:xfrm>
              <a:off x="5321300" y="4953000"/>
              <a:ext cx="927100" cy="0"/>
            </a:xfrm>
            <a:prstGeom prst="line">
              <a:avLst/>
            </a:prstGeom>
            <a:ln w="57150" cap="flat" cmpd="sng">
              <a:solidFill>
                <a:schemeClr val="bg1"/>
              </a:solidFill>
              <a:prstDash val="solid"/>
              <a:headEnd type="none" w="med" len="med"/>
              <a:tailEnd type="none" w="med" len="med"/>
            </a:ln>
          </p:spPr>
        </p:sp>
        <p:sp>
          <p:nvSpPr>
            <p:cNvPr id="49178" name="Line 33"/>
            <p:cNvSpPr/>
            <p:nvPr/>
          </p:nvSpPr>
          <p:spPr>
            <a:xfrm>
              <a:off x="7239000" y="1524000"/>
              <a:ext cx="0" cy="457200"/>
            </a:xfrm>
            <a:prstGeom prst="line">
              <a:avLst/>
            </a:prstGeom>
            <a:ln w="57150" cap="flat" cmpd="sng">
              <a:solidFill>
                <a:srgbClr val="FFFF00"/>
              </a:solidFill>
              <a:prstDash val="solid"/>
              <a:headEnd type="none" w="med" len="med"/>
              <a:tailEnd type="triangle" w="med" len="med"/>
            </a:ln>
          </p:spPr>
        </p:sp>
        <p:sp>
          <p:nvSpPr>
            <p:cNvPr id="49179" name="Line 78"/>
            <p:cNvSpPr/>
            <p:nvPr/>
          </p:nvSpPr>
          <p:spPr>
            <a:xfrm>
              <a:off x="6248400" y="4343400"/>
              <a:ext cx="0" cy="381000"/>
            </a:xfrm>
            <a:prstGeom prst="line">
              <a:avLst/>
            </a:prstGeom>
            <a:ln w="57150" cap="flat" cmpd="sng">
              <a:solidFill>
                <a:schemeClr val="bg1"/>
              </a:solidFill>
              <a:prstDash val="solid"/>
              <a:headEnd type="none" w="med" len="med"/>
              <a:tailEnd type="none" w="med" len="med"/>
            </a:ln>
          </p:spPr>
        </p:sp>
        <p:sp>
          <p:nvSpPr>
            <p:cNvPr id="49180" name="Line 79"/>
            <p:cNvSpPr/>
            <p:nvPr/>
          </p:nvSpPr>
          <p:spPr>
            <a:xfrm>
              <a:off x="6248400" y="5334000"/>
              <a:ext cx="1295400" cy="0"/>
            </a:xfrm>
            <a:prstGeom prst="line">
              <a:avLst/>
            </a:prstGeom>
            <a:ln w="57150" cap="flat" cmpd="sng">
              <a:solidFill>
                <a:schemeClr val="bg1"/>
              </a:solidFill>
              <a:prstDash val="solid"/>
              <a:headEnd type="none" w="med" len="med"/>
              <a:tailEnd type="none" w="med" len="med"/>
            </a:ln>
          </p:spPr>
        </p:sp>
        <p:sp>
          <p:nvSpPr>
            <p:cNvPr id="49181" name="Line 80"/>
            <p:cNvSpPr/>
            <p:nvPr/>
          </p:nvSpPr>
          <p:spPr>
            <a:xfrm>
              <a:off x="6248400" y="4953000"/>
              <a:ext cx="0" cy="381000"/>
            </a:xfrm>
            <a:prstGeom prst="line">
              <a:avLst/>
            </a:prstGeom>
            <a:ln w="57150" cap="flat" cmpd="sng">
              <a:solidFill>
                <a:schemeClr val="bg1"/>
              </a:solidFill>
              <a:prstDash val="solid"/>
              <a:headEnd type="none" w="med" len="med"/>
              <a:tailEnd type="none" w="med" len="med"/>
            </a:ln>
          </p:spPr>
        </p:sp>
        <p:sp>
          <p:nvSpPr>
            <p:cNvPr id="49182" name="Line 81"/>
            <p:cNvSpPr/>
            <p:nvPr/>
          </p:nvSpPr>
          <p:spPr>
            <a:xfrm>
              <a:off x="6248400" y="4343400"/>
              <a:ext cx="1371600" cy="0"/>
            </a:xfrm>
            <a:prstGeom prst="line">
              <a:avLst/>
            </a:prstGeom>
            <a:ln w="57150" cap="flat" cmpd="sng">
              <a:solidFill>
                <a:schemeClr val="bg1"/>
              </a:solidFill>
              <a:prstDash val="solid"/>
              <a:headEnd type="none" w="med" len="med"/>
              <a:tailEnd type="none" w="med" len="med"/>
            </a:ln>
          </p:spPr>
        </p:sp>
        <p:grpSp>
          <p:nvGrpSpPr>
            <p:cNvPr id="49183" name="Group 101"/>
            <p:cNvGrpSpPr/>
            <p:nvPr/>
          </p:nvGrpSpPr>
          <p:grpSpPr>
            <a:xfrm>
              <a:off x="530225" y="2287588"/>
              <a:ext cx="3660775" cy="2846387"/>
              <a:chOff x="0" y="0"/>
              <a:chExt cx="2306" cy="1793"/>
            </a:xfrm>
          </p:grpSpPr>
          <p:sp>
            <p:nvSpPr>
              <p:cNvPr id="49184" name="Line 34"/>
              <p:cNvSpPr/>
              <p:nvPr/>
            </p:nvSpPr>
            <p:spPr>
              <a:xfrm flipH="1">
                <a:off x="1029" y="378"/>
                <a:ext cx="141" cy="0"/>
              </a:xfrm>
              <a:prstGeom prst="line">
                <a:avLst/>
              </a:prstGeom>
              <a:ln w="28575" cap="flat" cmpd="sng">
                <a:solidFill>
                  <a:schemeClr val="accent1"/>
                </a:solidFill>
                <a:prstDash val="solid"/>
                <a:headEnd type="none" w="med" len="med"/>
                <a:tailEnd type="none" w="med" len="med"/>
              </a:ln>
            </p:spPr>
          </p:sp>
          <p:sp>
            <p:nvSpPr>
              <p:cNvPr id="49185" name="Line 35"/>
              <p:cNvSpPr/>
              <p:nvPr/>
            </p:nvSpPr>
            <p:spPr>
              <a:xfrm>
                <a:off x="1029" y="378"/>
                <a:ext cx="0" cy="151"/>
              </a:xfrm>
              <a:prstGeom prst="line">
                <a:avLst/>
              </a:prstGeom>
              <a:ln w="28575" cap="flat" cmpd="sng">
                <a:solidFill>
                  <a:schemeClr val="accent1"/>
                </a:solidFill>
                <a:prstDash val="solid"/>
                <a:headEnd type="none" w="med" len="med"/>
                <a:tailEnd type="none" w="med" len="med"/>
              </a:ln>
            </p:spPr>
          </p:sp>
          <p:sp>
            <p:nvSpPr>
              <p:cNvPr id="49186" name="Line 36"/>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49187" name="Line 37"/>
              <p:cNvSpPr/>
              <p:nvPr/>
            </p:nvSpPr>
            <p:spPr>
              <a:xfrm>
                <a:off x="1039" y="529"/>
                <a:ext cx="504" cy="402"/>
              </a:xfrm>
              <a:prstGeom prst="line">
                <a:avLst/>
              </a:prstGeom>
              <a:ln w="28575" cap="flat" cmpd="sng">
                <a:solidFill>
                  <a:schemeClr val="accent1"/>
                </a:solidFill>
                <a:prstDash val="solid"/>
                <a:headEnd type="none" w="med" len="med"/>
                <a:tailEnd type="none" w="med" len="med"/>
              </a:ln>
            </p:spPr>
          </p:sp>
          <p:sp>
            <p:nvSpPr>
              <p:cNvPr id="49188" name="Line 38"/>
              <p:cNvSpPr/>
              <p:nvPr/>
            </p:nvSpPr>
            <p:spPr>
              <a:xfrm flipV="1">
                <a:off x="1543" y="931"/>
                <a:ext cx="0" cy="250"/>
              </a:xfrm>
              <a:prstGeom prst="line">
                <a:avLst/>
              </a:prstGeom>
              <a:ln w="28575" cap="flat" cmpd="sng">
                <a:solidFill>
                  <a:schemeClr val="accent1"/>
                </a:solidFill>
                <a:prstDash val="solid"/>
                <a:headEnd type="none" w="med" len="med"/>
                <a:tailEnd type="none" w="med" len="med"/>
              </a:ln>
            </p:spPr>
          </p:sp>
          <p:sp>
            <p:nvSpPr>
              <p:cNvPr id="49189" name="Line 39"/>
              <p:cNvSpPr/>
              <p:nvPr/>
            </p:nvSpPr>
            <p:spPr>
              <a:xfrm flipH="1">
                <a:off x="1039" y="1081"/>
                <a:ext cx="125" cy="1"/>
              </a:xfrm>
              <a:prstGeom prst="line">
                <a:avLst/>
              </a:prstGeom>
              <a:ln w="28575" cap="flat" cmpd="sng">
                <a:solidFill>
                  <a:srgbClr val="FF5050"/>
                </a:solidFill>
                <a:prstDash val="solid"/>
                <a:headEnd type="none" w="med" len="med"/>
                <a:tailEnd type="none" w="med" len="med"/>
              </a:ln>
            </p:spPr>
          </p:sp>
          <p:sp>
            <p:nvSpPr>
              <p:cNvPr id="49190" name="Line 40"/>
              <p:cNvSpPr/>
              <p:nvPr/>
            </p:nvSpPr>
            <p:spPr>
              <a:xfrm flipH="1">
                <a:off x="1040" y="941"/>
                <a:ext cx="0" cy="150"/>
              </a:xfrm>
              <a:prstGeom prst="line">
                <a:avLst/>
              </a:prstGeom>
              <a:ln w="28575" cap="flat" cmpd="sng">
                <a:solidFill>
                  <a:srgbClr val="FF5050"/>
                </a:solidFill>
                <a:prstDash val="solid"/>
                <a:headEnd type="none" w="med" len="med"/>
                <a:tailEnd type="none" w="med" len="med"/>
              </a:ln>
            </p:spPr>
          </p:sp>
          <p:sp>
            <p:nvSpPr>
              <p:cNvPr id="49191" name="Line 41"/>
              <p:cNvSpPr/>
              <p:nvPr/>
            </p:nvSpPr>
            <p:spPr>
              <a:xfrm flipH="1" flipV="1">
                <a:off x="1543" y="278"/>
                <a:ext cx="0" cy="251"/>
              </a:xfrm>
              <a:prstGeom prst="line">
                <a:avLst/>
              </a:prstGeom>
              <a:ln w="28575" cap="flat" cmpd="sng">
                <a:solidFill>
                  <a:srgbClr val="FF5050"/>
                </a:solidFill>
                <a:prstDash val="solid"/>
                <a:headEnd type="none" w="med" len="med"/>
                <a:tailEnd type="none" w="med" len="med"/>
              </a:ln>
            </p:spPr>
          </p:sp>
          <p:sp>
            <p:nvSpPr>
              <p:cNvPr id="49192" name="Line 42"/>
              <p:cNvSpPr/>
              <p:nvPr/>
            </p:nvSpPr>
            <p:spPr>
              <a:xfrm flipV="1">
                <a:off x="1039" y="529"/>
                <a:ext cx="504" cy="402"/>
              </a:xfrm>
              <a:prstGeom prst="line">
                <a:avLst/>
              </a:prstGeom>
              <a:ln w="28575" cap="flat" cmpd="sng">
                <a:solidFill>
                  <a:srgbClr val="FF5050"/>
                </a:solidFill>
                <a:prstDash val="solid"/>
                <a:headEnd type="none" w="med" len="med"/>
                <a:tailEnd type="none" w="med" len="med"/>
              </a:ln>
            </p:spPr>
          </p:sp>
          <p:sp>
            <p:nvSpPr>
              <p:cNvPr id="49193" name="Text Box 43"/>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9194" name="Text Box 44"/>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9195" name="Line 45"/>
              <p:cNvSpPr/>
              <p:nvPr/>
            </p:nvSpPr>
            <p:spPr>
              <a:xfrm>
                <a:off x="1404" y="282"/>
                <a:ext cx="614" cy="0"/>
              </a:xfrm>
              <a:prstGeom prst="line">
                <a:avLst/>
              </a:prstGeom>
              <a:ln w="28575" cap="flat" cmpd="sng">
                <a:solidFill>
                  <a:srgbClr val="FF5050"/>
                </a:solidFill>
                <a:prstDash val="solid"/>
                <a:headEnd type="none" w="med" len="med"/>
                <a:tailEnd type="none" w="med" len="med"/>
              </a:ln>
            </p:spPr>
          </p:sp>
          <p:sp>
            <p:nvSpPr>
              <p:cNvPr id="49196" name="Line 46"/>
              <p:cNvSpPr/>
              <p:nvPr/>
            </p:nvSpPr>
            <p:spPr>
              <a:xfrm>
                <a:off x="1411" y="1188"/>
                <a:ext cx="614" cy="0"/>
              </a:xfrm>
              <a:prstGeom prst="line">
                <a:avLst/>
              </a:prstGeom>
              <a:ln w="28575" cap="flat" cmpd="sng">
                <a:solidFill>
                  <a:schemeClr val="accent1"/>
                </a:solidFill>
                <a:prstDash val="solid"/>
                <a:headEnd type="none" w="med" len="med"/>
                <a:tailEnd type="none" w="med" len="med"/>
              </a:ln>
            </p:spPr>
          </p:sp>
          <p:sp>
            <p:nvSpPr>
              <p:cNvPr id="49197" name="Oval 47"/>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9198" name="Line 52"/>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49199" name="Line 53"/>
              <p:cNvSpPr/>
              <p:nvPr/>
            </p:nvSpPr>
            <p:spPr>
              <a:xfrm>
                <a:off x="861" y="1234"/>
                <a:ext cx="322" cy="0"/>
              </a:xfrm>
              <a:prstGeom prst="line">
                <a:avLst/>
              </a:prstGeom>
              <a:ln w="28575" cap="flat" cmpd="sng">
                <a:solidFill>
                  <a:srgbClr val="FF5050"/>
                </a:solidFill>
                <a:prstDash val="solid"/>
                <a:headEnd type="none" w="med" len="med"/>
                <a:tailEnd type="none" w="med" len="med"/>
              </a:ln>
            </p:spPr>
          </p:sp>
          <p:sp>
            <p:nvSpPr>
              <p:cNvPr id="49200" name="Line 54"/>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49201" name="Line 55"/>
              <p:cNvSpPr/>
              <p:nvPr/>
            </p:nvSpPr>
            <p:spPr>
              <a:xfrm flipH="1">
                <a:off x="547" y="297"/>
                <a:ext cx="68" cy="0"/>
              </a:xfrm>
              <a:prstGeom prst="line">
                <a:avLst/>
              </a:prstGeom>
              <a:ln w="28575" cap="flat" cmpd="sng">
                <a:solidFill>
                  <a:srgbClr val="FF5050"/>
                </a:solidFill>
                <a:prstDash val="solid"/>
                <a:headEnd type="none" w="med" len="med"/>
                <a:tailEnd type="none" w="med" len="med"/>
              </a:ln>
            </p:spPr>
          </p:sp>
          <p:sp>
            <p:nvSpPr>
              <p:cNvPr id="49202" name="Line 56"/>
              <p:cNvSpPr/>
              <p:nvPr/>
            </p:nvSpPr>
            <p:spPr>
              <a:xfrm flipH="1">
                <a:off x="547" y="1165"/>
                <a:ext cx="68" cy="0"/>
              </a:xfrm>
              <a:prstGeom prst="line">
                <a:avLst/>
              </a:prstGeom>
              <a:ln w="28575" cap="flat" cmpd="sng">
                <a:solidFill>
                  <a:srgbClr val="FF5050"/>
                </a:solidFill>
                <a:prstDash val="solid"/>
                <a:headEnd type="none" w="med" len="med"/>
                <a:tailEnd type="none" w="med" len="med"/>
              </a:ln>
            </p:spPr>
          </p:sp>
          <p:sp>
            <p:nvSpPr>
              <p:cNvPr id="49203" name="Line 57"/>
              <p:cNvSpPr/>
              <p:nvPr/>
            </p:nvSpPr>
            <p:spPr>
              <a:xfrm>
                <a:off x="547" y="297"/>
                <a:ext cx="0" cy="868"/>
              </a:xfrm>
              <a:prstGeom prst="line">
                <a:avLst/>
              </a:prstGeom>
              <a:ln w="28575" cap="flat" cmpd="sng">
                <a:solidFill>
                  <a:srgbClr val="FF5050"/>
                </a:solidFill>
                <a:prstDash val="solid"/>
                <a:headEnd type="none" w="med" len="med"/>
                <a:tailEnd type="none" w="med" len="med"/>
              </a:ln>
            </p:spPr>
          </p:sp>
          <p:sp>
            <p:nvSpPr>
              <p:cNvPr id="49204" name="Line 58"/>
              <p:cNvSpPr/>
              <p:nvPr/>
            </p:nvSpPr>
            <p:spPr>
              <a:xfrm>
                <a:off x="206" y="1298"/>
                <a:ext cx="409" cy="0"/>
              </a:xfrm>
              <a:prstGeom prst="line">
                <a:avLst/>
              </a:prstGeom>
              <a:ln w="28575" cap="flat" cmpd="sng">
                <a:solidFill>
                  <a:schemeClr val="accent1"/>
                </a:solidFill>
                <a:prstDash val="solid"/>
                <a:headEnd type="none" w="med" len="med"/>
                <a:tailEnd type="none" w="med" len="med"/>
              </a:ln>
            </p:spPr>
          </p:sp>
          <p:sp>
            <p:nvSpPr>
              <p:cNvPr id="49205" name="Line 59"/>
              <p:cNvSpPr/>
              <p:nvPr/>
            </p:nvSpPr>
            <p:spPr>
              <a:xfrm flipH="1">
                <a:off x="206" y="731"/>
                <a:ext cx="341" cy="0"/>
              </a:xfrm>
              <a:prstGeom prst="line">
                <a:avLst/>
              </a:prstGeom>
              <a:ln w="28575" cap="flat" cmpd="sng">
                <a:solidFill>
                  <a:srgbClr val="FF5050"/>
                </a:solidFill>
                <a:prstDash val="solid"/>
                <a:headEnd type="none" w="med" len="med"/>
                <a:tailEnd type="none" w="med" len="med"/>
              </a:ln>
            </p:spPr>
          </p:sp>
          <p:sp>
            <p:nvSpPr>
              <p:cNvPr id="49206" name="Text Box 60"/>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9207" name="Text Box 61"/>
              <p:cNvSpPr txBox="1"/>
              <p:nvPr/>
            </p:nvSpPr>
            <p:spPr>
              <a:xfrm>
                <a:off x="0" y="573"/>
                <a:ext cx="244"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9208" name="Text Box 62"/>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9209" name="Text Box 63"/>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49210" name="Oval 72"/>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9211" name="Oval 73"/>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49212" name="Group 84"/>
              <p:cNvGrpSpPr/>
              <p:nvPr/>
            </p:nvGrpSpPr>
            <p:grpSpPr>
              <a:xfrm>
                <a:off x="603" y="60"/>
                <a:ext cx="263" cy="302"/>
                <a:chOff x="0" y="0"/>
                <a:chExt cx="263" cy="302"/>
              </a:xfrm>
            </p:grpSpPr>
            <p:sp>
              <p:nvSpPr>
                <p:cNvPr id="49225" name="Rectangle 85"/>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9226" name="Text Box 86"/>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9227" name="Oval 87"/>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9213" name="Group 88"/>
              <p:cNvGrpSpPr/>
              <p:nvPr/>
            </p:nvGrpSpPr>
            <p:grpSpPr>
              <a:xfrm>
                <a:off x="603" y="1089"/>
                <a:ext cx="263" cy="302"/>
                <a:chOff x="0" y="0"/>
                <a:chExt cx="263" cy="302"/>
              </a:xfrm>
            </p:grpSpPr>
            <p:sp>
              <p:nvSpPr>
                <p:cNvPr id="49222" name="Rectangle 89"/>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9223" name="Text Box 90"/>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9224" name="Oval 91"/>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9214" name="Group 92"/>
              <p:cNvGrpSpPr/>
              <p:nvPr/>
            </p:nvGrpSpPr>
            <p:grpSpPr>
              <a:xfrm>
                <a:off x="1154" y="1041"/>
                <a:ext cx="263" cy="302"/>
                <a:chOff x="0" y="0"/>
                <a:chExt cx="263" cy="302"/>
              </a:xfrm>
            </p:grpSpPr>
            <p:sp>
              <p:nvSpPr>
                <p:cNvPr id="49219" name="Rectangle 93"/>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9220" name="Text Box 94"/>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9221" name="Oval 95"/>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9215" name="Group 96"/>
              <p:cNvGrpSpPr/>
              <p:nvPr/>
            </p:nvGrpSpPr>
            <p:grpSpPr>
              <a:xfrm>
                <a:off x="1131" y="129"/>
                <a:ext cx="263" cy="302"/>
                <a:chOff x="0" y="0"/>
                <a:chExt cx="263" cy="302"/>
              </a:xfrm>
            </p:grpSpPr>
            <p:sp>
              <p:nvSpPr>
                <p:cNvPr id="49216" name="Rectangle 97"/>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9217" name="Text Box 98"/>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9218" name="Oval 99"/>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49156" name="Text Box 102"/>
          <p:cNvSpPr txBox="1"/>
          <p:nvPr/>
        </p:nvSpPr>
        <p:spPr>
          <a:xfrm>
            <a:off x="2005013" y="1046163"/>
            <a:ext cx="2238375" cy="519112"/>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S = 0</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C=1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(5)</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51203" name="组合 75"/>
          <p:cNvGrpSpPr/>
          <p:nvPr/>
        </p:nvGrpSpPr>
        <p:grpSpPr>
          <a:xfrm>
            <a:off x="1331913" y="915988"/>
            <a:ext cx="6623050" cy="3778250"/>
            <a:chOff x="252413" y="1219200"/>
            <a:chExt cx="8497887" cy="4411663"/>
          </a:xfrm>
        </p:grpSpPr>
        <p:sp>
          <p:nvSpPr>
            <p:cNvPr id="51205" name="Text Box 2"/>
            <p:cNvSpPr txBox="1"/>
            <p:nvPr/>
          </p:nvSpPr>
          <p:spPr>
            <a:xfrm>
              <a:off x="4502150" y="1270000"/>
              <a:ext cx="4248150"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51206" name="Text Box 3"/>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51207" name="Line 10"/>
            <p:cNvSpPr/>
            <p:nvPr/>
          </p:nvSpPr>
          <p:spPr>
            <a:xfrm>
              <a:off x="6997700" y="2454275"/>
              <a:ext cx="0" cy="2879725"/>
            </a:xfrm>
            <a:prstGeom prst="line">
              <a:avLst/>
            </a:prstGeom>
            <a:ln w="9525" cap="flat" cmpd="sng">
              <a:solidFill>
                <a:schemeClr val="bg1"/>
              </a:solidFill>
              <a:prstDash val="dash"/>
              <a:headEnd type="none" w="med" len="med"/>
              <a:tailEnd type="none" w="med" len="med"/>
            </a:ln>
          </p:spPr>
        </p:sp>
        <p:sp>
          <p:nvSpPr>
            <p:cNvPr id="51208" name="Text Box 12"/>
            <p:cNvSpPr txBox="1"/>
            <p:nvPr/>
          </p:nvSpPr>
          <p:spPr>
            <a:xfrm>
              <a:off x="4675188" y="2241550"/>
              <a:ext cx="354012"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51209" name="Text Box 13"/>
            <p:cNvSpPr txBox="1"/>
            <p:nvPr/>
          </p:nvSpPr>
          <p:spPr>
            <a:xfrm>
              <a:off x="4641850" y="2911475"/>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51210" name="Text Box 14"/>
            <p:cNvSpPr txBox="1"/>
            <p:nvPr/>
          </p:nvSpPr>
          <p:spPr>
            <a:xfrm>
              <a:off x="4635500" y="3521075"/>
              <a:ext cx="404813"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51211" name="Text Box 15"/>
            <p:cNvSpPr txBox="1"/>
            <p:nvPr/>
          </p:nvSpPr>
          <p:spPr>
            <a:xfrm>
              <a:off x="4635500" y="4222750"/>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51212" name="Text Box 16"/>
            <p:cNvSpPr txBox="1"/>
            <p:nvPr/>
          </p:nvSpPr>
          <p:spPr>
            <a:xfrm>
              <a:off x="4635500" y="4892675"/>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51213" name="Line 17"/>
            <p:cNvSpPr/>
            <p:nvPr/>
          </p:nvSpPr>
          <p:spPr>
            <a:xfrm>
              <a:off x="6243638" y="2378075"/>
              <a:ext cx="0" cy="2879725"/>
            </a:xfrm>
            <a:prstGeom prst="line">
              <a:avLst/>
            </a:prstGeom>
            <a:ln w="9525" cap="flat" cmpd="sng">
              <a:solidFill>
                <a:schemeClr val="bg1"/>
              </a:solidFill>
              <a:prstDash val="dash"/>
              <a:headEnd type="none" w="med" len="med"/>
              <a:tailEnd type="none" w="med" len="med"/>
            </a:ln>
          </p:spPr>
        </p:sp>
        <p:sp>
          <p:nvSpPr>
            <p:cNvPr id="51214" name="Line 18"/>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51215" name="Line 19"/>
            <p:cNvSpPr/>
            <p:nvPr/>
          </p:nvSpPr>
          <p:spPr>
            <a:xfrm>
              <a:off x="6243638" y="2362200"/>
              <a:ext cx="738187" cy="0"/>
            </a:xfrm>
            <a:prstGeom prst="line">
              <a:avLst/>
            </a:prstGeom>
            <a:ln w="57150" cap="flat" cmpd="sng">
              <a:solidFill>
                <a:srgbClr val="FFFF00"/>
              </a:solidFill>
              <a:prstDash val="solid"/>
              <a:headEnd type="none" w="med" len="med"/>
              <a:tailEnd type="none" w="med" len="med"/>
            </a:ln>
          </p:spPr>
        </p:sp>
        <p:sp>
          <p:nvSpPr>
            <p:cNvPr id="51216" name="Line 20"/>
            <p:cNvSpPr/>
            <p:nvPr/>
          </p:nvSpPr>
          <p:spPr>
            <a:xfrm>
              <a:off x="6981825" y="2362200"/>
              <a:ext cx="0" cy="381000"/>
            </a:xfrm>
            <a:prstGeom prst="line">
              <a:avLst/>
            </a:prstGeom>
            <a:ln w="57150" cap="flat" cmpd="sng">
              <a:solidFill>
                <a:srgbClr val="FFFF00"/>
              </a:solidFill>
              <a:prstDash val="solid"/>
              <a:headEnd type="none" w="med" len="med"/>
              <a:tailEnd type="none" w="med" len="med"/>
            </a:ln>
          </p:spPr>
        </p:sp>
        <p:sp>
          <p:nvSpPr>
            <p:cNvPr id="51217" name="Line 21"/>
            <p:cNvSpPr/>
            <p:nvPr/>
          </p:nvSpPr>
          <p:spPr>
            <a:xfrm>
              <a:off x="6981825" y="2743200"/>
              <a:ext cx="1476375" cy="0"/>
            </a:xfrm>
            <a:prstGeom prst="line">
              <a:avLst/>
            </a:prstGeom>
            <a:ln w="57150" cap="flat" cmpd="sng">
              <a:solidFill>
                <a:srgbClr val="FFFF00"/>
              </a:solidFill>
              <a:prstDash val="solid"/>
              <a:headEnd type="none" w="med" len="med"/>
              <a:tailEnd type="none" w="med" len="med"/>
            </a:ln>
          </p:spPr>
        </p:sp>
        <p:sp>
          <p:nvSpPr>
            <p:cNvPr id="51218" name="Line 22"/>
            <p:cNvSpPr/>
            <p:nvPr/>
          </p:nvSpPr>
          <p:spPr>
            <a:xfrm>
              <a:off x="5321300" y="3352800"/>
              <a:ext cx="2214563" cy="0"/>
            </a:xfrm>
            <a:prstGeom prst="line">
              <a:avLst/>
            </a:prstGeom>
            <a:ln w="57150" cap="flat" cmpd="sng">
              <a:solidFill>
                <a:srgbClr val="FFFF00"/>
              </a:solidFill>
              <a:prstDash val="solid"/>
              <a:headEnd type="none" w="med" len="med"/>
              <a:tailEnd type="none" w="med" len="med"/>
            </a:ln>
          </p:spPr>
        </p:sp>
        <p:sp>
          <p:nvSpPr>
            <p:cNvPr id="51219" name="Line 23"/>
            <p:cNvSpPr/>
            <p:nvPr/>
          </p:nvSpPr>
          <p:spPr>
            <a:xfrm flipV="1">
              <a:off x="7535863" y="2971800"/>
              <a:ext cx="0" cy="381000"/>
            </a:xfrm>
            <a:prstGeom prst="line">
              <a:avLst/>
            </a:prstGeom>
            <a:ln w="57150" cap="flat" cmpd="sng">
              <a:solidFill>
                <a:srgbClr val="FFFF00"/>
              </a:solidFill>
              <a:prstDash val="solid"/>
              <a:headEnd type="none" w="med" len="med"/>
              <a:tailEnd type="none" w="med" len="med"/>
            </a:ln>
          </p:spPr>
        </p:sp>
        <p:sp>
          <p:nvSpPr>
            <p:cNvPr id="51220" name="Line 24"/>
            <p:cNvSpPr/>
            <p:nvPr/>
          </p:nvSpPr>
          <p:spPr>
            <a:xfrm>
              <a:off x="7535863" y="2971800"/>
              <a:ext cx="909637" cy="0"/>
            </a:xfrm>
            <a:prstGeom prst="line">
              <a:avLst/>
            </a:prstGeom>
            <a:ln w="57150" cap="flat" cmpd="sng">
              <a:solidFill>
                <a:srgbClr val="FFFF00"/>
              </a:solidFill>
              <a:prstDash val="solid"/>
              <a:headEnd type="none" w="med" len="med"/>
              <a:tailEnd type="none" w="med" len="med"/>
            </a:ln>
          </p:spPr>
        </p:sp>
        <p:sp>
          <p:nvSpPr>
            <p:cNvPr id="51221" name="Line 25"/>
            <p:cNvSpPr/>
            <p:nvPr/>
          </p:nvSpPr>
          <p:spPr>
            <a:xfrm>
              <a:off x="5875338" y="3657600"/>
              <a:ext cx="2582862" cy="0"/>
            </a:xfrm>
            <a:prstGeom prst="line">
              <a:avLst/>
            </a:prstGeom>
            <a:ln w="57150" cap="flat" cmpd="sng">
              <a:solidFill>
                <a:srgbClr val="99CCFF"/>
              </a:solidFill>
              <a:prstDash val="solid"/>
              <a:headEnd type="none" w="med" len="med"/>
              <a:tailEnd type="none" w="med" len="med"/>
            </a:ln>
          </p:spPr>
        </p:sp>
        <p:sp>
          <p:nvSpPr>
            <p:cNvPr id="51222" name="Line 27"/>
            <p:cNvSpPr/>
            <p:nvPr/>
          </p:nvSpPr>
          <p:spPr>
            <a:xfrm>
              <a:off x="6243638" y="2362200"/>
              <a:ext cx="0" cy="381000"/>
            </a:xfrm>
            <a:prstGeom prst="line">
              <a:avLst/>
            </a:prstGeom>
            <a:ln w="57150" cap="flat" cmpd="sng">
              <a:solidFill>
                <a:srgbClr val="FFFF00"/>
              </a:solidFill>
              <a:prstDash val="solid"/>
              <a:headEnd type="none" w="med" len="med"/>
              <a:tailEnd type="none" w="med" len="med"/>
            </a:ln>
          </p:spPr>
        </p:sp>
        <p:sp>
          <p:nvSpPr>
            <p:cNvPr id="51223" name="Line 28"/>
            <p:cNvSpPr/>
            <p:nvPr/>
          </p:nvSpPr>
          <p:spPr>
            <a:xfrm>
              <a:off x="5321300" y="2743200"/>
              <a:ext cx="922338" cy="0"/>
            </a:xfrm>
            <a:prstGeom prst="line">
              <a:avLst/>
            </a:prstGeom>
            <a:ln w="57150" cap="flat" cmpd="sng">
              <a:solidFill>
                <a:srgbClr val="FFFF00"/>
              </a:solidFill>
              <a:prstDash val="solid"/>
              <a:headEnd type="none" w="med" len="med"/>
              <a:tailEnd type="none" w="med" len="med"/>
            </a:ln>
          </p:spPr>
        </p:sp>
        <p:sp>
          <p:nvSpPr>
            <p:cNvPr id="51224" name="Line 29"/>
            <p:cNvSpPr/>
            <p:nvPr/>
          </p:nvSpPr>
          <p:spPr>
            <a:xfrm>
              <a:off x="5875338" y="3657600"/>
              <a:ext cx="0" cy="381000"/>
            </a:xfrm>
            <a:prstGeom prst="line">
              <a:avLst/>
            </a:prstGeom>
            <a:ln w="57150" cap="flat" cmpd="sng">
              <a:solidFill>
                <a:srgbClr val="99CCFF"/>
              </a:solidFill>
              <a:prstDash val="solid"/>
              <a:headEnd type="none" w="med" len="med"/>
              <a:tailEnd type="none" w="med" len="med"/>
            </a:ln>
          </p:spPr>
        </p:sp>
        <p:sp>
          <p:nvSpPr>
            <p:cNvPr id="51225" name="Line 30"/>
            <p:cNvSpPr/>
            <p:nvPr/>
          </p:nvSpPr>
          <p:spPr>
            <a:xfrm>
              <a:off x="5321300" y="4038600"/>
              <a:ext cx="554038" cy="0"/>
            </a:xfrm>
            <a:prstGeom prst="line">
              <a:avLst/>
            </a:prstGeom>
            <a:ln w="57150" cap="flat" cmpd="sng">
              <a:solidFill>
                <a:srgbClr val="99CCFF"/>
              </a:solidFill>
              <a:prstDash val="solid"/>
              <a:headEnd type="none" w="med" len="med"/>
              <a:tailEnd type="none" w="med" len="med"/>
            </a:ln>
          </p:spPr>
        </p:sp>
        <p:sp>
          <p:nvSpPr>
            <p:cNvPr id="51226" name="Line 31"/>
            <p:cNvSpPr/>
            <p:nvPr/>
          </p:nvSpPr>
          <p:spPr>
            <a:xfrm>
              <a:off x="5321300" y="4724400"/>
              <a:ext cx="927100" cy="0"/>
            </a:xfrm>
            <a:prstGeom prst="line">
              <a:avLst/>
            </a:prstGeom>
            <a:ln w="57150" cap="flat" cmpd="sng">
              <a:solidFill>
                <a:schemeClr val="bg1"/>
              </a:solidFill>
              <a:prstDash val="solid"/>
              <a:headEnd type="none" w="med" len="med"/>
              <a:tailEnd type="none" w="med" len="med"/>
            </a:ln>
          </p:spPr>
        </p:sp>
        <p:sp>
          <p:nvSpPr>
            <p:cNvPr id="51227" name="Line 32"/>
            <p:cNvSpPr/>
            <p:nvPr/>
          </p:nvSpPr>
          <p:spPr>
            <a:xfrm>
              <a:off x="5321300" y="4953000"/>
              <a:ext cx="927100" cy="0"/>
            </a:xfrm>
            <a:prstGeom prst="line">
              <a:avLst/>
            </a:prstGeom>
            <a:ln w="57150" cap="flat" cmpd="sng">
              <a:solidFill>
                <a:schemeClr val="bg1"/>
              </a:solidFill>
              <a:prstDash val="solid"/>
              <a:headEnd type="none" w="med" len="med"/>
              <a:tailEnd type="none" w="med" len="med"/>
            </a:ln>
          </p:spPr>
        </p:sp>
        <p:sp>
          <p:nvSpPr>
            <p:cNvPr id="51228" name="Line 33"/>
            <p:cNvSpPr/>
            <p:nvPr/>
          </p:nvSpPr>
          <p:spPr>
            <a:xfrm>
              <a:off x="7543800" y="2362200"/>
              <a:ext cx="0" cy="2879725"/>
            </a:xfrm>
            <a:prstGeom prst="line">
              <a:avLst/>
            </a:prstGeom>
            <a:ln w="9525" cap="flat" cmpd="sng">
              <a:solidFill>
                <a:schemeClr val="bg1"/>
              </a:solidFill>
              <a:prstDash val="dash"/>
              <a:headEnd type="none" w="med" len="med"/>
              <a:tailEnd type="none" w="med" len="med"/>
            </a:ln>
          </p:spPr>
        </p:sp>
        <p:sp>
          <p:nvSpPr>
            <p:cNvPr id="51229" name="Line 34"/>
            <p:cNvSpPr/>
            <p:nvPr/>
          </p:nvSpPr>
          <p:spPr>
            <a:xfrm>
              <a:off x="7924800" y="1219200"/>
              <a:ext cx="0" cy="457200"/>
            </a:xfrm>
            <a:prstGeom prst="line">
              <a:avLst/>
            </a:prstGeom>
            <a:ln w="57150" cap="flat" cmpd="sng">
              <a:solidFill>
                <a:srgbClr val="FFFF00"/>
              </a:solidFill>
              <a:prstDash val="solid"/>
              <a:headEnd type="none" w="med" len="med"/>
              <a:tailEnd type="triangle" w="med" len="med"/>
            </a:ln>
          </p:spPr>
        </p:sp>
        <p:sp>
          <p:nvSpPr>
            <p:cNvPr id="51230" name="Line 79"/>
            <p:cNvSpPr/>
            <p:nvPr/>
          </p:nvSpPr>
          <p:spPr>
            <a:xfrm>
              <a:off x="6248400" y="4343400"/>
              <a:ext cx="0" cy="381000"/>
            </a:xfrm>
            <a:prstGeom prst="line">
              <a:avLst/>
            </a:prstGeom>
            <a:ln w="57150" cap="flat" cmpd="sng">
              <a:solidFill>
                <a:schemeClr val="bg1"/>
              </a:solidFill>
              <a:prstDash val="solid"/>
              <a:headEnd type="none" w="med" len="med"/>
              <a:tailEnd type="none" w="med" len="med"/>
            </a:ln>
          </p:spPr>
        </p:sp>
        <p:sp>
          <p:nvSpPr>
            <p:cNvPr id="51231" name="Line 80"/>
            <p:cNvSpPr/>
            <p:nvPr/>
          </p:nvSpPr>
          <p:spPr>
            <a:xfrm>
              <a:off x="6248400" y="5318125"/>
              <a:ext cx="1295400" cy="0"/>
            </a:xfrm>
            <a:prstGeom prst="line">
              <a:avLst/>
            </a:prstGeom>
            <a:ln w="57150" cap="flat" cmpd="sng">
              <a:solidFill>
                <a:schemeClr val="bg1"/>
              </a:solidFill>
              <a:prstDash val="solid"/>
              <a:headEnd type="none" w="med" len="med"/>
              <a:tailEnd type="none" w="med" len="med"/>
            </a:ln>
          </p:spPr>
        </p:sp>
        <p:sp>
          <p:nvSpPr>
            <p:cNvPr id="51232" name="Line 81"/>
            <p:cNvSpPr/>
            <p:nvPr/>
          </p:nvSpPr>
          <p:spPr>
            <a:xfrm>
              <a:off x="6248400" y="4953000"/>
              <a:ext cx="0" cy="381000"/>
            </a:xfrm>
            <a:prstGeom prst="line">
              <a:avLst/>
            </a:prstGeom>
            <a:ln w="57150" cap="flat" cmpd="sng">
              <a:solidFill>
                <a:schemeClr val="bg1"/>
              </a:solidFill>
              <a:prstDash val="solid"/>
              <a:headEnd type="none" w="med" len="med"/>
              <a:tailEnd type="none" w="med" len="med"/>
            </a:ln>
          </p:spPr>
        </p:sp>
        <p:sp>
          <p:nvSpPr>
            <p:cNvPr id="51233" name="Line 82"/>
            <p:cNvSpPr/>
            <p:nvPr/>
          </p:nvSpPr>
          <p:spPr>
            <a:xfrm>
              <a:off x="6248400" y="4343400"/>
              <a:ext cx="1298575" cy="0"/>
            </a:xfrm>
            <a:prstGeom prst="line">
              <a:avLst/>
            </a:prstGeom>
            <a:ln w="57150" cap="flat" cmpd="sng">
              <a:solidFill>
                <a:schemeClr val="bg1"/>
              </a:solidFill>
              <a:prstDash val="solid"/>
              <a:headEnd type="none" w="med" len="med"/>
              <a:tailEnd type="none" w="med" len="med"/>
            </a:ln>
          </p:spPr>
        </p:sp>
        <p:sp>
          <p:nvSpPr>
            <p:cNvPr id="51234" name="Line 83"/>
            <p:cNvSpPr/>
            <p:nvPr/>
          </p:nvSpPr>
          <p:spPr>
            <a:xfrm>
              <a:off x="7527925" y="4343400"/>
              <a:ext cx="0" cy="381000"/>
            </a:xfrm>
            <a:prstGeom prst="line">
              <a:avLst/>
            </a:prstGeom>
            <a:ln w="57150" cap="flat" cmpd="sng">
              <a:solidFill>
                <a:schemeClr val="bg1"/>
              </a:solidFill>
              <a:prstDash val="solid"/>
              <a:headEnd type="none" w="med" len="med"/>
              <a:tailEnd type="none" w="med" len="med"/>
            </a:ln>
          </p:spPr>
        </p:sp>
        <p:sp>
          <p:nvSpPr>
            <p:cNvPr id="51235" name="Line 84"/>
            <p:cNvSpPr/>
            <p:nvPr/>
          </p:nvSpPr>
          <p:spPr>
            <a:xfrm>
              <a:off x="7527925" y="4968875"/>
              <a:ext cx="0" cy="381000"/>
            </a:xfrm>
            <a:prstGeom prst="line">
              <a:avLst/>
            </a:prstGeom>
            <a:ln w="57150" cap="flat" cmpd="sng">
              <a:solidFill>
                <a:schemeClr val="bg1"/>
              </a:solidFill>
              <a:prstDash val="solid"/>
              <a:headEnd type="none" w="med" len="med"/>
              <a:tailEnd type="none" w="med" len="med"/>
            </a:ln>
          </p:spPr>
        </p:sp>
        <p:sp>
          <p:nvSpPr>
            <p:cNvPr id="51236" name="Line 85"/>
            <p:cNvSpPr/>
            <p:nvPr/>
          </p:nvSpPr>
          <p:spPr>
            <a:xfrm>
              <a:off x="7543800" y="4953000"/>
              <a:ext cx="914400" cy="0"/>
            </a:xfrm>
            <a:prstGeom prst="line">
              <a:avLst/>
            </a:prstGeom>
            <a:ln w="57150" cap="flat" cmpd="sng">
              <a:solidFill>
                <a:schemeClr val="bg1"/>
              </a:solidFill>
              <a:prstDash val="solid"/>
              <a:headEnd type="none" w="med" len="med"/>
              <a:tailEnd type="none" w="med" len="med"/>
            </a:ln>
          </p:spPr>
        </p:sp>
        <p:sp>
          <p:nvSpPr>
            <p:cNvPr id="51237" name="Line 86"/>
            <p:cNvSpPr/>
            <p:nvPr/>
          </p:nvSpPr>
          <p:spPr>
            <a:xfrm>
              <a:off x="7543800" y="4692650"/>
              <a:ext cx="914400" cy="0"/>
            </a:xfrm>
            <a:prstGeom prst="line">
              <a:avLst/>
            </a:prstGeom>
            <a:ln w="57150" cap="flat" cmpd="sng">
              <a:solidFill>
                <a:schemeClr val="bg1"/>
              </a:solidFill>
              <a:prstDash val="solid"/>
              <a:headEnd type="none" w="med" len="med"/>
              <a:tailEnd type="none" w="med" len="med"/>
            </a:ln>
          </p:spPr>
        </p:sp>
        <p:grpSp>
          <p:nvGrpSpPr>
            <p:cNvPr id="51238" name="Group 110"/>
            <p:cNvGrpSpPr/>
            <p:nvPr/>
          </p:nvGrpSpPr>
          <p:grpSpPr>
            <a:xfrm>
              <a:off x="530225" y="2287588"/>
              <a:ext cx="3660775" cy="2846387"/>
              <a:chOff x="0" y="0"/>
              <a:chExt cx="2306" cy="1793"/>
            </a:xfrm>
          </p:grpSpPr>
          <p:sp>
            <p:nvSpPr>
              <p:cNvPr id="51239" name="Line 35"/>
              <p:cNvSpPr/>
              <p:nvPr/>
            </p:nvSpPr>
            <p:spPr>
              <a:xfrm flipH="1">
                <a:off x="1029" y="378"/>
                <a:ext cx="141" cy="0"/>
              </a:xfrm>
              <a:prstGeom prst="line">
                <a:avLst/>
              </a:prstGeom>
              <a:ln w="28575" cap="flat" cmpd="sng">
                <a:solidFill>
                  <a:srgbClr val="FF5050"/>
                </a:solidFill>
                <a:prstDash val="solid"/>
                <a:headEnd type="none" w="med" len="med"/>
                <a:tailEnd type="none" w="med" len="med"/>
              </a:ln>
            </p:spPr>
          </p:sp>
          <p:sp>
            <p:nvSpPr>
              <p:cNvPr id="51240" name="Line 36"/>
              <p:cNvSpPr/>
              <p:nvPr/>
            </p:nvSpPr>
            <p:spPr>
              <a:xfrm>
                <a:off x="1029" y="378"/>
                <a:ext cx="0" cy="151"/>
              </a:xfrm>
              <a:prstGeom prst="line">
                <a:avLst/>
              </a:prstGeom>
              <a:ln w="28575" cap="flat" cmpd="sng">
                <a:solidFill>
                  <a:srgbClr val="FF5050"/>
                </a:solidFill>
                <a:prstDash val="solid"/>
                <a:headEnd type="none" w="med" len="med"/>
                <a:tailEnd type="none" w="med" len="med"/>
              </a:ln>
            </p:spPr>
          </p:sp>
          <p:sp>
            <p:nvSpPr>
              <p:cNvPr id="51241" name="Line 37"/>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51242" name="Line 38"/>
              <p:cNvSpPr/>
              <p:nvPr/>
            </p:nvSpPr>
            <p:spPr>
              <a:xfrm>
                <a:off x="1039" y="529"/>
                <a:ext cx="504" cy="402"/>
              </a:xfrm>
              <a:prstGeom prst="line">
                <a:avLst/>
              </a:prstGeom>
              <a:ln w="28575" cap="flat" cmpd="sng">
                <a:solidFill>
                  <a:srgbClr val="FF5050"/>
                </a:solidFill>
                <a:prstDash val="solid"/>
                <a:headEnd type="none" w="med" len="med"/>
                <a:tailEnd type="none" w="med" len="med"/>
              </a:ln>
            </p:spPr>
          </p:sp>
          <p:sp>
            <p:nvSpPr>
              <p:cNvPr id="51243" name="Line 39"/>
              <p:cNvSpPr/>
              <p:nvPr/>
            </p:nvSpPr>
            <p:spPr>
              <a:xfrm flipV="1">
                <a:off x="1543" y="931"/>
                <a:ext cx="0" cy="250"/>
              </a:xfrm>
              <a:prstGeom prst="line">
                <a:avLst/>
              </a:prstGeom>
              <a:ln w="28575" cap="flat" cmpd="sng">
                <a:solidFill>
                  <a:srgbClr val="FF5050"/>
                </a:solidFill>
                <a:prstDash val="solid"/>
                <a:headEnd type="none" w="med" len="med"/>
                <a:tailEnd type="none" w="med" len="med"/>
              </a:ln>
            </p:spPr>
          </p:sp>
          <p:sp>
            <p:nvSpPr>
              <p:cNvPr id="51244" name="Line 40"/>
              <p:cNvSpPr/>
              <p:nvPr/>
            </p:nvSpPr>
            <p:spPr>
              <a:xfrm flipH="1">
                <a:off x="1039" y="1081"/>
                <a:ext cx="125" cy="1"/>
              </a:xfrm>
              <a:prstGeom prst="line">
                <a:avLst/>
              </a:prstGeom>
              <a:ln w="28575" cap="flat" cmpd="sng">
                <a:solidFill>
                  <a:schemeClr val="accent1"/>
                </a:solidFill>
                <a:prstDash val="solid"/>
                <a:headEnd type="none" w="med" len="med"/>
                <a:tailEnd type="none" w="med" len="med"/>
              </a:ln>
            </p:spPr>
          </p:sp>
          <p:sp>
            <p:nvSpPr>
              <p:cNvPr id="51245" name="Line 41"/>
              <p:cNvSpPr/>
              <p:nvPr/>
            </p:nvSpPr>
            <p:spPr>
              <a:xfrm flipH="1">
                <a:off x="1040" y="941"/>
                <a:ext cx="0" cy="150"/>
              </a:xfrm>
              <a:prstGeom prst="line">
                <a:avLst/>
              </a:prstGeom>
              <a:ln w="28575" cap="flat" cmpd="sng">
                <a:solidFill>
                  <a:schemeClr val="accent1"/>
                </a:solidFill>
                <a:prstDash val="solid"/>
                <a:headEnd type="none" w="med" len="med"/>
                <a:tailEnd type="none" w="med" len="med"/>
              </a:ln>
            </p:spPr>
          </p:sp>
          <p:sp>
            <p:nvSpPr>
              <p:cNvPr id="51246" name="Line 42"/>
              <p:cNvSpPr/>
              <p:nvPr/>
            </p:nvSpPr>
            <p:spPr>
              <a:xfrm flipH="1" flipV="1">
                <a:off x="1543" y="278"/>
                <a:ext cx="0" cy="251"/>
              </a:xfrm>
              <a:prstGeom prst="line">
                <a:avLst/>
              </a:prstGeom>
              <a:ln w="28575" cap="flat" cmpd="sng">
                <a:solidFill>
                  <a:schemeClr val="accent1"/>
                </a:solidFill>
                <a:prstDash val="solid"/>
                <a:headEnd type="none" w="med" len="med"/>
                <a:tailEnd type="none" w="med" len="med"/>
              </a:ln>
            </p:spPr>
          </p:sp>
          <p:sp>
            <p:nvSpPr>
              <p:cNvPr id="51247" name="Line 43"/>
              <p:cNvSpPr/>
              <p:nvPr/>
            </p:nvSpPr>
            <p:spPr>
              <a:xfrm flipV="1">
                <a:off x="1039" y="529"/>
                <a:ext cx="504" cy="402"/>
              </a:xfrm>
              <a:prstGeom prst="line">
                <a:avLst/>
              </a:prstGeom>
              <a:ln w="28575" cap="flat" cmpd="sng">
                <a:solidFill>
                  <a:schemeClr val="accent1"/>
                </a:solidFill>
                <a:prstDash val="solid"/>
                <a:headEnd type="none" w="med" len="med"/>
                <a:tailEnd type="none" w="med" len="med"/>
              </a:ln>
            </p:spPr>
          </p:sp>
          <p:sp>
            <p:nvSpPr>
              <p:cNvPr id="51248" name="Text Box 44"/>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51249" name="Text Box 45"/>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51250" name="Line 46"/>
              <p:cNvSpPr/>
              <p:nvPr/>
            </p:nvSpPr>
            <p:spPr>
              <a:xfrm>
                <a:off x="1404" y="282"/>
                <a:ext cx="614" cy="0"/>
              </a:xfrm>
              <a:prstGeom prst="line">
                <a:avLst/>
              </a:prstGeom>
              <a:ln w="28575" cap="flat" cmpd="sng">
                <a:solidFill>
                  <a:schemeClr val="accent1"/>
                </a:solidFill>
                <a:prstDash val="solid"/>
                <a:headEnd type="none" w="med" len="med"/>
                <a:tailEnd type="none" w="med" len="med"/>
              </a:ln>
            </p:spPr>
          </p:sp>
          <p:sp>
            <p:nvSpPr>
              <p:cNvPr id="51251" name="Line 47"/>
              <p:cNvSpPr/>
              <p:nvPr/>
            </p:nvSpPr>
            <p:spPr>
              <a:xfrm>
                <a:off x="1400" y="1188"/>
                <a:ext cx="614" cy="0"/>
              </a:xfrm>
              <a:prstGeom prst="line">
                <a:avLst/>
              </a:prstGeom>
              <a:ln w="28575" cap="flat" cmpd="sng">
                <a:solidFill>
                  <a:srgbClr val="FF5050"/>
                </a:solidFill>
                <a:prstDash val="solid"/>
                <a:headEnd type="none" w="med" len="med"/>
                <a:tailEnd type="none" w="med" len="med"/>
              </a:ln>
            </p:spPr>
          </p:sp>
          <p:sp>
            <p:nvSpPr>
              <p:cNvPr id="51252" name="Oval 48"/>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51253" name="Line 53"/>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51254" name="Line 54"/>
              <p:cNvSpPr/>
              <p:nvPr/>
            </p:nvSpPr>
            <p:spPr>
              <a:xfrm>
                <a:off x="850" y="1234"/>
                <a:ext cx="322" cy="0"/>
              </a:xfrm>
              <a:prstGeom prst="line">
                <a:avLst/>
              </a:prstGeom>
              <a:ln w="28575" cap="flat" cmpd="sng">
                <a:solidFill>
                  <a:schemeClr val="accent1"/>
                </a:solidFill>
                <a:prstDash val="solid"/>
                <a:headEnd type="none" w="med" len="med"/>
                <a:tailEnd type="none" w="med" len="med"/>
              </a:ln>
            </p:spPr>
          </p:sp>
          <p:sp>
            <p:nvSpPr>
              <p:cNvPr id="51255" name="Line 55"/>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51256" name="Line 56"/>
              <p:cNvSpPr/>
              <p:nvPr/>
            </p:nvSpPr>
            <p:spPr>
              <a:xfrm flipH="1">
                <a:off x="547" y="297"/>
                <a:ext cx="68" cy="0"/>
              </a:xfrm>
              <a:prstGeom prst="line">
                <a:avLst/>
              </a:prstGeom>
              <a:ln w="28575" cap="flat" cmpd="sng">
                <a:solidFill>
                  <a:srgbClr val="FF5050"/>
                </a:solidFill>
                <a:prstDash val="solid"/>
                <a:headEnd type="none" w="med" len="med"/>
                <a:tailEnd type="none" w="med" len="med"/>
              </a:ln>
            </p:spPr>
          </p:sp>
          <p:sp>
            <p:nvSpPr>
              <p:cNvPr id="51257" name="Line 57"/>
              <p:cNvSpPr/>
              <p:nvPr/>
            </p:nvSpPr>
            <p:spPr>
              <a:xfrm flipH="1">
                <a:off x="547" y="1165"/>
                <a:ext cx="68" cy="0"/>
              </a:xfrm>
              <a:prstGeom prst="line">
                <a:avLst/>
              </a:prstGeom>
              <a:ln w="28575" cap="flat" cmpd="sng">
                <a:solidFill>
                  <a:srgbClr val="FF5050"/>
                </a:solidFill>
                <a:prstDash val="solid"/>
                <a:headEnd type="none" w="med" len="med"/>
                <a:tailEnd type="none" w="med" len="med"/>
              </a:ln>
            </p:spPr>
          </p:sp>
          <p:sp>
            <p:nvSpPr>
              <p:cNvPr id="51258" name="Line 58"/>
              <p:cNvSpPr/>
              <p:nvPr/>
            </p:nvSpPr>
            <p:spPr>
              <a:xfrm>
                <a:off x="547" y="297"/>
                <a:ext cx="0" cy="868"/>
              </a:xfrm>
              <a:prstGeom prst="line">
                <a:avLst/>
              </a:prstGeom>
              <a:ln w="28575" cap="flat" cmpd="sng">
                <a:solidFill>
                  <a:srgbClr val="FF5050"/>
                </a:solidFill>
                <a:prstDash val="solid"/>
                <a:headEnd type="none" w="med" len="med"/>
                <a:tailEnd type="none" w="med" len="med"/>
              </a:ln>
            </p:spPr>
          </p:sp>
          <p:sp>
            <p:nvSpPr>
              <p:cNvPr id="51259" name="Line 59"/>
              <p:cNvSpPr/>
              <p:nvPr/>
            </p:nvSpPr>
            <p:spPr>
              <a:xfrm>
                <a:off x="206" y="1298"/>
                <a:ext cx="409" cy="0"/>
              </a:xfrm>
              <a:prstGeom prst="line">
                <a:avLst/>
              </a:prstGeom>
              <a:ln w="28575" cap="flat" cmpd="sng">
                <a:solidFill>
                  <a:srgbClr val="FF5050"/>
                </a:solidFill>
                <a:prstDash val="solid"/>
                <a:headEnd type="none" w="med" len="med"/>
                <a:tailEnd type="none" w="med" len="med"/>
              </a:ln>
            </p:spPr>
          </p:sp>
          <p:sp>
            <p:nvSpPr>
              <p:cNvPr id="51260" name="Line 60"/>
              <p:cNvSpPr/>
              <p:nvPr/>
            </p:nvSpPr>
            <p:spPr>
              <a:xfrm flipH="1">
                <a:off x="206" y="731"/>
                <a:ext cx="341" cy="0"/>
              </a:xfrm>
              <a:prstGeom prst="line">
                <a:avLst/>
              </a:prstGeom>
              <a:ln w="28575" cap="flat" cmpd="sng">
                <a:solidFill>
                  <a:srgbClr val="FF5050"/>
                </a:solidFill>
                <a:prstDash val="solid"/>
                <a:headEnd type="none" w="med" len="med"/>
                <a:tailEnd type="none" w="med" len="med"/>
              </a:ln>
            </p:spPr>
          </p:sp>
          <p:sp>
            <p:nvSpPr>
              <p:cNvPr id="51261" name="Text Box 61"/>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51262" name="Text Box 62"/>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51263" name="Text Box 63"/>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51264" name="Text Box 64"/>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51265" name="Oval 73"/>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51266" name="Oval 74"/>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51267" name="Group 93"/>
              <p:cNvGrpSpPr/>
              <p:nvPr/>
            </p:nvGrpSpPr>
            <p:grpSpPr>
              <a:xfrm>
                <a:off x="603" y="60"/>
                <a:ext cx="263" cy="302"/>
                <a:chOff x="0" y="0"/>
                <a:chExt cx="263" cy="302"/>
              </a:xfrm>
            </p:grpSpPr>
            <p:sp>
              <p:nvSpPr>
                <p:cNvPr id="51280" name="Rectangle 94"/>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1281" name="Text Box 95"/>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1282" name="Oval 96"/>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1268" name="Group 97"/>
              <p:cNvGrpSpPr/>
              <p:nvPr/>
            </p:nvGrpSpPr>
            <p:grpSpPr>
              <a:xfrm>
                <a:off x="603" y="1089"/>
                <a:ext cx="263" cy="302"/>
                <a:chOff x="0" y="0"/>
                <a:chExt cx="263" cy="302"/>
              </a:xfrm>
            </p:grpSpPr>
            <p:sp>
              <p:nvSpPr>
                <p:cNvPr id="51277" name="Rectangle 98"/>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1278" name="Text Box 99"/>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1279" name="Oval 100"/>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1269" name="Group 101"/>
              <p:cNvGrpSpPr/>
              <p:nvPr/>
            </p:nvGrpSpPr>
            <p:grpSpPr>
              <a:xfrm>
                <a:off x="1131" y="1041"/>
                <a:ext cx="263" cy="302"/>
                <a:chOff x="0" y="0"/>
                <a:chExt cx="263" cy="302"/>
              </a:xfrm>
            </p:grpSpPr>
            <p:sp>
              <p:nvSpPr>
                <p:cNvPr id="51274" name="Rectangle 102"/>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1275" name="Text Box 103"/>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1276" name="Oval 104"/>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1270" name="Group 105"/>
              <p:cNvGrpSpPr/>
              <p:nvPr/>
            </p:nvGrpSpPr>
            <p:grpSpPr>
              <a:xfrm>
                <a:off x="1131" y="129"/>
                <a:ext cx="263" cy="302"/>
                <a:chOff x="0" y="0"/>
                <a:chExt cx="263" cy="302"/>
              </a:xfrm>
            </p:grpSpPr>
            <p:sp>
              <p:nvSpPr>
                <p:cNvPr id="51271" name="Rectangle 106"/>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1272" name="Text Box 107"/>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1273" name="Oval 108"/>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51204" name="Text Box 111"/>
          <p:cNvSpPr txBox="1"/>
          <p:nvPr/>
        </p:nvSpPr>
        <p:spPr>
          <a:xfrm>
            <a:off x="1827213" y="1223963"/>
            <a:ext cx="2238375" cy="521970"/>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R = 1</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C=1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(6)</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53251" name="组合 120"/>
          <p:cNvGrpSpPr/>
          <p:nvPr/>
        </p:nvGrpSpPr>
        <p:grpSpPr>
          <a:xfrm>
            <a:off x="960438" y="1001713"/>
            <a:ext cx="7345362" cy="3686175"/>
            <a:chOff x="252413" y="1270000"/>
            <a:chExt cx="8783637" cy="4360863"/>
          </a:xfrm>
        </p:grpSpPr>
        <p:sp>
          <p:nvSpPr>
            <p:cNvPr id="53253" name="Text Box 2"/>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53254" name="Text Box 3"/>
            <p:cNvSpPr txBox="1"/>
            <p:nvPr/>
          </p:nvSpPr>
          <p:spPr>
            <a:xfrm>
              <a:off x="4500563" y="1270000"/>
              <a:ext cx="4535487"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53255" name="Line 11"/>
            <p:cNvSpPr/>
            <p:nvPr/>
          </p:nvSpPr>
          <p:spPr>
            <a:xfrm>
              <a:off x="6997700" y="2378075"/>
              <a:ext cx="0" cy="2879725"/>
            </a:xfrm>
            <a:prstGeom prst="line">
              <a:avLst/>
            </a:prstGeom>
            <a:ln w="9525" cap="flat" cmpd="sng">
              <a:solidFill>
                <a:schemeClr val="bg1"/>
              </a:solidFill>
              <a:prstDash val="dash"/>
              <a:headEnd type="none" w="med" len="med"/>
              <a:tailEnd type="none" w="med" len="med"/>
            </a:ln>
          </p:spPr>
        </p:sp>
        <p:sp>
          <p:nvSpPr>
            <p:cNvPr id="53256" name="Line 12"/>
            <p:cNvSpPr/>
            <p:nvPr/>
          </p:nvSpPr>
          <p:spPr>
            <a:xfrm>
              <a:off x="8458200" y="2378075"/>
              <a:ext cx="0" cy="2879725"/>
            </a:xfrm>
            <a:prstGeom prst="line">
              <a:avLst/>
            </a:prstGeom>
            <a:ln w="9525" cap="flat" cmpd="sng">
              <a:solidFill>
                <a:schemeClr val="bg1"/>
              </a:solidFill>
              <a:prstDash val="dash"/>
              <a:headEnd type="none" w="med" len="med"/>
              <a:tailEnd type="none" w="med" len="med"/>
            </a:ln>
          </p:spPr>
        </p:sp>
        <p:sp>
          <p:nvSpPr>
            <p:cNvPr id="53257" name="Line 18"/>
            <p:cNvSpPr/>
            <p:nvPr/>
          </p:nvSpPr>
          <p:spPr>
            <a:xfrm>
              <a:off x="6243638" y="2378075"/>
              <a:ext cx="0" cy="2879725"/>
            </a:xfrm>
            <a:prstGeom prst="line">
              <a:avLst/>
            </a:prstGeom>
            <a:ln w="9525" cap="flat" cmpd="sng">
              <a:solidFill>
                <a:schemeClr val="bg1"/>
              </a:solidFill>
              <a:prstDash val="dash"/>
              <a:headEnd type="none" w="med" len="med"/>
              <a:tailEnd type="none" w="med" len="med"/>
            </a:ln>
          </p:spPr>
        </p:sp>
        <p:sp>
          <p:nvSpPr>
            <p:cNvPr id="53258" name="Line 19"/>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53259" name="Line 34"/>
            <p:cNvSpPr/>
            <p:nvPr/>
          </p:nvSpPr>
          <p:spPr>
            <a:xfrm>
              <a:off x="7527925" y="2378075"/>
              <a:ext cx="0" cy="2879725"/>
            </a:xfrm>
            <a:prstGeom prst="line">
              <a:avLst/>
            </a:prstGeom>
            <a:ln w="9525" cap="flat" cmpd="sng">
              <a:solidFill>
                <a:schemeClr val="bg1"/>
              </a:solidFill>
              <a:prstDash val="dash"/>
              <a:headEnd type="none" w="med" len="med"/>
              <a:tailEnd type="none" w="med" len="med"/>
            </a:ln>
          </p:spPr>
        </p:sp>
        <p:sp>
          <p:nvSpPr>
            <p:cNvPr id="53260" name="Line 35"/>
            <p:cNvSpPr/>
            <p:nvPr/>
          </p:nvSpPr>
          <p:spPr>
            <a:xfrm>
              <a:off x="8532813" y="1412875"/>
              <a:ext cx="0" cy="457200"/>
            </a:xfrm>
            <a:prstGeom prst="line">
              <a:avLst/>
            </a:prstGeom>
            <a:ln w="57150" cap="flat" cmpd="sng">
              <a:solidFill>
                <a:srgbClr val="FFFF00"/>
              </a:solidFill>
              <a:prstDash val="solid"/>
              <a:headEnd type="none" w="med" len="med"/>
              <a:tailEnd type="triangle" w="med" len="med"/>
            </a:ln>
          </p:spPr>
        </p:sp>
        <p:grpSp>
          <p:nvGrpSpPr>
            <p:cNvPr id="53261" name="Group 108"/>
            <p:cNvGrpSpPr/>
            <p:nvPr/>
          </p:nvGrpSpPr>
          <p:grpSpPr>
            <a:xfrm>
              <a:off x="4635500" y="2241550"/>
              <a:ext cx="4051300" cy="3108325"/>
              <a:chOff x="0" y="0"/>
              <a:chExt cx="2552" cy="1958"/>
            </a:xfrm>
          </p:grpSpPr>
          <p:sp>
            <p:nvSpPr>
              <p:cNvPr id="53307" name="Text Box 13"/>
              <p:cNvSpPr txBox="1"/>
              <p:nvPr/>
            </p:nvSpPr>
            <p:spPr>
              <a:xfrm>
                <a:off x="25"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53308" name="Text Box 14"/>
              <p:cNvSpPr txBox="1"/>
              <p:nvPr/>
            </p:nvSpPr>
            <p:spPr>
              <a:xfrm>
                <a:off x="4" y="422"/>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53309" name="Text Box 15"/>
              <p:cNvSpPr txBox="1"/>
              <p:nvPr/>
            </p:nvSpPr>
            <p:spPr>
              <a:xfrm>
                <a:off x="0" y="806"/>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53310" name="Text Box 16"/>
              <p:cNvSpPr txBox="1"/>
              <p:nvPr/>
            </p:nvSpPr>
            <p:spPr>
              <a:xfrm>
                <a:off x="0" y="1248"/>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53311" name="Text Box 17"/>
              <p:cNvSpPr txBox="1"/>
              <p:nvPr/>
            </p:nvSpPr>
            <p:spPr>
              <a:xfrm>
                <a:off x="0" y="1670"/>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53312" name="Line 20"/>
              <p:cNvSpPr/>
              <p:nvPr/>
            </p:nvSpPr>
            <p:spPr>
              <a:xfrm>
                <a:off x="1013" y="76"/>
                <a:ext cx="465" cy="0"/>
              </a:xfrm>
              <a:prstGeom prst="line">
                <a:avLst/>
              </a:prstGeom>
              <a:ln w="57150" cap="flat" cmpd="sng">
                <a:solidFill>
                  <a:srgbClr val="FFFF00"/>
                </a:solidFill>
                <a:prstDash val="solid"/>
                <a:headEnd type="none" w="med" len="med"/>
                <a:tailEnd type="none" w="med" len="med"/>
              </a:ln>
            </p:spPr>
          </p:sp>
          <p:sp>
            <p:nvSpPr>
              <p:cNvPr id="53313" name="Line 21"/>
              <p:cNvSpPr/>
              <p:nvPr/>
            </p:nvSpPr>
            <p:spPr>
              <a:xfrm>
                <a:off x="1478" y="76"/>
                <a:ext cx="0" cy="240"/>
              </a:xfrm>
              <a:prstGeom prst="line">
                <a:avLst/>
              </a:prstGeom>
              <a:ln w="57150" cap="flat" cmpd="sng">
                <a:solidFill>
                  <a:srgbClr val="FFFF00"/>
                </a:solidFill>
                <a:prstDash val="solid"/>
                <a:headEnd type="none" w="med" len="med"/>
                <a:tailEnd type="none" w="med" len="med"/>
              </a:ln>
            </p:spPr>
          </p:sp>
          <p:sp>
            <p:nvSpPr>
              <p:cNvPr id="53314" name="Line 22"/>
              <p:cNvSpPr/>
              <p:nvPr/>
            </p:nvSpPr>
            <p:spPr>
              <a:xfrm>
                <a:off x="1478" y="316"/>
                <a:ext cx="1074" cy="0"/>
              </a:xfrm>
              <a:prstGeom prst="line">
                <a:avLst/>
              </a:prstGeom>
              <a:ln w="57150" cap="flat" cmpd="sng">
                <a:solidFill>
                  <a:srgbClr val="FFFF00"/>
                </a:solidFill>
                <a:prstDash val="solid"/>
                <a:headEnd type="none" w="med" len="med"/>
                <a:tailEnd type="none" w="med" len="med"/>
              </a:ln>
            </p:spPr>
          </p:sp>
          <p:sp>
            <p:nvSpPr>
              <p:cNvPr id="53315" name="Line 23"/>
              <p:cNvSpPr/>
              <p:nvPr/>
            </p:nvSpPr>
            <p:spPr>
              <a:xfrm>
                <a:off x="432" y="700"/>
                <a:ext cx="1395" cy="0"/>
              </a:xfrm>
              <a:prstGeom prst="line">
                <a:avLst/>
              </a:prstGeom>
              <a:ln w="57150" cap="flat" cmpd="sng">
                <a:solidFill>
                  <a:srgbClr val="FFFF00"/>
                </a:solidFill>
                <a:prstDash val="solid"/>
                <a:headEnd type="none" w="med" len="med"/>
                <a:tailEnd type="none" w="med" len="med"/>
              </a:ln>
            </p:spPr>
          </p:sp>
          <p:sp>
            <p:nvSpPr>
              <p:cNvPr id="53316" name="Line 24"/>
              <p:cNvSpPr/>
              <p:nvPr/>
            </p:nvSpPr>
            <p:spPr>
              <a:xfrm flipV="1">
                <a:off x="1827" y="460"/>
                <a:ext cx="0" cy="240"/>
              </a:xfrm>
              <a:prstGeom prst="line">
                <a:avLst/>
              </a:prstGeom>
              <a:ln w="57150" cap="flat" cmpd="sng">
                <a:solidFill>
                  <a:srgbClr val="FFFF00"/>
                </a:solidFill>
                <a:prstDash val="solid"/>
                <a:headEnd type="none" w="med" len="med"/>
                <a:tailEnd type="none" w="med" len="med"/>
              </a:ln>
            </p:spPr>
          </p:sp>
          <p:sp>
            <p:nvSpPr>
              <p:cNvPr id="53317" name="Line 25"/>
              <p:cNvSpPr/>
              <p:nvPr/>
            </p:nvSpPr>
            <p:spPr>
              <a:xfrm>
                <a:off x="1827" y="460"/>
                <a:ext cx="725" cy="0"/>
              </a:xfrm>
              <a:prstGeom prst="line">
                <a:avLst/>
              </a:prstGeom>
              <a:ln w="57150" cap="flat" cmpd="sng">
                <a:solidFill>
                  <a:srgbClr val="FFFF00"/>
                </a:solidFill>
                <a:prstDash val="solid"/>
                <a:headEnd type="none" w="med" len="med"/>
                <a:tailEnd type="none" w="med" len="med"/>
              </a:ln>
            </p:spPr>
          </p:sp>
          <p:sp>
            <p:nvSpPr>
              <p:cNvPr id="53318" name="Line 26"/>
              <p:cNvSpPr/>
              <p:nvPr/>
            </p:nvSpPr>
            <p:spPr>
              <a:xfrm>
                <a:off x="781" y="892"/>
                <a:ext cx="1627" cy="0"/>
              </a:xfrm>
              <a:prstGeom prst="line">
                <a:avLst/>
              </a:prstGeom>
              <a:ln w="57150" cap="flat" cmpd="sng">
                <a:solidFill>
                  <a:srgbClr val="99CCFF"/>
                </a:solidFill>
                <a:prstDash val="solid"/>
                <a:headEnd type="none" w="med" len="med"/>
                <a:tailEnd type="none" w="med" len="med"/>
              </a:ln>
            </p:spPr>
          </p:sp>
          <p:sp>
            <p:nvSpPr>
              <p:cNvPr id="53319" name="Line 27"/>
              <p:cNvSpPr/>
              <p:nvPr/>
            </p:nvSpPr>
            <p:spPr>
              <a:xfrm>
                <a:off x="2408" y="892"/>
                <a:ext cx="0" cy="240"/>
              </a:xfrm>
              <a:prstGeom prst="line">
                <a:avLst/>
              </a:prstGeom>
              <a:ln w="57150" cap="flat" cmpd="sng">
                <a:solidFill>
                  <a:srgbClr val="99CCFF"/>
                </a:solidFill>
                <a:prstDash val="solid"/>
                <a:headEnd type="none" w="med" len="med"/>
                <a:tailEnd type="none" w="med" len="med"/>
              </a:ln>
            </p:spPr>
          </p:sp>
          <p:sp>
            <p:nvSpPr>
              <p:cNvPr id="53320" name="Line 28"/>
              <p:cNvSpPr/>
              <p:nvPr/>
            </p:nvSpPr>
            <p:spPr>
              <a:xfrm>
                <a:off x="1013" y="76"/>
                <a:ext cx="0" cy="240"/>
              </a:xfrm>
              <a:prstGeom prst="line">
                <a:avLst/>
              </a:prstGeom>
              <a:ln w="57150" cap="flat" cmpd="sng">
                <a:solidFill>
                  <a:srgbClr val="FFFF00"/>
                </a:solidFill>
                <a:prstDash val="solid"/>
                <a:headEnd type="none" w="med" len="med"/>
                <a:tailEnd type="none" w="med" len="med"/>
              </a:ln>
            </p:spPr>
          </p:sp>
          <p:sp>
            <p:nvSpPr>
              <p:cNvPr id="53321" name="Line 29"/>
              <p:cNvSpPr/>
              <p:nvPr/>
            </p:nvSpPr>
            <p:spPr>
              <a:xfrm>
                <a:off x="432" y="316"/>
                <a:ext cx="581" cy="0"/>
              </a:xfrm>
              <a:prstGeom prst="line">
                <a:avLst/>
              </a:prstGeom>
              <a:ln w="57150" cap="flat" cmpd="sng">
                <a:solidFill>
                  <a:srgbClr val="FFFF00"/>
                </a:solidFill>
                <a:prstDash val="solid"/>
                <a:headEnd type="none" w="med" len="med"/>
                <a:tailEnd type="none" w="med" len="med"/>
              </a:ln>
            </p:spPr>
          </p:sp>
          <p:sp>
            <p:nvSpPr>
              <p:cNvPr id="53322" name="Line 30"/>
              <p:cNvSpPr/>
              <p:nvPr/>
            </p:nvSpPr>
            <p:spPr>
              <a:xfrm>
                <a:off x="781" y="892"/>
                <a:ext cx="0" cy="240"/>
              </a:xfrm>
              <a:prstGeom prst="line">
                <a:avLst/>
              </a:prstGeom>
              <a:ln w="57150" cap="flat" cmpd="sng">
                <a:solidFill>
                  <a:srgbClr val="99CCFF"/>
                </a:solidFill>
                <a:prstDash val="solid"/>
                <a:headEnd type="none" w="med" len="med"/>
                <a:tailEnd type="none" w="med" len="med"/>
              </a:ln>
            </p:spPr>
          </p:sp>
          <p:sp>
            <p:nvSpPr>
              <p:cNvPr id="53323" name="Line 31"/>
              <p:cNvSpPr/>
              <p:nvPr/>
            </p:nvSpPr>
            <p:spPr>
              <a:xfrm>
                <a:off x="432" y="1132"/>
                <a:ext cx="349" cy="0"/>
              </a:xfrm>
              <a:prstGeom prst="line">
                <a:avLst/>
              </a:prstGeom>
              <a:ln w="57150" cap="flat" cmpd="sng">
                <a:solidFill>
                  <a:srgbClr val="99CCFF"/>
                </a:solidFill>
                <a:prstDash val="solid"/>
                <a:headEnd type="none" w="med" len="med"/>
                <a:tailEnd type="none" w="med" len="med"/>
              </a:ln>
            </p:spPr>
          </p:sp>
          <p:sp>
            <p:nvSpPr>
              <p:cNvPr id="53324" name="Line 32"/>
              <p:cNvSpPr/>
              <p:nvPr/>
            </p:nvSpPr>
            <p:spPr>
              <a:xfrm>
                <a:off x="432" y="1564"/>
                <a:ext cx="584" cy="0"/>
              </a:xfrm>
              <a:prstGeom prst="line">
                <a:avLst/>
              </a:prstGeom>
              <a:ln w="57150" cap="flat" cmpd="sng">
                <a:solidFill>
                  <a:schemeClr val="bg1"/>
                </a:solidFill>
                <a:prstDash val="solid"/>
                <a:headEnd type="none" w="med" len="med"/>
                <a:tailEnd type="none" w="med" len="med"/>
              </a:ln>
            </p:spPr>
          </p:sp>
          <p:sp>
            <p:nvSpPr>
              <p:cNvPr id="53325" name="Line 33"/>
              <p:cNvSpPr/>
              <p:nvPr/>
            </p:nvSpPr>
            <p:spPr>
              <a:xfrm>
                <a:off x="432" y="1708"/>
                <a:ext cx="584" cy="0"/>
              </a:xfrm>
              <a:prstGeom prst="line">
                <a:avLst/>
              </a:prstGeom>
              <a:ln w="57150" cap="flat" cmpd="sng">
                <a:solidFill>
                  <a:schemeClr val="bg1"/>
                </a:solidFill>
                <a:prstDash val="solid"/>
                <a:headEnd type="none" w="med" len="med"/>
                <a:tailEnd type="none" w="med" len="med"/>
              </a:ln>
            </p:spPr>
          </p:sp>
          <p:sp>
            <p:nvSpPr>
              <p:cNvPr id="53326" name="Line 80"/>
              <p:cNvSpPr/>
              <p:nvPr/>
            </p:nvSpPr>
            <p:spPr>
              <a:xfrm>
                <a:off x="1016" y="1324"/>
                <a:ext cx="0" cy="240"/>
              </a:xfrm>
              <a:prstGeom prst="line">
                <a:avLst/>
              </a:prstGeom>
              <a:ln w="57150" cap="flat" cmpd="sng">
                <a:solidFill>
                  <a:schemeClr val="bg1"/>
                </a:solidFill>
                <a:prstDash val="solid"/>
                <a:headEnd type="none" w="med" len="med"/>
                <a:tailEnd type="none" w="med" len="med"/>
              </a:ln>
            </p:spPr>
          </p:sp>
          <p:sp>
            <p:nvSpPr>
              <p:cNvPr id="53327" name="Line 81"/>
              <p:cNvSpPr/>
              <p:nvPr/>
            </p:nvSpPr>
            <p:spPr>
              <a:xfrm>
                <a:off x="1016" y="1938"/>
                <a:ext cx="816" cy="0"/>
              </a:xfrm>
              <a:prstGeom prst="line">
                <a:avLst/>
              </a:prstGeom>
              <a:ln w="57150" cap="flat" cmpd="sng">
                <a:solidFill>
                  <a:schemeClr val="bg1"/>
                </a:solidFill>
                <a:prstDash val="solid"/>
                <a:headEnd type="none" w="med" len="med"/>
                <a:tailEnd type="none" w="med" len="med"/>
              </a:ln>
            </p:spPr>
          </p:sp>
          <p:sp>
            <p:nvSpPr>
              <p:cNvPr id="53328" name="Line 82"/>
              <p:cNvSpPr/>
              <p:nvPr/>
            </p:nvSpPr>
            <p:spPr>
              <a:xfrm>
                <a:off x="1016" y="1708"/>
                <a:ext cx="0" cy="240"/>
              </a:xfrm>
              <a:prstGeom prst="line">
                <a:avLst/>
              </a:prstGeom>
              <a:ln w="57150" cap="flat" cmpd="sng">
                <a:solidFill>
                  <a:schemeClr val="bg1"/>
                </a:solidFill>
                <a:prstDash val="solid"/>
                <a:headEnd type="none" w="med" len="med"/>
                <a:tailEnd type="none" w="med" len="med"/>
              </a:ln>
            </p:spPr>
          </p:sp>
          <p:sp>
            <p:nvSpPr>
              <p:cNvPr id="53329" name="Line 83"/>
              <p:cNvSpPr/>
              <p:nvPr/>
            </p:nvSpPr>
            <p:spPr>
              <a:xfrm>
                <a:off x="1016" y="1324"/>
                <a:ext cx="818" cy="0"/>
              </a:xfrm>
              <a:prstGeom prst="line">
                <a:avLst/>
              </a:prstGeom>
              <a:ln w="57150" cap="flat" cmpd="sng">
                <a:solidFill>
                  <a:schemeClr val="bg1"/>
                </a:solidFill>
                <a:prstDash val="solid"/>
                <a:headEnd type="none" w="med" len="med"/>
                <a:tailEnd type="none" w="med" len="med"/>
              </a:ln>
            </p:spPr>
          </p:sp>
          <p:sp>
            <p:nvSpPr>
              <p:cNvPr id="53330" name="Line 84"/>
              <p:cNvSpPr/>
              <p:nvPr/>
            </p:nvSpPr>
            <p:spPr>
              <a:xfrm>
                <a:off x="1822" y="1324"/>
                <a:ext cx="0" cy="240"/>
              </a:xfrm>
              <a:prstGeom prst="line">
                <a:avLst/>
              </a:prstGeom>
              <a:ln w="57150" cap="flat" cmpd="sng">
                <a:solidFill>
                  <a:schemeClr val="bg1"/>
                </a:solidFill>
                <a:prstDash val="solid"/>
                <a:headEnd type="none" w="med" len="med"/>
                <a:tailEnd type="none" w="med" len="med"/>
              </a:ln>
            </p:spPr>
          </p:sp>
          <p:sp>
            <p:nvSpPr>
              <p:cNvPr id="53331" name="Line 85"/>
              <p:cNvSpPr/>
              <p:nvPr/>
            </p:nvSpPr>
            <p:spPr>
              <a:xfrm>
                <a:off x="1822" y="1718"/>
                <a:ext cx="0" cy="240"/>
              </a:xfrm>
              <a:prstGeom prst="line">
                <a:avLst/>
              </a:prstGeom>
              <a:ln w="57150" cap="flat" cmpd="sng">
                <a:solidFill>
                  <a:schemeClr val="bg1"/>
                </a:solidFill>
                <a:prstDash val="solid"/>
                <a:headEnd type="none" w="med" len="med"/>
                <a:tailEnd type="none" w="med" len="med"/>
              </a:ln>
            </p:spPr>
          </p:sp>
          <p:sp>
            <p:nvSpPr>
              <p:cNvPr id="53332" name="Line 86"/>
              <p:cNvSpPr/>
              <p:nvPr/>
            </p:nvSpPr>
            <p:spPr>
              <a:xfrm>
                <a:off x="1822" y="1718"/>
                <a:ext cx="720" cy="0"/>
              </a:xfrm>
              <a:prstGeom prst="line">
                <a:avLst/>
              </a:prstGeom>
              <a:ln w="57150" cap="flat" cmpd="sng">
                <a:solidFill>
                  <a:schemeClr val="bg1"/>
                </a:solidFill>
                <a:prstDash val="solid"/>
                <a:headEnd type="none" w="med" len="med"/>
                <a:tailEnd type="none" w="med" len="med"/>
              </a:ln>
            </p:spPr>
          </p:sp>
          <p:sp>
            <p:nvSpPr>
              <p:cNvPr id="53333" name="Line 87"/>
              <p:cNvSpPr/>
              <p:nvPr/>
            </p:nvSpPr>
            <p:spPr>
              <a:xfrm flipV="1">
                <a:off x="1832" y="1546"/>
                <a:ext cx="720" cy="0"/>
              </a:xfrm>
              <a:prstGeom prst="line">
                <a:avLst/>
              </a:prstGeom>
              <a:ln w="57150" cap="flat" cmpd="sng">
                <a:solidFill>
                  <a:schemeClr val="bg1"/>
                </a:solidFill>
                <a:prstDash val="solid"/>
                <a:headEnd type="none" w="med" len="med"/>
                <a:tailEnd type="none" w="med" len="med"/>
              </a:ln>
            </p:spPr>
          </p:sp>
          <p:sp>
            <p:nvSpPr>
              <p:cNvPr id="53334" name="Line 88"/>
              <p:cNvSpPr/>
              <p:nvPr/>
            </p:nvSpPr>
            <p:spPr>
              <a:xfrm>
                <a:off x="2408" y="1132"/>
                <a:ext cx="144" cy="0"/>
              </a:xfrm>
              <a:prstGeom prst="line">
                <a:avLst/>
              </a:prstGeom>
              <a:ln w="57150" cap="flat" cmpd="sng">
                <a:solidFill>
                  <a:srgbClr val="99CCFF"/>
                </a:solidFill>
                <a:prstDash val="solid"/>
                <a:headEnd type="none" w="med" len="med"/>
                <a:tailEnd type="none" w="med" len="med"/>
              </a:ln>
            </p:spPr>
          </p:sp>
        </p:grpSp>
        <p:grpSp>
          <p:nvGrpSpPr>
            <p:cNvPr id="53262" name="Group 109"/>
            <p:cNvGrpSpPr/>
            <p:nvPr/>
          </p:nvGrpSpPr>
          <p:grpSpPr>
            <a:xfrm>
              <a:off x="530225" y="2287588"/>
              <a:ext cx="3660775" cy="2846387"/>
              <a:chOff x="0" y="0"/>
              <a:chExt cx="2306" cy="1793"/>
            </a:xfrm>
          </p:grpSpPr>
          <p:sp>
            <p:nvSpPr>
              <p:cNvPr id="53263" name="Line 36"/>
              <p:cNvSpPr/>
              <p:nvPr/>
            </p:nvSpPr>
            <p:spPr>
              <a:xfrm flipH="1">
                <a:off x="1029" y="378"/>
                <a:ext cx="141" cy="0"/>
              </a:xfrm>
              <a:prstGeom prst="line">
                <a:avLst/>
              </a:prstGeom>
              <a:ln w="28575" cap="flat" cmpd="sng">
                <a:solidFill>
                  <a:srgbClr val="FF5050"/>
                </a:solidFill>
                <a:prstDash val="solid"/>
                <a:headEnd type="none" w="med" len="med"/>
                <a:tailEnd type="none" w="med" len="med"/>
              </a:ln>
            </p:spPr>
          </p:sp>
          <p:sp>
            <p:nvSpPr>
              <p:cNvPr id="53264" name="Line 37"/>
              <p:cNvSpPr/>
              <p:nvPr/>
            </p:nvSpPr>
            <p:spPr>
              <a:xfrm>
                <a:off x="1029" y="378"/>
                <a:ext cx="0" cy="151"/>
              </a:xfrm>
              <a:prstGeom prst="line">
                <a:avLst/>
              </a:prstGeom>
              <a:ln w="28575" cap="flat" cmpd="sng">
                <a:solidFill>
                  <a:srgbClr val="FF5050"/>
                </a:solidFill>
                <a:prstDash val="solid"/>
                <a:headEnd type="none" w="med" len="med"/>
                <a:tailEnd type="none" w="med" len="med"/>
              </a:ln>
            </p:spPr>
          </p:sp>
          <p:sp>
            <p:nvSpPr>
              <p:cNvPr id="53265" name="Line 38"/>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53266" name="Line 39"/>
              <p:cNvSpPr/>
              <p:nvPr/>
            </p:nvSpPr>
            <p:spPr>
              <a:xfrm>
                <a:off x="1039" y="529"/>
                <a:ext cx="504" cy="402"/>
              </a:xfrm>
              <a:prstGeom prst="line">
                <a:avLst/>
              </a:prstGeom>
              <a:ln w="28575" cap="flat" cmpd="sng">
                <a:solidFill>
                  <a:srgbClr val="FF5050"/>
                </a:solidFill>
                <a:prstDash val="solid"/>
                <a:headEnd type="none" w="med" len="med"/>
                <a:tailEnd type="none" w="med" len="med"/>
              </a:ln>
            </p:spPr>
          </p:sp>
          <p:sp>
            <p:nvSpPr>
              <p:cNvPr id="53267" name="Line 40"/>
              <p:cNvSpPr/>
              <p:nvPr/>
            </p:nvSpPr>
            <p:spPr>
              <a:xfrm flipV="1">
                <a:off x="1543" y="931"/>
                <a:ext cx="0" cy="250"/>
              </a:xfrm>
              <a:prstGeom prst="line">
                <a:avLst/>
              </a:prstGeom>
              <a:ln w="28575" cap="flat" cmpd="sng">
                <a:solidFill>
                  <a:srgbClr val="FF5050"/>
                </a:solidFill>
                <a:prstDash val="solid"/>
                <a:headEnd type="none" w="med" len="med"/>
                <a:tailEnd type="none" w="med" len="med"/>
              </a:ln>
            </p:spPr>
          </p:sp>
          <p:sp>
            <p:nvSpPr>
              <p:cNvPr id="53268" name="Line 41"/>
              <p:cNvSpPr/>
              <p:nvPr/>
            </p:nvSpPr>
            <p:spPr>
              <a:xfrm flipH="1">
                <a:off x="1039" y="1081"/>
                <a:ext cx="125" cy="1"/>
              </a:xfrm>
              <a:prstGeom prst="line">
                <a:avLst/>
              </a:prstGeom>
              <a:ln w="28575" cap="flat" cmpd="sng">
                <a:solidFill>
                  <a:schemeClr val="accent1"/>
                </a:solidFill>
                <a:prstDash val="solid"/>
                <a:headEnd type="none" w="med" len="med"/>
                <a:tailEnd type="none" w="med" len="med"/>
              </a:ln>
            </p:spPr>
          </p:sp>
          <p:sp>
            <p:nvSpPr>
              <p:cNvPr id="53269" name="Line 42"/>
              <p:cNvSpPr/>
              <p:nvPr/>
            </p:nvSpPr>
            <p:spPr>
              <a:xfrm flipH="1">
                <a:off x="1040" y="941"/>
                <a:ext cx="0" cy="150"/>
              </a:xfrm>
              <a:prstGeom prst="line">
                <a:avLst/>
              </a:prstGeom>
              <a:ln w="28575" cap="flat" cmpd="sng">
                <a:solidFill>
                  <a:schemeClr val="accent1"/>
                </a:solidFill>
                <a:prstDash val="solid"/>
                <a:headEnd type="none" w="med" len="med"/>
                <a:tailEnd type="none" w="med" len="med"/>
              </a:ln>
            </p:spPr>
          </p:sp>
          <p:sp>
            <p:nvSpPr>
              <p:cNvPr id="53270" name="Line 43"/>
              <p:cNvSpPr/>
              <p:nvPr/>
            </p:nvSpPr>
            <p:spPr>
              <a:xfrm flipH="1" flipV="1">
                <a:off x="1543" y="278"/>
                <a:ext cx="0" cy="251"/>
              </a:xfrm>
              <a:prstGeom prst="line">
                <a:avLst/>
              </a:prstGeom>
              <a:ln w="28575" cap="flat" cmpd="sng">
                <a:solidFill>
                  <a:schemeClr val="accent1"/>
                </a:solidFill>
                <a:prstDash val="solid"/>
                <a:headEnd type="none" w="med" len="med"/>
                <a:tailEnd type="none" w="med" len="med"/>
              </a:ln>
            </p:spPr>
          </p:sp>
          <p:sp>
            <p:nvSpPr>
              <p:cNvPr id="53271" name="Line 44"/>
              <p:cNvSpPr/>
              <p:nvPr/>
            </p:nvSpPr>
            <p:spPr>
              <a:xfrm flipV="1">
                <a:off x="1039" y="529"/>
                <a:ext cx="504" cy="402"/>
              </a:xfrm>
              <a:prstGeom prst="line">
                <a:avLst/>
              </a:prstGeom>
              <a:ln w="28575" cap="flat" cmpd="sng">
                <a:solidFill>
                  <a:schemeClr val="accent1"/>
                </a:solidFill>
                <a:prstDash val="solid"/>
                <a:headEnd type="none" w="med" len="med"/>
                <a:tailEnd type="none" w="med" len="med"/>
              </a:ln>
            </p:spPr>
          </p:sp>
          <p:sp>
            <p:nvSpPr>
              <p:cNvPr id="53272" name="Text Box 45"/>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53273" name="Text Box 46"/>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53274" name="Line 47"/>
              <p:cNvSpPr/>
              <p:nvPr/>
            </p:nvSpPr>
            <p:spPr>
              <a:xfrm>
                <a:off x="1404" y="282"/>
                <a:ext cx="614" cy="0"/>
              </a:xfrm>
              <a:prstGeom prst="line">
                <a:avLst/>
              </a:prstGeom>
              <a:ln w="28575" cap="flat" cmpd="sng">
                <a:solidFill>
                  <a:schemeClr val="accent1"/>
                </a:solidFill>
                <a:prstDash val="solid"/>
                <a:headEnd type="none" w="med" len="med"/>
                <a:tailEnd type="none" w="med" len="med"/>
              </a:ln>
            </p:spPr>
          </p:sp>
          <p:sp>
            <p:nvSpPr>
              <p:cNvPr id="53275" name="Line 48"/>
              <p:cNvSpPr/>
              <p:nvPr/>
            </p:nvSpPr>
            <p:spPr>
              <a:xfrm>
                <a:off x="1400" y="1188"/>
                <a:ext cx="614" cy="0"/>
              </a:xfrm>
              <a:prstGeom prst="line">
                <a:avLst/>
              </a:prstGeom>
              <a:ln w="28575" cap="flat" cmpd="sng">
                <a:solidFill>
                  <a:srgbClr val="FF5050"/>
                </a:solidFill>
                <a:prstDash val="solid"/>
                <a:headEnd type="none" w="med" len="med"/>
                <a:tailEnd type="none" w="med" len="med"/>
              </a:ln>
            </p:spPr>
          </p:sp>
          <p:sp>
            <p:nvSpPr>
              <p:cNvPr id="53276" name="Oval 49"/>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53277" name="Line 54"/>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53278" name="Line 55"/>
              <p:cNvSpPr/>
              <p:nvPr/>
            </p:nvSpPr>
            <p:spPr>
              <a:xfrm>
                <a:off x="861" y="1234"/>
                <a:ext cx="322" cy="0"/>
              </a:xfrm>
              <a:prstGeom prst="line">
                <a:avLst/>
              </a:prstGeom>
              <a:ln w="28575" cap="flat" cmpd="sng">
                <a:solidFill>
                  <a:srgbClr val="FF5050"/>
                </a:solidFill>
                <a:prstDash val="solid"/>
                <a:headEnd type="none" w="med" len="med"/>
                <a:tailEnd type="none" w="med" len="med"/>
              </a:ln>
            </p:spPr>
          </p:sp>
          <p:sp>
            <p:nvSpPr>
              <p:cNvPr id="53279" name="Line 56"/>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53280" name="Line 57"/>
              <p:cNvSpPr/>
              <p:nvPr/>
            </p:nvSpPr>
            <p:spPr>
              <a:xfrm flipH="1">
                <a:off x="547" y="297"/>
                <a:ext cx="68" cy="0"/>
              </a:xfrm>
              <a:prstGeom prst="line">
                <a:avLst/>
              </a:prstGeom>
              <a:ln w="28575" cap="flat" cmpd="sng">
                <a:solidFill>
                  <a:schemeClr val="accent1"/>
                </a:solidFill>
                <a:prstDash val="solid"/>
                <a:headEnd type="none" w="med" len="med"/>
                <a:tailEnd type="none" w="med" len="med"/>
              </a:ln>
            </p:spPr>
          </p:sp>
          <p:sp>
            <p:nvSpPr>
              <p:cNvPr id="53281" name="Line 58"/>
              <p:cNvSpPr/>
              <p:nvPr/>
            </p:nvSpPr>
            <p:spPr>
              <a:xfrm flipH="1">
                <a:off x="547" y="1165"/>
                <a:ext cx="68" cy="0"/>
              </a:xfrm>
              <a:prstGeom prst="line">
                <a:avLst/>
              </a:prstGeom>
              <a:ln w="28575" cap="flat" cmpd="sng">
                <a:solidFill>
                  <a:schemeClr val="accent1"/>
                </a:solidFill>
                <a:prstDash val="solid"/>
                <a:headEnd type="none" w="med" len="med"/>
                <a:tailEnd type="none" w="med" len="med"/>
              </a:ln>
            </p:spPr>
          </p:sp>
          <p:sp>
            <p:nvSpPr>
              <p:cNvPr id="53282" name="Line 59"/>
              <p:cNvSpPr/>
              <p:nvPr/>
            </p:nvSpPr>
            <p:spPr>
              <a:xfrm>
                <a:off x="547" y="297"/>
                <a:ext cx="0" cy="868"/>
              </a:xfrm>
              <a:prstGeom prst="line">
                <a:avLst/>
              </a:prstGeom>
              <a:ln w="28575" cap="flat" cmpd="sng">
                <a:solidFill>
                  <a:schemeClr val="accent1"/>
                </a:solidFill>
                <a:prstDash val="solid"/>
                <a:headEnd type="none" w="med" len="med"/>
                <a:tailEnd type="none" w="med" len="med"/>
              </a:ln>
            </p:spPr>
          </p:sp>
          <p:sp>
            <p:nvSpPr>
              <p:cNvPr id="53283" name="Line 60"/>
              <p:cNvSpPr/>
              <p:nvPr/>
            </p:nvSpPr>
            <p:spPr>
              <a:xfrm>
                <a:off x="206" y="1298"/>
                <a:ext cx="409" cy="0"/>
              </a:xfrm>
              <a:prstGeom prst="line">
                <a:avLst/>
              </a:prstGeom>
              <a:ln w="28575" cap="flat" cmpd="sng">
                <a:solidFill>
                  <a:srgbClr val="FF5050"/>
                </a:solidFill>
                <a:prstDash val="solid"/>
                <a:headEnd type="none" w="med" len="med"/>
                <a:tailEnd type="none" w="med" len="med"/>
              </a:ln>
            </p:spPr>
          </p:sp>
          <p:sp>
            <p:nvSpPr>
              <p:cNvPr id="53284" name="Line 61"/>
              <p:cNvSpPr/>
              <p:nvPr/>
            </p:nvSpPr>
            <p:spPr>
              <a:xfrm flipH="1">
                <a:off x="206" y="731"/>
                <a:ext cx="341" cy="0"/>
              </a:xfrm>
              <a:prstGeom prst="line">
                <a:avLst/>
              </a:prstGeom>
              <a:ln w="28575" cap="flat" cmpd="sng">
                <a:solidFill>
                  <a:schemeClr val="accent1"/>
                </a:solidFill>
                <a:prstDash val="solid"/>
                <a:headEnd type="none" w="med" len="med"/>
                <a:tailEnd type="none" w="med" len="med"/>
              </a:ln>
            </p:spPr>
          </p:sp>
          <p:sp>
            <p:nvSpPr>
              <p:cNvPr id="53285" name="Text Box 62"/>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53286" name="Text Box 63"/>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53287" name="Text Box 64"/>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53288" name="Text Box 65"/>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53289" name="Oval 74"/>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53290" name="Oval 75"/>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53291" name="Group 91"/>
              <p:cNvGrpSpPr/>
              <p:nvPr/>
            </p:nvGrpSpPr>
            <p:grpSpPr>
              <a:xfrm>
                <a:off x="603" y="60"/>
                <a:ext cx="263" cy="302"/>
                <a:chOff x="0" y="0"/>
                <a:chExt cx="263" cy="302"/>
              </a:xfrm>
            </p:grpSpPr>
            <p:sp>
              <p:nvSpPr>
                <p:cNvPr id="53304" name="Rectangle 92"/>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3305" name="Text Box 93"/>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3306" name="Oval 94"/>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3292" name="Group 95"/>
              <p:cNvGrpSpPr/>
              <p:nvPr/>
            </p:nvGrpSpPr>
            <p:grpSpPr>
              <a:xfrm>
                <a:off x="603" y="1089"/>
                <a:ext cx="263" cy="302"/>
                <a:chOff x="0" y="0"/>
                <a:chExt cx="263" cy="302"/>
              </a:xfrm>
            </p:grpSpPr>
            <p:sp>
              <p:nvSpPr>
                <p:cNvPr id="53301" name="Rectangle 96"/>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3302" name="Text Box 97"/>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3303" name="Oval 98"/>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3293" name="Group 99"/>
              <p:cNvGrpSpPr/>
              <p:nvPr/>
            </p:nvGrpSpPr>
            <p:grpSpPr>
              <a:xfrm>
                <a:off x="1131" y="1041"/>
                <a:ext cx="263" cy="302"/>
                <a:chOff x="0" y="0"/>
                <a:chExt cx="263" cy="302"/>
              </a:xfrm>
            </p:grpSpPr>
            <p:sp>
              <p:nvSpPr>
                <p:cNvPr id="53298" name="Rectangle 100"/>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3299" name="Text Box 101"/>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3300" name="Oval 102"/>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3294" name="Group 103"/>
              <p:cNvGrpSpPr/>
              <p:nvPr/>
            </p:nvGrpSpPr>
            <p:grpSpPr>
              <a:xfrm>
                <a:off x="1131" y="145"/>
                <a:ext cx="263" cy="302"/>
                <a:chOff x="0" y="0"/>
                <a:chExt cx="263" cy="302"/>
              </a:xfrm>
            </p:grpSpPr>
            <p:sp>
              <p:nvSpPr>
                <p:cNvPr id="53295" name="Rectangle 104"/>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3296" name="Text Box 105"/>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3297" name="Oval 106"/>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53252" name="Text Box 110"/>
          <p:cNvSpPr txBox="1"/>
          <p:nvPr/>
        </p:nvSpPr>
        <p:spPr>
          <a:xfrm>
            <a:off x="1647825" y="1268413"/>
            <a:ext cx="2238375" cy="519112"/>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C = 0</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R=1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a:xfrm>
            <a:off x="250825" y="544513"/>
            <a:ext cx="4648200" cy="45720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4</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D</a:t>
            </a:r>
            <a:r>
              <a:rPr lang="zh-CN" altLang="en-US" sz="2000" b="1" dirty="0">
                <a:solidFill>
                  <a:srgbClr val="FF0000"/>
                </a:solidFill>
                <a:latin typeface="华文新魏" panose="02010800040101010101" pitchFamily="2" charset="-122"/>
                <a:ea typeface="华文新魏" panose="02010800040101010101" pitchFamily="2" charset="-122"/>
              </a:rPr>
              <a:t>锁存器（ </a:t>
            </a:r>
            <a:r>
              <a:rPr lang="en-US" altLang="zh-CN" sz="2000" b="1" i="1" dirty="0">
                <a:solidFill>
                  <a:srgbClr val="FF0000"/>
                </a:solidFill>
                <a:latin typeface="华文新魏" panose="02010800040101010101" pitchFamily="2" charset="-122"/>
                <a:ea typeface="华文新魏" panose="02010800040101010101" pitchFamily="2" charset="-122"/>
              </a:rPr>
              <a:t>D Latche</a:t>
            </a:r>
            <a:r>
              <a:rPr lang="zh-CN" altLang="en-US" sz="2000" b="1" i="1" dirty="0">
                <a:solidFill>
                  <a:srgbClr val="FF0000"/>
                </a:solidFill>
                <a:latin typeface="华文新魏" panose="02010800040101010101" pitchFamily="2" charset="-122"/>
                <a:ea typeface="华文新魏" panose="02010800040101010101" pitchFamily="2" charset="-122"/>
              </a:rPr>
              <a:t>）</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55299" name="Text Box 5"/>
          <p:cNvSpPr txBox="1"/>
          <p:nvPr/>
        </p:nvSpPr>
        <p:spPr>
          <a:xfrm>
            <a:off x="395288" y="858838"/>
            <a:ext cx="8521700" cy="1783715"/>
          </a:xfrm>
          <a:prstGeom prst="rect">
            <a:avLst/>
          </a:prstGeom>
          <a:noFill/>
          <a:ln w="9525">
            <a:noFill/>
          </a:ln>
        </p:spPr>
        <p:txBody>
          <a:bodyPr wrap="square">
            <a:spAutoFit/>
          </a:bodyPr>
          <a:lstStyle/>
          <a:p>
            <a:pPr eaLnBrk="1" hangingPunct="1">
              <a:lnSpc>
                <a:spcPct val="110000"/>
              </a:lnSpc>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 S-R </a:t>
            </a:r>
            <a:r>
              <a:rPr lang="zh-CN" altLang="en-US" b="1" dirty="0">
                <a:solidFill>
                  <a:schemeClr val="tx1"/>
                </a:solidFill>
                <a:latin typeface="华文新魏" panose="02010800040101010101" pitchFamily="2" charset="-122"/>
                <a:ea typeface="华文新魏" panose="02010800040101010101" pitchFamily="2" charset="-122"/>
              </a:rPr>
              <a:t>锁存器由于能够独立地控制</a:t>
            </a:r>
            <a:r>
              <a:rPr lang="zh-CN" altLang="en-US" b="1" dirty="0">
                <a:solidFill>
                  <a:srgbClr val="FF0000"/>
                </a:solidFill>
                <a:latin typeface="华文新魏" panose="02010800040101010101" pitchFamily="2" charset="-122"/>
                <a:ea typeface="华文新魏" panose="02010800040101010101" pitchFamily="2" charset="-122"/>
              </a:rPr>
              <a:t>置位端及复位（清除、清零）端</a:t>
            </a:r>
            <a:r>
              <a:rPr lang="zh-CN" altLang="en-US" b="1" dirty="0">
                <a:solidFill>
                  <a:schemeClr val="tx1"/>
                </a:solidFill>
                <a:latin typeface="华文新魏" panose="02010800040101010101" pitchFamily="2" charset="-122"/>
                <a:ea typeface="华文新魏" panose="02010800040101010101" pitchFamily="2" charset="-122"/>
              </a:rPr>
              <a:t>，因此，它可应用在根据某些条件</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置位</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而在另外一些条件下</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复位</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的场所，但这需要置位、复位二根输入信号线。</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在实际工作中经常需要</a:t>
            </a:r>
            <a:r>
              <a:rPr lang="zh-CN" altLang="en-US" b="1" dirty="0">
                <a:solidFill>
                  <a:srgbClr val="FF0000"/>
                </a:solidFill>
                <a:latin typeface="华文新魏" panose="02010800040101010101" pitchFamily="2" charset="-122"/>
                <a:ea typeface="华文新魏" panose="02010800040101010101" pitchFamily="2" charset="-122"/>
              </a:rPr>
              <a:t>简单地锁存一位二进制数</a:t>
            </a:r>
            <a:r>
              <a:rPr lang="zh-CN" altLang="en-US" b="1" dirty="0">
                <a:solidFill>
                  <a:schemeClr val="tx1"/>
                </a:solidFill>
                <a:latin typeface="华文新魏" panose="02010800040101010101" pitchFamily="2" charset="-122"/>
                <a:ea typeface="华文新魏" panose="02010800040101010101" pitchFamily="2" charset="-122"/>
              </a:rPr>
              <a:t>，这时应用</a:t>
            </a:r>
            <a:r>
              <a:rPr lang="en-US" altLang="zh-CN" b="1" dirty="0">
                <a:solidFill>
                  <a:schemeClr val="tx1"/>
                </a:solidFill>
                <a:latin typeface="华文新魏" panose="02010800040101010101" pitchFamily="2" charset="-122"/>
                <a:ea typeface="华文新魏" panose="02010800040101010101" pitchFamily="2" charset="-122"/>
              </a:rPr>
              <a:t>D</a:t>
            </a:r>
            <a:r>
              <a:rPr lang="zh-CN" altLang="en-US" b="1" dirty="0">
                <a:solidFill>
                  <a:schemeClr val="tx1"/>
                </a:solidFill>
                <a:latin typeface="华文新魏" panose="02010800040101010101" pitchFamily="2" charset="-122"/>
                <a:ea typeface="华文新魏" panose="02010800040101010101" pitchFamily="2" charset="-122"/>
              </a:rPr>
              <a:t>锁存器保存数据就更方便些。</a:t>
            </a:r>
            <a:endParaRPr lang="zh-CN" altLang="en-US" b="1" dirty="0">
              <a:solidFill>
                <a:schemeClr val="tx1"/>
              </a:solidFill>
              <a:latin typeface="华文新魏" panose="02010800040101010101" pitchFamily="2" charset="-122"/>
              <a:ea typeface="华文新魏" panose="02010800040101010101" pitchFamily="2" charset="-122"/>
            </a:endParaRPr>
          </a:p>
        </p:txBody>
      </p:sp>
      <p:grpSp>
        <p:nvGrpSpPr>
          <p:cNvPr id="55300" name="Group 63"/>
          <p:cNvGrpSpPr/>
          <p:nvPr/>
        </p:nvGrpSpPr>
        <p:grpSpPr>
          <a:xfrm>
            <a:off x="4940618" y="2643188"/>
            <a:ext cx="3338512" cy="1455737"/>
            <a:chOff x="2607" y="2018"/>
            <a:chExt cx="2818" cy="1225"/>
          </a:xfrm>
        </p:grpSpPr>
        <p:sp>
          <p:nvSpPr>
            <p:cNvPr id="55305" name="Line 12"/>
            <p:cNvSpPr/>
            <p:nvPr/>
          </p:nvSpPr>
          <p:spPr>
            <a:xfrm>
              <a:off x="4047" y="2316"/>
              <a:ext cx="313" cy="1"/>
            </a:xfrm>
            <a:prstGeom prst="line">
              <a:avLst/>
            </a:prstGeom>
            <a:ln w="19050" cap="flat" cmpd="sng">
              <a:solidFill>
                <a:schemeClr val="tx1"/>
              </a:solidFill>
              <a:prstDash val="solid"/>
              <a:headEnd type="none" w="med" len="med"/>
              <a:tailEnd type="none" w="med" len="med"/>
            </a:ln>
          </p:spPr>
        </p:sp>
        <p:sp>
          <p:nvSpPr>
            <p:cNvPr id="55306" name="Line 13"/>
            <p:cNvSpPr/>
            <p:nvPr/>
          </p:nvSpPr>
          <p:spPr>
            <a:xfrm>
              <a:off x="4669" y="2307"/>
              <a:ext cx="351" cy="0"/>
            </a:xfrm>
            <a:prstGeom prst="line">
              <a:avLst/>
            </a:prstGeom>
            <a:ln w="19050" cap="flat" cmpd="sng">
              <a:solidFill>
                <a:schemeClr val="tx1"/>
              </a:solidFill>
              <a:prstDash val="solid"/>
              <a:headEnd type="none" w="med" len="med"/>
              <a:tailEnd type="none" w="med" len="med"/>
            </a:ln>
          </p:spPr>
        </p:sp>
        <p:sp>
          <p:nvSpPr>
            <p:cNvPr id="55307" name="Line 14"/>
            <p:cNvSpPr/>
            <p:nvPr/>
          </p:nvSpPr>
          <p:spPr>
            <a:xfrm>
              <a:off x="4211" y="2913"/>
              <a:ext cx="147" cy="0"/>
            </a:xfrm>
            <a:prstGeom prst="line">
              <a:avLst/>
            </a:prstGeom>
            <a:ln w="19050" cap="flat" cmpd="sng">
              <a:solidFill>
                <a:schemeClr val="tx1"/>
              </a:solidFill>
              <a:prstDash val="solid"/>
              <a:headEnd type="none" w="med" len="med"/>
              <a:tailEnd type="none" w="med" len="med"/>
            </a:ln>
          </p:spPr>
        </p:sp>
        <p:sp>
          <p:nvSpPr>
            <p:cNvPr id="55308" name="Line 15"/>
            <p:cNvSpPr/>
            <p:nvPr/>
          </p:nvSpPr>
          <p:spPr>
            <a:xfrm>
              <a:off x="4669" y="2970"/>
              <a:ext cx="351" cy="0"/>
            </a:xfrm>
            <a:prstGeom prst="line">
              <a:avLst/>
            </a:prstGeom>
            <a:ln w="19050" cap="flat" cmpd="sng">
              <a:solidFill>
                <a:schemeClr val="tx1"/>
              </a:solidFill>
              <a:prstDash val="solid"/>
              <a:headEnd type="none" w="med" len="med"/>
              <a:tailEnd type="none" w="med" len="med"/>
            </a:ln>
          </p:spPr>
        </p:sp>
        <p:sp>
          <p:nvSpPr>
            <p:cNvPr id="55309" name="Line 16"/>
            <p:cNvSpPr/>
            <p:nvPr/>
          </p:nvSpPr>
          <p:spPr>
            <a:xfrm>
              <a:off x="4047" y="2985"/>
              <a:ext cx="313" cy="1"/>
            </a:xfrm>
            <a:prstGeom prst="line">
              <a:avLst/>
            </a:prstGeom>
            <a:ln w="19050" cap="flat" cmpd="sng">
              <a:solidFill>
                <a:schemeClr val="tx1"/>
              </a:solidFill>
              <a:prstDash val="solid"/>
              <a:headEnd type="none" w="med" len="med"/>
              <a:tailEnd type="none" w="med" len="med"/>
            </a:ln>
          </p:spPr>
        </p:sp>
        <p:sp>
          <p:nvSpPr>
            <p:cNvPr id="55310" name="Rectangle 17"/>
            <p:cNvSpPr/>
            <p:nvPr/>
          </p:nvSpPr>
          <p:spPr>
            <a:xfrm>
              <a:off x="4354" y="2162"/>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11" name="Text Box 18"/>
            <p:cNvSpPr txBox="1"/>
            <p:nvPr/>
          </p:nvSpPr>
          <p:spPr>
            <a:xfrm>
              <a:off x="4330" y="2144"/>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12" name="Oval 19"/>
            <p:cNvSpPr/>
            <p:nvPr/>
          </p:nvSpPr>
          <p:spPr>
            <a:xfrm>
              <a:off x="4601" y="2278"/>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13" name="Rectangle 20"/>
            <p:cNvSpPr/>
            <p:nvPr/>
          </p:nvSpPr>
          <p:spPr>
            <a:xfrm>
              <a:off x="4354" y="2825"/>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14" name="Text Box 21"/>
            <p:cNvSpPr txBox="1"/>
            <p:nvPr/>
          </p:nvSpPr>
          <p:spPr>
            <a:xfrm>
              <a:off x="4330" y="2807"/>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15" name="Oval 22"/>
            <p:cNvSpPr/>
            <p:nvPr/>
          </p:nvSpPr>
          <p:spPr>
            <a:xfrm>
              <a:off x="4601" y="2951"/>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16" name="Line 23"/>
            <p:cNvSpPr/>
            <p:nvPr/>
          </p:nvSpPr>
          <p:spPr>
            <a:xfrm>
              <a:off x="4214" y="2382"/>
              <a:ext cx="147" cy="0"/>
            </a:xfrm>
            <a:prstGeom prst="line">
              <a:avLst/>
            </a:prstGeom>
            <a:ln w="19050" cap="flat" cmpd="sng">
              <a:solidFill>
                <a:schemeClr val="tx1"/>
              </a:solidFill>
              <a:prstDash val="solid"/>
              <a:headEnd type="none" w="med" len="med"/>
              <a:tailEnd type="none" w="med" len="med"/>
            </a:ln>
          </p:spPr>
        </p:sp>
        <p:sp>
          <p:nvSpPr>
            <p:cNvPr id="55317" name="Line 24"/>
            <p:cNvSpPr/>
            <p:nvPr/>
          </p:nvSpPr>
          <p:spPr>
            <a:xfrm>
              <a:off x="4781" y="2316"/>
              <a:ext cx="0" cy="190"/>
            </a:xfrm>
            <a:prstGeom prst="line">
              <a:avLst/>
            </a:prstGeom>
            <a:ln w="19050" cap="flat" cmpd="sng">
              <a:solidFill>
                <a:schemeClr val="tx1"/>
              </a:solidFill>
              <a:prstDash val="solid"/>
              <a:headEnd type="none" w="med" len="med"/>
              <a:tailEnd type="none" w="med" len="med"/>
            </a:ln>
          </p:spPr>
        </p:sp>
        <p:sp>
          <p:nvSpPr>
            <p:cNvPr id="55318" name="Line 25"/>
            <p:cNvSpPr/>
            <p:nvPr/>
          </p:nvSpPr>
          <p:spPr>
            <a:xfrm>
              <a:off x="4214" y="2763"/>
              <a:ext cx="0" cy="147"/>
            </a:xfrm>
            <a:prstGeom prst="line">
              <a:avLst/>
            </a:prstGeom>
            <a:ln w="19050" cap="flat" cmpd="sng">
              <a:solidFill>
                <a:schemeClr val="tx1"/>
              </a:solidFill>
              <a:prstDash val="solid"/>
              <a:headEnd type="none" w="med" len="med"/>
              <a:tailEnd type="none" w="med" len="med"/>
            </a:ln>
          </p:spPr>
        </p:sp>
        <p:sp>
          <p:nvSpPr>
            <p:cNvPr id="55319" name="Line 26"/>
            <p:cNvSpPr/>
            <p:nvPr/>
          </p:nvSpPr>
          <p:spPr>
            <a:xfrm>
              <a:off x="4789" y="2763"/>
              <a:ext cx="2" cy="205"/>
            </a:xfrm>
            <a:prstGeom prst="line">
              <a:avLst/>
            </a:prstGeom>
            <a:ln w="19050" cap="flat" cmpd="sng">
              <a:solidFill>
                <a:schemeClr val="tx1"/>
              </a:solidFill>
              <a:prstDash val="solid"/>
              <a:headEnd type="none" w="med" len="med"/>
              <a:tailEnd type="none" w="med" len="med"/>
            </a:ln>
          </p:spPr>
        </p:sp>
        <p:sp>
          <p:nvSpPr>
            <p:cNvPr id="55320" name="Line 27"/>
            <p:cNvSpPr/>
            <p:nvPr/>
          </p:nvSpPr>
          <p:spPr>
            <a:xfrm>
              <a:off x="4214" y="2382"/>
              <a:ext cx="0" cy="147"/>
            </a:xfrm>
            <a:prstGeom prst="line">
              <a:avLst/>
            </a:prstGeom>
            <a:ln w="19050" cap="flat" cmpd="sng">
              <a:solidFill>
                <a:schemeClr val="tx1"/>
              </a:solidFill>
              <a:prstDash val="solid"/>
              <a:headEnd type="none" w="med" len="med"/>
              <a:tailEnd type="none" w="med" len="med"/>
            </a:ln>
          </p:spPr>
        </p:sp>
        <p:sp>
          <p:nvSpPr>
            <p:cNvPr id="55321" name="Line 28"/>
            <p:cNvSpPr/>
            <p:nvPr/>
          </p:nvSpPr>
          <p:spPr>
            <a:xfrm>
              <a:off x="4214" y="2528"/>
              <a:ext cx="576" cy="240"/>
            </a:xfrm>
            <a:prstGeom prst="line">
              <a:avLst/>
            </a:prstGeom>
            <a:ln w="19050" cap="flat" cmpd="sng">
              <a:solidFill>
                <a:schemeClr val="tx1"/>
              </a:solidFill>
              <a:prstDash val="solid"/>
              <a:headEnd type="none" w="med" len="med"/>
              <a:tailEnd type="none" w="med" len="med"/>
            </a:ln>
          </p:spPr>
        </p:sp>
        <p:sp>
          <p:nvSpPr>
            <p:cNvPr id="55322" name="Line 29"/>
            <p:cNvSpPr/>
            <p:nvPr/>
          </p:nvSpPr>
          <p:spPr>
            <a:xfrm flipH="1">
              <a:off x="4214" y="2516"/>
              <a:ext cx="576" cy="240"/>
            </a:xfrm>
            <a:prstGeom prst="line">
              <a:avLst/>
            </a:prstGeom>
            <a:ln w="19050" cap="flat" cmpd="sng">
              <a:solidFill>
                <a:schemeClr val="tx1"/>
              </a:solidFill>
              <a:prstDash val="solid"/>
              <a:headEnd type="none" w="med" len="med"/>
              <a:tailEnd type="none" w="med" len="med"/>
            </a:ln>
          </p:spPr>
        </p:sp>
        <p:sp>
          <p:nvSpPr>
            <p:cNvPr id="55323" name="Oval 30"/>
            <p:cNvSpPr/>
            <p:nvPr/>
          </p:nvSpPr>
          <p:spPr>
            <a:xfrm>
              <a:off x="4768" y="2950"/>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24" name="Oval 31"/>
            <p:cNvSpPr/>
            <p:nvPr/>
          </p:nvSpPr>
          <p:spPr>
            <a:xfrm>
              <a:off x="4752" y="228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25" name="Text Box 32"/>
            <p:cNvSpPr txBox="1"/>
            <p:nvPr/>
          </p:nvSpPr>
          <p:spPr>
            <a:xfrm>
              <a:off x="2607" y="2104"/>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accent2"/>
                  </a:solidFill>
                  <a:latin typeface="黑体" panose="02010609060101010101" pitchFamily="49" charset="-122"/>
                  <a:ea typeface="黑体" panose="02010609060101010101" pitchFamily="49" charset="-122"/>
                </a:rPr>
                <a:t>D</a:t>
              </a:r>
              <a:endParaRPr lang="en-US" altLang="zh-CN" sz="1800" b="1" dirty="0">
                <a:solidFill>
                  <a:schemeClr val="accent2"/>
                </a:solidFill>
                <a:latin typeface="黑体" panose="02010609060101010101" pitchFamily="49" charset="-122"/>
                <a:ea typeface="黑体" panose="02010609060101010101" pitchFamily="49" charset="-122"/>
              </a:endParaRPr>
            </a:p>
          </p:txBody>
        </p:sp>
        <p:sp>
          <p:nvSpPr>
            <p:cNvPr id="55326" name="Text Box 33"/>
            <p:cNvSpPr txBox="1"/>
            <p:nvPr/>
          </p:nvSpPr>
          <p:spPr>
            <a:xfrm>
              <a:off x="5080" y="2154"/>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27" name="Text Box 34"/>
            <p:cNvSpPr txBox="1"/>
            <p:nvPr/>
          </p:nvSpPr>
          <p:spPr>
            <a:xfrm>
              <a:off x="4988" y="2801"/>
              <a:ext cx="437" cy="31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28" name="Rectangle 35"/>
            <p:cNvSpPr/>
            <p:nvPr/>
          </p:nvSpPr>
          <p:spPr>
            <a:xfrm>
              <a:off x="3748" y="2160"/>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29" name="Text Box 36"/>
            <p:cNvSpPr txBox="1"/>
            <p:nvPr/>
          </p:nvSpPr>
          <p:spPr>
            <a:xfrm>
              <a:off x="3724" y="2142"/>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30" name="Oval 37"/>
            <p:cNvSpPr/>
            <p:nvPr/>
          </p:nvSpPr>
          <p:spPr>
            <a:xfrm>
              <a:off x="3995" y="228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31" name="Rectangle 38"/>
            <p:cNvSpPr/>
            <p:nvPr/>
          </p:nvSpPr>
          <p:spPr>
            <a:xfrm>
              <a:off x="3748" y="282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32" name="Text Box 39"/>
            <p:cNvSpPr txBox="1"/>
            <p:nvPr/>
          </p:nvSpPr>
          <p:spPr>
            <a:xfrm>
              <a:off x="3724" y="2805"/>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33" name="Oval 40"/>
            <p:cNvSpPr/>
            <p:nvPr/>
          </p:nvSpPr>
          <p:spPr>
            <a:xfrm>
              <a:off x="3995" y="294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34" name="Line 41"/>
            <p:cNvSpPr/>
            <p:nvPr/>
          </p:nvSpPr>
          <p:spPr>
            <a:xfrm>
              <a:off x="3610" y="2382"/>
              <a:ext cx="144" cy="1"/>
            </a:xfrm>
            <a:prstGeom prst="line">
              <a:avLst/>
            </a:prstGeom>
            <a:ln w="19050" cap="flat" cmpd="sng">
              <a:solidFill>
                <a:schemeClr val="tx1"/>
              </a:solidFill>
              <a:prstDash val="solid"/>
              <a:headEnd type="none" w="med" len="med"/>
              <a:tailEnd type="none" w="med" len="med"/>
            </a:ln>
          </p:spPr>
        </p:sp>
        <p:sp>
          <p:nvSpPr>
            <p:cNvPr id="55335" name="Line 42"/>
            <p:cNvSpPr/>
            <p:nvPr/>
          </p:nvSpPr>
          <p:spPr>
            <a:xfrm>
              <a:off x="3610" y="2902"/>
              <a:ext cx="144" cy="0"/>
            </a:xfrm>
            <a:prstGeom prst="line">
              <a:avLst/>
            </a:prstGeom>
            <a:ln w="19050" cap="flat" cmpd="sng">
              <a:solidFill>
                <a:schemeClr val="tx1"/>
              </a:solidFill>
              <a:prstDash val="solid"/>
              <a:headEnd type="none" w="med" len="med"/>
              <a:tailEnd type="none" w="med" len="med"/>
            </a:ln>
          </p:spPr>
        </p:sp>
        <p:sp>
          <p:nvSpPr>
            <p:cNvPr id="55336" name="Line 43"/>
            <p:cNvSpPr/>
            <p:nvPr/>
          </p:nvSpPr>
          <p:spPr>
            <a:xfrm>
              <a:off x="3600" y="2382"/>
              <a:ext cx="0" cy="528"/>
            </a:xfrm>
            <a:prstGeom prst="line">
              <a:avLst/>
            </a:prstGeom>
            <a:ln w="19050" cap="flat" cmpd="sng">
              <a:solidFill>
                <a:schemeClr val="tx1"/>
              </a:solidFill>
              <a:prstDash val="solid"/>
              <a:headEnd type="none" w="med" len="med"/>
              <a:tailEnd type="none" w="med" len="med"/>
            </a:ln>
          </p:spPr>
        </p:sp>
        <p:sp>
          <p:nvSpPr>
            <p:cNvPr id="55337" name="Line 44"/>
            <p:cNvSpPr/>
            <p:nvPr/>
          </p:nvSpPr>
          <p:spPr>
            <a:xfrm>
              <a:off x="2852" y="2622"/>
              <a:ext cx="739" cy="0"/>
            </a:xfrm>
            <a:prstGeom prst="line">
              <a:avLst/>
            </a:prstGeom>
            <a:ln w="19050" cap="flat" cmpd="sng">
              <a:solidFill>
                <a:schemeClr val="tx1"/>
              </a:solidFill>
              <a:prstDash val="solid"/>
              <a:headEnd type="none" w="med" len="med"/>
              <a:tailEnd type="none" w="med" len="med"/>
            </a:ln>
          </p:spPr>
        </p:sp>
        <p:sp>
          <p:nvSpPr>
            <p:cNvPr id="32808" name="Line 45"/>
            <p:cNvSpPr/>
            <p:nvPr/>
          </p:nvSpPr>
          <p:spPr>
            <a:xfrm>
              <a:off x="2841" y="2276"/>
              <a:ext cx="910"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2809" name="Line 46"/>
            <p:cNvSpPr/>
            <p:nvPr/>
          </p:nvSpPr>
          <p:spPr>
            <a:xfrm>
              <a:off x="3502" y="2988"/>
              <a:ext cx="252"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5340" name="Text Box 47"/>
            <p:cNvSpPr txBox="1"/>
            <p:nvPr/>
          </p:nvSpPr>
          <p:spPr>
            <a:xfrm>
              <a:off x="2607" y="2475"/>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41" name="Oval 48"/>
            <p:cNvSpPr/>
            <p:nvPr/>
          </p:nvSpPr>
          <p:spPr>
            <a:xfrm>
              <a:off x="3570" y="260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55342" name="Group 49"/>
            <p:cNvGrpSpPr/>
            <p:nvPr/>
          </p:nvGrpSpPr>
          <p:grpSpPr>
            <a:xfrm>
              <a:off x="3164" y="2814"/>
              <a:ext cx="332" cy="315"/>
              <a:chOff x="998" y="1335"/>
              <a:chExt cx="332" cy="315"/>
            </a:xfrm>
          </p:grpSpPr>
          <p:sp>
            <p:nvSpPr>
              <p:cNvPr id="55348" name="Rectangle 50"/>
              <p:cNvSpPr/>
              <p:nvPr/>
            </p:nvSpPr>
            <p:spPr>
              <a:xfrm>
                <a:off x="1022" y="135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49" name="Text Box 51"/>
              <p:cNvSpPr txBox="1"/>
              <p:nvPr/>
            </p:nvSpPr>
            <p:spPr>
              <a:xfrm>
                <a:off x="998" y="1335"/>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50" name="Oval 52"/>
              <p:cNvSpPr/>
              <p:nvPr/>
            </p:nvSpPr>
            <p:spPr>
              <a:xfrm>
                <a:off x="1269" y="147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32816" name="Line 53"/>
            <p:cNvSpPr/>
            <p:nvPr/>
          </p:nvSpPr>
          <p:spPr>
            <a:xfrm>
              <a:off x="3038" y="2978"/>
              <a:ext cx="146"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2817" name="Line 54"/>
            <p:cNvSpPr/>
            <p:nvPr/>
          </p:nvSpPr>
          <p:spPr>
            <a:xfrm>
              <a:off x="3034" y="2287"/>
              <a:ext cx="0" cy="693"/>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5345" name="Oval 55"/>
            <p:cNvSpPr/>
            <p:nvPr/>
          </p:nvSpPr>
          <p:spPr>
            <a:xfrm>
              <a:off x="3014" y="2256"/>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46" name="Text Box 58"/>
            <p:cNvSpPr txBox="1"/>
            <p:nvPr/>
          </p:nvSpPr>
          <p:spPr>
            <a:xfrm>
              <a:off x="3532" y="2018"/>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47" name="Text Box 59"/>
            <p:cNvSpPr txBox="1"/>
            <p:nvPr/>
          </p:nvSpPr>
          <p:spPr>
            <a:xfrm>
              <a:off x="3539" y="2936"/>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55301" name="Text Box 64"/>
          <p:cNvSpPr txBox="1"/>
          <p:nvPr/>
        </p:nvSpPr>
        <p:spPr>
          <a:xfrm>
            <a:off x="5023803" y="4270058"/>
            <a:ext cx="35814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(a) </a:t>
            </a:r>
            <a:r>
              <a:rPr lang="zh-CN" altLang="en-US" sz="1800" b="1" dirty="0">
                <a:solidFill>
                  <a:srgbClr val="FF0000"/>
                </a:solidFill>
                <a:latin typeface="华文新魏" panose="02010800040101010101" pitchFamily="2" charset="-122"/>
                <a:ea typeface="华文新魏" panose="02010800040101010101" pitchFamily="2" charset="-122"/>
              </a:rPr>
              <a:t>用与非门实现</a:t>
            </a:r>
            <a:r>
              <a:rPr lang="en-US" altLang="zh-CN" sz="1800" b="1" dirty="0">
                <a:solidFill>
                  <a:srgbClr val="FF0000"/>
                </a:solidFill>
                <a:latin typeface="华文新魏" panose="02010800040101010101" pitchFamily="2" charset="-122"/>
                <a:ea typeface="华文新魏" panose="02010800040101010101" pitchFamily="2" charset="-122"/>
              </a:rPr>
              <a:t>D</a:t>
            </a:r>
            <a:r>
              <a:rPr lang="zh-CN" altLang="en-US" sz="1800" b="1" dirty="0">
                <a:solidFill>
                  <a:srgbClr val="FF0000"/>
                </a:solidFill>
                <a:latin typeface="华文新魏" panose="02010800040101010101" pitchFamily="2" charset="-122"/>
                <a:ea typeface="华文新魏" panose="02010800040101010101" pitchFamily="2" charset="-122"/>
              </a:rPr>
              <a:t>锁存器</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nvGrpSpPr>
          <p:cNvPr id="55302" name="组合 1"/>
          <p:cNvGrpSpPr/>
          <p:nvPr/>
        </p:nvGrpSpPr>
        <p:grpSpPr>
          <a:xfrm>
            <a:off x="862963" y="2660015"/>
            <a:ext cx="3861435" cy="2122805"/>
            <a:chOff x="793732" y="2435600"/>
            <a:chExt cx="2989829" cy="2359315"/>
          </a:xfrm>
        </p:grpSpPr>
        <p:sp>
          <p:nvSpPr>
            <p:cNvPr id="55303" name="Text Box 9"/>
            <p:cNvSpPr txBox="1"/>
            <p:nvPr/>
          </p:nvSpPr>
          <p:spPr>
            <a:xfrm>
              <a:off x="793732" y="2435600"/>
              <a:ext cx="2989829" cy="2359315"/>
            </a:xfrm>
            <a:prstGeom prst="rect">
              <a:avLst/>
            </a:prstGeom>
            <a:noFill/>
            <a:ln w="9525">
              <a:noFill/>
            </a:ln>
          </p:spPr>
          <p:txBody>
            <a:bodyPr>
              <a:spAutoFit/>
            </a:bodyPr>
            <a:lstStyle/>
            <a:p>
              <a:pPr eaLnBrk="1" hangingPunct="1">
                <a:lnSpc>
                  <a:spcPct val="11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用带使能端的 </a:t>
              </a:r>
              <a:r>
                <a:rPr lang="en-US" altLang="zh-CN" b="1" dirty="0">
                  <a:solidFill>
                    <a:schemeClr val="tx1"/>
                  </a:solidFill>
                  <a:latin typeface="华文新魏" panose="02010800040101010101" pitchFamily="2" charset="-122"/>
                  <a:ea typeface="华文新魏" panose="02010800040101010101" pitchFamily="2" charset="-122"/>
                </a:rPr>
                <a:t>S-R</a:t>
              </a:r>
              <a:r>
                <a:rPr lang="zh-CN" altLang="en-US" b="1" dirty="0">
                  <a:solidFill>
                    <a:schemeClr val="tx1"/>
                  </a:solidFill>
                  <a:latin typeface="华文新魏" panose="02010800040101010101" pitchFamily="2" charset="-122"/>
                  <a:ea typeface="华文新魏" panose="02010800040101010101" pitchFamily="2" charset="-122"/>
                </a:rPr>
                <a:t>锁存器及一个非门可以构成</a:t>
              </a:r>
              <a:r>
                <a:rPr lang="en-US" altLang="zh-CN" b="1" dirty="0">
                  <a:solidFill>
                    <a:srgbClr val="FF0000"/>
                  </a:solidFill>
                  <a:latin typeface="华文新魏" panose="02010800040101010101" pitchFamily="2" charset="-122"/>
                  <a:ea typeface="华文新魏" panose="02010800040101010101" pitchFamily="2" charset="-122"/>
                </a:rPr>
                <a:t>D</a:t>
              </a:r>
              <a:r>
                <a:rPr lang="zh-CN" altLang="en-US" b="1" dirty="0">
                  <a:solidFill>
                    <a:srgbClr val="FF0000"/>
                  </a:solidFill>
                  <a:latin typeface="华文新魏" panose="02010800040101010101" pitchFamily="2" charset="-122"/>
                  <a:ea typeface="华文新魏" panose="02010800040101010101" pitchFamily="2" charset="-122"/>
                </a:rPr>
                <a:t>锁存器</a:t>
              </a:r>
              <a:r>
                <a:rPr lang="zh-CN" altLang="en-US" b="1" dirty="0">
                  <a:solidFill>
                    <a:schemeClr val="tx1"/>
                  </a:solidFill>
                  <a:latin typeface="华文新魏" panose="02010800040101010101" pitchFamily="2" charset="-122"/>
                  <a:ea typeface="华文新魏" panose="02010800040101010101" pitchFamily="2" charset="-122"/>
                </a:rPr>
                <a:t>，如左图。</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由于：</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S</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D       R</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D</a:t>
              </a:r>
              <a:endParaRPr lang="en-US" altLang="zh-CN" b="1" dirty="0">
                <a:solidFill>
                  <a:srgbClr val="FF0000"/>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因此 </a:t>
              </a:r>
              <a:r>
                <a:rPr lang="en-US" altLang="zh-CN" b="1" dirty="0">
                  <a:solidFill>
                    <a:srgbClr val="FF0000"/>
                  </a:solidFill>
                  <a:latin typeface="华文新魏" panose="02010800040101010101" pitchFamily="2" charset="-122"/>
                  <a:ea typeface="华文新魏" panose="02010800040101010101" pitchFamily="2" charset="-122"/>
                </a:rPr>
                <a:t>S</a:t>
              </a:r>
              <a:r>
                <a:rPr lang="zh-CN" altLang="en-US" b="1" dirty="0">
                  <a:solidFill>
                    <a:srgbClr val="FF0000"/>
                  </a:solidFill>
                  <a:latin typeface="华文新魏" panose="02010800040101010101" pitchFamily="2" charset="-122"/>
                  <a:ea typeface="华文新魏" panose="02010800040101010101" pitchFamily="2" charset="-122"/>
                </a:rPr>
                <a:t>端</a:t>
              </a:r>
              <a:r>
                <a:rPr lang="zh-CN" altLang="en-US" b="1" dirty="0">
                  <a:solidFill>
                    <a:schemeClr val="tx1"/>
                  </a:solidFill>
                  <a:latin typeface="华文新魏" panose="02010800040101010101" pitchFamily="2" charset="-122"/>
                  <a:ea typeface="华文新魏" panose="02010800040101010101" pitchFamily="2" charset="-122"/>
                </a:rPr>
                <a:t>及 </a:t>
              </a:r>
              <a:r>
                <a:rPr lang="en-US" altLang="zh-CN" b="1" dirty="0">
                  <a:solidFill>
                    <a:srgbClr val="FF0000"/>
                  </a:solidFill>
                  <a:latin typeface="华文新魏" panose="02010800040101010101" pitchFamily="2" charset="-122"/>
                  <a:ea typeface="华文新魏" panose="02010800040101010101" pitchFamily="2" charset="-122"/>
                </a:rPr>
                <a:t>R</a:t>
              </a:r>
              <a:r>
                <a:rPr lang="zh-CN" altLang="en-US" b="1" dirty="0">
                  <a:solidFill>
                    <a:srgbClr val="FF0000"/>
                  </a:solidFill>
                  <a:latin typeface="华文新魏" panose="02010800040101010101" pitchFamily="2" charset="-122"/>
                  <a:ea typeface="华文新魏" panose="02010800040101010101" pitchFamily="2" charset="-122"/>
                </a:rPr>
                <a:t>端</a:t>
              </a:r>
              <a:r>
                <a:rPr lang="zh-CN" altLang="en-US" b="1" dirty="0">
                  <a:solidFill>
                    <a:schemeClr val="tx1"/>
                  </a:solidFill>
                  <a:latin typeface="华文新魏" panose="02010800040101010101" pitchFamily="2" charset="-122"/>
                  <a:ea typeface="华文新魏" panose="02010800040101010101" pitchFamily="2" charset="-122"/>
                </a:rPr>
                <a:t>不会出现</a:t>
              </a:r>
              <a:r>
                <a:rPr lang="zh-CN" altLang="en-US" b="1" dirty="0">
                  <a:solidFill>
                    <a:srgbClr val="FF0000"/>
                  </a:solidFill>
                  <a:latin typeface="华文新魏" panose="02010800040101010101" pitchFamily="2" charset="-122"/>
                  <a:ea typeface="华文新魏" panose="02010800040101010101" pitchFamily="2" charset="-122"/>
                </a:rPr>
                <a:t>同时为 </a:t>
              </a:r>
              <a:r>
                <a:rPr lang="en-US" altLang="zh-CN" b="1" dirty="0">
                  <a:solidFill>
                    <a:srgbClr val="FF0000"/>
                  </a:solidFill>
                  <a:latin typeface="华文新魏" panose="02010800040101010101" pitchFamily="2" charset="-122"/>
                  <a:ea typeface="华文新魏" panose="02010800040101010101" pitchFamily="2" charset="-122"/>
                </a:rPr>
                <a:t>1</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的情况。</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55304" name="Line 114"/>
            <p:cNvSpPr/>
            <p:nvPr/>
          </p:nvSpPr>
          <p:spPr>
            <a:xfrm>
              <a:off x="2119764" y="3628315"/>
              <a:ext cx="157334" cy="10586"/>
            </a:xfrm>
            <a:prstGeom prst="line">
              <a:avLst/>
            </a:prstGeom>
            <a:ln w="19050" cap="flat" cmpd="sng">
              <a:solidFill>
                <a:srgbClr val="FF0000"/>
              </a:solidFill>
              <a:prstDash val="solid"/>
              <a:headEnd type="none" w="med" len="med"/>
              <a:tailEnd type="none" w="med" len="med"/>
            </a:ln>
          </p:spPr>
        </p:sp>
      </p:grpSp>
      <p:sp>
        <p:nvSpPr>
          <p:cNvPr id="3" name="文本框 2"/>
          <p:cNvSpPr txBox="1"/>
          <p:nvPr/>
        </p:nvSpPr>
        <p:spPr>
          <a:xfrm>
            <a:off x="5905101" y="2321636"/>
            <a:ext cx="2045733" cy="369332"/>
          </a:xfrm>
          <a:prstGeom prst="rect">
            <a:avLst/>
          </a:prstGeom>
          <a:noFill/>
        </p:spPr>
        <p:txBody>
          <a:bodyPr wrap="square" rtlCol="0">
            <a:spAutoFit/>
          </a:bodyPr>
          <a:lstStyle/>
          <a:p>
            <a:r>
              <a:rPr lang="zh-CN" altLang="en-US" sz="1800" b="1" dirty="0">
                <a:solidFill>
                  <a:srgbClr val="0000FF"/>
                </a:solidFill>
                <a:latin typeface="仿宋" panose="02010609060101010101" pitchFamily="49" charset="-122"/>
                <a:ea typeface="仿宋" panose="02010609060101010101" pitchFamily="49" charset="-122"/>
              </a:rPr>
              <a:t>写出次态方程</a:t>
            </a:r>
            <a:endParaRPr lang="zh-CN" altLang="en-US" sz="1800" b="1" dirty="0">
              <a:solidFill>
                <a:srgbClr val="0000FF"/>
              </a:solidFill>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299"/>
                                        </p:tgtEl>
                                        <p:attrNameLst>
                                          <p:attrName>style.visibility</p:attrName>
                                        </p:attrNameLst>
                                      </p:cBhvr>
                                      <p:to>
                                        <p:strVal val="visible"/>
                                      </p:to>
                                    </p:set>
                                    <p:anim calcmode="lin" valueType="num">
                                      <p:cBhvr additive="base">
                                        <p:cTn id="7" dur="500" fill="hold"/>
                                        <p:tgtEl>
                                          <p:spTgt spid="55299"/>
                                        </p:tgtEl>
                                        <p:attrNameLst>
                                          <p:attrName>ppt_x</p:attrName>
                                        </p:attrNameLst>
                                      </p:cBhvr>
                                      <p:tavLst>
                                        <p:tav tm="0">
                                          <p:val>
                                            <p:strVal val="#ppt_x"/>
                                          </p:val>
                                        </p:tav>
                                        <p:tav tm="100000">
                                          <p:val>
                                            <p:strVal val="#ppt_x"/>
                                          </p:val>
                                        </p:tav>
                                      </p:tavLst>
                                    </p:anim>
                                    <p:anim calcmode="lin" valueType="num">
                                      <p:cBhvr additive="base">
                                        <p:cTn id="8" dur="500" fill="hold"/>
                                        <p:tgtEl>
                                          <p:spTgt spid="5529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5302"/>
                                        </p:tgtEl>
                                        <p:attrNameLst>
                                          <p:attrName>style.visibility</p:attrName>
                                        </p:attrNameLst>
                                      </p:cBhvr>
                                      <p:to>
                                        <p:strVal val="visible"/>
                                      </p:to>
                                    </p:set>
                                    <p:anim calcmode="lin" valueType="num">
                                      <p:cBhvr additive="base">
                                        <p:cTn id="13" dur="500" fill="hold"/>
                                        <p:tgtEl>
                                          <p:spTgt spid="55302"/>
                                        </p:tgtEl>
                                        <p:attrNameLst>
                                          <p:attrName>ppt_x</p:attrName>
                                        </p:attrNameLst>
                                      </p:cBhvr>
                                      <p:tavLst>
                                        <p:tav tm="0">
                                          <p:val>
                                            <p:strVal val="#ppt_x"/>
                                          </p:val>
                                        </p:tav>
                                        <p:tav tm="100000">
                                          <p:val>
                                            <p:strVal val="#ppt_x"/>
                                          </p:val>
                                        </p:tav>
                                      </p:tavLst>
                                    </p:anim>
                                    <p:anim calcmode="lin" valueType="num">
                                      <p:cBhvr additive="base">
                                        <p:cTn id="14" dur="500" fill="hold"/>
                                        <p:tgtEl>
                                          <p:spTgt spid="5530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5301"/>
                                        </p:tgtEl>
                                        <p:attrNameLst>
                                          <p:attrName>style.visibility</p:attrName>
                                        </p:attrNameLst>
                                      </p:cBhvr>
                                      <p:to>
                                        <p:strVal val="visible"/>
                                      </p:to>
                                    </p:set>
                                    <p:anim calcmode="lin" valueType="num">
                                      <p:cBhvr additive="base">
                                        <p:cTn id="19" dur="500" fill="hold"/>
                                        <p:tgtEl>
                                          <p:spTgt spid="55301"/>
                                        </p:tgtEl>
                                        <p:attrNameLst>
                                          <p:attrName>ppt_x</p:attrName>
                                        </p:attrNameLst>
                                      </p:cBhvr>
                                      <p:tavLst>
                                        <p:tav tm="0">
                                          <p:val>
                                            <p:strVal val="#ppt_x"/>
                                          </p:val>
                                        </p:tav>
                                        <p:tav tm="100000">
                                          <p:val>
                                            <p:strVal val="#ppt_x"/>
                                          </p:val>
                                        </p:tav>
                                      </p:tavLst>
                                    </p:anim>
                                    <p:anim calcmode="lin" valueType="num">
                                      <p:cBhvr additive="base">
                                        <p:cTn id="20" dur="500" fill="hold"/>
                                        <p:tgtEl>
                                          <p:spTgt spid="5530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5300"/>
                                        </p:tgtEl>
                                        <p:attrNameLst>
                                          <p:attrName>style.visibility</p:attrName>
                                        </p:attrNameLst>
                                      </p:cBhvr>
                                      <p:to>
                                        <p:strVal val="visible"/>
                                      </p:to>
                                    </p:set>
                                    <p:anim calcmode="lin" valueType="num">
                                      <p:cBhvr additive="base">
                                        <p:cTn id="23" dur="500" fill="hold"/>
                                        <p:tgtEl>
                                          <p:spTgt spid="55300"/>
                                        </p:tgtEl>
                                        <p:attrNameLst>
                                          <p:attrName>ppt_x</p:attrName>
                                        </p:attrNameLst>
                                      </p:cBhvr>
                                      <p:tavLst>
                                        <p:tav tm="0">
                                          <p:val>
                                            <p:strVal val="#ppt_x"/>
                                          </p:val>
                                        </p:tav>
                                        <p:tav tm="100000">
                                          <p:val>
                                            <p:strVal val="#ppt_x"/>
                                          </p:val>
                                        </p:tav>
                                      </p:tavLst>
                                    </p:anim>
                                    <p:anim calcmode="lin" valueType="num">
                                      <p:cBhvr additive="base">
                                        <p:cTn id="24" dur="500" fill="hold"/>
                                        <p:tgtEl>
                                          <p:spTgt spid="5530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p:bldP spid="55299" grpId="1"/>
      <p:bldP spid="55301" grpId="0"/>
      <p:bldP spid="55301" grpId="1"/>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Grp="1"/>
          </p:cNvSpPr>
          <p:nvPr>
            <p:ph type="title"/>
          </p:nvPr>
        </p:nvSpPr>
        <p:spPr>
          <a:xfrm>
            <a:off x="457200" y="860425"/>
            <a:ext cx="5257800" cy="51435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D </a:t>
            </a:r>
            <a:r>
              <a:rPr lang="zh-CN" altLang="en-US" sz="2000" b="1" dirty="0">
                <a:solidFill>
                  <a:srgbClr val="FF0000"/>
                </a:solidFill>
                <a:latin typeface="华文新魏" panose="02010800040101010101" pitchFamily="2" charset="-122"/>
                <a:ea typeface="华文新魏" panose="02010800040101010101" pitchFamily="2" charset="-122"/>
              </a:rPr>
              <a:t>锁存器的工作过程：</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56323" name="Line 5"/>
          <p:cNvSpPr/>
          <p:nvPr/>
        </p:nvSpPr>
        <p:spPr>
          <a:xfrm>
            <a:off x="3962400" y="1885950"/>
            <a:ext cx="488950" cy="0"/>
          </a:xfrm>
          <a:prstGeom prst="line">
            <a:avLst/>
          </a:prstGeom>
          <a:ln w="57150" cap="flat" cmpd="sng">
            <a:solidFill>
              <a:srgbClr val="C00000"/>
            </a:solidFill>
            <a:prstDash val="solid"/>
            <a:headEnd type="none" w="med" len="med"/>
            <a:tailEnd type="none" w="med" len="med"/>
          </a:ln>
        </p:spPr>
      </p:sp>
      <p:sp>
        <p:nvSpPr>
          <p:cNvPr id="56324" name="Line 6"/>
          <p:cNvSpPr/>
          <p:nvPr/>
        </p:nvSpPr>
        <p:spPr>
          <a:xfrm flipV="1">
            <a:off x="4451350" y="1543050"/>
            <a:ext cx="0" cy="342900"/>
          </a:xfrm>
          <a:prstGeom prst="line">
            <a:avLst/>
          </a:prstGeom>
          <a:ln w="57150" cap="flat" cmpd="sng">
            <a:solidFill>
              <a:srgbClr val="C00000"/>
            </a:solidFill>
            <a:prstDash val="solid"/>
            <a:headEnd type="none" w="med" len="med"/>
            <a:tailEnd type="none" w="med" len="med"/>
          </a:ln>
        </p:spPr>
      </p:sp>
      <p:sp>
        <p:nvSpPr>
          <p:cNvPr id="56325" name="Line 7"/>
          <p:cNvSpPr/>
          <p:nvPr/>
        </p:nvSpPr>
        <p:spPr>
          <a:xfrm>
            <a:off x="4451350" y="1543050"/>
            <a:ext cx="325438" cy="0"/>
          </a:xfrm>
          <a:prstGeom prst="line">
            <a:avLst/>
          </a:prstGeom>
          <a:ln w="57150" cap="flat" cmpd="sng">
            <a:solidFill>
              <a:srgbClr val="C00000"/>
            </a:solidFill>
            <a:prstDash val="solid"/>
            <a:headEnd type="none" w="med" len="med"/>
            <a:tailEnd type="none" w="med" len="med"/>
          </a:ln>
        </p:spPr>
      </p:sp>
      <p:sp>
        <p:nvSpPr>
          <p:cNvPr id="56326" name="Line 8"/>
          <p:cNvSpPr/>
          <p:nvPr/>
        </p:nvSpPr>
        <p:spPr>
          <a:xfrm flipV="1">
            <a:off x="4776788" y="1543050"/>
            <a:ext cx="0" cy="342900"/>
          </a:xfrm>
          <a:prstGeom prst="line">
            <a:avLst/>
          </a:prstGeom>
          <a:ln w="57150" cap="flat" cmpd="sng">
            <a:solidFill>
              <a:srgbClr val="C00000"/>
            </a:solidFill>
            <a:prstDash val="solid"/>
            <a:headEnd type="none" w="med" len="med"/>
            <a:tailEnd type="none" w="med" len="med"/>
          </a:ln>
        </p:spPr>
      </p:sp>
      <p:sp>
        <p:nvSpPr>
          <p:cNvPr id="56327" name="Line 9"/>
          <p:cNvSpPr/>
          <p:nvPr/>
        </p:nvSpPr>
        <p:spPr>
          <a:xfrm>
            <a:off x="4776788" y="1885950"/>
            <a:ext cx="487362" cy="0"/>
          </a:xfrm>
          <a:prstGeom prst="line">
            <a:avLst/>
          </a:prstGeom>
          <a:ln w="57150" cap="flat" cmpd="sng">
            <a:solidFill>
              <a:srgbClr val="C00000"/>
            </a:solidFill>
            <a:prstDash val="solid"/>
            <a:headEnd type="none" w="med" len="med"/>
            <a:tailEnd type="none" w="med" len="med"/>
          </a:ln>
        </p:spPr>
      </p:sp>
      <p:sp>
        <p:nvSpPr>
          <p:cNvPr id="56328" name="Line 10"/>
          <p:cNvSpPr/>
          <p:nvPr/>
        </p:nvSpPr>
        <p:spPr>
          <a:xfrm flipV="1">
            <a:off x="5264150" y="1543050"/>
            <a:ext cx="0" cy="342900"/>
          </a:xfrm>
          <a:prstGeom prst="line">
            <a:avLst/>
          </a:prstGeom>
          <a:ln w="57150" cap="flat" cmpd="sng">
            <a:solidFill>
              <a:srgbClr val="C00000"/>
            </a:solidFill>
            <a:prstDash val="solid"/>
            <a:headEnd type="none" w="med" len="med"/>
            <a:tailEnd type="none" w="med" len="med"/>
          </a:ln>
        </p:spPr>
      </p:sp>
      <p:sp>
        <p:nvSpPr>
          <p:cNvPr id="56329" name="Line 11"/>
          <p:cNvSpPr/>
          <p:nvPr/>
        </p:nvSpPr>
        <p:spPr>
          <a:xfrm>
            <a:off x="5264150" y="1543050"/>
            <a:ext cx="488950" cy="0"/>
          </a:xfrm>
          <a:prstGeom prst="line">
            <a:avLst/>
          </a:prstGeom>
          <a:ln w="57150" cap="flat" cmpd="sng">
            <a:solidFill>
              <a:srgbClr val="C00000"/>
            </a:solidFill>
            <a:prstDash val="solid"/>
            <a:headEnd type="none" w="med" len="med"/>
            <a:tailEnd type="none" w="med" len="med"/>
          </a:ln>
        </p:spPr>
      </p:sp>
      <p:sp>
        <p:nvSpPr>
          <p:cNvPr id="56330" name="Line 12"/>
          <p:cNvSpPr/>
          <p:nvPr/>
        </p:nvSpPr>
        <p:spPr>
          <a:xfrm flipV="1">
            <a:off x="5753100" y="1543050"/>
            <a:ext cx="0" cy="342900"/>
          </a:xfrm>
          <a:prstGeom prst="line">
            <a:avLst/>
          </a:prstGeom>
          <a:ln w="57150" cap="flat" cmpd="sng">
            <a:solidFill>
              <a:srgbClr val="C00000"/>
            </a:solidFill>
            <a:prstDash val="solid"/>
            <a:headEnd type="none" w="med" len="med"/>
            <a:tailEnd type="none" w="med" len="med"/>
          </a:ln>
        </p:spPr>
      </p:sp>
      <p:sp>
        <p:nvSpPr>
          <p:cNvPr id="56331" name="Line 13"/>
          <p:cNvSpPr/>
          <p:nvPr/>
        </p:nvSpPr>
        <p:spPr>
          <a:xfrm>
            <a:off x="5753100" y="1885950"/>
            <a:ext cx="895350" cy="0"/>
          </a:xfrm>
          <a:prstGeom prst="line">
            <a:avLst/>
          </a:prstGeom>
          <a:ln w="57150" cap="flat" cmpd="sng">
            <a:solidFill>
              <a:srgbClr val="C00000"/>
            </a:solidFill>
            <a:prstDash val="solid"/>
            <a:headEnd type="none" w="med" len="med"/>
            <a:tailEnd type="none" w="med" len="med"/>
          </a:ln>
        </p:spPr>
      </p:sp>
      <p:sp>
        <p:nvSpPr>
          <p:cNvPr id="56332" name="Line 14"/>
          <p:cNvSpPr/>
          <p:nvPr/>
        </p:nvSpPr>
        <p:spPr>
          <a:xfrm flipV="1">
            <a:off x="6648450" y="1543050"/>
            <a:ext cx="0" cy="342900"/>
          </a:xfrm>
          <a:prstGeom prst="line">
            <a:avLst/>
          </a:prstGeom>
          <a:ln w="57150" cap="flat" cmpd="sng">
            <a:solidFill>
              <a:srgbClr val="C00000"/>
            </a:solidFill>
            <a:prstDash val="solid"/>
            <a:headEnd type="none" w="med" len="med"/>
            <a:tailEnd type="none" w="med" len="med"/>
          </a:ln>
        </p:spPr>
      </p:sp>
      <p:sp>
        <p:nvSpPr>
          <p:cNvPr id="56333" name="Line 15"/>
          <p:cNvSpPr/>
          <p:nvPr/>
        </p:nvSpPr>
        <p:spPr>
          <a:xfrm>
            <a:off x="6648450" y="1543050"/>
            <a:ext cx="895350" cy="0"/>
          </a:xfrm>
          <a:prstGeom prst="line">
            <a:avLst/>
          </a:prstGeom>
          <a:ln w="57150" cap="flat" cmpd="sng">
            <a:solidFill>
              <a:srgbClr val="C00000"/>
            </a:solidFill>
            <a:prstDash val="solid"/>
            <a:headEnd type="none" w="med" len="med"/>
            <a:tailEnd type="none" w="med" len="med"/>
          </a:ln>
        </p:spPr>
      </p:sp>
      <p:sp>
        <p:nvSpPr>
          <p:cNvPr id="56334" name="Line 16"/>
          <p:cNvSpPr/>
          <p:nvPr/>
        </p:nvSpPr>
        <p:spPr>
          <a:xfrm>
            <a:off x="3962400" y="2457450"/>
            <a:ext cx="990600" cy="0"/>
          </a:xfrm>
          <a:prstGeom prst="line">
            <a:avLst/>
          </a:prstGeom>
          <a:ln w="57150" cap="flat" cmpd="sng">
            <a:solidFill>
              <a:srgbClr val="C00000"/>
            </a:solidFill>
            <a:prstDash val="solid"/>
            <a:headEnd type="none" w="med" len="med"/>
            <a:tailEnd type="none" w="med" len="med"/>
          </a:ln>
        </p:spPr>
      </p:sp>
      <p:sp>
        <p:nvSpPr>
          <p:cNvPr id="56335" name="Line 17"/>
          <p:cNvSpPr/>
          <p:nvPr/>
        </p:nvSpPr>
        <p:spPr>
          <a:xfrm flipV="1">
            <a:off x="4953000" y="2114550"/>
            <a:ext cx="0" cy="342900"/>
          </a:xfrm>
          <a:prstGeom prst="line">
            <a:avLst/>
          </a:prstGeom>
          <a:ln w="57150" cap="flat" cmpd="sng">
            <a:solidFill>
              <a:srgbClr val="C00000"/>
            </a:solidFill>
            <a:prstDash val="solid"/>
            <a:headEnd type="none" w="med" len="med"/>
            <a:tailEnd type="none" w="med" len="med"/>
          </a:ln>
        </p:spPr>
      </p:sp>
      <p:sp>
        <p:nvSpPr>
          <p:cNvPr id="56336" name="Line 18"/>
          <p:cNvSpPr/>
          <p:nvPr/>
        </p:nvSpPr>
        <p:spPr>
          <a:xfrm>
            <a:off x="4953000" y="2114550"/>
            <a:ext cx="1066800" cy="0"/>
          </a:xfrm>
          <a:prstGeom prst="line">
            <a:avLst/>
          </a:prstGeom>
          <a:ln w="57150" cap="flat" cmpd="sng">
            <a:solidFill>
              <a:srgbClr val="C00000"/>
            </a:solidFill>
            <a:prstDash val="solid"/>
            <a:headEnd type="none" w="med" len="med"/>
            <a:tailEnd type="none" w="med" len="med"/>
          </a:ln>
        </p:spPr>
      </p:sp>
      <p:sp>
        <p:nvSpPr>
          <p:cNvPr id="56337" name="Line 19"/>
          <p:cNvSpPr/>
          <p:nvPr/>
        </p:nvSpPr>
        <p:spPr>
          <a:xfrm flipV="1">
            <a:off x="6019800" y="2114550"/>
            <a:ext cx="0" cy="342900"/>
          </a:xfrm>
          <a:prstGeom prst="line">
            <a:avLst/>
          </a:prstGeom>
          <a:ln w="57150" cap="flat" cmpd="sng">
            <a:solidFill>
              <a:srgbClr val="C00000"/>
            </a:solidFill>
            <a:prstDash val="solid"/>
            <a:headEnd type="none" w="med" len="med"/>
            <a:tailEnd type="none" w="med" len="med"/>
          </a:ln>
        </p:spPr>
      </p:sp>
      <p:sp>
        <p:nvSpPr>
          <p:cNvPr id="56338" name="Line 20"/>
          <p:cNvSpPr/>
          <p:nvPr/>
        </p:nvSpPr>
        <p:spPr>
          <a:xfrm>
            <a:off x="6019800" y="2457450"/>
            <a:ext cx="990600" cy="0"/>
          </a:xfrm>
          <a:prstGeom prst="line">
            <a:avLst/>
          </a:prstGeom>
          <a:ln w="57150" cap="flat" cmpd="sng">
            <a:solidFill>
              <a:srgbClr val="C00000"/>
            </a:solidFill>
            <a:prstDash val="solid"/>
            <a:headEnd type="none" w="med" len="med"/>
            <a:tailEnd type="none" w="med" len="med"/>
          </a:ln>
        </p:spPr>
      </p:sp>
      <p:sp>
        <p:nvSpPr>
          <p:cNvPr id="56339" name="Line 21"/>
          <p:cNvSpPr/>
          <p:nvPr/>
        </p:nvSpPr>
        <p:spPr>
          <a:xfrm flipV="1">
            <a:off x="7010400" y="2114550"/>
            <a:ext cx="0" cy="342900"/>
          </a:xfrm>
          <a:prstGeom prst="line">
            <a:avLst/>
          </a:prstGeom>
          <a:ln w="57150" cap="flat" cmpd="sng">
            <a:solidFill>
              <a:srgbClr val="C00000"/>
            </a:solidFill>
            <a:prstDash val="solid"/>
            <a:headEnd type="none" w="med" len="med"/>
            <a:tailEnd type="none" w="med" len="med"/>
          </a:ln>
        </p:spPr>
      </p:sp>
      <p:sp>
        <p:nvSpPr>
          <p:cNvPr id="56340" name="Line 22"/>
          <p:cNvSpPr/>
          <p:nvPr/>
        </p:nvSpPr>
        <p:spPr>
          <a:xfrm>
            <a:off x="7010400" y="2114550"/>
            <a:ext cx="533400" cy="0"/>
          </a:xfrm>
          <a:prstGeom prst="line">
            <a:avLst/>
          </a:prstGeom>
          <a:ln w="57150" cap="flat" cmpd="sng">
            <a:solidFill>
              <a:srgbClr val="C00000"/>
            </a:solidFill>
            <a:prstDash val="solid"/>
            <a:headEnd type="none" w="med" len="med"/>
            <a:tailEnd type="none" w="med" len="med"/>
          </a:ln>
        </p:spPr>
      </p:sp>
      <p:sp>
        <p:nvSpPr>
          <p:cNvPr id="33813" name="Line 25"/>
          <p:cNvSpPr/>
          <p:nvPr/>
        </p:nvSpPr>
        <p:spPr>
          <a:xfrm>
            <a:off x="3962400" y="3086100"/>
            <a:ext cx="1295400" cy="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6342" name="Text Box 26"/>
          <p:cNvSpPr txBox="1"/>
          <p:nvPr/>
        </p:nvSpPr>
        <p:spPr>
          <a:xfrm>
            <a:off x="3581400" y="1600200"/>
            <a:ext cx="296863"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43" name="Text Box 27"/>
          <p:cNvSpPr txBox="1"/>
          <p:nvPr/>
        </p:nvSpPr>
        <p:spPr>
          <a:xfrm>
            <a:off x="3581400" y="2228850"/>
            <a:ext cx="296863"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44" name="Text Box 28"/>
          <p:cNvSpPr txBox="1"/>
          <p:nvPr/>
        </p:nvSpPr>
        <p:spPr>
          <a:xfrm>
            <a:off x="3557588" y="2836863"/>
            <a:ext cx="296862"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33823" name="Line 79"/>
          <p:cNvSpPr/>
          <p:nvPr/>
        </p:nvSpPr>
        <p:spPr>
          <a:xfrm flipV="1">
            <a:off x="5257800" y="2754313"/>
            <a:ext cx="0" cy="34290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4" name="Line 80"/>
          <p:cNvSpPr/>
          <p:nvPr/>
        </p:nvSpPr>
        <p:spPr>
          <a:xfrm>
            <a:off x="5257800" y="2754313"/>
            <a:ext cx="488950" cy="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5" name="Line 81"/>
          <p:cNvSpPr/>
          <p:nvPr/>
        </p:nvSpPr>
        <p:spPr>
          <a:xfrm flipV="1">
            <a:off x="5746750" y="2743200"/>
            <a:ext cx="0" cy="34290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6" name="Line 82"/>
          <p:cNvSpPr/>
          <p:nvPr/>
        </p:nvSpPr>
        <p:spPr>
          <a:xfrm>
            <a:off x="5746750" y="3086100"/>
            <a:ext cx="1263650" cy="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7" name="Line 83"/>
          <p:cNvSpPr/>
          <p:nvPr/>
        </p:nvSpPr>
        <p:spPr>
          <a:xfrm flipV="1">
            <a:off x="7010400" y="2754313"/>
            <a:ext cx="0" cy="34290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8" name="Line 84"/>
          <p:cNvSpPr/>
          <p:nvPr/>
        </p:nvSpPr>
        <p:spPr>
          <a:xfrm>
            <a:off x="7010400" y="2754313"/>
            <a:ext cx="533400" cy="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56351" name="Group 89"/>
          <p:cNvGrpSpPr/>
          <p:nvPr/>
        </p:nvGrpSpPr>
        <p:grpSpPr>
          <a:xfrm>
            <a:off x="398463" y="1481138"/>
            <a:ext cx="2805112" cy="1487487"/>
            <a:chOff x="2510" y="1999"/>
            <a:chExt cx="2876" cy="1258"/>
          </a:xfrm>
        </p:grpSpPr>
        <p:sp>
          <p:nvSpPr>
            <p:cNvPr id="56362" name="Line 90"/>
            <p:cNvSpPr/>
            <p:nvPr/>
          </p:nvSpPr>
          <p:spPr>
            <a:xfrm>
              <a:off x="4055" y="2316"/>
              <a:ext cx="299" cy="1"/>
            </a:xfrm>
            <a:prstGeom prst="line">
              <a:avLst/>
            </a:prstGeom>
            <a:ln w="19050" cap="flat" cmpd="sng">
              <a:solidFill>
                <a:schemeClr val="tx1"/>
              </a:solidFill>
              <a:prstDash val="solid"/>
              <a:headEnd type="none" w="med" len="med"/>
              <a:tailEnd type="none" w="med" len="med"/>
            </a:ln>
          </p:spPr>
        </p:sp>
        <p:sp>
          <p:nvSpPr>
            <p:cNvPr id="56363" name="Line 91"/>
            <p:cNvSpPr/>
            <p:nvPr/>
          </p:nvSpPr>
          <p:spPr>
            <a:xfrm>
              <a:off x="4669" y="2307"/>
              <a:ext cx="351" cy="0"/>
            </a:xfrm>
            <a:prstGeom prst="line">
              <a:avLst/>
            </a:prstGeom>
            <a:ln w="19050" cap="flat" cmpd="sng">
              <a:solidFill>
                <a:schemeClr val="tx1"/>
              </a:solidFill>
              <a:prstDash val="solid"/>
              <a:headEnd type="none" w="med" len="med"/>
              <a:tailEnd type="none" w="med" len="med"/>
            </a:ln>
          </p:spPr>
        </p:sp>
        <p:sp>
          <p:nvSpPr>
            <p:cNvPr id="56364" name="Line 92"/>
            <p:cNvSpPr/>
            <p:nvPr/>
          </p:nvSpPr>
          <p:spPr>
            <a:xfrm>
              <a:off x="4211" y="2913"/>
              <a:ext cx="147" cy="0"/>
            </a:xfrm>
            <a:prstGeom prst="line">
              <a:avLst/>
            </a:prstGeom>
            <a:ln w="19050" cap="flat" cmpd="sng">
              <a:solidFill>
                <a:schemeClr val="tx1"/>
              </a:solidFill>
              <a:prstDash val="solid"/>
              <a:headEnd type="none" w="med" len="med"/>
              <a:tailEnd type="none" w="med" len="med"/>
            </a:ln>
          </p:spPr>
        </p:sp>
        <p:sp>
          <p:nvSpPr>
            <p:cNvPr id="56365" name="Line 93"/>
            <p:cNvSpPr/>
            <p:nvPr/>
          </p:nvSpPr>
          <p:spPr>
            <a:xfrm>
              <a:off x="4669" y="2970"/>
              <a:ext cx="351" cy="0"/>
            </a:xfrm>
            <a:prstGeom prst="line">
              <a:avLst/>
            </a:prstGeom>
            <a:ln w="19050" cap="flat" cmpd="sng">
              <a:solidFill>
                <a:schemeClr val="tx1"/>
              </a:solidFill>
              <a:prstDash val="solid"/>
              <a:headEnd type="none" w="med" len="med"/>
              <a:tailEnd type="none" w="med" len="med"/>
            </a:ln>
          </p:spPr>
        </p:sp>
        <p:sp>
          <p:nvSpPr>
            <p:cNvPr id="56366" name="Line 94"/>
            <p:cNvSpPr/>
            <p:nvPr/>
          </p:nvSpPr>
          <p:spPr>
            <a:xfrm>
              <a:off x="4055" y="2988"/>
              <a:ext cx="299" cy="1"/>
            </a:xfrm>
            <a:prstGeom prst="line">
              <a:avLst/>
            </a:prstGeom>
            <a:ln w="19050" cap="flat" cmpd="sng">
              <a:solidFill>
                <a:schemeClr val="tx1"/>
              </a:solidFill>
              <a:prstDash val="solid"/>
              <a:headEnd type="none" w="med" len="med"/>
              <a:tailEnd type="none" w="med" len="med"/>
            </a:ln>
          </p:spPr>
        </p:sp>
        <p:sp>
          <p:nvSpPr>
            <p:cNvPr id="56367" name="Rectangle 95"/>
            <p:cNvSpPr/>
            <p:nvPr/>
          </p:nvSpPr>
          <p:spPr>
            <a:xfrm>
              <a:off x="4354" y="2162"/>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68" name="Text Box 96"/>
            <p:cNvSpPr txBox="1"/>
            <p:nvPr/>
          </p:nvSpPr>
          <p:spPr>
            <a:xfrm>
              <a:off x="4330" y="2144"/>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69" name="Oval 97"/>
            <p:cNvSpPr/>
            <p:nvPr/>
          </p:nvSpPr>
          <p:spPr>
            <a:xfrm>
              <a:off x="4601" y="2278"/>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70" name="Rectangle 98"/>
            <p:cNvSpPr/>
            <p:nvPr/>
          </p:nvSpPr>
          <p:spPr>
            <a:xfrm>
              <a:off x="4354" y="2825"/>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71" name="Text Box 99"/>
            <p:cNvSpPr txBox="1"/>
            <p:nvPr/>
          </p:nvSpPr>
          <p:spPr>
            <a:xfrm>
              <a:off x="4330" y="2807"/>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72" name="Oval 100"/>
            <p:cNvSpPr/>
            <p:nvPr/>
          </p:nvSpPr>
          <p:spPr>
            <a:xfrm>
              <a:off x="4601" y="2951"/>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73" name="Line 101"/>
            <p:cNvSpPr/>
            <p:nvPr/>
          </p:nvSpPr>
          <p:spPr>
            <a:xfrm>
              <a:off x="4214" y="2382"/>
              <a:ext cx="147" cy="0"/>
            </a:xfrm>
            <a:prstGeom prst="line">
              <a:avLst/>
            </a:prstGeom>
            <a:ln w="19050" cap="flat" cmpd="sng">
              <a:solidFill>
                <a:schemeClr val="tx1"/>
              </a:solidFill>
              <a:prstDash val="solid"/>
              <a:headEnd type="none" w="med" len="med"/>
              <a:tailEnd type="none" w="med" len="med"/>
            </a:ln>
          </p:spPr>
        </p:sp>
        <p:sp>
          <p:nvSpPr>
            <p:cNvPr id="56374" name="Line 102"/>
            <p:cNvSpPr/>
            <p:nvPr/>
          </p:nvSpPr>
          <p:spPr>
            <a:xfrm>
              <a:off x="4790" y="2316"/>
              <a:ext cx="0" cy="190"/>
            </a:xfrm>
            <a:prstGeom prst="line">
              <a:avLst/>
            </a:prstGeom>
            <a:ln w="19050" cap="flat" cmpd="sng">
              <a:solidFill>
                <a:schemeClr val="tx1"/>
              </a:solidFill>
              <a:prstDash val="solid"/>
              <a:headEnd type="none" w="med" len="med"/>
              <a:tailEnd type="none" w="med" len="med"/>
            </a:ln>
          </p:spPr>
        </p:sp>
        <p:sp>
          <p:nvSpPr>
            <p:cNvPr id="56375" name="Line 103"/>
            <p:cNvSpPr/>
            <p:nvPr/>
          </p:nvSpPr>
          <p:spPr>
            <a:xfrm>
              <a:off x="4214" y="2763"/>
              <a:ext cx="0" cy="147"/>
            </a:xfrm>
            <a:prstGeom prst="line">
              <a:avLst/>
            </a:prstGeom>
            <a:ln w="19050" cap="flat" cmpd="sng">
              <a:solidFill>
                <a:schemeClr val="tx1"/>
              </a:solidFill>
              <a:prstDash val="solid"/>
              <a:headEnd type="none" w="med" len="med"/>
              <a:tailEnd type="none" w="med" len="med"/>
            </a:ln>
          </p:spPr>
        </p:sp>
        <p:sp>
          <p:nvSpPr>
            <p:cNvPr id="56376" name="Line 104"/>
            <p:cNvSpPr/>
            <p:nvPr/>
          </p:nvSpPr>
          <p:spPr>
            <a:xfrm>
              <a:off x="4790" y="2778"/>
              <a:ext cx="0" cy="190"/>
            </a:xfrm>
            <a:prstGeom prst="line">
              <a:avLst/>
            </a:prstGeom>
            <a:ln w="19050" cap="flat" cmpd="sng">
              <a:solidFill>
                <a:schemeClr val="tx1"/>
              </a:solidFill>
              <a:prstDash val="solid"/>
              <a:headEnd type="none" w="med" len="med"/>
              <a:tailEnd type="none" w="med" len="med"/>
            </a:ln>
          </p:spPr>
        </p:sp>
        <p:sp>
          <p:nvSpPr>
            <p:cNvPr id="56377" name="Line 105"/>
            <p:cNvSpPr/>
            <p:nvPr/>
          </p:nvSpPr>
          <p:spPr>
            <a:xfrm>
              <a:off x="4214" y="2382"/>
              <a:ext cx="0" cy="147"/>
            </a:xfrm>
            <a:prstGeom prst="line">
              <a:avLst/>
            </a:prstGeom>
            <a:ln w="19050" cap="flat" cmpd="sng">
              <a:solidFill>
                <a:schemeClr val="tx1"/>
              </a:solidFill>
              <a:prstDash val="solid"/>
              <a:headEnd type="none" w="med" len="med"/>
              <a:tailEnd type="none" w="med" len="med"/>
            </a:ln>
          </p:spPr>
        </p:sp>
        <p:sp>
          <p:nvSpPr>
            <p:cNvPr id="56378" name="Line 106"/>
            <p:cNvSpPr/>
            <p:nvPr/>
          </p:nvSpPr>
          <p:spPr>
            <a:xfrm>
              <a:off x="4214" y="2528"/>
              <a:ext cx="576" cy="240"/>
            </a:xfrm>
            <a:prstGeom prst="line">
              <a:avLst/>
            </a:prstGeom>
            <a:ln w="19050" cap="flat" cmpd="sng">
              <a:solidFill>
                <a:schemeClr val="accent2"/>
              </a:solidFill>
              <a:prstDash val="dash"/>
              <a:headEnd type="none" w="med" len="med"/>
              <a:tailEnd type="none" w="med" len="med"/>
            </a:ln>
          </p:spPr>
        </p:sp>
        <p:sp>
          <p:nvSpPr>
            <p:cNvPr id="56379" name="Line 107"/>
            <p:cNvSpPr/>
            <p:nvPr/>
          </p:nvSpPr>
          <p:spPr>
            <a:xfrm flipH="1">
              <a:off x="4214" y="2516"/>
              <a:ext cx="576" cy="240"/>
            </a:xfrm>
            <a:prstGeom prst="line">
              <a:avLst/>
            </a:prstGeom>
            <a:ln w="19050" cap="flat" cmpd="sng">
              <a:solidFill>
                <a:schemeClr val="accent2"/>
              </a:solidFill>
              <a:prstDash val="dash"/>
              <a:headEnd type="none" w="med" len="med"/>
              <a:tailEnd type="none" w="med" len="med"/>
            </a:ln>
          </p:spPr>
        </p:sp>
        <p:sp>
          <p:nvSpPr>
            <p:cNvPr id="56380" name="Oval 108"/>
            <p:cNvSpPr/>
            <p:nvPr/>
          </p:nvSpPr>
          <p:spPr>
            <a:xfrm>
              <a:off x="4768" y="2950"/>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81" name="Oval 109"/>
            <p:cNvSpPr/>
            <p:nvPr/>
          </p:nvSpPr>
          <p:spPr>
            <a:xfrm>
              <a:off x="4768" y="228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ln>
                  <a:solidFill>
                    <a:schemeClr val="tx1"/>
                  </a:solidFill>
                </a:ln>
                <a:solidFill>
                  <a:schemeClr val="tx1"/>
                </a:solidFill>
                <a:latin typeface="黑体" panose="02010609060101010101" pitchFamily="49" charset="-122"/>
                <a:ea typeface="黑体" panose="02010609060101010101" pitchFamily="49" charset="-122"/>
              </a:endParaRPr>
            </a:p>
          </p:txBody>
        </p:sp>
        <p:sp>
          <p:nvSpPr>
            <p:cNvPr id="56382" name="Text Box 110"/>
            <p:cNvSpPr txBox="1"/>
            <p:nvPr/>
          </p:nvSpPr>
          <p:spPr>
            <a:xfrm>
              <a:off x="2510" y="2100"/>
              <a:ext cx="240"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accent2"/>
                  </a:solidFill>
                  <a:latin typeface="黑体" panose="02010609060101010101" pitchFamily="49" charset="-122"/>
                  <a:ea typeface="黑体" panose="02010609060101010101" pitchFamily="49" charset="-122"/>
                </a:rPr>
                <a:t>D</a:t>
              </a:r>
              <a:endParaRPr lang="en-US" altLang="zh-CN" sz="1800" b="1" dirty="0">
                <a:solidFill>
                  <a:schemeClr val="accent2"/>
                </a:solidFill>
                <a:latin typeface="黑体" panose="02010609060101010101" pitchFamily="49" charset="-122"/>
                <a:ea typeface="黑体" panose="02010609060101010101" pitchFamily="49" charset="-122"/>
              </a:endParaRPr>
            </a:p>
          </p:txBody>
        </p:sp>
        <p:sp>
          <p:nvSpPr>
            <p:cNvPr id="56383" name="Text Box 111"/>
            <p:cNvSpPr txBox="1"/>
            <p:nvPr/>
          </p:nvSpPr>
          <p:spPr>
            <a:xfrm>
              <a:off x="5039" y="2148"/>
              <a:ext cx="240"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84" name="Text Box 112"/>
            <p:cNvSpPr txBox="1"/>
            <p:nvPr/>
          </p:nvSpPr>
          <p:spPr>
            <a:xfrm>
              <a:off x="4944" y="2834"/>
              <a:ext cx="442" cy="31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85" name="Rectangle 113"/>
            <p:cNvSpPr/>
            <p:nvPr/>
          </p:nvSpPr>
          <p:spPr>
            <a:xfrm>
              <a:off x="3748" y="2160"/>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86" name="Text Box 114"/>
            <p:cNvSpPr txBox="1"/>
            <p:nvPr/>
          </p:nvSpPr>
          <p:spPr>
            <a:xfrm>
              <a:off x="3724" y="2142"/>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87" name="Oval 115"/>
            <p:cNvSpPr/>
            <p:nvPr/>
          </p:nvSpPr>
          <p:spPr>
            <a:xfrm>
              <a:off x="3995" y="228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88" name="Rectangle 116"/>
            <p:cNvSpPr/>
            <p:nvPr/>
          </p:nvSpPr>
          <p:spPr>
            <a:xfrm>
              <a:off x="3748" y="282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89" name="Text Box 117"/>
            <p:cNvSpPr txBox="1"/>
            <p:nvPr/>
          </p:nvSpPr>
          <p:spPr>
            <a:xfrm>
              <a:off x="3724" y="2805"/>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90" name="Oval 118"/>
            <p:cNvSpPr/>
            <p:nvPr/>
          </p:nvSpPr>
          <p:spPr>
            <a:xfrm>
              <a:off x="3995" y="294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91" name="Line 119"/>
            <p:cNvSpPr/>
            <p:nvPr/>
          </p:nvSpPr>
          <p:spPr>
            <a:xfrm>
              <a:off x="3610" y="2382"/>
              <a:ext cx="144" cy="0"/>
            </a:xfrm>
            <a:prstGeom prst="line">
              <a:avLst/>
            </a:prstGeom>
            <a:ln w="19050" cap="flat" cmpd="sng">
              <a:solidFill>
                <a:schemeClr val="tx1"/>
              </a:solidFill>
              <a:prstDash val="solid"/>
              <a:headEnd type="none" w="med" len="med"/>
              <a:tailEnd type="none" w="med" len="med"/>
            </a:ln>
          </p:spPr>
        </p:sp>
        <p:sp>
          <p:nvSpPr>
            <p:cNvPr id="56392" name="Line 120"/>
            <p:cNvSpPr/>
            <p:nvPr/>
          </p:nvSpPr>
          <p:spPr>
            <a:xfrm>
              <a:off x="3610" y="2902"/>
              <a:ext cx="144" cy="0"/>
            </a:xfrm>
            <a:prstGeom prst="line">
              <a:avLst/>
            </a:prstGeom>
            <a:ln w="19050" cap="flat" cmpd="sng">
              <a:solidFill>
                <a:schemeClr val="tx1"/>
              </a:solidFill>
              <a:prstDash val="solid"/>
              <a:headEnd type="none" w="med" len="med"/>
              <a:tailEnd type="none" w="med" len="med"/>
            </a:ln>
          </p:spPr>
        </p:sp>
        <p:sp>
          <p:nvSpPr>
            <p:cNvPr id="56393" name="Line 121"/>
            <p:cNvSpPr/>
            <p:nvPr/>
          </p:nvSpPr>
          <p:spPr>
            <a:xfrm>
              <a:off x="3600" y="2382"/>
              <a:ext cx="0" cy="528"/>
            </a:xfrm>
            <a:prstGeom prst="line">
              <a:avLst/>
            </a:prstGeom>
            <a:ln w="19050" cap="flat" cmpd="sng">
              <a:solidFill>
                <a:schemeClr val="tx1"/>
              </a:solidFill>
              <a:prstDash val="solid"/>
              <a:headEnd type="none" w="med" len="med"/>
              <a:tailEnd type="none" w="med" len="med"/>
            </a:ln>
          </p:spPr>
        </p:sp>
        <p:sp>
          <p:nvSpPr>
            <p:cNvPr id="56394" name="Line 122"/>
            <p:cNvSpPr/>
            <p:nvPr/>
          </p:nvSpPr>
          <p:spPr>
            <a:xfrm>
              <a:off x="2852" y="2622"/>
              <a:ext cx="739" cy="0"/>
            </a:xfrm>
            <a:prstGeom prst="line">
              <a:avLst/>
            </a:prstGeom>
            <a:ln w="19050" cap="flat" cmpd="sng">
              <a:solidFill>
                <a:schemeClr val="tx1"/>
              </a:solidFill>
              <a:prstDash val="solid"/>
              <a:headEnd type="none" w="med" len="med"/>
              <a:tailEnd type="none" w="med" len="med"/>
            </a:ln>
          </p:spPr>
        </p:sp>
        <p:sp>
          <p:nvSpPr>
            <p:cNvPr id="33863" name="Line 123"/>
            <p:cNvSpPr/>
            <p:nvPr/>
          </p:nvSpPr>
          <p:spPr>
            <a:xfrm>
              <a:off x="2842" y="2276"/>
              <a:ext cx="908"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6396" name="Line 124"/>
            <p:cNvSpPr/>
            <p:nvPr/>
          </p:nvSpPr>
          <p:spPr>
            <a:xfrm>
              <a:off x="3502" y="2988"/>
              <a:ext cx="252" cy="0"/>
            </a:xfrm>
            <a:prstGeom prst="line">
              <a:avLst/>
            </a:prstGeom>
            <a:ln w="19050" cap="flat" cmpd="sng">
              <a:solidFill>
                <a:schemeClr val="tx1"/>
              </a:solidFill>
              <a:prstDash val="solid"/>
              <a:headEnd type="none" w="med" len="med"/>
              <a:tailEnd type="none" w="med" len="med"/>
            </a:ln>
          </p:spPr>
        </p:sp>
        <p:sp>
          <p:nvSpPr>
            <p:cNvPr id="56397" name="Text Box 125"/>
            <p:cNvSpPr txBox="1"/>
            <p:nvPr/>
          </p:nvSpPr>
          <p:spPr>
            <a:xfrm>
              <a:off x="2522" y="2458"/>
              <a:ext cx="336"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98" name="Oval 126"/>
            <p:cNvSpPr/>
            <p:nvPr/>
          </p:nvSpPr>
          <p:spPr>
            <a:xfrm>
              <a:off x="3570" y="2602"/>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56399" name="Group 127"/>
            <p:cNvGrpSpPr/>
            <p:nvPr/>
          </p:nvGrpSpPr>
          <p:grpSpPr>
            <a:xfrm>
              <a:off x="3164" y="2814"/>
              <a:ext cx="332" cy="315"/>
              <a:chOff x="998" y="1335"/>
              <a:chExt cx="332" cy="315"/>
            </a:xfrm>
          </p:grpSpPr>
          <p:sp>
            <p:nvSpPr>
              <p:cNvPr id="56405" name="Rectangle 128"/>
              <p:cNvSpPr/>
              <p:nvPr/>
            </p:nvSpPr>
            <p:spPr>
              <a:xfrm>
                <a:off x="1022" y="135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406" name="Text Box 129"/>
              <p:cNvSpPr txBox="1"/>
              <p:nvPr/>
            </p:nvSpPr>
            <p:spPr>
              <a:xfrm>
                <a:off x="998" y="1335"/>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407" name="Oval 130"/>
              <p:cNvSpPr/>
              <p:nvPr/>
            </p:nvSpPr>
            <p:spPr>
              <a:xfrm>
                <a:off x="1269" y="147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56400" name="Line 131"/>
            <p:cNvSpPr/>
            <p:nvPr/>
          </p:nvSpPr>
          <p:spPr>
            <a:xfrm>
              <a:off x="3040" y="2978"/>
              <a:ext cx="144" cy="0"/>
            </a:xfrm>
            <a:prstGeom prst="line">
              <a:avLst/>
            </a:prstGeom>
            <a:ln w="19050" cap="flat" cmpd="sng">
              <a:solidFill>
                <a:schemeClr val="tx1"/>
              </a:solidFill>
              <a:prstDash val="solid"/>
              <a:headEnd type="none" w="med" len="med"/>
              <a:tailEnd type="none" w="med" len="med"/>
            </a:ln>
          </p:spPr>
        </p:sp>
        <p:sp>
          <p:nvSpPr>
            <p:cNvPr id="56401" name="Line 132"/>
            <p:cNvSpPr/>
            <p:nvPr/>
          </p:nvSpPr>
          <p:spPr>
            <a:xfrm>
              <a:off x="3034" y="2286"/>
              <a:ext cx="0" cy="694"/>
            </a:xfrm>
            <a:prstGeom prst="line">
              <a:avLst/>
            </a:prstGeom>
            <a:ln w="19050" cap="flat" cmpd="sng">
              <a:solidFill>
                <a:schemeClr val="tx1"/>
              </a:solidFill>
              <a:prstDash val="solid"/>
              <a:headEnd type="none" w="med" len="med"/>
              <a:tailEnd type="none" w="med" len="med"/>
            </a:ln>
          </p:spPr>
        </p:sp>
        <p:sp>
          <p:nvSpPr>
            <p:cNvPr id="56402" name="Oval 133"/>
            <p:cNvSpPr/>
            <p:nvPr/>
          </p:nvSpPr>
          <p:spPr>
            <a:xfrm>
              <a:off x="3014" y="225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403" name="Text Box 134"/>
            <p:cNvSpPr txBox="1"/>
            <p:nvPr/>
          </p:nvSpPr>
          <p:spPr>
            <a:xfrm>
              <a:off x="3501" y="1999"/>
              <a:ext cx="192"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404" name="Text Box 135"/>
            <p:cNvSpPr txBox="1"/>
            <p:nvPr/>
          </p:nvSpPr>
          <p:spPr>
            <a:xfrm>
              <a:off x="3486" y="2948"/>
              <a:ext cx="192"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56352" name="Line 33"/>
          <p:cNvSpPr/>
          <p:nvPr/>
        </p:nvSpPr>
        <p:spPr>
          <a:xfrm>
            <a:off x="6629400" y="1028700"/>
            <a:ext cx="0" cy="2428875"/>
          </a:xfrm>
          <a:prstGeom prst="line">
            <a:avLst/>
          </a:prstGeom>
          <a:ln w="19050" cap="flat" cmpd="sng">
            <a:solidFill>
              <a:schemeClr val="tx1"/>
            </a:solidFill>
            <a:prstDash val="dash"/>
            <a:headEnd type="none" w="med" len="med"/>
            <a:tailEnd type="none" w="med" len="med"/>
          </a:ln>
        </p:spPr>
      </p:sp>
      <p:sp>
        <p:nvSpPr>
          <p:cNvPr id="56353" name="Line 23"/>
          <p:cNvSpPr/>
          <p:nvPr/>
        </p:nvSpPr>
        <p:spPr>
          <a:xfrm>
            <a:off x="4451350" y="992188"/>
            <a:ext cx="0" cy="2428875"/>
          </a:xfrm>
          <a:prstGeom prst="line">
            <a:avLst/>
          </a:prstGeom>
          <a:ln w="19050" cap="flat" cmpd="sng">
            <a:solidFill>
              <a:schemeClr val="tx1"/>
            </a:solidFill>
            <a:prstDash val="dash"/>
            <a:headEnd type="none" w="med" len="med"/>
            <a:tailEnd type="none" w="med" len="med"/>
          </a:ln>
        </p:spPr>
      </p:sp>
      <p:sp>
        <p:nvSpPr>
          <p:cNvPr id="56354" name="Line 31"/>
          <p:cNvSpPr/>
          <p:nvPr/>
        </p:nvSpPr>
        <p:spPr>
          <a:xfrm>
            <a:off x="5746750" y="1000125"/>
            <a:ext cx="0" cy="2428875"/>
          </a:xfrm>
          <a:prstGeom prst="line">
            <a:avLst/>
          </a:prstGeom>
          <a:ln w="19050" cap="flat" cmpd="sng">
            <a:solidFill>
              <a:schemeClr val="tx1"/>
            </a:solidFill>
            <a:prstDash val="dash"/>
            <a:headEnd type="none" w="med" len="med"/>
            <a:tailEnd type="none" w="med" len="med"/>
          </a:ln>
        </p:spPr>
      </p:sp>
      <p:sp>
        <p:nvSpPr>
          <p:cNvPr id="56355" name="Line 29"/>
          <p:cNvSpPr/>
          <p:nvPr/>
        </p:nvSpPr>
        <p:spPr>
          <a:xfrm>
            <a:off x="5257800" y="1028700"/>
            <a:ext cx="0" cy="2428875"/>
          </a:xfrm>
          <a:prstGeom prst="line">
            <a:avLst/>
          </a:prstGeom>
          <a:ln w="19050" cap="flat" cmpd="sng">
            <a:solidFill>
              <a:schemeClr val="tx1"/>
            </a:solidFill>
            <a:prstDash val="dash"/>
            <a:headEnd type="none" w="med" len="med"/>
            <a:tailEnd type="none" w="med" len="med"/>
          </a:ln>
        </p:spPr>
      </p:sp>
      <p:sp>
        <p:nvSpPr>
          <p:cNvPr id="56356" name="Line 32"/>
          <p:cNvSpPr/>
          <p:nvPr/>
        </p:nvSpPr>
        <p:spPr>
          <a:xfrm>
            <a:off x="6019800" y="995363"/>
            <a:ext cx="0" cy="2428875"/>
          </a:xfrm>
          <a:prstGeom prst="line">
            <a:avLst/>
          </a:prstGeom>
          <a:ln w="19050" cap="flat" cmpd="sng">
            <a:solidFill>
              <a:schemeClr val="tx1"/>
            </a:solidFill>
            <a:prstDash val="dash"/>
            <a:headEnd type="none" w="med" len="med"/>
            <a:tailEnd type="none" w="med" len="med"/>
          </a:ln>
        </p:spPr>
      </p:sp>
      <p:sp>
        <p:nvSpPr>
          <p:cNvPr id="56357" name="Line 34"/>
          <p:cNvSpPr/>
          <p:nvPr/>
        </p:nvSpPr>
        <p:spPr>
          <a:xfrm>
            <a:off x="7010400" y="1028700"/>
            <a:ext cx="0" cy="2428875"/>
          </a:xfrm>
          <a:prstGeom prst="line">
            <a:avLst/>
          </a:prstGeom>
          <a:ln w="19050" cap="flat" cmpd="sng">
            <a:solidFill>
              <a:schemeClr val="tx1"/>
            </a:solidFill>
            <a:prstDash val="dash"/>
            <a:headEnd type="none" w="med" len="med"/>
            <a:tailEnd type="none" w="med" len="med"/>
          </a:ln>
        </p:spPr>
      </p:sp>
      <p:sp>
        <p:nvSpPr>
          <p:cNvPr id="56358" name="Line 30"/>
          <p:cNvSpPr/>
          <p:nvPr/>
        </p:nvSpPr>
        <p:spPr>
          <a:xfrm>
            <a:off x="4953000" y="1011238"/>
            <a:ext cx="0" cy="2428875"/>
          </a:xfrm>
          <a:prstGeom prst="line">
            <a:avLst/>
          </a:prstGeom>
          <a:ln w="19050" cap="flat" cmpd="sng">
            <a:solidFill>
              <a:schemeClr val="tx1"/>
            </a:solidFill>
            <a:prstDash val="dash"/>
            <a:headEnd type="none" w="med" len="med"/>
            <a:tailEnd type="none" w="med" len="med"/>
          </a:ln>
        </p:spPr>
      </p:sp>
      <p:sp>
        <p:nvSpPr>
          <p:cNvPr id="56360" name="Rectangle 87"/>
          <p:cNvSpPr/>
          <p:nvPr/>
        </p:nvSpPr>
        <p:spPr>
          <a:xfrm>
            <a:off x="2484438" y="2520950"/>
            <a:ext cx="285750" cy="214313"/>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56361" name="Rectangle 88"/>
          <p:cNvSpPr/>
          <p:nvPr/>
        </p:nvSpPr>
        <p:spPr>
          <a:xfrm>
            <a:off x="1322388" y="2112963"/>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2" name="文本框 1"/>
          <p:cNvSpPr txBox="1"/>
          <p:nvPr/>
        </p:nvSpPr>
        <p:spPr>
          <a:xfrm>
            <a:off x="1812290" y="1538605"/>
            <a:ext cx="478155" cy="307777"/>
          </a:xfrm>
          <a:prstGeom prst="rect">
            <a:avLst/>
          </a:prstGeom>
          <a:noFill/>
        </p:spPr>
        <p:txBody>
          <a:bodyPr wrap="square" rtlCol="0">
            <a:spAutoFit/>
          </a:bodyPr>
          <a:lstStyle/>
          <a:p>
            <a:r>
              <a:rPr lang="en-US" altLang="zh-CN" sz="1400" dirty="0">
                <a:solidFill>
                  <a:srgbClr val="0000FF"/>
                </a:solidFill>
                <a:latin typeface="华文新魏" panose="02010800040101010101" pitchFamily="2" charset="-122"/>
                <a:ea typeface="华文新魏" panose="02010800040101010101" pitchFamily="2" charset="-122"/>
              </a:rPr>
              <a:t>/S</a:t>
            </a:r>
            <a:endParaRPr lang="en-US" altLang="zh-CN" sz="1400" dirty="0">
              <a:solidFill>
                <a:srgbClr val="0000FF"/>
              </a:solidFill>
              <a:latin typeface="华文新魏" panose="02010800040101010101" pitchFamily="2" charset="-122"/>
              <a:ea typeface="华文新魏" panose="02010800040101010101" pitchFamily="2" charset="-122"/>
            </a:endParaRPr>
          </a:p>
        </p:txBody>
      </p:sp>
      <p:sp>
        <p:nvSpPr>
          <p:cNvPr id="3" name="文本框 2"/>
          <p:cNvSpPr txBox="1"/>
          <p:nvPr/>
        </p:nvSpPr>
        <p:spPr>
          <a:xfrm>
            <a:off x="1811655" y="2687320"/>
            <a:ext cx="532954" cy="306705"/>
          </a:xfrm>
          <a:prstGeom prst="rect">
            <a:avLst/>
          </a:prstGeom>
          <a:noFill/>
        </p:spPr>
        <p:txBody>
          <a:bodyPr wrap="square" rtlCol="0">
            <a:spAutoFit/>
          </a:bodyPr>
          <a:lstStyle/>
          <a:p>
            <a:r>
              <a:rPr lang="en-US" altLang="zh-CN" sz="1400" dirty="0">
                <a:solidFill>
                  <a:srgbClr val="0000FF"/>
                </a:solidFill>
                <a:latin typeface="华文新魏" panose="02010800040101010101" pitchFamily="2" charset="-122"/>
                <a:ea typeface="华文新魏" panose="02010800040101010101" pitchFamily="2" charset="-122"/>
              </a:rPr>
              <a:t>/R</a:t>
            </a:r>
            <a:endParaRPr lang="en-US" altLang="zh-CN" sz="1400" dirty="0">
              <a:solidFill>
                <a:srgbClr val="0000FF"/>
              </a:solidFill>
              <a:latin typeface="华文新魏" panose="02010800040101010101" pitchFamily="2" charset="-122"/>
              <a:ea typeface="华文新魏" panose="02010800040101010101" pitchFamily="2" charset="-122"/>
            </a:endParaRPr>
          </a:p>
        </p:txBody>
      </p:sp>
      <p:sp>
        <p:nvSpPr>
          <p:cNvPr id="4" name="文本框 3"/>
          <p:cNvSpPr txBox="1"/>
          <p:nvPr/>
        </p:nvSpPr>
        <p:spPr>
          <a:xfrm>
            <a:off x="1300480" y="3939540"/>
            <a:ext cx="6868160" cy="337185"/>
          </a:xfrm>
          <a:prstGeom prst="rect">
            <a:avLst/>
          </a:prstGeom>
          <a:noFill/>
        </p:spPr>
        <p:txBody>
          <a:bodyPr wrap="square" rtlCol="0">
            <a:spAutoFit/>
          </a:bodyPr>
          <a:lstStyle/>
          <a:p>
            <a:r>
              <a:rPr lang="zh-CN" altLang="en-US" sz="1600" b="1">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使能信号</a:t>
            </a:r>
            <a:r>
              <a:rPr lang="en-US" altLang="zh-CN" sz="1600" b="1">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C=1</a:t>
            </a:r>
            <a:r>
              <a:rPr lang="zh-CN" altLang="en-US" sz="1600" b="1">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时，</a:t>
            </a:r>
            <a:r>
              <a:rPr lang="en-US" altLang="zh-CN" sz="1600" b="1">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D</a:t>
            </a:r>
            <a:r>
              <a:rPr lang="zh-CN" altLang="en-US" sz="1600" b="1">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锁存器的输出</a:t>
            </a:r>
            <a:r>
              <a:rPr lang="en-US" altLang="zh-CN" sz="1600" b="1">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Q</a:t>
            </a:r>
            <a:r>
              <a:rPr lang="zh-CN" altLang="en-US" sz="1600" b="1">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随输入信号</a:t>
            </a:r>
            <a:r>
              <a:rPr lang="en-US" altLang="zh-CN" sz="1600" b="1">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D</a:t>
            </a:r>
            <a:r>
              <a:rPr lang="zh-CN" altLang="en-US" sz="1600" b="1">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的变化而变化，</a:t>
            </a:r>
            <a:r>
              <a:rPr lang="en-US" altLang="zh-CN" sz="1600" b="1">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Q=D</a:t>
            </a:r>
            <a:r>
              <a:rPr lang="zh-CN" altLang="en-US" sz="1600" b="1">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a:t>
            </a:r>
            <a:endParaRPr lang="zh-CN" altLang="en-US" sz="1600" b="1">
              <a:solidFill>
                <a:srgbClr val="0000FF"/>
              </a:solidFill>
              <a:latin typeface="华文新魏" panose="02010800040101010101" pitchFamily="2" charset="-122"/>
              <a:ea typeface="华文新魏" panose="02010800040101010101" pitchFamily="2" charset="-122"/>
              <a:cs typeface="华文新魏" panose="02010800040101010101" pitchFamily="2" charset="-122"/>
            </a:endParaRPr>
          </a:p>
        </p:txBody>
      </p:sp>
      <p:sp>
        <p:nvSpPr>
          <p:cNvPr id="90" name="Line 23"/>
          <p:cNvSpPr/>
          <p:nvPr/>
        </p:nvSpPr>
        <p:spPr>
          <a:xfrm>
            <a:off x="4139952" y="1003349"/>
            <a:ext cx="0" cy="2428875"/>
          </a:xfrm>
          <a:prstGeom prst="line">
            <a:avLst/>
          </a:prstGeom>
          <a:ln w="19050" cap="flat" cmpd="sng">
            <a:solidFill>
              <a:schemeClr val="tx1"/>
            </a:solidFill>
            <a:prstDash val="dash"/>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3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3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3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63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635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63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blinds(horizontal)">
                                      <p:cBhvr>
                                        <p:cTn id="3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206"/>
          <p:cNvGrpSpPr/>
          <p:nvPr/>
        </p:nvGrpSpPr>
        <p:grpSpPr>
          <a:xfrm>
            <a:off x="6769100" y="569913"/>
            <a:ext cx="685800" cy="536575"/>
            <a:chOff x="4224" y="2534"/>
            <a:chExt cx="432" cy="451"/>
          </a:xfrm>
        </p:grpSpPr>
        <p:sp>
          <p:nvSpPr>
            <p:cNvPr id="57449" name="Text Box 25"/>
            <p:cNvSpPr txBox="1"/>
            <p:nvPr/>
          </p:nvSpPr>
          <p:spPr>
            <a:xfrm>
              <a:off x="4416" y="2534"/>
              <a:ext cx="240"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50" name="Text Box 125"/>
            <p:cNvSpPr txBox="1"/>
            <p:nvPr/>
          </p:nvSpPr>
          <p:spPr>
            <a:xfrm>
              <a:off x="4224" y="2678"/>
              <a:ext cx="240"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graphicFrame>
        <p:nvGraphicFramePr>
          <p:cNvPr id="48342" name="Group 214"/>
          <p:cNvGraphicFramePr>
            <a:graphicFrameLocks noGrp="1"/>
          </p:cNvGraphicFramePr>
          <p:nvPr/>
        </p:nvGraphicFramePr>
        <p:xfrm>
          <a:off x="6565900" y="530225"/>
          <a:ext cx="1981200" cy="1409701"/>
        </p:xfrm>
        <a:graphic>
          <a:graphicData uri="http://schemas.openxmlformats.org/drawingml/2006/table">
            <a:tbl>
              <a:tblPr/>
              <a:tblGrid>
                <a:gridCol w="660400"/>
                <a:gridCol w="660400"/>
                <a:gridCol w="660400"/>
              </a:tblGrid>
              <a:tr h="470456">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a:noFill/>
                    </a:lnR>
                    <a:lnT>
                      <a:noFill/>
                    </a:lnT>
                    <a:lnB>
                      <a:noFill/>
                    </a:lnB>
                    <a:lnTlToBr w="12700" cap="flat" cmpd="sng" algn="ctr">
                      <a:solidFill>
                        <a:schemeClr val="bg1"/>
                      </a:solidFill>
                      <a:prstDash val="solid"/>
                      <a:round/>
                      <a:headEnd type="none" w="med" len="med"/>
                      <a:tailEnd type="none" w="med" len="med"/>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69027">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7021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57364" name="Rectangle 2"/>
          <p:cNvSpPr>
            <a:spLocks noGrp="1"/>
          </p:cNvSpPr>
          <p:nvPr>
            <p:ph type="title"/>
          </p:nvPr>
        </p:nvSpPr>
        <p:spPr>
          <a:xfrm>
            <a:off x="538163" y="544513"/>
            <a:ext cx="5181600" cy="45720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D </a:t>
            </a:r>
            <a:r>
              <a:rPr lang="zh-CN" altLang="en-US" sz="2000" b="1" dirty="0">
                <a:solidFill>
                  <a:srgbClr val="FF0000"/>
                </a:solidFill>
                <a:latin typeface="华文新魏" panose="02010800040101010101" pitchFamily="2" charset="-122"/>
                <a:ea typeface="华文新魏" panose="02010800040101010101" pitchFamily="2" charset="-122"/>
              </a:rPr>
              <a:t>锁存器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57365" name="Text Box 89"/>
          <p:cNvSpPr txBox="1"/>
          <p:nvPr/>
        </p:nvSpPr>
        <p:spPr>
          <a:xfrm>
            <a:off x="1338263" y="4454525"/>
            <a:ext cx="2286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57366" name="Text Box 109"/>
          <p:cNvSpPr txBox="1"/>
          <p:nvPr/>
        </p:nvSpPr>
        <p:spPr>
          <a:xfrm>
            <a:off x="3959225" y="2205038"/>
            <a:ext cx="31242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③  </a:t>
            </a:r>
            <a:r>
              <a:rPr lang="zh-CN" altLang="en-US" sz="1800" b="1" dirty="0">
                <a:solidFill>
                  <a:schemeClr val="tx1"/>
                </a:solidFill>
                <a:latin typeface="华文新魏" panose="02010800040101010101" pitchFamily="2" charset="-122"/>
                <a:ea typeface="华文新魏" panose="02010800040101010101" pitchFamily="2" charset="-122"/>
              </a:rPr>
              <a:t>简化的次态真值表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57367" name="Text Box 110"/>
          <p:cNvSpPr txBox="1"/>
          <p:nvPr/>
        </p:nvSpPr>
        <p:spPr>
          <a:xfrm>
            <a:off x="7073900" y="2232978"/>
            <a:ext cx="1898650" cy="299085"/>
          </a:xfrm>
          <a:prstGeom prst="rect">
            <a:avLst/>
          </a:prstGeom>
          <a:noFill/>
          <a:ln w="9525">
            <a:noFill/>
          </a:ln>
        </p:spPr>
        <p:txBody>
          <a:bodyPr>
            <a:spAutoFit/>
          </a:bodyPr>
          <a:lstStyle/>
          <a:p>
            <a:pPr eaLnBrk="1" hangingPunct="1">
              <a:lnSpc>
                <a:spcPct val="75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④  </a:t>
            </a:r>
            <a:r>
              <a:rPr lang="zh-CN" altLang="en-US" sz="1800" b="1" dirty="0">
                <a:solidFill>
                  <a:schemeClr val="tx1"/>
                </a:solidFill>
                <a:latin typeface="华文新魏" panose="02010800040101010101" pitchFamily="2" charset="-122"/>
                <a:ea typeface="华文新魏" panose="02010800040101010101" pitchFamily="2" charset="-122"/>
              </a:rPr>
              <a:t>次态</a:t>
            </a:r>
            <a:r>
              <a:rPr lang="zh-CN" altLang="en-US" sz="1800" b="1" dirty="0">
                <a:solidFill>
                  <a:schemeClr val="tx1"/>
                </a:solidFill>
                <a:latin typeface="华文新魏" panose="02010800040101010101" pitchFamily="2" charset="-122"/>
                <a:ea typeface="华文新魏" panose="02010800040101010101" pitchFamily="2" charset="-122"/>
                <a:sym typeface="+mn-ea"/>
              </a:rPr>
              <a:t>卡诺图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48260" name="Group 132"/>
          <p:cNvGraphicFramePr>
            <a:graphicFrameLocks noGrp="1"/>
          </p:cNvGraphicFramePr>
          <p:nvPr/>
        </p:nvGraphicFramePr>
        <p:xfrm>
          <a:off x="1109663" y="2676525"/>
          <a:ext cx="2127250" cy="1709738"/>
        </p:xfrm>
        <a:graphic>
          <a:graphicData uri="http://schemas.openxmlformats.org/drawingml/2006/table">
            <a:tbl>
              <a:tblPr/>
              <a:tblGrid>
                <a:gridCol w="1428654"/>
                <a:gridCol w="698596"/>
              </a:tblGrid>
              <a:tr h="538918">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D       Q</a:t>
                      </a:r>
                      <a:endParaRPr kumimoji="1" lang="en-US" altLang="zh-CN" sz="17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93" marR="91493" marT="32686" marB="326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Q </a:t>
                      </a:r>
                      <a:r>
                        <a:rPr kumimoji="1" lang="en-US" altLang="zh-CN"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n</a:t>
                      </a:r>
                      <a:r>
                        <a:rPr kumimoji="1" lang="zh-CN" altLang="en-US"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a:t>
                      </a:r>
                      <a:r>
                        <a:rPr kumimoji="1" lang="en-US" altLang="zh-CN"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1</a:t>
                      </a:r>
                      <a:endPar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93" marR="91493" marT="32686" marB="326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170820">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93" marR="91493" marT="32686" marB="326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93" marR="91493" marT="32686" marB="326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48271" name="Group 143"/>
          <p:cNvGraphicFramePr>
            <a:graphicFrameLocks noGrp="1"/>
          </p:cNvGraphicFramePr>
          <p:nvPr/>
        </p:nvGraphicFramePr>
        <p:xfrm>
          <a:off x="4568825" y="750888"/>
          <a:ext cx="1560513" cy="1349375"/>
        </p:xfrm>
        <a:graphic>
          <a:graphicData uri="http://schemas.openxmlformats.org/drawingml/2006/table">
            <a:tbl>
              <a:tblPr/>
              <a:tblGrid>
                <a:gridCol w="846045"/>
                <a:gridCol w="714468"/>
              </a:tblGrid>
              <a:tr h="551479">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D </a:t>
                      </a:r>
                      <a:endPar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80" marR="91480" marT="32199" marB="3219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Q </a:t>
                      </a:r>
                      <a:r>
                        <a:rPr kumimoji="1" lang="en-US" altLang="zh-CN"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n</a:t>
                      </a:r>
                      <a:r>
                        <a:rPr kumimoji="1" lang="zh-CN" altLang="en-US"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a:t>
                      </a:r>
                      <a:r>
                        <a:rPr kumimoji="1" lang="en-US" altLang="zh-CN"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1</a:t>
                      </a:r>
                      <a:endPar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80" marR="91480" marT="32199" marB="3219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797896">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80" marR="91480" marT="32199" marB="3219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80" marR="91480" marT="32199" marB="3219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57390" name="Group 219"/>
          <p:cNvGrpSpPr/>
          <p:nvPr/>
        </p:nvGrpSpPr>
        <p:grpSpPr>
          <a:xfrm>
            <a:off x="6798922" y="2723314"/>
            <a:ext cx="2063750" cy="1358688"/>
            <a:chOff x="3784" y="516"/>
            <a:chExt cx="1300" cy="1140"/>
          </a:xfrm>
        </p:grpSpPr>
        <p:sp>
          <p:nvSpPr>
            <p:cNvPr id="57441" name="Rectangle 157"/>
            <p:cNvSpPr/>
            <p:nvPr/>
          </p:nvSpPr>
          <p:spPr>
            <a:xfrm>
              <a:off x="4199" y="586"/>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57442" name="Text Box 158"/>
            <p:cNvSpPr txBox="1"/>
            <p:nvPr/>
          </p:nvSpPr>
          <p:spPr>
            <a:xfrm>
              <a:off x="4176" y="516"/>
              <a:ext cx="431" cy="76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443" name="Line 159"/>
            <p:cNvSpPr/>
            <p:nvPr/>
          </p:nvSpPr>
          <p:spPr>
            <a:xfrm>
              <a:off x="4636" y="682"/>
              <a:ext cx="427" cy="0"/>
            </a:xfrm>
            <a:prstGeom prst="line">
              <a:avLst/>
            </a:prstGeom>
            <a:ln w="19050" cap="flat" cmpd="sng">
              <a:solidFill>
                <a:schemeClr val="tx1"/>
              </a:solidFill>
              <a:prstDash val="solid"/>
              <a:headEnd type="none" w="med" len="med"/>
              <a:tailEnd type="none" w="med" len="med"/>
            </a:ln>
          </p:spPr>
        </p:sp>
        <p:sp>
          <p:nvSpPr>
            <p:cNvPr id="57444" name="Line 160"/>
            <p:cNvSpPr/>
            <p:nvPr/>
          </p:nvSpPr>
          <p:spPr>
            <a:xfrm>
              <a:off x="3784" y="682"/>
              <a:ext cx="427" cy="0"/>
            </a:xfrm>
            <a:prstGeom prst="line">
              <a:avLst/>
            </a:prstGeom>
            <a:ln w="19050" cap="flat" cmpd="sng">
              <a:solidFill>
                <a:schemeClr val="tx1"/>
              </a:solidFill>
              <a:prstDash val="solid"/>
              <a:headEnd type="none" w="med" len="med"/>
              <a:tailEnd type="none" w="med" len="med"/>
            </a:ln>
          </p:spPr>
        </p:sp>
        <p:sp>
          <p:nvSpPr>
            <p:cNvPr id="57445" name="Line 161"/>
            <p:cNvSpPr/>
            <p:nvPr/>
          </p:nvSpPr>
          <p:spPr>
            <a:xfrm>
              <a:off x="3784" y="1114"/>
              <a:ext cx="427" cy="0"/>
            </a:xfrm>
            <a:prstGeom prst="line">
              <a:avLst/>
            </a:prstGeom>
            <a:ln w="19050" cap="flat" cmpd="sng">
              <a:solidFill>
                <a:schemeClr val="tx1"/>
              </a:solidFill>
              <a:prstDash val="solid"/>
              <a:headEnd type="none" w="med" len="med"/>
              <a:tailEnd type="none" w="med" len="med"/>
            </a:ln>
          </p:spPr>
        </p:sp>
        <p:sp>
          <p:nvSpPr>
            <p:cNvPr id="57446" name="Line 162"/>
            <p:cNvSpPr/>
            <p:nvPr/>
          </p:nvSpPr>
          <p:spPr>
            <a:xfrm>
              <a:off x="4700" y="1088"/>
              <a:ext cx="384" cy="0"/>
            </a:xfrm>
            <a:prstGeom prst="line">
              <a:avLst/>
            </a:prstGeom>
            <a:ln w="19050" cap="flat" cmpd="sng">
              <a:solidFill>
                <a:schemeClr val="tx1"/>
              </a:solidFill>
              <a:prstDash val="solid"/>
              <a:headEnd type="none" w="med" len="med"/>
              <a:tailEnd type="none" w="med" len="med"/>
            </a:ln>
          </p:spPr>
        </p:sp>
        <p:sp>
          <p:nvSpPr>
            <p:cNvPr id="57447" name="Oval 163"/>
            <p:cNvSpPr/>
            <p:nvPr/>
          </p:nvSpPr>
          <p:spPr>
            <a:xfrm flipH="1">
              <a:off x="4636" y="1066"/>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48" name="Text Box 164"/>
            <p:cNvSpPr txBox="1"/>
            <p:nvPr/>
          </p:nvSpPr>
          <p:spPr>
            <a:xfrm>
              <a:off x="4077" y="1347"/>
              <a:ext cx="767" cy="309"/>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逻辑符号 </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57391" name="Group 218"/>
          <p:cNvGrpSpPr/>
          <p:nvPr/>
        </p:nvGrpSpPr>
        <p:grpSpPr>
          <a:xfrm>
            <a:off x="479425" y="941388"/>
            <a:ext cx="3400425" cy="1627584"/>
            <a:chOff x="363" y="505"/>
            <a:chExt cx="2520" cy="1367"/>
          </a:xfrm>
        </p:grpSpPr>
        <p:sp>
          <p:nvSpPr>
            <p:cNvPr id="57396" name="Text Box 26"/>
            <p:cNvSpPr txBox="1"/>
            <p:nvPr/>
          </p:nvSpPr>
          <p:spPr>
            <a:xfrm>
              <a:off x="407" y="505"/>
              <a:ext cx="240"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397" name="Text Box 27"/>
            <p:cNvSpPr txBox="1"/>
            <p:nvPr/>
          </p:nvSpPr>
          <p:spPr>
            <a:xfrm>
              <a:off x="2630" y="539"/>
              <a:ext cx="240"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398" name="Text Box 28"/>
            <p:cNvSpPr txBox="1"/>
            <p:nvPr/>
          </p:nvSpPr>
          <p:spPr>
            <a:xfrm>
              <a:off x="2547" y="1182"/>
              <a:ext cx="336"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399" name="Text Box 42"/>
            <p:cNvSpPr txBox="1"/>
            <p:nvPr/>
          </p:nvSpPr>
          <p:spPr>
            <a:xfrm>
              <a:off x="363" y="857"/>
              <a:ext cx="336"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400" name="Line 5"/>
            <p:cNvSpPr/>
            <p:nvPr/>
          </p:nvSpPr>
          <p:spPr>
            <a:xfrm>
              <a:off x="1732" y="702"/>
              <a:ext cx="255" cy="0"/>
            </a:xfrm>
            <a:prstGeom prst="line">
              <a:avLst/>
            </a:prstGeom>
            <a:ln w="19050" cap="flat" cmpd="sng">
              <a:solidFill>
                <a:schemeClr val="tx1"/>
              </a:solidFill>
              <a:prstDash val="solid"/>
              <a:headEnd type="none" w="med" len="med"/>
              <a:tailEnd type="none" w="med" len="med"/>
            </a:ln>
          </p:spPr>
        </p:sp>
        <p:sp>
          <p:nvSpPr>
            <p:cNvPr id="57401" name="Line 6"/>
            <p:cNvSpPr/>
            <p:nvPr/>
          </p:nvSpPr>
          <p:spPr>
            <a:xfrm>
              <a:off x="2276" y="693"/>
              <a:ext cx="316" cy="0"/>
            </a:xfrm>
            <a:prstGeom prst="line">
              <a:avLst/>
            </a:prstGeom>
            <a:ln w="19050" cap="flat" cmpd="sng">
              <a:solidFill>
                <a:schemeClr val="tx1"/>
              </a:solidFill>
              <a:prstDash val="solid"/>
              <a:headEnd type="none" w="med" len="med"/>
              <a:tailEnd type="none" w="med" len="med"/>
            </a:ln>
          </p:spPr>
        </p:sp>
        <p:sp>
          <p:nvSpPr>
            <p:cNvPr id="57402" name="Line 7"/>
            <p:cNvSpPr/>
            <p:nvPr/>
          </p:nvSpPr>
          <p:spPr>
            <a:xfrm>
              <a:off x="1864" y="1299"/>
              <a:ext cx="132" cy="0"/>
            </a:xfrm>
            <a:prstGeom prst="line">
              <a:avLst/>
            </a:prstGeom>
            <a:ln w="19050" cap="flat" cmpd="sng">
              <a:solidFill>
                <a:schemeClr val="tx1"/>
              </a:solidFill>
              <a:prstDash val="solid"/>
              <a:headEnd type="none" w="med" len="med"/>
              <a:tailEnd type="none" w="med" len="med"/>
            </a:ln>
          </p:spPr>
        </p:sp>
        <p:sp>
          <p:nvSpPr>
            <p:cNvPr id="57403" name="Line 8"/>
            <p:cNvSpPr/>
            <p:nvPr/>
          </p:nvSpPr>
          <p:spPr>
            <a:xfrm>
              <a:off x="2276" y="1356"/>
              <a:ext cx="316" cy="0"/>
            </a:xfrm>
            <a:prstGeom prst="line">
              <a:avLst/>
            </a:prstGeom>
            <a:ln w="19050" cap="flat" cmpd="sng">
              <a:solidFill>
                <a:schemeClr val="tx1"/>
              </a:solidFill>
              <a:prstDash val="solid"/>
              <a:headEnd type="none" w="med" len="med"/>
              <a:tailEnd type="none" w="med" len="med"/>
            </a:ln>
          </p:spPr>
        </p:sp>
        <p:sp>
          <p:nvSpPr>
            <p:cNvPr id="57404" name="Line 9"/>
            <p:cNvSpPr/>
            <p:nvPr/>
          </p:nvSpPr>
          <p:spPr>
            <a:xfrm>
              <a:off x="1732" y="1369"/>
              <a:ext cx="255" cy="0"/>
            </a:xfrm>
            <a:prstGeom prst="line">
              <a:avLst/>
            </a:prstGeom>
            <a:ln w="19050" cap="flat" cmpd="sng">
              <a:solidFill>
                <a:schemeClr val="tx1"/>
              </a:solidFill>
              <a:prstDash val="solid"/>
              <a:headEnd type="none" w="med" len="med"/>
              <a:tailEnd type="none" w="med" len="med"/>
            </a:ln>
          </p:spPr>
        </p:sp>
        <p:sp>
          <p:nvSpPr>
            <p:cNvPr id="57405" name="Rectangle 10"/>
            <p:cNvSpPr/>
            <p:nvPr/>
          </p:nvSpPr>
          <p:spPr>
            <a:xfrm>
              <a:off x="1992" y="548"/>
              <a:ext cx="219"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06" name="Text Box 11"/>
            <p:cNvSpPr txBox="1"/>
            <p:nvPr/>
          </p:nvSpPr>
          <p:spPr>
            <a:xfrm>
              <a:off x="1923" y="576"/>
              <a:ext cx="381"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07" name="Oval 12"/>
            <p:cNvSpPr/>
            <p:nvPr/>
          </p:nvSpPr>
          <p:spPr>
            <a:xfrm>
              <a:off x="2215" y="664"/>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08" name="Rectangle 13"/>
            <p:cNvSpPr/>
            <p:nvPr/>
          </p:nvSpPr>
          <p:spPr>
            <a:xfrm>
              <a:off x="1992" y="1211"/>
              <a:ext cx="219"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09" name="Text Box 14"/>
            <p:cNvSpPr txBox="1"/>
            <p:nvPr/>
          </p:nvSpPr>
          <p:spPr>
            <a:xfrm>
              <a:off x="1923" y="1228"/>
              <a:ext cx="333"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10" name="Oval 15"/>
            <p:cNvSpPr/>
            <p:nvPr/>
          </p:nvSpPr>
          <p:spPr>
            <a:xfrm>
              <a:off x="2215" y="1337"/>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11" name="Line 16"/>
            <p:cNvSpPr/>
            <p:nvPr/>
          </p:nvSpPr>
          <p:spPr>
            <a:xfrm>
              <a:off x="1857" y="758"/>
              <a:ext cx="133" cy="0"/>
            </a:xfrm>
            <a:prstGeom prst="line">
              <a:avLst/>
            </a:prstGeom>
            <a:ln w="19050" cap="flat" cmpd="sng">
              <a:solidFill>
                <a:schemeClr val="tx1"/>
              </a:solidFill>
              <a:prstDash val="solid"/>
              <a:headEnd type="none" w="med" len="med"/>
              <a:tailEnd type="none" w="med" len="med"/>
            </a:ln>
          </p:spPr>
        </p:sp>
        <p:sp>
          <p:nvSpPr>
            <p:cNvPr id="57412" name="Line 17"/>
            <p:cNvSpPr/>
            <p:nvPr/>
          </p:nvSpPr>
          <p:spPr>
            <a:xfrm>
              <a:off x="2385" y="702"/>
              <a:ext cx="0" cy="190"/>
            </a:xfrm>
            <a:prstGeom prst="line">
              <a:avLst/>
            </a:prstGeom>
            <a:ln w="19050" cap="flat" cmpd="sng">
              <a:solidFill>
                <a:schemeClr val="tx1"/>
              </a:solidFill>
              <a:prstDash val="solid"/>
              <a:headEnd type="none" w="med" len="med"/>
              <a:tailEnd type="none" w="med" len="med"/>
            </a:ln>
          </p:spPr>
        </p:sp>
        <p:sp>
          <p:nvSpPr>
            <p:cNvPr id="57413" name="Line 18"/>
            <p:cNvSpPr/>
            <p:nvPr/>
          </p:nvSpPr>
          <p:spPr>
            <a:xfrm>
              <a:off x="1866" y="1149"/>
              <a:ext cx="0" cy="147"/>
            </a:xfrm>
            <a:prstGeom prst="line">
              <a:avLst/>
            </a:prstGeom>
            <a:ln w="19050" cap="flat" cmpd="sng">
              <a:solidFill>
                <a:schemeClr val="tx1"/>
              </a:solidFill>
              <a:prstDash val="solid"/>
              <a:headEnd type="none" w="med" len="med"/>
              <a:tailEnd type="none" w="med" len="med"/>
            </a:ln>
          </p:spPr>
        </p:sp>
        <p:sp>
          <p:nvSpPr>
            <p:cNvPr id="57414" name="Line 19"/>
            <p:cNvSpPr/>
            <p:nvPr/>
          </p:nvSpPr>
          <p:spPr>
            <a:xfrm>
              <a:off x="2382" y="1158"/>
              <a:ext cx="0" cy="190"/>
            </a:xfrm>
            <a:prstGeom prst="line">
              <a:avLst/>
            </a:prstGeom>
            <a:ln w="19050" cap="flat" cmpd="sng">
              <a:solidFill>
                <a:schemeClr val="tx1"/>
              </a:solidFill>
              <a:prstDash val="solid"/>
              <a:headEnd type="none" w="med" len="med"/>
              <a:tailEnd type="none" w="med" len="med"/>
            </a:ln>
          </p:spPr>
        </p:sp>
        <p:sp>
          <p:nvSpPr>
            <p:cNvPr id="57415" name="Line 20"/>
            <p:cNvSpPr/>
            <p:nvPr/>
          </p:nvSpPr>
          <p:spPr>
            <a:xfrm>
              <a:off x="1866" y="768"/>
              <a:ext cx="0" cy="147"/>
            </a:xfrm>
            <a:prstGeom prst="line">
              <a:avLst/>
            </a:prstGeom>
            <a:ln w="19050" cap="flat" cmpd="sng">
              <a:solidFill>
                <a:schemeClr val="tx1"/>
              </a:solidFill>
              <a:prstDash val="solid"/>
              <a:headEnd type="none" w="med" len="med"/>
              <a:tailEnd type="none" w="med" len="med"/>
            </a:ln>
          </p:spPr>
        </p:sp>
        <p:sp>
          <p:nvSpPr>
            <p:cNvPr id="57416" name="Line 21"/>
            <p:cNvSpPr/>
            <p:nvPr/>
          </p:nvSpPr>
          <p:spPr>
            <a:xfrm>
              <a:off x="1866" y="914"/>
              <a:ext cx="519" cy="240"/>
            </a:xfrm>
            <a:prstGeom prst="line">
              <a:avLst/>
            </a:prstGeom>
            <a:ln w="19050" cap="flat" cmpd="sng">
              <a:solidFill>
                <a:schemeClr val="tx1"/>
              </a:solidFill>
              <a:prstDash val="solid"/>
              <a:headEnd type="none" w="med" len="med"/>
              <a:tailEnd type="none" w="med" len="med"/>
            </a:ln>
          </p:spPr>
        </p:sp>
        <p:sp>
          <p:nvSpPr>
            <p:cNvPr id="57417" name="Line 22"/>
            <p:cNvSpPr/>
            <p:nvPr/>
          </p:nvSpPr>
          <p:spPr>
            <a:xfrm flipH="1">
              <a:off x="1866" y="902"/>
              <a:ext cx="519" cy="240"/>
            </a:xfrm>
            <a:prstGeom prst="line">
              <a:avLst/>
            </a:prstGeom>
            <a:ln w="19050" cap="flat" cmpd="sng">
              <a:solidFill>
                <a:schemeClr val="tx1"/>
              </a:solidFill>
              <a:prstDash val="solid"/>
              <a:headEnd type="none" w="med" len="med"/>
              <a:tailEnd type="none" w="med" len="med"/>
            </a:ln>
          </p:spPr>
        </p:sp>
        <p:sp>
          <p:nvSpPr>
            <p:cNvPr id="57418" name="Oval 23"/>
            <p:cNvSpPr/>
            <p:nvPr/>
          </p:nvSpPr>
          <p:spPr>
            <a:xfrm>
              <a:off x="2364" y="1332"/>
              <a:ext cx="43"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19" name="Oval 24"/>
            <p:cNvSpPr/>
            <p:nvPr/>
          </p:nvSpPr>
          <p:spPr>
            <a:xfrm>
              <a:off x="2363" y="672"/>
              <a:ext cx="43"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0" name="Rectangle 30"/>
            <p:cNvSpPr/>
            <p:nvPr/>
          </p:nvSpPr>
          <p:spPr>
            <a:xfrm>
              <a:off x="1447" y="546"/>
              <a:ext cx="219"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1" name="Text Box 31"/>
            <p:cNvSpPr txBox="1"/>
            <p:nvPr/>
          </p:nvSpPr>
          <p:spPr>
            <a:xfrm>
              <a:off x="1392" y="556"/>
              <a:ext cx="351"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22" name="Oval 32"/>
            <p:cNvSpPr/>
            <p:nvPr/>
          </p:nvSpPr>
          <p:spPr>
            <a:xfrm>
              <a:off x="1669" y="672"/>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3" name="Rectangle 33"/>
            <p:cNvSpPr/>
            <p:nvPr/>
          </p:nvSpPr>
          <p:spPr>
            <a:xfrm>
              <a:off x="1447" y="1209"/>
              <a:ext cx="219"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4" name="Text Box 34"/>
            <p:cNvSpPr txBox="1"/>
            <p:nvPr/>
          </p:nvSpPr>
          <p:spPr>
            <a:xfrm>
              <a:off x="1404" y="1228"/>
              <a:ext cx="399"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25" name="Oval 35"/>
            <p:cNvSpPr/>
            <p:nvPr/>
          </p:nvSpPr>
          <p:spPr>
            <a:xfrm>
              <a:off x="1669" y="1335"/>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6" name="Line 36"/>
            <p:cNvSpPr/>
            <p:nvPr/>
          </p:nvSpPr>
          <p:spPr>
            <a:xfrm>
              <a:off x="1322" y="768"/>
              <a:ext cx="130" cy="0"/>
            </a:xfrm>
            <a:prstGeom prst="line">
              <a:avLst/>
            </a:prstGeom>
            <a:ln w="19050" cap="flat" cmpd="sng">
              <a:solidFill>
                <a:schemeClr val="tx1"/>
              </a:solidFill>
              <a:prstDash val="solid"/>
              <a:headEnd type="none" w="med" len="med"/>
              <a:tailEnd type="none" w="med" len="med"/>
            </a:ln>
          </p:spPr>
        </p:sp>
        <p:sp>
          <p:nvSpPr>
            <p:cNvPr id="57427" name="Line 37"/>
            <p:cNvSpPr/>
            <p:nvPr/>
          </p:nvSpPr>
          <p:spPr>
            <a:xfrm>
              <a:off x="1322" y="1288"/>
              <a:ext cx="130" cy="0"/>
            </a:xfrm>
            <a:prstGeom prst="line">
              <a:avLst/>
            </a:prstGeom>
            <a:ln w="19050" cap="flat" cmpd="sng">
              <a:solidFill>
                <a:schemeClr val="tx1"/>
              </a:solidFill>
              <a:prstDash val="solid"/>
              <a:headEnd type="none" w="med" len="med"/>
              <a:tailEnd type="none" w="med" len="med"/>
            </a:ln>
          </p:spPr>
        </p:sp>
        <p:sp>
          <p:nvSpPr>
            <p:cNvPr id="57428" name="Line 38"/>
            <p:cNvSpPr/>
            <p:nvPr/>
          </p:nvSpPr>
          <p:spPr>
            <a:xfrm>
              <a:off x="1313" y="768"/>
              <a:ext cx="0" cy="528"/>
            </a:xfrm>
            <a:prstGeom prst="line">
              <a:avLst/>
            </a:prstGeom>
            <a:ln w="19050" cap="flat" cmpd="sng">
              <a:solidFill>
                <a:schemeClr val="tx1"/>
              </a:solidFill>
              <a:prstDash val="solid"/>
              <a:headEnd type="none" w="med" len="med"/>
              <a:tailEnd type="none" w="med" len="med"/>
            </a:ln>
          </p:spPr>
        </p:sp>
        <p:sp>
          <p:nvSpPr>
            <p:cNvPr id="57429" name="Line 39"/>
            <p:cNvSpPr/>
            <p:nvPr/>
          </p:nvSpPr>
          <p:spPr>
            <a:xfrm>
              <a:off x="640" y="1008"/>
              <a:ext cx="665" cy="0"/>
            </a:xfrm>
            <a:prstGeom prst="line">
              <a:avLst/>
            </a:prstGeom>
            <a:ln w="19050" cap="flat" cmpd="sng">
              <a:solidFill>
                <a:schemeClr val="tx1"/>
              </a:solidFill>
              <a:prstDash val="solid"/>
              <a:headEnd type="none" w="med" len="med"/>
              <a:tailEnd type="none" w="med" len="med"/>
            </a:ln>
          </p:spPr>
        </p:sp>
        <p:sp>
          <p:nvSpPr>
            <p:cNvPr id="57430" name="Line 40"/>
            <p:cNvSpPr/>
            <p:nvPr/>
          </p:nvSpPr>
          <p:spPr>
            <a:xfrm>
              <a:off x="631" y="662"/>
              <a:ext cx="818" cy="0"/>
            </a:xfrm>
            <a:prstGeom prst="line">
              <a:avLst/>
            </a:prstGeom>
            <a:ln w="19050" cap="flat" cmpd="sng">
              <a:solidFill>
                <a:schemeClr val="tx1"/>
              </a:solidFill>
              <a:prstDash val="solid"/>
              <a:headEnd type="none" w="med" len="med"/>
              <a:tailEnd type="none" w="med" len="med"/>
            </a:ln>
          </p:spPr>
        </p:sp>
        <p:sp>
          <p:nvSpPr>
            <p:cNvPr id="57431" name="Line 41"/>
            <p:cNvSpPr/>
            <p:nvPr/>
          </p:nvSpPr>
          <p:spPr>
            <a:xfrm>
              <a:off x="1225" y="1374"/>
              <a:ext cx="227" cy="0"/>
            </a:xfrm>
            <a:prstGeom prst="line">
              <a:avLst/>
            </a:prstGeom>
            <a:ln w="19050" cap="flat" cmpd="sng">
              <a:solidFill>
                <a:schemeClr val="tx1"/>
              </a:solidFill>
              <a:prstDash val="solid"/>
              <a:headEnd type="none" w="med" len="med"/>
              <a:tailEnd type="none" w="med" len="med"/>
            </a:ln>
          </p:spPr>
        </p:sp>
        <p:sp>
          <p:nvSpPr>
            <p:cNvPr id="57432" name="Oval 43"/>
            <p:cNvSpPr/>
            <p:nvPr/>
          </p:nvSpPr>
          <p:spPr>
            <a:xfrm>
              <a:off x="1286" y="988"/>
              <a:ext cx="44"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57433" name="Group 45"/>
            <p:cNvGrpSpPr/>
            <p:nvPr/>
          </p:nvGrpSpPr>
          <p:grpSpPr>
            <a:xfrm>
              <a:off x="921" y="1200"/>
              <a:ext cx="299" cy="315"/>
              <a:chOff x="998" y="1335"/>
              <a:chExt cx="332" cy="315"/>
            </a:xfrm>
          </p:grpSpPr>
          <p:sp>
            <p:nvSpPr>
              <p:cNvPr id="57438" name="Rectangle 46"/>
              <p:cNvSpPr/>
              <p:nvPr/>
            </p:nvSpPr>
            <p:spPr>
              <a:xfrm>
                <a:off x="1022" y="135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39" name="Text Box 47"/>
              <p:cNvSpPr txBox="1"/>
              <p:nvPr/>
            </p:nvSpPr>
            <p:spPr>
              <a:xfrm>
                <a:off x="998" y="1335"/>
                <a:ext cx="317"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440" name="Oval 48"/>
              <p:cNvSpPr/>
              <p:nvPr/>
            </p:nvSpPr>
            <p:spPr>
              <a:xfrm>
                <a:off x="1269" y="147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57434" name="Line 49"/>
            <p:cNvSpPr/>
            <p:nvPr/>
          </p:nvSpPr>
          <p:spPr>
            <a:xfrm>
              <a:off x="809" y="1364"/>
              <a:ext cx="130" cy="0"/>
            </a:xfrm>
            <a:prstGeom prst="line">
              <a:avLst/>
            </a:prstGeom>
            <a:ln w="19050" cap="flat" cmpd="sng">
              <a:solidFill>
                <a:schemeClr val="tx1"/>
              </a:solidFill>
              <a:prstDash val="solid"/>
              <a:headEnd type="none" w="med" len="med"/>
              <a:tailEnd type="none" w="med" len="med"/>
            </a:ln>
          </p:spPr>
        </p:sp>
        <p:sp>
          <p:nvSpPr>
            <p:cNvPr id="57435" name="Line 50"/>
            <p:cNvSpPr/>
            <p:nvPr/>
          </p:nvSpPr>
          <p:spPr>
            <a:xfrm>
              <a:off x="804" y="672"/>
              <a:ext cx="0" cy="694"/>
            </a:xfrm>
            <a:prstGeom prst="line">
              <a:avLst/>
            </a:prstGeom>
            <a:ln w="19050" cap="flat" cmpd="sng">
              <a:solidFill>
                <a:schemeClr val="tx1"/>
              </a:solidFill>
              <a:prstDash val="solid"/>
              <a:headEnd type="none" w="med" len="med"/>
              <a:tailEnd type="none" w="med" len="med"/>
            </a:ln>
          </p:spPr>
        </p:sp>
        <p:sp>
          <p:nvSpPr>
            <p:cNvPr id="57436" name="Oval 51"/>
            <p:cNvSpPr/>
            <p:nvPr/>
          </p:nvSpPr>
          <p:spPr>
            <a:xfrm>
              <a:off x="774" y="630"/>
              <a:ext cx="43"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37" name="Text Box 215"/>
            <p:cNvSpPr txBox="1"/>
            <p:nvPr/>
          </p:nvSpPr>
          <p:spPr>
            <a:xfrm>
              <a:off x="1008" y="1563"/>
              <a:ext cx="1104" cy="309"/>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①  </a:t>
              </a:r>
              <a:r>
                <a:rPr lang="zh-CN" altLang="en-US" sz="1800" b="1" dirty="0">
                  <a:solidFill>
                    <a:schemeClr val="tx1"/>
                  </a:solidFill>
                  <a:latin typeface="华文新魏" panose="02010800040101010101" pitchFamily="2" charset="-122"/>
                  <a:ea typeface="华文新魏" panose="02010800040101010101" pitchFamily="2" charset="-122"/>
                </a:rPr>
                <a:t>电路图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sp>
        <p:nvSpPr>
          <p:cNvPr id="57392" name="Rectangle 104"/>
          <p:cNvSpPr/>
          <p:nvPr/>
        </p:nvSpPr>
        <p:spPr>
          <a:xfrm>
            <a:off x="3065463" y="1058863"/>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57393" name="Rectangle 105"/>
          <p:cNvSpPr/>
          <p:nvPr/>
        </p:nvSpPr>
        <p:spPr>
          <a:xfrm>
            <a:off x="3062288" y="1852613"/>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57394" name="Rectangle 106"/>
          <p:cNvSpPr/>
          <p:nvPr/>
        </p:nvSpPr>
        <p:spPr>
          <a:xfrm>
            <a:off x="1609725" y="1430338"/>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57395" name="Line 107"/>
          <p:cNvSpPr/>
          <p:nvPr/>
        </p:nvSpPr>
        <p:spPr>
          <a:xfrm flipH="1" flipV="1">
            <a:off x="6875463" y="690563"/>
            <a:ext cx="360362" cy="287337"/>
          </a:xfrm>
          <a:prstGeom prst="line">
            <a:avLst/>
          </a:prstGeom>
          <a:ln w="9525" cap="flat" cmpd="sng">
            <a:solidFill>
              <a:schemeClr val="tx1"/>
            </a:solidFill>
            <a:prstDash val="solid"/>
            <a:headEnd type="none" w="med" len="med"/>
            <a:tailEnd type="none" w="med" len="med"/>
          </a:ln>
        </p:spPr>
      </p:sp>
      <p:sp>
        <p:nvSpPr>
          <p:cNvPr id="2" name="Text Box 110"/>
          <p:cNvSpPr txBox="1"/>
          <p:nvPr/>
        </p:nvSpPr>
        <p:spPr>
          <a:xfrm>
            <a:off x="4275809" y="3068566"/>
            <a:ext cx="1898650" cy="645160"/>
          </a:xfrm>
          <a:prstGeom prst="rect">
            <a:avLst/>
          </a:prstGeom>
          <a:noFill/>
          <a:ln w="9525">
            <a:noFill/>
          </a:ln>
        </p:spPr>
        <p:txBody>
          <a:bodyPr>
            <a:spAutoFit/>
          </a:bodyPr>
          <a:lstStyle/>
          <a:p>
            <a:pPr eaLnBrk="1" hangingPunct="1">
              <a:lnSpc>
                <a:spcPct val="75000"/>
              </a:lnSpc>
              <a:spcBef>
                <a:spcPct val="50000"/>
              </a:spcBef>
              <a:buFont typeface="Arial" panose="020B0604020202020204" pitchFamily="34" charset="0"/>
            </a:pPr>
            <a:r>
              <a:rPr lang="en-US" altLang="zh-CN" sz="1800" b="1" dirty="0">
                <a:solidFill>
                  <a:schemeClr val="tx1"/>
                </a:solidFill>
                <a:latin typeface="微软雅黑" panose="020B0503020204020204" charset="-122"/>
                <a:ea typeface="微软雅黑" panose="020B0503020204020204" charset="-122"/>
              </a:rPr>
              <a:t>⑤</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次态方程</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5000"/>
              </a:lnSpc>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FF0000"/>
                </a:solidFill>
                <a:latin typeface="华文新魏" panose="02010800040101010101" pitchFamily="2" charset="-122"/>
                <a:ea typeface="华文新魏" panose="02010800040101010101" pitchFamily="2" charset="-122"/>
              </a:rPr>
              <a:t>Q</a:t>
            </a:r>
            <a:r>
              <a:rPr lang="en-US" altLang="zh-CN" sz="1800" b="1" baseline="30000" dirty="0">
                <a:solidFill>
                  <a:srgbClr val="FF0000"/>
                </a:solidFill>
                <a:latin typeface="华文新魏" panose="02010800040101010101" pitchFamily="2" charset="-122"/>
                <a:ea typeface="华文新魏" panose="02010800040101010101" pitchFamily="2" charset="-122"/>
              </a:rPr>
              <a:t>n+1</a:t>
            </a:r>
            <a:r>
              <a:rPr lang="en-US" altLang="zh-CN" sz="1800" b="1" dirty="0">
                <a:solidFill>
                  <a:srgbClr val="FF0000"/>
                </a:solidFill>
                <a:latin typeface="华文新魏" panose="02010800040101010101" pitchFamily="2" charset="-122"/>
                <a:ea typeface="华文新魏" panose="02010800040101010101" pitchFamily="2" charset="-122"/>
              </a:rPr>
              <a:t> = D</a:t>
            </a:r>
            <a:endParaRPr lang="en-US" altLang="zh-CN" sz="1800" b="1" dirty="0">
              <a:solidFill>
                <a:srgbClr val="FF0000"/>
              </a:solidFill>
              <a:latin typeface="华文新魏" panose="02010800040101010101" pitchFamily="2" charset="-122"/>
              <a:ea typeface="华文新魏" panose="02010800040101010101" pitchFamily="2" charset="-122"/>
            </a:endParaRPr>
          </a:p>
        </p:txBody>
      </p:sp>
      <p:sp>
        <p:nvSpPr>
          <p:cNvPr id="6" name="文本框 5"/>
          <p:cNvSpPr txBox="1"/>
          <p:nvPr/>
        </p:nvSpPr>
        <p:spPr>
          <a:xfrm>
            <a:off x="6931660" y="3634133"/>
            <a:ext cx="436880" cy="398780"/>
          </a:xfrm>
          <a:prstGeom prst="rect">
            <a:avLst/>
          </a:prstGeom>
          <a:noFill/>
        </p:spPr>
        <p:txBody>
          <a:bodyPr wrap="square" rtlCol="0" anchor="t">
            <a:spAutoFit/>
          </a:bodyPr>
          <a:lstStyle/>
          <a:p>
            <a:r>
              <a:rPr lang="zh-CN" altLang="en-US" dirty="0">
                <a:solidFill>
                  <a:schemeClr val="tx1"/>
                </a:solidFill>
                <a:latin typeface="微软雅黑" panose="020B0503020204020204" charset="-122"/>
                <a:ea typeface="微软雅黑" panose="020B0503020204020204" charset="-122"/>
              </a:rPr>
              <a:t>⑥</a:t>
            </a:r>
            <a:endParaRPr lang="zh-CN" altLang="en-US" dirty="0">
              <a:solidFill>
                <a:schemeClr val="tx1"/>
              </a:solidFill>
              <a:latin typeface="微软雅黑" panose="020B0503020204020204" charset="-122"/>
              <a:ea typeface="微软雅黑" panose="020B0503020204020204" charset="-122"/>
            </a:endParaRPr>
          </a:p>
        </p:txBody>
      </p:sp>
      <p:sp>
        <p:nvSpPr>
          <p:cNvPr id="3" name="文本框 2"/>
          <p:cNvSpPr txBox="1"/>
          <p:nvPr/>
        </p:nvSpPr>
        <p:spPr>
          <a:xfrm>
            <a:off x="3702412" y="4161595"/>
            <a:ext cx="4403023" cy="646331"/>
          </a:xfrm>
          <a:prstGeom prst="rect">
            <a:avLst/>
          </a:prstGeom>
          <a:noFill/>
        </p:spPr>
        <p:txBody>
          <a:bodyPr wrap="square" rtlCol="0">
            <a:spAutoFit/>
          </a:bodyPr>
          <a:lstStyle/>
          <a:p>
            <a:r>
              <a:rPr lang="zh-CN" altLang="en-US" sz="1800" b="1" dirty="0">
                <a:solidFill>
                  <a:srgbClr val="0000FF"/>
                </a:solidFill>
                <a:latin typeface="+mn-ea"/>
                <a:ea typeface="+mn-ea"/>
              </a:rPr>
              <a:t>锁存器用来保存</a:t>
            </a:r>
            <a:r>
              <a:rPr lang="en-US" altLang="zh-CN" sz="1800" b="1" dirty="0">
                <a:solidFill>
                  <a:srgbClr val="0000FF"/>
                </a:solidFill>
                <a:latin typeface="+mn-ea"/>
                <a:ea typeface="+mn-ea"/>
              </a:rPr>
              <a:t>1</a:t>
            </a:r>
            <a:r>
              <a:rPr lang="zh-CN" altLang="en-US" sz="1800" b="1" dirty="0">
                <a:solidFill>
                  <a:srgbClr val="0000FF"/>
                </a:solidFill>
                <a:latin typeface="+mn-ea"/>
                <a:ea typeface="+mn-ea"/>
              </a:rPr>
              <a:t>位二进制数，</a:t>
            </a:r>
            <a:r>
              <a:rPr lang="en-US" altLang="zh-CN" sz="1800" b="1" dirty="0">
                <a:solidFill>
                  <a:srgbClr val="0000FF"/>
                </a:solidFill>
                <a:latin typeface="+mn-ea"/>
                <a:ea typeface="+mn-ea"/>
              </a:rPr>
              <a:t>C</a:t>
            </a:r>
            <a:r>
              <a:rPr lang="zh-CN" altLang="en-US" sz="1800" b="1" dirty="0">
                <a:solidFill>
                  <a:srgbClr val="0000FF"/>
                </a:solidFill>
                <a:latin typeface="+mn-ea"/>
                <a:ea typeface="+mn-ea"/>
              </a:rPr>
              <a:t>有效时，要求</a:t>
            </a:r>
            <a:r>
              <a:rPr lang="en-US" altLang="zh-CN" sz="1800" b="1" dirty="0">
                <a:solidFill>
                  <a:srgbClr val="0000FF"/>
                </a:solidFill>
                <a:latin typeface="+mn-ea"/>
                <a:ea typeface="+mn-ea"/>
              </a:rPr>
              <a:t>D</a:t>
            </a:r>
            <a:r>
              <a:rPr lang="zh-CN" altLang="en-US" sz="1800" b="1" dirty="0">
                <a:solidFill>
                  <a:srgbClr val="0000FF"/>
                </a:solidFill>
                <a:latin typeface="+mn-ea"/>
                <a:ea typeface="+mn-ea"/>
              </a:rPr>
              <a:t>稳定不变！</a:t>
            </a:r>
            <a:endParaRPr lang="zh-CN" altLang="en-US" sz="1800" b="1" dirty="0">
              <a:solidFill>
                <a:srgbClr val="0000FF"/>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p:nvPr>
        </p:nvSpPr>
        <p:spPr>
          <a:xfrm>
            <a:off x="469900" y="771208"/>
            <a:ext cx="4246563" cy="40005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5</a:t>
            </a:r>
            <a:r>
              <a:rPr lang="zh-CN" altLang="en-US" sz="2000" b="1" dirty="0">
                <a:solidFill>
                  <a:srgbClr val="FF0000"/>
                </a:solidFill>
                <a:latin typeface="华文新魏" panose="02010800040101010101" pitchFamily="2" charset="-122"/>
                <a:ea typeface="华文新魏" panose="02010800040101010101" pitchFamily="2" charset="-122"/>
              </a:rPr>
              <a:t>）边沿触发的</a:t>
            </a:r>
            <a:r>
              <a:rPr lang="en-US" altLang="zh-CN" sz="2000" b="1" dirty="0">
                <a:solidFill>
                  <a:srgbClr val="FF0000"/>
                </a:solidFill>
                <a:latin typeface="华文新魏" panose="02010800040101010101" pitchFamily="2" charset="-122"/>
                <a:ea typeface="华文新魏" panose="02010800040101010101" pitchFamily="2" charset="-122"/>
              </a:rPr>
              <a:t>D</a:t>
            </a:r>
            <a:r>
              <a:rPr lang="zh-CN" altLang="en-US" sz="2000" b="1" dirty="0">
                <a:solidFill>
                  <a:srgbClr val="FF0000"/>
                </a:solidFill>
                <a:latin typeface="华文新魏" panose="02010800040101010101" pitchFamily="2" charset="-122"/>
                <a:ea typeface="华文新魏" panose="02010800040101010101" pitchFamily="2" charset="-122"/>
              </a:rPr>
              <a:t>触发器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pSp>
        <p:nvGrpSpPr>
          <p:cNvPr id="59395" name="Group 91"/>
          <p:cNvGrpSpPr/>
          <p:nvPr/>
        </p:nvGrpSpPr>
        <p:grpSpPr>
          <a:xfrm>
            <a:off x="4761548" y="656908"/>
            <a:ext cx="3565525" cy="4154487"/>
            <a:chOff x="3542" y="604"/>
            <a:chExt cx="2214" cy="3128"/>
          </a:xfrm>
        </p:grpSpPr>
        <p:sp>
          <p:nvSpPr>
            <p:cNvPr id="59404" name="Text Box 81"/>
            <p:cNvSpPr txBox="1"/>
            <p:nvPr/>
          </p:nvSpPr>
          <p:spPr>
            <a:xfrm>
              <a:off x="5276" y="2244"/>
              <a:ext cx="48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rgbClr val="FF0000"/>
                  </a:solidFill>
                  <a:latin typeface="黑体" panose="02010609060101010101" pitchFamily="49" charset="-122"/>
                  <a:ea typeface="黑体" panose="02010609060101010101" pitchFamily="49" charset="-122"/>
                </a:rPr>
                <a:t>CLK</a:t>
              </a:r>
              <a:endParaRPr lang="en-US" altLang="zh-CN" dirty="0">
                <a:solidFill>
                  <a:srgbClr val="FF0000"/>
                </a:solidFill>
                <a:latin typeface="黑体" panose="02010609060101010101" pitchFamily="49" charset="-122"/>
                <a:ea typeface="黑体" panose="02010609060101010101" pitchFamily="49" charset="-122"/>
              </a:endParaRPr>
            </a:p>
          </p:txBody>
        </p:sp>
        <p:sp>
          <p:nvSpPr>
            <p:cNvPr id="59405" name="Text Box 84"/>
            <p:cNvSpPr txBox="1"/>
            <p:nvPr/>
          </p:nvSpPr>
          <p:spPr>
            <a:xfrm>
              <a:off x="4992" y="2544"/>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b</a:t>
              </a:r>
              <a:endParaRPr lang="en-US" altLang="zh-CN" b="1" dirty="0">
                <a:solidFill>
                  <a:schemeClr val="tx1"/>
                </a:solidFill>
                <a:latin typeface="Times New Roman" panose="02020603050405020304" pitchFamily="18" charset="0"/>
              </a:endParaRPr>
            </a:p>
          </p:txBody>
        </p:sp>
        <p:sp>
          <p:nvSpPr>
            <p:cNvPr id="59406" name="Line 5"/>
            <p:cNvSpPr/>
            <p:nvPr/>
          </p:nvSpPr>
          <p:spPr>
            <a:xfrm rot="-5400000">
              <a:off x="4162" y="1548"/>
              <a:ext cx="161" cy="0"/>
            </a:xfrm>
            <a:prstGeom prst="line">
              <a:avLst/>
            </a:prstGeom>
            <a:ln w="19050" cap="flat" cmpd="sng">
              <a:solidFill>
                <a:schemeClr val="tx1"/>
              </a:solidFill>
              <a:prstDash val="solid"/>
              <a:headEnd type="none" w="med" len="med"/>
              <a:tailEnd type="none" w="med" len="med"/>
            </a:ln>
          </p:spPr>
        </p:sp>
        <p:sp>
          <p:nvSpPr>
            <p:cNvPr id="59407" name="Line 6"/>
            <p:cNvSpPr/>
            <p:nvPr/>
          </p:nvSpPr>
          <p:spPr>
            <a:xfrm rot="-5400000">
              <a:off x="4028" y="976"/>
              <a:ext cx="288" cy="0"/>
            </a:xfrm>
            <a:prstGeom prst="line">
              <a:avLst/>
            </a:prstGeom>
            <a:ln w="19050" cap="flat" cmpd="sng">
              <a:solidFill>
                <a:schemeClr val="tx1"/>
              </a:solidFill>
              <a:prstDash val="solid"/>
              <a:headEnd type="none" w="med" len="med"/>
              <a:tailEnd type="none" w="med" len="med"/>
            </a:ln>
          </p:spPr>
        </p:sp>
        <p:sp>
          <p:nvSpPr>
            <p:cNvPr id="59408" name="Line 7"/>
            <p:cNvSpPr/>
            <p:nvPr/>
          </p:nvSpPr>
          <p:spPr>
            <a:xfrm rot="-5400000">
              <a:off x="4000" y="1545"/>
              <a:ext cx="161" cy="0"/>
            </a:xfrm>
            <a:prstGeom prst="line">
              <a:avLst/>
            </a:prstGeom>
            <a:ln w="19050" cap="flat" cmpd="sng">
              <a:solidFill>
                <a:schemeClr val="accent2"/>
              </a:solidFill>
              <a:prstDash val="solid"/>
              <a:headEnd type="none" w="med" len="med"/>
              <a:tailEnd type="none" w="med" len="med"/>
            </a:ln>
          </p:spPr>
        </p:sp>
        <p:sp>
          <p:nvSpPr>
            <p:cNvPr id="59409" name="AutoShape 8"/>
            <p:cNvSpPr/>
            <p:nvPr/>
          </p:nvSpPr>
          <p:spPr>
            <a:xfrm rot="-5400000">
              <a:off x="4024" y="1182"/>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10" name="Line 10"/>
            <p:cNvSpPr/>
            <p:nvPr/>
          </p:nvSpPr>
          <p:spPr>
            <a:xfrm rot="-5400000">
              <a:off x="4796" y="979"/>
              <a:ext cx="288" cy="0"/>
            </a:xfrm>
            <a:prstGeom prst="line">
              <a:avLst/>
            </a:prstGeom>
            <a:ln w="19050" cap="flat" cmpd="sng">
              <a:solidFill>
                <a:schemeClr val="tx1"/>
              </a:solidFill>
              <a:prstDash val="solid"/>
              <a:headEnd type="none" w="med" len="med"/>
              <a:tailEnd type="none" w="med" len="med"/>
            </a:ln>
          </p:spPr>
        </p:sp>
        <p:sp>
          <p:nvSpPr>
            <p:cNvPr id="59411" name="Line 13"/>
            <p:cNvSpPr/>
            <p:nvPr/>
          </p:nvSpPr>
          <p:spPr>
            <a:xfrm rot="-5400000">
              <a:off x="3954" y="1681"/>
              <a:ext cx="447" cy="0"/>
            </a:xfrm>
            <a:prstGeom prst="line">
              <a:avLst/>
            </a:prstGeom>
            <a:ln w="19050" cap="flat" cmpd="sng">
              <a:solidFill>
                <a:schemeClr val="tx1"/>
              </a:solidFill>
              <a:prstDash val="solid"/>
              <a:headEnd type="none" w="med" len="med"/>
              <a:tailEnd type="none" w="med" len="med"/>
            </a:ln>
          </p:spPr>
        </p:sp>
        <p:sp>
          <p:nvSpPr>
            <p:cNvPr id="59412" name="Line 14"/>
            <p:cNvSpPr/>
            <p:nvPr/>
          </p:nvSpPr>
          <p:spPr>
            <a:xfrm rot="-5400000">
              <a:off x="3949" y="2400"/>
              <a:ext cx="268" cy="0"/>
            </a:xfrm>
            <a:prstGeom prst="line">
              <a:avLst/>
            </a:prstGeom>
            <a:ln w="19050" cap="flat" cmpd="sng">
              <a:solidFill>
                <a:srgbClr val="C00000"/>
              </a:solidFill>
              <a:prstDash val="solid"/>
              <a:headEnd type="none" w="med" len="med"/>
              <a:tailEnd type="none" w="med" len="med"/>
            </a:ln>
          </p:spPr>
        </p:sp>
        <p:sp>
          <p:nvSpPr>
            <p:cNvPr id="59413" name="AutoShape 15"/>
            <p:cNvSpPr/>
            <p:nvPr/>
          </p:nvSpPr>
          <p:spPr>
            <a:xfrm rot="-5400000">
              <a:off x="4020" y="1981"/>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14" name="Line 17"/>
            <p:cNvSpPr/>
            <p:nvPr/>
          </p:nvSpPr>
          <p:spPr>
            <a:xfrm rot="-5400000">
              <a:off x="4736" y="2369"/>
              <a:ext cx="213" cy="0"/>
            </a:xfrm>
            <a:prstGeom prst="line">
              <a:avLst/>
            </a:prstGeom>
            <a:ln w="19050" cap="flat" cmpd="sng">
              <a:solidFill>
                <a:srgbClr val="FF9900"/>
              </a:solidFill>
              <a:prstDash val="solid"/>
              <a:headEnd type="none" w="med" len="med"/>
              <a:tailEnd type="none" w="med" len="med"/>
            </a:ln>
          </p:spPr>
        </p:sp>
        <p:sp>
          <p:nvSpPr>
            <p:cNvPr id="59415" name="AutoShape 18"/>
            <p:cNvSpPr/>
            <p:nvPr/>
          </p:nvSpPr>
          <p:spPr>
            <a:xfrm rot="-5400000">
              <a:off x="4788" y="1984"/>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16" name="Oval 19"/>
            <p:cNvSpPr/>
            <p:nvPr/>
          </p:nvSpPr>
          <p:spPr>
            <a:xfrm rot="-5400000">
              <a:off x="4907" y="1768"/>
              <a:ext cx="62" cy="57"/>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17" name="Line 20"/>
            <p:cNvSpPr/>
            <p:nvPr/>
          </p:nvSpPr>
          <p:spPr>
            <a:xfrm rot="-5400000">
              <a:off x="4052" y="3191"/>
              <a:ext cx="238" cy="0"/>
            </a:xfrm>
            <a:prstGeom prst="line">
              <a:avLst/>
            </a:prstGeom>
            <a:ln w="19050" cap="flat" cmpd="sng">
              <a:solidFill>
                <a:schemeClr val="accent2"/>
              </a:solidFill>
              <a:prstDash val="solid"/>
              <a:headEnd type="none" w="med" len="med"/>
              <a:tailEnd type="none" w="med" len="med"/>
            </a:ln>
          </p:spPr>
        </p:sp>
        <p:sp>
          <p:nvSpPr>
            <p:cNvPr id="59418" name="Line 21"/>
            <p:cNvSpPr/>
            <p:nvPr/>
          </p:nvSpPr>
          <p:spPr>
            <a:xfrm rot="-5400000">
              <a:off x="4000" y="3139"/>
              <a:ext cx="154" cy="0"/>
            </a:xfrm>
            <a:prstGeom prst="line">
              <a:avLst/>
            </a:prstGeom>
            <a:ln w="19050" cap="flat" cmpd="sng">
              <a:solidFill>
                <a:srgbClr val="00B050"/>
              </a:solidFill>
              <a:prstDash val="solid"/>
              <a:headEnd type="none" w="med" len="med"/>
              <a:tailEnd type="none" w="med" len="med"/>
            </a:ln>
          </p:spPr>
        </p:sp>
        <p:sp>
          <p:nvSpPr>
            <p:cNvPr id="59419" name="AutoShape 22"/>
            <p:cNvSpPr/>
            <p:nvPr/>
          </p:nvSpPr>
          <p:spPr>
            <a:xfrm rot="-5400000">
              <a:off x="4020" y="2787"/>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20" name="Line 24"/>
            <p:cNvSpPr/>
            <p:nvPr/>
          </p:nvSpPr>
          <p:spPr>
            <a:xfrm rot="-5400000">
              <a:off x="4799" y="3204"/>
              <a:ext cx="275" cy="0"/>
            </a:xfrm>
            <a:prstGeom prst="line">
              <a:avLst/>
            </a:prstGeom>
            <a:ln w="19050" cap="flat" cmpd="sng">
              <a:solidFill>
                <a:schemeClr val="accent2"/>
              </a:solidFill>
              <a:prstDash val="solid"/>
              <a:headEnd type="none" w="med" len="med"/>
              <a:tailEnd type="none" w="med" len="med"/>
            </a:ln>
          </p:spPr>
        </p:sp>
        <p:sp>
          <p:nvSpPr>
            <p:cNvPr id="59421" name="Line 25"/>
            <p:cNvSpPr/>
            <p:nvPr/>
          </p:nvSpPr>
          <p:spPr>
            <a:xfrm rot="-5400000">
              <a:off x="4767" y="3149"/>
              <a:ext cx="154" cy="0"/>
            </a:xfrm>
            <a:prstGeom prst="line">
              <a:avLst/>
            </a:prstGeom>
            <a:ln w="19050" cap="flat" cmpd="sng">
              <a:solidFill>
                <a:schemeClr val="tx1"/>
              </a:solidFill>
              <a:prstDash val="solid"/>
              <a:headEnd type="none" w="med" len="med"/>
              <a:tailEnd type="none" w="med" len="med"/>
            </a:ln>
          </p:spPr>
        </p:sp>
        <p:sp>
          <p:nvSpPr>
            <p:cNvPr id="59422" name="Line 28"/>
            <p:cNvSpPr/>
            <p:nvPr/>
          </p:nvSpPr>
          <p:spPr>
            <a:xfrm rot="-5400000">
              <a:off x="4760" y="1547"/>
              <a:ext cx="161" cy="0"/>
            </a:xfrm>
            <a:prstGeom prst="line">
              <a:avLst/>
            </a:prstGeom>
            <a:ln w="19050" cap="flat" cmpd="sng">
              <a:solidFill>
                <a:schemeClr val="tx1"/>
              </a:solidFill>
              <a:prstDash val="solid"/>
              <a:headEnd type="none" w="med" len="med"/>
              <a:tailEnd type="none" w="med" len="med"/>
            </a:ln>
          </p:spPr>
        </p:sp>
        <p:sp>
          <p:nvSpPr>
            <p:cNvPr id="59423" name="Line 29"/>
            <p:cNvSpPr/>
            <p:nvPr/>
          </p:nvSpPr>
          <p:spPr>
            <a:xfrm>
              <a:off x="4248" y="1632"/>
              <a:ext cx="152" cy="0"/>
            </a:xfrm>
            <a:prstGeom prst="line">
              <a:avLst/>
            </a:prstGeom>
            <a:ln w="19050" cap="flat" cmpd="sng">
              <a:solidFill>
                <a:schemeClr val="tx1"/>
              </a:solidFill>
              <a:prstDash val="solid"/>
              <a:headEnd type="none" w="med" len="med"/>
              <a:tailEnd type="none" w="med" len="med"/>
            </a:ln>
          </p:spPr>
        </p:sp>
        <p:sp>
          <p:nvSpPr>
            <p:cNvPr id="59424" name="Line 30"/>
            <p:cNvSpPr/>
            <p:nvPr/>
          </p:nvSpPr>
          <p:spPr>
            <a:xfrm>
              <a:off x="4703" y="1632"/>
              <a:ext cx="141" cy="0"/>
            </a:xfrm>
            <a:prstGeom prst="line">
              <a:avLst/>
            </a:prstGeom>
            <a:ln w="19050" cap="flat" cmpd="sng">
              <a:solidFill>
                <a:schemeClr val="tx1"/>
              </a:solidFill>
              <a:prstDash val="solid"/>
              <a:headEnd type="none" w="med" len="med"/>
              <a:tailEnd type="none" w="med" len="med"/>
            </a:ln>
          </p:spPr>
        </p:sp>
        <p:sp>
          <p:nvSpPr>
            <p:cNvPr id="59425" name="Line 31"/>
            <p:cNvSpPr/>
            <p:nvPr/>
          </p:nvSpPr>
          <p:spPr>
            <a:xfrm>
              <a:off x="4172" y="1008"/>
              <a:ext cx="209" cy="0"/>
            </a:xfrm>
            <a:prstGeom prst="line">
              <a:avLst/>
            </a:prstGeom>
            <a:ln w="19050" cap="flat" cmpd="sng">
              <a:solidFill>
                <a:schemeClr val="tx1"/>
              </a:solidFill>
              <a:prstDash val="solid"/>
              <a:headEnd type="none" w="med" len="med"/>
              <a:tailEnd type="none" w="med" len="med"/>
            </a:ln>
          </p:spPr>
        </p:sp>
        <p:sp>
          <p:nvSpPr>
            <p:cNvPr id="59426" name="Line 33"/>
            <p:cNvSpPr/>
            <p:nvPr/>
          </p:nvSpPr>
          <p:spPr>
            <a:xfrm>
              <a:off x="4384" y="1008"/>
              <a:ext cx="326" cy="630"/>
            </a:xfrm>
            <a:prstGeom prst="line">
              <a:avLst/>
            </a:prstGeom>
            <a:ln w="19050" cap="flat" cmpd="sng">
              <a:solidFill>
                <a:schemeClr val="tx1"/>
              </a:solidFill>
              <a:prstDash val="solid"/>
              <a:headEnd type="none" w="med" len="med"/>
              <a:tailEnd type="none" w="med" len="med"/>
            </a:ln>
          </p:spPr>
        </p:sp>
        <p:sp>
          <p:nvSpPr>
            <p:cNvPr id="59427" name="Line 34"/>
            <p:cNvSpPr/>
            <p:nvPr/>
          </p:nvSpPr>
          <p:spPr>
            <a:xfrm flipH="1">
              <a:off x="4392" y="1008"/>
              <a:ext cx="340" cy="630"/>
            </a:xfrm>
            <a:prstGeom prst="line">
              <a:avLst/>
            </a:prstGeom>
            <a:ln w="19050" cap="flat" cmpd="sng">
              <a:solidFill>
                <a:schemeClr val="tx1"/>
              </a:solidFill>
              <a:prstDash val="solid"/>
              <a:headEnd type="none" w="med" len="med"/>
              <a:tailEnd type="none" w="med" len="med"/>
            </a:ln>
          </p:spPr>
        </p:sp>
        <p:sp>
          <p:nvSpPr>
            <p:cNvPr id="59428" name="Line 35"/>
            <p:cNvSpPr/>
            <p:nvPr/>
          </p:nvSpPr>
          <p:spPr>
            <a:xfrm>
              <a:off x="3654" y="1632"/>
              <a:ext cx="428" cy="0"/>
            </a:xfrm>
            <a:prstGeom prst="line">
              <a:avLst/>
            </a:prstGeom>
            <a:ln w="19050" cap="flat" cmpd="sng">
              <a:solidFill>
                <a:schemeClr val="accent2"/>
              </a:solidFill>
              <a:prstDash val="solid"/>
              <a:headEnd type="none" w="med" len="med"/>
              <a:tailEnd type="none" w="med" len="med"/>
            </a:ln>
          </p:spPr>
        </p:sp>
        <p:sp>
          <p:nvSpPr>
            <p:cNvPr id="59429" name="Line 36"/>
            <p:cNvSpPr/>
            <p:nvPr/>
          </p:nvSpPr>
          <p:spPr>
            <a:xfrm rot="-5400000">
              <a:off x="4713" y="1678"/>
              <a:ext cx="447" cy="0"/>
            </a:xfrm>
            <a:prstGeom prst="line">
              <a:avLst/>
            </a:prstGeom>
            <a:ln w="19050" cap="flat" cmpd="sng">
              <a:solidFill>
                <a:schemeClr val="tx1"/>
              </a:solidFill>
              <a:prstDash val="solid"/>
              <a:headEnd type="none" w="med" len="med"/>
              <a:tailEnd type="none" w="med" len="med"/>
            </a:ln>
          </p:spPr>
        </p:sp>
        <p:sp>
          <p:nvSpPr>
            <p:cNvPr id="59430" name="Line 37"/>
            <p:cNvSpPr/>
            <p:nvPr/>
          </p:nvSpPr>
          <p:spPr>
            <a:xfrm rot="-5400000" flipV="1">
              <a:off x="4946" y="1543"/>
              <a:ext cx="175" cy="2"/>
            </a:xfrm>
            <a:prstGeom prst="line">
              <a:avLst/>
            </a:prstGeom>
            <a:ln w="19050" cap="flat" cmpd="sng">
              <a:solidFill>
                <a:schemeClr val="tx1"/>
              </a:solidFill>
              <a:prstDash val="solid"/>
              <a:headEnd type="none" w="med" len="med"/>
              <a:tailEnd type="none" w="med" len="med"/>
            </a:ln>
          </p:spPr>
        </p:sp>
        <p:sp>
          <p:nvSpPr>
            <p:cNvPr id="59431" name="Line 38"/>
            <p:cNvSpPr/>
            <p:nvPr/>
          </p:nvSpPr>
          <p:spPr>
            <a:xfrm>
              <a:off x="5040" y="1627"/>
              <a:ext cx="384" cy="0"/>
            </a:xfrm>
            <a:prstGeom prst="line">
              <a:avLst/>
            </a:prstGeom>
            <a:ln w="19050" cap="flat" cmpd="sng">
              <a:solidFill>
                <a:schemeClr val="accent2"/>
              </a:solidFill>
              <a:prstDash val="solid"/>
              <a:headEnd type="none" w="med" len="med"/>
              <a:tailEnd type="none" w="med" len="med"/>
            </a:ln>
          </p:spPr>
        </p:sp>
        <p:sp>
          <p:nvSpPr>
            <p:cNvPr id="59432" name="Oval 39"/>
            <p:cNvSpPr/>
            <p:nvPr/>
          </p:nvSpPr>
          <p:spPr>
            <a:xfrm>
              <a:off x="4152" y="261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33" name="Oval 40"/>
            <p:cNvSpPr/>
            <p:nvPr/>
          </p:nvSpPr>
          <p:spPr>
            <a:xfrm>
              <a:off x="4155" y="979"/>
              <a:ext cx="47" cy="57"/>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34" name="Text Box 42"/>
            <p:cNvSpPr txBox="1"/>
            <p:nvPr/>
          </p:nvSpPr>
          <p:spPr>
            <a:xfrm>
              <a:off x="4854" y="1934"/>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3</a:t>
              </a:r>
              <a:endParaRPr lang="en-US" altLang="zh-CN" b="1" dirty="0">
                <a:solidFill>
                  <a:schemeClr val="tx1"/>
                </a:solidFill>
                <a:latin typeface="Times New Roman" panose="02020603050405020304" pitchFamily="18" charset="0"/>
              </a:endParaRPr>
            </a:p>
          </p:txBody>
        </p:sp>
        <p:sp>
          <p:nvSpPr>
            <p:cNvPr id="59435" name="Text Box 44"/>
            <p:cNvSpPr txBox="1"/>
            <p:nvPr/>
          </p:nvSpPr>
          <p:spPr>
            <a:xfrm>
              <a:off x="4076" y="1126"/>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2</a:t>
              </a:r>
              <a:endParaRPr lang="en-US" altLang="zh-CN" b="1" dirty="0">
                <a:solidFill>
                  <a:schemeClr val="tx1"/>
                </a:solidFill>
                <a:latin typeface="Times New Roman" panose="02020603050405020304" pitchFamily="18" charset="0"/>
              </a:endParaRPr>
            </a:p>
          </p:txBody>
        </p:sp>
        <p:sp>
          <p:nvSpPr>
            <p:cNvPr id="59436" name="Text Box 45"/>
            <p:cNvSpPr txBox="1"/>
            <p:nvPr/>
          </p:nvSpPr>
          <p:spPr>
            <a:xfrm>
              <a:off x="4076" y="1934"/>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4</a:t>
              </a:r>
              <a:endParaRPr lang="en-US" altLang="zh-CN" b="1" dirty="0">
                <a:solidFill>
                  <a:schemeClr val="tx1"/>
                </a:solidFill>
                <a:latin typeface="Times New Roman" panose="02020603050405020304" pitchFamily="18" charset="0"/>
              </a:endParaRPr>
            </a:p>
          </p:txBody>
        </p:sp>
        <p:sp>
          <p:nvSpPr>
            <p:cNvPr id="59437" name="Text Box 47"/>
            <p:cNvSpPr txBox="1"/>
            <p:nvPr/>
          </p:nvSpPr>
          <p:spPr>
            <a:xfrm>
              <a:off x="4076" y="2740"/>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6</a:t>
              </a:r>
              <a:endParaRPr lang="en-US" altLang="zh-CN" b="1" dirty="0">
                <a:solidFill>
                  <a:schemeClr val="tx1"/>
                </a:solidFill>
                <a:latin typeface="Times New Roman" panose="02020603050405020304" pitchFamily="18" charset="0"/>
              </a:endParaRPr>
            </a:p>
          </p:txBody>
        </p:sp>
        <p:sp>
          <p:nvSpPr>
            <p:cNvPr id="59438" name="Line 48"/>
            <p:cNvSpPr/>
            <p:nvPr/>
          </p:nvSpPr>
          <p:spPr>
            <a:xfrm rot="-5400000">
              <a:off x="3945" y="2488"/>
              <a:ext cx="447" cy="0"/>
            </a:xfrm>
            <a:prstGeom prst="line">
              <a:avLst/>
            </a:prstGeom>
            <a:ln w="19050" cap="flat" cmpd="sng">
              <a:solidFill>
                <a:schemeClr val="tx1"/>
              </a:solidFill>
              <a:prstDash val="solid"/>
              <a:headEnd type="none" w="med" len="med"/>
              <a:tailEnd type="none" w="med" len="med"/>
            </a:ln>
          </p:spPr>
        </p:sp>
        <p:sp>
          <p:nvSpPr>
            <p:cNvPr id="59439" name="Line 49"/>
            <p:cNvSpPr/>
            <p:nvPr/>
          </p:nvSpPr>
          <p:spPr>
            <a:xfrm rot="-5400000">
              <a:off x="4713" y="2495"/>
              <a:ext cx="447" cy="0"/>
            </a:xfrm>
            <a:prstGeom prst="line">
              <a:avLst/>
            </a:prstGeom>
            <a:ln w="19050" cap="flat" cmpd="sng">
              <a:solidFill>
                <a:schemeClr val="tx1"/>
              </a:solidFill>
              <a:prstDash val="solid"/>
              <a:headEnd type="none" w="med" len="med"/>
              <a:tailEnd type="none" w="med" len="med"/>
            </a:ln>
          </p:spPr>
        </p:sp>
        <p:sp>
          <p:nvSpPr>
            <p:cNvPr id="59440" name="Line 50"/>
            <p:cNvSpPr/>
            <p:nvPr/>
          </p:nvSpPr>
          <p:spPr>
            <a:xfrm rot="-5400000">
              <a:off x="4174" y="2333"/>
              <a:ext cx="161" cy="0"/>
            </a:xfrm>
            <a:prstGeom prst="line">
              <a:avLst/>
            </a:prstGeom>
            <a:ln w="19050" cap="flat" cmpd="sng">
              <a:solidFill>
                <a:srgbClr val="00B050"/>
              </a:solidFill>
              <a:prstDash val="solid"/>
              <a:headEnd type="none" w="med" len="med"/>
              <a:tailEnd type="none" w="med" len="med"/>
            </a:ln>
          </p:spPr>
        </p:sp>
        <p:sp>
          <p:nvSpPr>
            <p:cNvPr id="59441" name="Line 51"/>
            <p:cNvSpPr/>
            <p:nvPr/>
          </p:nvSpPr>
          <p:spPr>
            <a:xfrm>
              <a:off x="4254" y="2415"/>
              <a:ext cx="141" cy="0"/>
            </a:xfrm>
            <a:prstGeom prst="line">
              <a:avLst/>
            </a:prstGeom>
            <a:ln w="19050" cap="flat" cmpd="sng">
              <a:solidFill>
                <a:srgbClr val="00B050"/>
              </a:solidFill>
              <a:prstDash val="solid"/>
              <a:headEnd type="none" w="med" len="med"/>
              <a:tailEnd type="none" w="med" len="med"/>
            </a:ln>
          </p:spPr>
        </p:sp>
        <p:sp>
          <p:nvSpPr>
            <p:cNvPr id="59442" name="Line 52"/>
            <p:cNvSpPr/>
            <p:nvPr/>
          </p:nvSpPr>
          <p:spPr>
            <a:xfrm>
              <a:off x="4720" y="1796"/>
              <a:ext cx="435" cy="0"/>
            </a:xfrm>
            <a:prstGeom prst="line">
              <a:avLst/>
            </a:prstGeom>
            <a:ln w="19050" cap="flat" cmpd="sng">
              <a:solidFill>
                <a:srgbClr val="00B050"/>
              </a:solidFill>
              <a:prstDash val="solid"/>
              <a:headEnd type="none" w="med" len="med"/>
              <a:tailEnd type="none" w="med" len="med"/>
            </a:ln>
          </p:spPr>
        </p:sp>
        <p:sp>
          <p:nvSpPr>
            <p:cNvPr id="59443" name="Line 53"/>
            <p:cNvSpPr/>
            <p:nvPr/>
          </p:nvSpPr>
          <p:spPr>
            <a:xfrm flipH="1">
              <a:off x="4383" y="1793"/>
              <a:ext cx="340" cy="630"/>
            </a:xfrm>
            <a:prstGeom prst="line">
              <a:avLst/>
            </a:prstGeom>
            <a:ln w="19050" cap="flat" cmpd="sng">
              <a:solidFill>
                <a:srgbClr val="00B050"/>
              </a:solidFill>
              <a:prstDash val="solid"/>
              <a:headEnd type="none" w="med" len="med"/>
              <a:tailEnd type="none" w="med" len="med"/>
            </a:ln>
          </p:spPr>
        </p:sp>
        <p:sp>
          <p:nvSpPr>
            <p:cNvPr id="59444" name="Line 54"/>
            <p:cNvSpPr/>
            <p:nvPr/>
          </p:nvSpPr>
          <p:spPr>
            <a:xfrm rot="-5400000">
              <a:off x="4891" y="2400"/>
              <a:ext cx="268" cy="0"/>
            </a:xfrm>
            <a:prstGeom prst="line">
              <a:avLst/>
            </a:prstGeom>
            <a:ln w="19050" cap="flat" cmpd="sng">
              <a:solidFill>
                <a:srgbClr val="C00000"/>
              </a:solidFill>
              <a:prstDash val="solid"/>
              <a:headEnd type="none" w="med" len="med"/>
              <a:tailEnd type="none" w="med" len="med"/>
            </a:ln>
          </p:spPr>
        </p:sp>
        <p:sp>
          <p:nvSpPr>
            <p:cNvPr id="59445" name="Line 55"/>
            <p:cNvSpPr/>
            <p:nvPr/>
          </p:nvSpPr>
          <p:spPr>
            <a:xfrm>
              <a:off x="4086" y="2534"/>
              <a:ext cx="1322" cy="0"/>
            </a:xfrm>
            <a:prstGeom prst="line">
              <a:avLst/>
            </a:prstGeom>
            <a:ln w="19050" cap="flat" cmpd="sng">
              <a:solidFill>
                <a:srgbClr val="C00000"/>
              </a:solidFill>
              <a:prstDash val="solid"/>
              <a:headEnd type="none" w="med" len="med"/>
              <a:tailEnd type="none" w="med" len="med"/>
            </a:ln>
          </p:spPr>
        </p:sp>
        <p:sp>
          <p:nvSpPr>
            <p:cNvPr id="59446" name="Line 56"/>
            <p:cNvSpPr/>
            <p:nvPr/>
          </p:nvSpPr>
          <p:spPr>
            <a:xfrm>
              <a:off x="3798" y="2486"/>
              <a:ext cx="1056" cy="0"/>
            </a:xfrm>
            <a:prstGeom prst="line">
              <a:avLst/>
            </a:prstGeom>
            <a:ln w="19050" cap="flat" cmpd="sng">
              <a:solidFill>
                <a:srgbClr val="FF9900"/>
              </a:solidFill>
              <a:prstDash val="solid"/>
              <a:headEnd type="none" w="med" len="med"/>
              <a:tailEnd type="none" w="med" len="med"/>
            </a:ln>
          </p:spPr>
        </p:sp>
        <p:sp>
          <p:nvSpPr>
            <p:cNvPr id="59447" name="Line 57"/>
            <p:cNvSpPr/>
            <p:nvPr/>
          </p:nvSpPr>
          <p:spPr>
            <a:xfrm>
              <a:off x="3783" y="1644"/>
              <a:ext cx="0" cy="1675"/>
            </a:xfrm>
            <a:prstGeom prst="line">
              <a:avLst/>
            </a:prstGeom>
            <a:ln w="19050" cap="flat" cmpd="sng">
              <a:solidFill>
                <a:schemeClr val="accent2"/>
              </a:solidFill>
              <a:prstDash val="solid"/>
              <a:headEnd type="none" w="med" len="med"/>
              <a:tailEnd type="none" w="med" len="med"/>
            </a:ln>
          </p:spPr>
        </p:sp>
        <p:sp>
          <p:nvSpPr>
            <p:cNvPr id="59448" name="Oval 58"/>
            <p:cNvSpPr/>
            <p:nvPr/>
          </p:nvSpPr>
          <p:spPr>
            <a:xfrm>
              <a:off x="3756" y="1612"/>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49" name="Oval 59"/>
            <p:cNvSpPr/>
            <p:nvPr/>
          </p:nvSpPr>
          <p:spPr>
            <a:xfrm>
              <a:off x="3756" y="2458"/>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50" name="Line 60"/>
            <p:cNvSpPr/>
            <p:nvPr/>
          </p:nvSpPr>
          <p:spPr>
            <a:xfrm>
              <a:off x="3884" y="1824"/>
              <a:ext cx="0" cy="1394"/>
            </a:xfrm>
            <a:prstGeom prst="line">
              <a:avLst/>
            </a:prstGeom>
            <a:ln w="19050" cap="flat" cmpd="sng">
              <a:solidFill>
                <a:srgbClr val="00B050"/>
              </a:solidFill>
              <a:prstDash val="solid"/>
              <a:headEnd type="none" w="med" len="med"/>
              <a:tailEnd type="none" w="med" len="med"/>
            </a:ln>
          </p:spPr>
        </p:sp>
        <p:sp>
          <p:nvSpPr>
            <p:cNvPr id="59451" name="Line 61"/>
            <p:cNvSpPr/>
            <p:nvPr/>
          </p:nvSpPr>
          <p:spPr>
            <a:xfrm>
              <a:off x="3884" y="1824"/>
              <a:ext cx="288" cy="0"/>
            </a:xfrm>
            <a:prstGeom prst="line">
              <a:avLst/>
            </a:prstGeom>
            <a:ln w="19050" cap="flat" cmpd="sng">
              <a:solidFill>
                <a:srgbClr val="00B050"/>
              </a:solidFill>
              <a:prstDash val="solid"/>
              <a:headEnd type="none" w="med" len="med"/>
              <a:tailEnd type="none" w="med" len="med"/>
            </a:ln>
          </p:spPr>
        </p:sp>
        <p:sp>
          <p:nvSpPr>
            <p:cNvPr id="59452" name="Oval 62"/>
            <p:cNvSpPr/>
            <p:nvPr/>
          </p:nvSpPr>
          <p:spPr>
            <a:xfrm>
              <a:off x="4152" y="179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53" name="Line 63"/>
            <p:cNvSpPr/>
            <p:nvPr/>
          </p:nvSpPr>
          <p:spPr>
            <a:xfrm>
              <a:off x="3884" y="3216"/>
              <a:ext cx="192" cy="0"/>
            </a:xfrm>
            <a:prstGeom prst="line">
              <a:avLst/>
            </a:prstGeom>
            <a:ln w="19050" cap="flat" cmpd="sng">
              <a:solidFill>
                <a:srgbClr val="00B050"/>
              </a:solidFill>
              <a:prstDash val="solid"/>
              <a:headEnd type="none" w="med" len="med"/>
              <a:tailEnd type="none" w="med" len="med"/>
            </a:ln>
          </p:spPr>
        </p:sp>
        <p:sp>
          <p:nvSpPr>
            <p:cNvPr id="59454" name="Oval 64"/>
            <p:cNvSpPr/>
            <p:nvPr/>
          </p:nvSpPr>
          <p:spPr>
            <a:xfrm>
              <a:off x="4998" y="2516"/>
              <a:ext cx="48" cy="48"/>
            </a:xfrm>
            <a:prstGeom prst="ellipse">
              <a:avLst/>
            </a:prstGeom>
            <a:solidFill>
              <a:srgbClr val="FF0000"/>
            </a:solidFill>
            <a:ln w="19050" cap="flat" cmpd="sng">
              <a:solidFill>
                <a:srgbClr val="C0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55" name="Line 65"/>
            <p:cNvSpPr/>
            <p:nvPr/>
          </p:nvSpPr>
          <p:spPr>
            <a:xfrm>
              <a:off x="3788" y="3312"/>
              <a:ext cx="384" cy="0"/>
            </a:xfrm>
            <a:prstGeom prst="line">
              <a:avLst/>
            </a:prstGeom>
            <a:ln w="19050" cap="flat" cmpd="sng">
              <a:solidFill>
                <a:schemeClr val="accent2"/>
              </a:solidFill>
              <a:prstDash val="solid"/>
              <a:headEnd type="none" w="med" len="med"/>
              <a:tailEnd type="none" w="med" len="med"/>
            </a:ln>
          </p:spPr>
        </p:sp>
        <p:sp>
          <p:nvSpPr>
            <p:cNvPr id="59456" name="Line 66"/>
            <p:cNvSpPr/>
            <p:nvPr/>
          </p:nvSpPr>
          <p:spPr>
            <a:xfrm>
              <a:off x="4258" y="3072"/>
              <a:ext cx="0" cy="347"/>
            </a:xfrm>
            <a:prstGeom prst="line">
              <a:avLst/>
            </a:prstGeom>
            <a:ln w="19050" cap="flat" cmpd="sng">
              <a:solidFill>
                <a:schemeClr val="tx1"/>
              </a:solidFill>
              <a:prstDash val="solid"/>
              <a:headEnd type="none" w="med" len="med"/>
              <a:tailEnd type="none" w="med" len="med"/>
            </a:ln>
          </p:spPr>
        </p:sp>
        <p:sp>
          <p:nvSpPr>
            <p:cNvPr id="59457" name="Line 67"/>
            <p:cNvSpPr/>
            <p:nvPr/>
          </p:nvSpPr>
          <p:spPr>
            <a:xfrm>
              <a:off x="5152" y="1794"/>
              <a:ext cx="0" cy="1440"/>
            </a:xfrm>
            <a:prstGeom prst="line">
              <a:avLst/>
            </a:prstGeom>
            <a:ln w="19050" cap="flat" cmpd="sng">
              <a:solidFill>
                <a:srgbClr val="00B050"/>
              </a:solidFill>
              <a:prstDash val="solid"/>
              <a:headEnd type="none" w="med" len="med"/>
              <a:tailEnd type="none" w="med" len="med"/>
            </a:ln>
          </p:spPr>
        </p:sp>
        <p:sp>
          <p:nvSpPr>
            <p:cNvPr id="59458" name="Line 68"/>
            <p:cNvSpPr/>
            <p:nvPr/>
          </p:nvSpPr>
          <p:spPr>
            <a:xfrm rot="-5400000">
              <a:off x="4951" y="3145"/>
              <a:ext cx="154" cy="0"/>
            </a:xfrm>
            <a:prstGeom prst="line">
              <a:avLst/>
            </a:prstGeom>
            <a:ln w="19050" cap="flat" cmpd="sng">
              <a:solidFill>
                <a:srgbClr val="00B050"/>
              </a:solidFill>
              <a:prstDash val="solid"/>
              <a:headEnd type="none" w="med" len="med"/>
              <a:tailEnd type="none" w="med" len="med"/>
            </a:ln>
          </p:spPr>
        </p:sp>
        <p:sp>
          <p:nvSpPr>
            <p:cNvPr id="59459" name="Line 69"/>
            <p:cNvSpPr/>
            <p:nvPr/>
          </p:nvSpPr>
          <p:spPr>
            <a:xfrm>
              <a:off x="5033" y="3224"/>
              <a:ext cx="118" cy="0"/>
            </a:xfrm>
            <a:prstGeom prst="line">
              <a:avLst/>
            </a:prstGeom>
            <a:ln w="19050" cap="flat" cmpd="sng">
              <a:solidFill>
                <a:srgbClr val="00B050"/>
              </a:solidFill>
              <a:prstDash val="solid"/>
              <a:headEnd type="none" w="med" len="med"/>
              <a:tailEnd type="none" w="med" len="med"/>
            </a:ln>
          </p:spPr>
        </p:sp>
        <p:sp>
          <p:nvSpPr>
            <p:cNvPr id="59460" name="Line 70"/>
            <p:cNvSpPr/>
            <p:nvPr/>
          </p:nvSpPr>
          <p:spPr>
            <a:xfrm>
              <a:off x="5248" y="1632"/>
              <a:ext cx="0" cy="1716"/>
            </a:xfrm>
            <a:prstGeom prst="line">
              <a:avLst/>
            </a:prstGeom>
            <a:ln w="19050" cap="flat" cmpd="sng">
              <a:solidFill>
                <a:schemeClr val="accent2"/>
              </a:solidFill>
              <a:prstDash val="solid"/>
              <a:headEnd type="none" w="med" len="med"/>
              <a:tailEnd type="none" w="med" len="med"/>
            </a:ln>
          </p:spPr>
        </p:sp>
        <p:sp>
          <p:nvSpPr>
            <p:cNvPr id="59461" name="Oval 71"/>
            <p:cNvSpPr/>
            <p:nvPr/>
          </p:nvSpPr>
          <p:spPr>
            <a:xfrm>
              <a:off x="5218" y="1612"/>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62" name="Line 72"/>
            <p:cNvSpPr/>
            <p:nvPr/>
          </p:nvSpPr>
          <p:spPr>
            <a:xfrm>
              <a:off x="4940" y="3348"/>
              <a:ext cx="311" cy="0"/>
            </a:xfrm>
            <a:prstGeom prst="line">
              <a:avLst/>
            </a:prstGeom>
            <a:ln w="19050" cap="flat" cmpd="sng">
              <a:solidFill>
                <a:schemeClr val="accent2"/>
              </a:solidFill>
              <a:prstDash val="solid"/>
              <a:headEnd type="none" w="med" len="med"/>
              <a:tailEnd type="none" w="med" len="med"/>
            </a:ln>
          </p:spPr>
        </p:sp>
        <p:sp>
          <p:nvSpPr>
            <p:cNvPr id="59463" name="Oval 73"/>
            <p:cNvSpPr/>
            <p:nvPr/>
          </p:nvSpPr>
          <p:spPr>
            <a:xfrm>
              <a:off x="4912" y="176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64" name="Line 74"/>
            <p:cNvSpPr/>
            <p:nvPr/>
          </p:nvSpPr>
          <p:spPr>
            <a:xfrm>
              <a:off x="4172" y="2640"/>
              <a:ext cx="209" cy="0"/>
            </a:xfrm>
            <a:prstGeom prst="line">
              <a:avLst/>
            </a:prstGeom>
            <a:ln w="19050" cap="flat" cmpd="sng">
              <a:solidFill>
                <a:schemeClr val="tx1"/>
              </a:solidFill>
              <a:prstDash val="solid"/>
              <a:headEnd type="none" w="med" len="med"/>
              <a:tailEnd type="none" w="med" len="med"/>
            </a:ln>
          </p:spPr>
        </p:sp>
        <p:sp>
          <p:nvSpPr>
            <p:cNvPr id="59465" name="Line 75"/>
            <p:cNvSpPr/>
            <p:nvPr/>
          </p:nvSpPr>
          <p:spPr>
            <a:xfrm>
              <a:off x="4690" y="3226"/>
              <a:ext cx="152" cy="0"/>
            </a:xfrm>
            <a:prstGeom prst="line">
              <a:avLst/>
            </a:prstGeom>
            <a:ln w="19050" cap="flat" cmpd="sng">
              <a:solidFill>
                <a:schemeClr val="tx1"/>
              </a:solidFill>
              <a:prstDash val="solid"/>
              <a:headEnd type="none" w="med" len="med"/>
              <a:tailEnd type="none" w="med" len="med"/>
            </a:ln>
          </p:spPr>
        </p:sp>
        <p:sp>
          <p:nvSpPr>
            <p:cNvPr id="59466" name="Line 76"/>
            <p:cNvSpPr/>
            <p:nvPr/>
          </p:nvSpPr>
          <p:spPr>
            <a:xfrm>
              <a:off x="4374" y="2640"/>
              <a:ext cx="326" cy="598"/>
            </a:xfrm>
            <a:prstGeom prst="line">
              <a:avLst/>
            </a:prstGeom>
            <a:ln w="19050" cap="flat" cmpd="sng">
              <a:solidFill>
                <a:schemeClr val="tx1"/>
              </a:solidFill>
              <a:prstDash val="solid"/>
              <a:headEnd type="none" w="med" len="med"/>
              <a:tailEnd type="none" w="med" len="med"/>
            </a:ln>
          </p:spPr>
        </p:sp>
        <p:sp>
          <p:nvSpPr>
            <p:cNvPr id="59467" name="Text Box 77"/>
            <p:cNvSpPr txBox="1"/>
            <p:nvPr/>
          </p:nvSpPr>
          <p:spPr>
            <a:xfrm>
              <a:off x="4852" y="604"/>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Times New Roman" panose="02020603050405020304" pitchFamily="18" charset="0"/>
                </a:rPr>
                <a:t>Q</a:t>
              </a:r>
              <a:endParaRPr lang="en-US" altLang="zh-CN" dirty="0">
                <a:solidFill>
                  <a:schemeClr val="tx1"/>
                </a:solidFill>
                <a:latin typeface="Times New Roman" panose="02020603050405020304" pitchFamily="18" charset="0"/>
              </a:endParaRPr>
            </a:p>
          </p:txBody>
        </p:sp>
        <p:sp>
          <p:nvSpPr>
            <p:cNvPr id="59468" name="Text Box 78"/>
            <p:cNvSpPr txBox="1"/>
            <p:nvPr/>
          </p:nvSpPr>
          <p:spPr>
            <a:xfrm>
              <a:off x="4048" y="604"/>
              <a:ext cx="336"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Times New Roman" panose="02020603050405020304" pitchFamily="18" charset="0"/>
                </a:rPr>
                <a:t>/Q</a:t>
              </a:r>
              <a:endParaRPr lang="en-US" altLang="zh-CN" dirty="0">
                <a:solidFill>
                  <a:schemeClr val="tx1"/>
                </a:solidFill>
                <a:latin typeface="Times New Roman" panose="02020603050405020304" pitchFamily="18" charset="0"/>
              </a:endParaRPr>
            </a:p>
          </p:txBody>
        </p:sp>
        <p:sp>
          <p:nvSpPr>
            <p:cNvPr id="59469" name="Text Box 79"/>
            <p:cNvSpPr txBox="1"/>
            <p:nvPr/>
          </p:nvSpPr>
          <p:spPr>
            <a:xfrm>
              <a:off x="5190" y="1342"/>
              <a:ext cx="48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accent2"/>
                  </a:solidFill>
                  <a:latin typeface="黑体" panose="02010609060101010101" pitchFamily="49" charset="-122"/>
                  <a:ea typeface="黑体" panose="02010609060101010101" pitchFamily="49" charset="-122"/>
                </a:rPr>
                <a:t>/PR</a:t>
              </a:r>
              <a:endParaRPr lang="en-US" altLang="zh-CN" dirty="0">
                <a:solidFill>
                  <a:schemeClr val="accent2"/>
                </a:solidFill>
                <a:latin typeface="黑体" panose="02010609060101010101" pitchFamily="49" charset="-122"/>
                <a:ea typeface="黑体" panose="02010609060101010101" pitchFamily="49" charset="-122"/>
              </a:endParaRPr>
            </a:p>
          </p:txBody>
        </p:sp>
        <p:sp>
          <p:nvSpPr>
            <p:cNvPr id="59470" name="Text Box 80"/>
            <p:cNvSpPr txBox="1"/>
            <p:nvPr/>
          </p:nvSpPr>
          <p:spPr>
            <a:xfrm>
              <a:off x="3542" y="1332"/>
              <a:ext cx="480" cy="333"/>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accent2"/>
                  </a:solidFill>
                  <a:latin typeface="黑体" panose="02010609060101010101" pitchFamily="49" charset="-122"/>
                  <a:ea typeface="黑体" panose="02010609060101010101" pitchFamily="49" charset="-122"/>
                </a:rPr>
                <a:t>/CLR</a:t>
              </a:r>
              <a:endParaRPr lang="en-US" altLang="zh-CN" dirty="0">
                <a:solidFill>
                  <a:schemeClr val="accent2"/>
                </a:solidFill>
                <a:latin typeface="黑体" panose="02010609060101010101" pitchFamily="49" charset="-122"/>
                <a:ea typeface="黑体" panose="02010609060101010101" pitchFamily="49" charset="-122"/>
              </a:endParaRPr>
            </a:p>
          </p:txBody>
        </p:sp>
        <p:sp>
          <p:nvSpPr>
            <p:cNvPr id="59471" name="Text Box 82"/>
            <p:cNvSpPr txBox="1"/>
            <p:nvPr/>
          </p:nvSpPr>
          <p:spPr>
            <a:xfrm>
              <a:off x="4154" y="3396"/>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Times New Roman" panose="02020603050405020304" pitchFamily="18" charset="0"/>
                </a:rPr>
                <a:t>D</a:t>
              </a:r>
              <a:endParaRPr lang="en-US" altLang="zh-CN" dirty="0">
                <a:solidFill>
                  <a:schemeClr val="tx1"/>
                </a:solidFill>
                <a:latin typeface="Times New Roman" panose="02020603050405020304" pitchFamily="18" charset="0"/>
              </a:endParaRPr>
            </a:p>
          </p:txBody>
        </p:sp>
        <p:sp>
          <p:nvSpPr>
            <p:cNvPr id="59472" name="Text Box 83"/>
            <p:cNvSpPr txBox="1"/>
            <p:nvPr/>
          </p:nvSpPr>
          <p:spPr>
            <a:xfrm>
              <a:off x="4416" y="1862"/>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a</a:t>
              </a:r>
              <a:endParaRPr lang="en-US" altLang="zh-CN" b="1" dirty="0">
                <a:solidFill>
                  <a:schemeClr val="tx1"/>
                </a:solidFill>
                <a:latin typeface="Times New Roman" panose="02020603050405020304" pitchFamily="18" charset="0"/>
              </a:endParaRPr>
            </a:p>
          </p:txBody>
        </p:sp>
        <p:sp>
          <p:nvSpPr>
            <p:cNvPr id="59473" name="Text Box 85"/>
            <p:cNvSpPr txBox="1"/>
            <p:nvPr/>
          </p:nvSpPr>
          <p:spPr>
            <a:xfrm>
              <a:off x="3866" y="2544"/>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c</a:t>
              </a:r>
              <a:endParaRPr lang="en-US" altLang="zh-CN" b="1" dirty="0">
                <a:solidFill>
                  <a:schemeClr val="tx1"/>
                </a:solidFill>
                <a:latin typeface="Times New Roman" panose="02020603050405020304" pitchFamily="18" charset="0"/>
              </a:endParaRPr>
            </a:p>
          </p:txBody>
        </p:sp>
        <p:sp>
          <p:nvSpPr>
            <p:cNvPr id="59474" name="AutoShape 26"/>
            <p:cNvSpPr/>
            <p:nvPr/>
          </p:nvSpPr>
          <p:spPr>
            <a:xfrm rot="-5400000">
              <a:off x="4788" y="2790"/>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75" name="Text Box 46"/>
            <p:cNvSpPr txBox="1"/>
            <p:nvPr/>
          </p:nvSpPr>
          <p:spPr>
            <a:xfrm>
              <a:off x="4844" y="2740"/>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5</a:t>
              </a:r>
              <a:endParaRPr lang="en-US" altLang="zh-CN" b="1" dirty="0">
                <a:solidFill>
                  <a:schemeClr val="tx1"/>
                </a:solidFill>
                <a:latin typeface="Times New Roman" panose="02020603050405020304" pitchFamily="18" charset="0"/>
              </a:endParaRPr>
            </a:p>
          </p:txBody>
        </p:sp>
        <p:sp>
          <p:nvSpPr>
            <p:cNvPr id="59476" name="AutoShape 11"/>
            <p:cNvSpPr/>
            <p:nvPr/>
          </p:nvSpPr>
          <p:spPr>
            <a:xfrm rot="-5400000">
              <a:off x="4792" y="1185"/>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77" name="Line 32"/>
            <p:cNvSpPr/>
            <p:nvPr/>
          </p:nvSpPr>
          <p:spPr>
            <a:xfrm>
              <a:off x="4733" y="1008"/>
              <a:ext cx="209" cy="0"/>
            </a:xfrm>
            <a:prstGeom prst="line">
              <a:avLst/>
            </a:prstGeom>
            <a:ln w="19050" cap="flat" cmpd="sng">
              <a:solidFill>
                <a:schemeClr val="tx1"/>
              </a:solidFill>
              <a:prstDash val="solid"/>
              <a:headEnd type="none" w="med" len="med"/>
              <a:tailEnd type="none" w="med" len="med"/>
            </a:ln>
          </p:spPr>
        </p:sp>
        <p:sp>
          <p:nvSpPr>
            <p:cNvPr id="59478" name="Oval 41"/>
            <p:cNvSpPr/>
            <p:nvPr/>
          </p:nvSpPr>
          <p:spPr>
            <a:xfrm>
              <a:off x="4912"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79" name="Text Box 43"/>
            <p:cNvSpPr txBox="1"/>
            <p:nvPr/>
          </p:nvSpPr>
          <p:spPr>
            <a:xfrm>
              <a:off x="4844" y="1120"/>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1</a:t>
              </a:r>
              <a:endParaRPr lang="en-US" altLang="zh-CN" b="1" dirty="0">
                <a:solidFill>
                  <a:schemeClr val="tx1"/>
                </a:solidFill>
                <a:latin typeface="Times New Roman" panose="02020603050405020304" pitchFamily="18" charset="0"/>
              </a:endParaRPr>
            </a:p>
          </p:txBody>
        </p:sp>
      </p:grpSp>
      <p:sp>
        <p:nvSpPr>
          <p:cNvPr id="59396" name="Text Box 92"/>
          <p:cNvSpPr txBox="1"/>
          <p:nvPr/>
        </p:nvSpPr>
        <p:spPr>
          <a:xfrm>
            <a:off x="436563" y="1312228"/>
            <a:ext cx="4146550" cy="2707005"/>
          </a:xfrm>
          <a:prstGeom prst="rect">
            <a:avLst/>
          </a:prstGeom>
          <a:noFill/>
          <a:ln w="9525">
            <a:noFill/>
          </a:ln>
        </p:spPr>
        <p:txBody>
          <a:bodyPr wrap="square">
            <a:spAutoFit/>
          </a:bodyPr>
          <a:lstStyle/>
          <a:p>
            <a:pPr eaLnBrk="1" hangingPunct="1">
              <a:lnSpc>
                <a:spcPct val="110000"/>
              </a:lnSpc>
              <a:spcBef>
                <a:spcPct val="50000"/>
              </a:spcBef>
            </a:pPr>
            <a:r>
              <a:rPr lang="en-US" altLang="zh-CN" b="1" dirty="0">
                <a:solidFill>
                  <a:srgbClr val="0000FF"/>
                </a:solidFill>
                <a:latin typeface="华文新魏" panose="02010800040101010101" pitchFamily="2" charset="-122"/>
                <a:ea typeface="华文新魏" panose="02010800040101010101" pitchFamily="2" charset="-122"/>
              </a:rPr>
              <a:t>D</a:t>
            </a:r>
            <a:r>
              <a:rPr lang="zh-CN" altLang="en-US" b="1" dirty="0">
                <a:solidFill>
                  <a:srgbClr val="0000FF"/>
                </a:solidFill>
                <a:latin typeface="华文新魏" panose="02010800040101010101" pitchFamily="2" charset="-122"/>
                <a:ea typeface="华文新魏" panose="02010800040101010101" pitchFamily="2" charset="-122"/>
              </a:rPr>
              <a:t>锁存器</a:t>
            </a:r>
            <a:r>
              <a:rPr lang="zh-CN" altLang="en-US" b="1" dirty="0">
                <a:solidFill>
                  <a:schemeClr val="tx1"/>
                </a:solidFill>
                <a:latin typeface="华文新魏" panose="02010800040101010101" pitchFamily="2" charset="-122"/>
                <a:ea typeface="华文新魏" panose="02010800040101010101" pitchFamily="2" charset="-122"/>
              </a:rPr>
              <a:t>要求在控制</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时钟</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accent2"/>
                </a:solidFill>
                <a:latin typeface="华文新魏" panose="02010800040101010101" pitchFamily="2" charset="-122"/>
                <a:ea typeface="华文新魏" panose="02010800040101010101" pitchFamily="2" charset="-122"/>
              </a:rPr>
              <a:t>输入</a:t>
            </a:r>
            <a:r>
              <a:rPr lang="en-US" altLang="zh-CN" b="1" dirty="0">
                <a:solidFill>
                  <a:schemeClr val="accent2"/>
                </a:solidFill>
                <a:latin typeface="华文新魏" panose="02010800040101010101" pitchFamily="2" charset="-122"/>
                <a:ea typeface="华文新魏" panose="02010800040101010101" pitchFamily="2" charset="-122"/>
              </a:rPr>
              <a:t>C </a:t>
            </a:r>
            <a:r>
              <a:rPr lang="zh-CN" altLang="en-US" b="1" dirty="0">
                <a:solidFill>
                  <a:schemeClr val="accent2"/>
                </a:solidFill>
                <a:latin typeface="华文新魏" panose="02010800040101010101" pitchFamily="2" charset="-122"/>
                <a:ea typeface="华文新魏" panose="02010800040101010101" pitchFamily="2" charset="-122"/>
              </a:rPr>
              <a:t>（</a:t>
            </a:r>
            <a:r>
              <a:rPr lang="en-US" altLang="zh-CN" b="1" dirty="0">
                <a:solidFill>
                  <a:schemeClr val="accent2"/>
                </a:solidFill>
                <a:latin typeface="华文新魏" panose="02010800040101010101" pitchFamily="2" charset="-122"/>
                <a:ea typeface="华文新魏" panose="02010800040101010101" pitchFamily="2" charset="-122"/>
              </a:rPr>
              <a:t> CLK </a:t>
            </a:r>
            <a:r>
              <a:rPr lang="zh-CN" altLang="en-US" b="1" dirty="0">
                <a:solidFill>
                  <a:schemeClr val="accent2"/>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有效期间内，输入数据</a:t>
            </a:r>
            <a:r>
              <a:rPr lang="en-US" altLang="zh-CN" b="1" dirty="0">
                <a:solidFill>
                  <a:schemeClr val="accent2"/>
                </a:solidFill>
                <a:latin typeface="华文新魏" panose="02010800040101010101" pitchFamily="2" charset="-122"/>
                <a:ea typeface="华文新魏" panose="02010800040101010101" pitchFamily="2" charset="-122"/>
              </a:rPr>
              <a:t>D</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稳定不变。这就给实际使用带来不便。因而提出了</a:t>
            </a:r>
            <a:r>
              <a:rPr lang="zh-CN" altLang="en-US" b="1" dirty="0">
                <a:solidFill>
                  <a:schemeClr val="accent2"/>
                </a:solidFill>
                <a:latin typeface="华文新魏" panose="02010800040101010101" pitchFamily="2" charset="-122"/>
                <a:ea typeface="华文新魏" panose="02010800040101010101" pitchFamily="2" charset="-122"/>
              </a:rPr>
              <a:t>边沿触发器需求</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边沿触发器是指，只</a:t>
            </a:r>
            <a:r>
              <a:rPr lang="zh-CN" altLang="en-US" b="1" dirty="0">
                <a:solidFill>
                  <a:schemeClr val="accent2"/>
                </a:solidFill>
                <a:latin typeface="华文新魏" panose="02010800040101010101" pitchFamily="2" charset="-122"/>
                <a:ea typeface="华文新魏" panose="02010800040101010101" pitchFamily="2" charset="-122"/>
              </a:rPr>
              <a:t>在控制信号的有效边沿</a:t>
            </a:r>
            <a:r>
              <a:rPr lang="en-US" altLang="zh-CN" b="1" dirty="0">
                <a:solidFill>
                  <a:schemeClr val="accent2"/>
                </a:solidFill>
                <a:latin typeface="华文新魏" panose="02010800040101010101" pitchFamily="2" charset="-122"/>
                <a:ea typeface="华文新魏" panose="02010800040101010101" pitchFamily="2" charset="-122"/>
              </a:rPr>
              <a:t>(</a:t>
            </a:r>
            <a:r>
              <a:rPr lang="zh-CN" altLang="en-US" b="1" u="sng" dirty="0">
                <a:solidFill>
                  <a:schemeClr val="accent2"/>
                </a:solidFill>
                <a:latin typeface="华文新魏" panose="02010800040101010101" pitchFamily="2" charset="-122"/>
                <a:ea typeface="华文新魏" panose="02010800040101010101" pitchFamily="2" charset="-122"/>
              </a:rPr>
              <a:t>前沿、后沿</a:t>
            </a:r>
            <a:r>
              <a:rPr lang="zh-CN" altLang="en-US" b="1" dirty="0">
                <a:solidFill>
                  <a:schemeClr val="accent2"/>
                </a:solidFill>
                <a:latin typeface="华文新魏" panose="02010800040101010101" pitchFamily="2" charset="-122"/>
                <a:ea typeface="华文新魏" panose="02010800040101010101" pitchFamily="2" charset="-122"/>
              </a:rPr>
              <a:t>或称为</a:t>
            </a:r>
            <a:r>
              <a:rPr lang="zh-CN" altLang="en-US" b="1" u="sng" dirty="0">
                <a:solidFill>
                  <a:schemeClr val="accent2"/>
                </a:solidFill>
                <a:latin typeface="华文新魏" panose="02010800040101010101" pitchFamily="2" charset="-122"/>
                <a:ea typeface="华文新魏" panose="02010800040101010101" pitchFamily="2" charset="-122"/>
              </a:rPr>
              <a:t>上升</a:t>
            </a:r>
            <a:r>
              <a:rPr lang="zh-CN" altLang="en-US" b="1" u="sng" dirty="0">
                <a:solidFill>
                  <a:schemeClr val="accent2"/>
                </a:solidFill>
                <a:latin typeface="华文新魏" panose="02010800040101010101" pitchFamily="2" charset="-122"/>
                <a:ea typeface="华文新魏" panose="02010800040101010101" pitchFamily="2" charset="-122"/>
                <a:sym typeface="+mn-ea"/>
              </a:rPr>
              <a:t>沿、下降沿</a:t>
            </a:r>
            <a:r>
              <a:rPr lang="en-US" altLang="zh-CN" b="1" dirty="0">
                <a:solidFill>
                  <a:schemeClr val="accent2"/>
                </a:solidFill>
                <a:latin typeface="华文新魏" panose="02010800040101010101" pitchFamily="2" charset="-122"/>
                <a:ea typeface="华文新魏" panose="02010800040101010101" pitchFamily="2" charset="-122"/>
              </a:rPr>
              <a:t>)</a:t>
            </a:r>
            <a:r>
              <a:rPr lang="zh-CN" altLang="en-US" b="1" dirty="0">
                <a:solidFill>
                  <a:schemeClr val="accent2"/>
                </a:solidFill>
                <a:latin typeface="华文新魏" panose="02010800040101010101" pitchFamily="2" charset="-122"/>
                <a:ea typeface="华文新魏" panose="02010800040101010101" pitchFamily="2" charset="-122"/>
              </a:rPr>
              <a:t>时接收数据。</a:t>
            </a:r>
            <a:endParaRPr lang="zh-CN" altLang="en-US" b="1" dirty="0">
              <a:solidFill>
                <a:schemeClr val="accent2"/>
              </a:solidFill>
              <a:latin typeface="华文新魏" panose="02010800040101010101" pitchFamily="2" charset="-122"/>
              <a:ea typeface="华文新魏" panose="02010800040101010101" pitchFamily="2" charset="-122"/>
            </a:endParaRPr>
          </a:p>
        </p:txBody>
      </p:sp>
      <p:sp>
        <p:nvSpPr>
          <p:cNvPr id="59397" name="Text Box 97"/>
          <p:cNvSpPr txBox="1"/>
          <p:nvPr/>
        </p:nvSpPr>
        <p:spPr>
          <a:xfrm>
            <a:off x="417513" y="4098925"/>
            <a:ext cx="3436937" cy="441325"/>
          </a:xfrm>
          <a:prstGeom prst="rect">
            <a:avLst/>
          </a:prstGeom>
          <a:noFill/>
          <a:ln w="9525">
            <a:noFill/>
          </a:ln>
        </p:spPr>
        <p:txBody>
          <a:bodyPr>
            <a:spAutoFit/>
          </a:bodyPr>
          <a:lstStyle/>
          <a:p>
            <a:pPr eaLnBrk="1" hangingPunct="1">
              <a:lnSpc>
                <a:spcPct val="120000"/>
              </a:lnSpc>
              <a:spcBef>
                <a:spcPct val="50000"/>
              </a:spcBef>
              <a:buFont typeface="Arial" panose="020B0604020202020204" pitchFamily="34" charset="0"/>
            </a:pPr>
            <a:r>
              <a:rPr lang="en-US" altLang="zh-CN" dirty="0">
                <a:solidFill>
                  <a:srgbClr val="0000FF"/>
                </a:solidFill>
                <a:latin typeface="华文新魏" panose="02010800040101010101" pitchFamily="2" charset="-122"/>
                <a:ea typeface="华文新魏" panose="02010800040101010101" pitchFamily="2" charset="-122"/>
              </a:rPr>
              <a:t> </a:t>
            </a:r>
            <a:r>
              <a:rPr lang="en-US" altLang="zh-CN" b="1" dirty="0">
                <a:solidFill>
                  <a:srgbClr val="0000FF"/>
                </a:solidFill>
                <a:latin typeface="华文新魏" panose="02010800040101010101" pitchFamily="2" charset="-122"/>
                <a:ea typeface="华文新魏" panose="02010800040101010101" pitchFamily="2" charset="-122"/>
              </a:rPr>
              <a:t>D </a:t>
            </a:r>
            <a:r>
              <a:rPr lang="zh-CN" altLang="en-US" b="1" dirty="0">
                <a:solidFill>
                  <a:srgbClr val="0000FF"/>
                </a:solidFill>
                <a:latin typeface="华文新魏" panose="02010800040101010101" pitchFamily="2" charset="-122"/>
                <a:ea typeface="华文新魏" panose="02010800040101010101" pitchFamily="2" charset="-122"/>
              </a:rPr>
              <a:t>触发器</a:t>
            </a:r>
            <a:r>
              <a:rPr lang="zh-CN" altLang="en-US" b="1" dirty="0">
                <a:solidFill>
                  <a:schemeClr val="tx1"/>
                </a:solidFill>
                <a:latin typeface="华文新魏" panose="02010800040101010101" pitchFamily="2" charset="-122"/>
                <a:ea typeface="华文新魏" panose="02010800040101010101" pitchFamily="2" charset="-122"/>
              </a:rPr>
              <a:t>的结构如右图所示。</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59398" name="Oval 12"/>
          <p:cNvSpPr/>
          <p:nvPr/>
        </p:nvSpPr>
        <p:spPr>
          <a:xfrm>
            <a:off x="5734685" y="3456940"/>
            <a:ext cx="74613"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399" name="Oval 12"/>
          <p:cNvSpPr/>
          <p:nvPr/>
        </p:nvSpPr>
        <p:spPr>
          <a:xfrm>
            <a:off x="5743258" y="1326833"/>
            <a:ext cx="74612"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400" name="Oval 12"/>
          <p:cNvSpPr/>
          <p:nvPr/>
        </p:nvSpPr>
        <p:spPr>
          <a:xfrm>
            <a:off x="6979285" y="1330008"/>
            <a:ext cx="74613"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401" name="Oval 12"/>
          <p:cNvSpPr/>
          <p:nvPr/>
        </p:nvSpPr>
        <p:spPr>
          <a:xfrm>
            <a:off x="5750243" y="2385060"/>
            <a:ext cx="74612"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402" name="Oval 12"/>
          <p:cNvSpPr/>
          <p:nvPr/>
        </p:nvSpPr>
        <p:spPr>
          <a:xfrm>
            <a:off x="6971983" y="2388553"/>
            <a:ext cx="74612"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403" name="Oval 12"/>
          <p:cNvSpPr/>
          <p:nvPr/>
        </p:nvSpPr>
        <p:spPr>
          <a:xfrm>
            <a:off x="6970078" y="3457575"/>
            <a:ext cx="74612"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p:cNvSpPr>
          <p:nvPr>
            <p:ph type="title"/>
          </p:nvPr>
        </p:nvSpPr>
        <p:spPr>
          <a:xfrm>
            <a:off x="461963" y="601663"/>
            <a:ext cx="4800600" cy="4000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边沿触发</a:t>
            </a:r>
            <a:r>
              <a:rPr lang="en-US" altLang="zh-CN" sz="2000" b="1" dirty="0">
                <a:solidFill>
                  <a:srgbClr val="C00000"/>
                </a:solidFill>
                <a:latin typeface="华文新魏" panose="02010800040101010101" pitchFamily="2" charset="-122"/>
                <a:ea typeface="华文新魏" panose="02010800040101010101" pitchFamily="2" charset="-122"/>
              </a:rPr>
              <a:t>D</a:t>
            </a:r>
            <a:r>
              <a:rPr lang="zh-CN" altLang="en-US" sz="2000" b="1" dirty="0">
                <a:solidFill>
                  <a:srgbClr val="C00000"/>
                </a:solidFill>
                <a:latin typeface="华文新魏" panose="02010800040101010101" pitchFamily="2" charset="-122"/>
                <a:ea typeface="华文新魏" panose="02010800040101010101" pitchFamily="2" charset="-122"/>
              </a:rPr>
              <a:t>触发器</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grpSp>
        <p:nvGrpSpPr>
          <p:cNvPr id="61443" name="Group 5"/>
          <p:cNvGrpSpPr/>
          <p:nvPr/>
        </p:nvGrpSpPr>
        <p:grpSpPr>
          <a:xfrm>
            <a:off x="4787265" y="555625"/>
            <a:ext cx="3392488" cy="3446463"/>
            <a:chOff x="3452" y="604"/>
            <a:chExt cx="2308" cy="3124"/>
          </a:xfrm>
        </p:grpSpPr>
        <p:sp>
          <p:nvSpPr>
            <p:cNvPr id="61447" name="AutoShape 9"/>
            <p:cNvSpPr/>
            <p:nvPr/>
          </p:nvSpPr>
          <p:spPr>
            <a:xfrm rot="-5400000">
              <a:off x="4024" y="1182"/>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48" name="Line 6"/>
            <p:cNvSpPr/>
            <p:nvPr/>
          </p:nvSpPr>
          <p:spPr>
            <a:xfrm rot="-5400000">
              <a:off x="4162" y="1548"/>
              <a:ext cx="161" cy="0"/>
            </a:xfrm>
            <a:prstGeom prst="line">
              <a:avLst/>
            </a:prstGeom>
            <a:ln w="19050" cap="flat" cmpd="sng">
              <a:solidFill>
                <a:schemeClr val="tx1"/>
              </a:solidFill>
              <a:prstDash val="solid"/>
              <a:headEnd type="none" w="med" len="med"/>
              <a:tailEnd type="none" w="med" len="med"/>
            </a:ln>
          </p:spPr>
        </p:sp>
        <p:sp>
          <p:nvSpPr>
            <p:cNvPr id="61449" name="Line 7"/>
            <p:cNvSpPr/>
            <p:nvPr/>
          </p:nvSpPr>
          <p:spPr>
            <a:xfrm rot="-5400000">
              <a:off x="4028" y="976"/>
              <a:ext cx="288" cy="0"/>
            </a:xfrm>
            <a:prstGeom prst="line">
              <a:avLst/>
            </a:prstGeom>
            <a:ln w="19050" cap="flat" cmpd="sng">
              <a:solidFill>
                <a:schemeClr val="tx1"/>
              </a:solidFill>
              <a:prstDash val="solid"/>
              <a:headEnd type="none" w="med" len="med"/>
              <a:tailEnd type="none" w="med" len="med"/>
            </a:ln>
          </p:spPr>
        </p:sp>
        <p:sp>
          <p:nvSpPr>
            <p:cNvPr id="61450" name="Line 8"/>
            <p:cNvSpPr/>
            <p:nvPr/>
          </p:nvSpPr>
          <p:spPr>
            <a:xfrm rot="-5400000">
              <a:off x="4000" y="1545"/>
              <a:ext cx="161" cy="0"/>
            </a:xfrm>
            <a:prstGeom prst="line">
              <a:avLst/>
            </a:prstGeom>
            <a:ln w="19050" cap="flat" cmpd="sng">
              <a:solidFill>
                <a:srgbClr val="C55A11"/>
              </a:solidFill>
              <a:prstDash val="solid"/>
              <a:headEnd type="none" w="med" len="med"/>
              <a:tailEnd type="none" w="med" len="med"/>
            </a:ln>
          </p:spPr>
        </p:sp>
        <p:sp>
          <p:nvSpPr>
            <p:cNvPr id="61451" name="Oval 10"/>
            <p:cNvSpPr/>
            <p:nvPr/>
          </p:nvSpPr>
          <p:spPr>
            <a:xfrm rot="-5400000">
              <a:off x="4137" y="1112"/>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52" name="Line 11"/>
            <p:cNvSpPr/>
            <p:nvPr/>
          </p:nvSpPr>
          <p:spPr>
            <a:xfrm rot="-5400000">
              <a:off x="4796" y="979"/>
              <a:ext cx="288" cy="0"/>
            </a:xfrm>
            <a:prstGeom prst="line">
              <a:avLst/>
            </a:prstGeom>
            <a:ln w="19050" cap="flat" cmpd="sng">
              <a:solidFill>
                <a:schemeClr val="tx1"/>
              </a:solidFill>
              <a:prstDash val="solid"/>
              <a:headEnd type="none" w="med" len="med"/>
              <a:tailEnd type="none" w="med" len="med"/>
            </a:ln>
          </p:spPr>
        </p:sp>
        <p:sp>
          <p:nvSpPr>
            <p:cNvPr id="61453" name="Line 12"/>
            <p:cNvSpPr/>
            <p:nvPr/>
          </p:nvSpPr>
          <p:spPr>
            <a:xfrm rot="-5400000">
              <a:off x="3948" y="1678"/>
              <a:ext cx="447" cy="0"/>
            </a:xfrm>
            <a:prstGeom prst="line">
              <a:avLst/>
            </a:prstGeom>
            <a:ln w="19050" cap="flat" cmpd="sng">
              <a:solidFill>
                <a:schemeClr val="tx1"/>
              </a:solidFill>
              <a:prstDash val="solid"/>
              <a:headEnd type="none" w="med" len="med"/>
              <a:tailEnd type="none" w="med" len="med"/>
            </a:ln>
          </p:spPr>
        </p:sp>
        <p:sp>
          <p:nvSpPr>
            <p:cNvPr id="61454" name="Line 13"/>
            <p:cNvSpPr/>
            <p:nvPr/>
          </p:nvSpPr>
          <p:spPr>
            <a:xfrm rot="-5400000">
              <a:off x="3949" y="2400"/>
              <a:ext cx="268" cy="0"/>
            </a:xfrm>
            <a:prstGeom prst="line">
              <a:avLst/>
            </a:prstGeom>
            <a:ln w="19050" cap="flat" cmpd="sng">
              <a:solidFill>
                <a:schemeClr val="tx1"/>
              </a:solidFill>
              <a:prstDash val="solid"/>
              <a:headEnd type="none" w="med" len="med"/>
              <a:tailEnd type="none" w="med" len="med"/>
            </a:ln>
          </p:spPr>
        </p:sp>
        <p:sp>
          <p:nvSpPr>
            <p:cNvPr id="61455" name="AutoShape 14"/>
            <p:cNvSpPr/>
            <p:nvPr/>
          </p:nvSpPr>
          <p:spPr>
            <a:xfrm rot="-5400000">
              <a:off x="4020" y="1981"/>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56" name="Oval 15"/>
            <p:cNvSpPr/>
            <p:nvPr/>
          </p:nvSpPr>
          <p:spPr>
            <a:xfrm rot="-5400000">
              <a:off x="4142" y="1904"/>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57" name="Line 16"/>
            <p:cNvSpPr/>
            <p:nvPr/>
          </p:nvSpPr>
          <p:spPr>
            <a:xfrm rot="-5400000">
              <a:off x="4736" y="2369"/>
              <a:ext cx="213" cy="0"/>
            </a:xfrm>
            <a:prstGeom prst="line">
              <a:avLst/>
            </a:prstGeom>
            <a:ln w="19050" cap="flat" cmpd="sng">
              <a:solidFill>
                <a:srgbClr val="C55A11"/>
              </a:solidFill>
              <a:prstDash val="solid"/>
              <a:headEnd type="none" w="med" len="med"/>
              <a:tailEnd type="none" w="med" len="med"/>
            </a:ln>
          </p:spPr>
        </p:sp>
        <p:sp>
          <p:nvSpPr>
            <p:cNvPr id="61458" name="AutoShape 17"/>
            <p:cNvSpPr/>
            <p:nvPr/>
          </p:nvSpPr>
          <p:spPr>
            <a:xfrm rot="-5400000">
              <a:off x="4788" y="1984"/>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59" name="Oval 18"/>
            <p:cNvSpPr/>
            <p:nvPr/>
          </p:nvSpPr>
          <p:spPr>
            <a:xfrm rot="-5400000">
              <a:off x="4910" y="1907"/>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60" name="Line 19"/>
            <p:cNvSpPr/>
            <p:nvPr/>
          </p:nvSpPr>
          <p:spPr>
            <a:xfrm rot="-5400000">
              <a:off x="4052" y="3191"/>
              <a:ext cx="238" cy="0"/>
            </a:xfrm>
            <a:prstGeom prst="line">
              <a:avLst/>
            </a:prstGeom>
            <a:ln w="19050" cap="flat" cmpd="sng">
              <a:solidFill>
                <a:srgbClr val="C55A11"/>
              </a:solidFill>
              <a:prstDash val="solid"/>
              <a:headEnd type="none" w="med" len="med"/>
              <a:tailEnd type="none" w="med" len="med"/>
            </a:ln>
          </p:spPr>
        </p:sp>
        <p:sp>
          <p:nvSpPr>
            <p:cNvPr id="61461" name="Line 20"/>
            <p:cNvSpPr/>
            <p:nvPr/>
          </p:nvSpPr>
          <p:spPr>
            <a:xfrm rot="-5400000">
              <a:off x="4000" y="3139"/>
              <a:ext cx="154" cy="0"/>
            </a:xfrm>
            <a:prstGeom prst="line">
              <a:avLst/>
            </a:prstGeom>
            <a:ln w="19050" cap="flat" cmpd="sng">
              <a:solidFill>
                <a:srgbClr val="00B050"/>
              </a:solidFill>
              <a:prstDash val="solid"/>
              <a:headEnd type="none" w="med" len="med"/>
              <a:tailEnd type="none" w="med" len="med"/>
            </a:ln>
          </p:spPr>
        </p:sp>
        <p:sp>
          <p:nvSpPr>
            <p:cNvPr id="61462" name="AutoShape 21"/>
            <p:cNvSpPr/>
            <p:nvPr/>
          </p:nvSpPr>
          <p:spPr>
            <a:xfrm rot="-5400000">
              <a:off x="4020" y="2787"/>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63" name="Oval 22"/>
            <p:cNvSpPr/>
            <p:nvPr/>
          </p:nvSpPr>
          <p:spPr>
            <a:xfrm rot="-5400000">
              <a:off x="4138" y="2707"/>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64" name="Line 23"/>
            <p:cNvSpPr/>
            <p:nvPr/>
          </p:nvSpPr>
          <p:spPr>
            <a:xfrm rot="-5400000">
              <a:off x="4799" y="3204"/>
              <a:ext cx="275" cy="0"/>
            </a:xfrm>
            <a:prstGeom prst="line">
              <a:avLst/>
            </a:prstGeom>
            <a:ln w="19050" cap="flat" cmpd="sng">
              <a:solidFill>
                <a:srgbClr val="C55A11"/>
              </a:solidFill>
              <a:prstDash val="solid"/>
              <a:headEnd type="none" w="med" len="med"/>
              <a:tailEnd type="none" w="med" len="med"/>
            </a:ln>
          </p:spPr>
        </p:sp>
        <p:sp>
          <p:nvSpPr>
            <p:cNvPr id="61465" name="Line 24"/>
            <p:cNvSpPr/>
            <p:nvPr/>
          </p:nvSpPr>
          <p:spPr>
            <a:xfrm rot="-5400000">
              <a:off x="4767" y="3149"/>
              <a:ext cx="154" cy="0"/>
            </a:xfrm>
            <a:prstGeom prst="line">
              <a:avLst/>
            </a:prstGeom>
            <a:ln w="19050" cap="flat" cmpd="sng">
              <a:solidFill>
                <a:schemeClr val="tx1"/>
              </a:solidFill>
              <a:prstDash val="solid"/>
              <a:headEnd type="none" w="med" len="med"/>
              <a:tailEnd type="none" w="med" len="med"/>
            </a:ln>
          </p:spPr>
        </p:sp>
        <p:sp>
          <p:nvSpPr>
            <p:cNvPr id="61466" name="Line 25"/>
            <p:cNvSpPr/>
            <p:nvPr/>
          </p:nvSpPr>
          <p:spPr>
            <a:xfrm rot="-5400000">
              <a:off x="4760" y="1547"/>
              <a:ext cx="161" cy="0"/>
            </a:xfrm>
            <a:prstGeom prst="line">
              <a:avLst/>
            </a:prstGeom>
            <a:ln w="19050" cap="flat" cmpd="sng">
              <a:solidFill>
                <a:schemeClr val="tx1"/>
              </a:solidFill>
              <a:prstDash val="solid"/>
              <a:headEnd type="none" w="med" len="med"/>
              <a:tailEnd type="none" w="med" len="med"/>
            </a:ln>
          </p:spPr>
        </p:sp>
        <p:sp>
          <p:nvSpPr>
            <p:cNvPr id="61467" name="Line 26"/>
            <p:cNvSpPr/>
            <p:nvPr/>
          </p:nvSpPr>
          <p:spPr>
            <a:xfrm>
              <a:off x="4248" y="1632"/>
              <a:ext cx="152" cy="0"/>
            </a:xfrm>
            <a:prstGeom prst="line">
              <a:avLst/>
            </a:prstGeom>
            <a:ln w="19050" cap="flat" cmpd="sng">
              <a:solidFill>
                <a:schemeClr val="tx1"/>
              </a:solidFill>
              <a:prstDash val="solid"/>
              <a:headEnd type="none" w="med" len="med"/>
              <a:tailEnd type="none" w="med" len="med"/>
            </a:ln>
          </p:spPr>
        </p:sp>
        <p:sp>
          <p:nvSpPr>
            <p:cNvPr id="61468" name="Line 27"/>
            <p:cNvSpPr/>
            <p:nvPr/>
          </p:nvSpPr>
          <p:spPr>
            <a:xfrm>
              <a:off x="4703" y="1632"/>
              <a:ext cx="141" cy="0"/>
            </a:xfrm>
            <a:prstGeom prst="line">
              <a:avLst/>
            </a:prstGeom>
            <a:ln w="19050" cap="flat" cmpd="sng">
              <a:solidFill>
                <a:schemeClr val="tx1"/>
              </a:solidFill>
              <a:prstDash val="solid"/>
              <a:headEnd type="none" w="med" len="med"/>
              <a:tailEnd type="none" w="med" len="med"/>
            </a:ln>
          </p:spPr>
        </p:sp>
        <p:sp>
          <p:nvSpPr>
            <p:cNvPr id="61469" name="Line 28"/>
            <p:cNvSpPr/>
            <p:nvPr/>
          </p:nvSpPr>
          <p:spPr>
            <a:xfrm>
              <a:off x="4172" y="1008"/>
              <a:ext cx="209" cy="0"/>
            </a:xfrm>
            <a:prstGeom prst="line">
              <a:avLst/>
            </a:prstGeom>
            <a:ln w="19050" cap="flat" cmpd="sng">
              <a:solidFill>
                <a:schemeClr val="tx1"/>
              </a:solidFill>
              <a:prstDash val="solid"/>
              <a:headEnd type="none" w="med" len="med"/>
              <a:tailEnd type="none" w="med" len="med"/>
            </a:ln>
          </p:spPr>
        </p:sp>
        <p:sp>
          <p:nvSpPr>
            <p:cNvPr id="61470" name="Line 29"/>
            <p:cNvSpPr/>
            <p:nvPr/>
          </p:nvSpPr>
          <p:spPr>
            <a:xfrm>
              <a:off x="4384" y="1008"/>
              <a:ext cx="326" cy="630"/>
            </a:xfrm>
            <a:prstGeom prst="line">
              <a:avLst/>
            </a:prstGeom>
            <a:ln w="19050" cap="flat" cmpd="sng">
              <a:solidFill>
                <a:schemeClr val="tx1"/>
              </a:solidFill>
              <a:prstDash val="solid"/>
              <a:headEnd type="none" w="med" len="med"/>
              <a:tailEnd type="none" w="med" len="med"/>
            </a:ln>
          </p:spPr>
        </p:sp>
        <p:sp>
          <p:nvSpPr>
            <p:cNvPr id="61471" name="Line 30"/>
            <p:cNvSpPr/>
            <p:nvPr/>
          </p:nvSpPr>
          <p:spPr>
            <a:xfrm flipH="1">
              <a:off x="4392" y="1008"/>
              <a:ext cx="340" cy="630"/>
            </a:xfrm>
            <a:prstGeom prst="line">
              <a:avLst/>
            </a:prstGeom>
            <a:ln w="19050" cap="flat" cmpd="sng">
              <a:solidFill>
                <a:schemeClr val="tx1"/>
              </a:solidFill>
              <a:prstDash val="solid"/>
              <a:headEnd type="none" w="med" len="med"/>
              <a:tailEnd type="none" w="med" len="med"/>
            </a:ln>
          </p:spPr>
        </p:sp>
        <p:sp>
          <p:nvSpPr>
            <p:cNvPr id="61472" name="Line 31"/>
            <p:cNvSpPr/>
            <p:nvPr/>
          </p:nvSpPr>
          <p:spPr>
            <a:xfrm>
              <a:off x="3654" y="1632"/>
              <a:ext cx="428" cy="0"/>
            </a:xfrm>
            <a:prstGeom prst="line">
              <a:avLst/>
            </a:prstGeom>
            <a:ln w="19050" cap="flat" cmpd="sng">
              <a:solidFill>
                <a:srgbClr val="C55A11"/>
              </a:solidFill>
              <a:prstDash val="solid"/>
              <a:headEnd type="none" w="med" len="med"/>
              <a:tailEnd type="none" w="med" len="med"/>
            </a:ln>
          </p:spPr>
        </p:sp>
        <p:sp>
          <p:nvSpPr>
            <p:cNvPr id="61473" name="Line 32"/>
            <p:cNvSpPr/>
            <p:nvPr/>
          </p:nvSpPr>
          <p:spPr>
            <a:xfrm rot="-5400000">
              <a:off x="4713" y="1678"/>
              <a:ext cx="447" cy="0"/>
            </a:xfrm>
            <a:prstGeom prst="line">
              <a:avLst/>
            </a:prstGeom>
            <a:ln w="19050" cap="flat" cmpd="sng">
              <a:solidFill>
                <a:schemeClr val="tx1"/>
              </a:solidFill>
              <a:prstDash val="solid"/>
              <a:headEnd type="none" w="med" len="med"/>
              <a:tailEnd type="none" w="med" len="med"/>
            </a:ln>
          </p:spPr>
        </p:sp>
        <p:sp>
          <p:nvSpPr>
            <p:cNvPr id="61474" name="Line 33"/>
            <p:cNvSpPr/>
            <p:nvPr/>
          </p:nvSpPr>
          <p:spPr>
            <a:xfrm rot="-5400000" flipV="1">
              <a:off x="4946" y="1538"/>
              <a:ext cx="170" cy="6"/>
            </a:xfrm>
            <a:prstGeom prst="line">
              <a:avLst/>
            </a:prstGeom>
            <a:ln w="19050" cap="flat" cmpd="sng">
              <a:solidFill>
                <a:srgbClr val="C55A11"/>
              </a:solidFill>
              <a:prstDash val="solid"/>
              <a:headEnd type="none" w="med" len="med"/>
              <a:tailEnd type="none" w="med" len="med"/>
            </a:ln>
          </p:spPr>
        </p:sp>
        <p:sp>
          <p:nvSpPr>
            <p:cNvPr id="61475" name="Line 34"/>
            <p:cNvSpPr/>
            <p:nvPr/>
          </p:nvSpPr>
          <p:spPr>
            <a:xfrm>
              <a:off x="5032" y="1618"/>
              <a:ext cx="384" cy="0"/>
            </a:xfrm>
            <a:prstGeom prst="line">
              <a:avLst/>
            </a:prstGeom>
            <a:ln w="19050" cap="flat" cmpd="sng">
              <a:solidFill>
                <a:srgbClr val="C55A11"/>
              </a:solidFill>
              <a:prstDash val="solid"/>
              <a:headEnd type="none" w="med" len="med"/>
              <a:tailEnd type="none" w="med" len="med"/>
            </a:ln>
          </p:spPr>
        </p:sp>
        <p:sp>
          <p:nvSpPr>
            <p:cNvPr id="61476" name="Oval 35"/>
            <p:cNvSpPr/>
            <p:nvPr/>
          </p:nvSpPr>
          <p:spPr>
            <a:xfrm>
              <a:off x="4147" y="261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77" name="Oval 36"/>
            <p:cNvSpPr/>
            <p:nvPr/>
          </p:nvSpPr>
          <p:spPr>
            <a:xfrm>
              <a:off x="4152"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78" name="Text Box 37"/>
            <p:cNvSpPr txBox="1"/>
            <p:nvPr/>
          </p:nvSpPr>
          <p:spPr>
            <a:xfrm>
              <a:off x="4854" y="1989"/>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3</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79" name="Text Box 38"/>
            <p:cNvSpPr txBox="1"/>
            <p:nvPr/>
          </p:nvSpPr>
          <p:spPr>
            <a:xfrm>
              <a:off x="4076" y="1175"/>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2</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80" name="Text Box 39"/>
            <p:cNvSpPr txBox="1"/>
            <p:nvPr/>
          </p:nvSpPr>
          <p:spPr>
            <a:xfrm>
              <a:off x="4076" y="1989"/>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4</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81" name="Text Box 40"/>
            <p:cNvSpPr txBox="1"/>
            <p:nvPr/>
          </p:nvSpPr>
          <p:spPr>
            <a:xfrm>
              <a:off x="4076" y="2795"/>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6</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82" name="Line 41"/>
            <p:cNvSpPr/>
            <p:nvPr/>
          </p:nvSpPr>
          <p:spPr>
            <a:xfrm rot="-5400000">
              <a:off x="3945" y="2479"/>
              <a:ext cx="447" cy="0"/>
            </a:xfrm>
            <a:prstGeom prst="line">
              <a:avLst/>
            </a:prstGeom>
            <a:ln w="19050" cap="flat" cmpd="sng">
              <a:solidFill>
                <a:schemeClr val="tx1"/>
              </a:solidFill>
              <a:prstDash val="solid"/>
              <a:headEnd type="none" w="med" len="med"/>
              <a:tailEnd type="none" w="med" len="med"/>
            </a:ln>
          </p:spPr>
        </p:sp>
        <p:sp>
          <p:nvSpPr>
            <p:cNvPr id="61483" name="Line 42"/>
            <p:cNvSpPr/>
            <p:nvPr/>
          </p:nvSpPr>
          <p:spPr>
            <a:xfrm rot="-5400000">
              <a:off x="4713" y="2486"/>
              <a:ext cx="447" cy="0"/>
            </a:xfrm>
            <a:prstGeom prst="line">
              <a:avLst/>
            </a:prstGeom>
            <a:ln w="19050" cap="flat" cmpd="sng">
              <a:solidFill>
                <a:schemeClr val="tx1"/>
              </a:solidFill>
              <a:prstDash val="solid"/>
              <a:headEnd type="none" w="med" len="med"/>
              <a:tailEnd type="none" w="med" len="med"/>
            </a:ln>
          </p:spPr>
        </p:sp>
        <p:sp>
          <p:nvSpPr>
            <p:cNvPr id="61484" name="Line 43"/>
            <p:cNvSpPr/>
            <p:nvPr/>
          </p:nvSpPr>
          <p:spPr>
            <a:xfrm rot="-5400000">
              <a:off x="4174" y="2333"/>
              <a:ext cx="161" cy="0"/>
            </a:xfrm>
            <a:prstGeom prst="line">
              <a:avLst/>
            </a:prstGeom>
            <a:ln w="19050" cap="flat" cmpd="sng">
              <a:solidFill>
                <a:srgbClr val="00B050"/>
              </a:solidFill>
              <a:prstDash val="solid"/>
              <a:headEnd type="none" w="med" len="med"/>
              <a:tailEnd type="none" w="med" len="med"/>
            </a:ln>
          </p:spPr>
        </p:sp>
        <p:sp>
          <p:nvSpPr>
            <p:cNvPr id="61485" name="Line 44"/>
            <p:cNvSpPr/>
            <p:nvPr/>
          </p:nvSpPr>
          <p:spPr>
            <a:xfrm>
              <a:off x="4258" y="2420"/>
              <a:ext cx="141" cy="0"/>
            </a:xfrm>
            <a:prstGeom prst="line">
              <a:avLst/>
            </a:prstGeom>
            <a:ln w="19050" cap="flat" cmpd="sng">
              <a:solidFill>
                <a:srgbClr val="00B050"/>
              </a:solidFill>
              <a:prstDash val="solid"/>
              <a:headEnd type="none" w="med" len="med"/>
              <a:tailEnd type="none" w="med" len="med"/>
            </a:ln>
          </p:spPr>
        </p:sp>
        <p:sp>
          <p:nvSpPr>
            <p:cNvPr id="61486" name="Line 45"/>
            <p:cNvSpPr/>
            <p:nvPr/>
          </p:nvSpPr>
          <p:spPr>
            <a:xfrm>
              <a:off x="4713" y="1796"/>
              <a:ext cx="450" cy="1"/>
            </a:xfrm>
            <a:prstGeom prst="line">
              <a:avLst/>
            </a:prstGeom>
            <a:ln w="19050" cap="flat" cmpd="sng">
              <a:solidFill>
                <a:srgbClr val="00B050"/>
              </a:solidFill>
              <a:prstDash val="solid"/>
              <a:headEnd type="none" w="med" len="med"/>
              <a:tailEnd type="none" w="med" len="med"/>
            </a:ln>
          </p:spPr>
        </p:sp>
        <p:sp>
          <p:nvSpPr>
            <p:cNvPr id="61487" name="Line 46"/>
            <p:cNvSpPr/>
            <p:nvPr/>
          </p:nvSpPr>
          <p:spPr>
            <a:xfrm flipH="1">
              <a:off x="4382" y="1796"/>
              <a:ext cx="340" cy="630"/>
            </a:xfrm>
            <a:prstGeom prst="line">
              <a:avLst/>
            </a:prstGeom>
            <a:ln w="19050" cap="flat" cmpd="sng">
              <a:solidFill>
                <a:srgbClr val="00B050"/>
              </a:solidFill>
              <a:prstDash val="solid"/>
              <a:headEnd type="none" w="med" len="med"/>
              <a:tailEnd type="none" w="med" len="med"/>
            </a:ln>
          </p:spPr>
        </p:sp>
        <p:sp>
          <p:nvSpPr>
            <p:cNvPr id="61488" name="Line 47"/>
            <p:cNvSpPr/>
            <p:nvPr/>
          </p:nvSpPr>
          <p:spPr>
            <a:xfrm rot="-5400000">
              <a:off x="4891" y="2400"/>
              <a:ext cx="268" cy="0"/>
            </a:xfrm>
            <a:prstGeom prst="line">
              <a:avLst/>
            </a:prstGeom>
            <a:ln w="19050" cap="flat" cmpd="sng">
              <a:solidFill>
                <a:schemeClr val="tx1"/>
              </a:solidFill>
              <a:prstDash val="solid"/>
              <a:headEnd type="none" w="med" len="med"/>
              <a:tailEnd type="none" w="med" len="med"/>
            </a:ln>
          </p:spPr>
        </p:sp>
        <p:sp>
          <p:nvSpPr>
            <p:cNvPr id="61489" name="Line 48"/>
            <p:cNvSpPr/>
            <p:nvPr/>
          </p:nvSpPr>
          <p:spPr>
            <a:xfrm>
              <a:off x="4086" y="2534"/>
              <a:ext cx="1322" cy="0"/>
            </a:xfrm>
            <a:prstGeom prst="line">
              <a:avLst/>
            </a:prstGeom>
            <a:ln w="19050" cap="flat" cmpd="sng">
              <a:solidFill>
                <a:schemeClr val="tx1"/>
              </a:solidFill>
              <a:prstDash val="solid"/>
              <a:headEnd type="none" w="med" len="med"/>
              <a:tailEnd type="none" w="med" len="med"/>
            </a:ln>
          </p:spPr>
        </p:sp>
        <p:sp>
          <p:nvSpPr>
            <p:cNvPr id="61490" name="Line 49"/>
            <p:cNvSpPr/>
            <p:nvPr/>
          </p:nvSpPr>
          <p:spPr>
            <a:xfrm>
              <a:off x="3798" y="2486"/>
              <a:ext cx="1056" cy="0"/>
            </a:xfrm>
            <a:prstGeom prst="line">
              <a:avLst/>
            </a:prstGeom>
            <a:ln w="19050" cap="flat" cmpd="sng">
              <a:solidFill>
                <a:srgbClr val="C55A11"/>
              </a:solidFill>
              <a:prstDash val="solid"/>
              <a:headEnd type="none" w="med" len="med"/>
              <a:tailEnd type="none" w="med" len="med"/>
            </a:ln>
          </p:spPr>
        </p:sp>
        <p:sp>
          <p:nvSpPr>
            <p:cNvPr id="61491" name="Line 50"/>
            <p:cNvSpPr/>
            <p:nvPr/>
          </p:nvSpPr>
          <p:spPr>
            <a:xfrm>
              <a:off x="3782" y="1650"/>
              <a:ext cx="0" cy="1675"/>
            </a:xfrm>
            <a:prstGeom prst="line">
              <a:avLst/>
            </a:prstGeom>
            <a:ln w="19050" cap="flat" cmpd="sng">
              <a:solidFill>
                <a:srgbClr val="C55A11"/>
              </a:solidFill>
              <a:prstDash val="solid"/>
              <a:headEnd type="none" w="med" len="med"/>
              <a:tailEnd type="none" w="med" len="med"/>
            </a:ln>
          </p:spPr>
        </p:sp>
        <p:sp>
          <p:nvSpPr>
            <p:cNvPr id="61492" name="Oval 51"/>
            <p:cNvSpPr/>
            <p:nvPr/>
          </p:nvSpPr>
          <p:spPr>
            <a:xfrm>
              <a:off x="3756" y="1612"/>
              <a:ext cx="48" cy="48"/>
            </a:xfrm>
            <a:prstGeom prst="ellipse">
              <a:avLst/>
            </a:prstGeom>
            <a:solidFill>
              <a:srgbClr val="FF9900"/>
            </a:solidFill>
            <a:ln w="19050" cap="flat" cmpd="sng">
              <a:solidFill>
                <a:srgbClr val="C55A1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93" name="Oval 52"/>
            <p:cNvSpPr/>
            <p:nvPr/>
          </p:nvSpPr>
          <p:spPr>
            <a:xfrm>
              <a:off x="3756" y="2455"/>
              <a:ext cx="48" cy="48"/>
            </a:xfrm>
            <a:prstGeom prst="ellipse">
              <a:avLst/>
            </a:prstGeom>
            <a:solidFill>
              <a:schemeClr val="tx1"/>
            </a:solidFill>
            <a:ln w="19050" cap="flat" cmpd="sng">
              <a:solidFill>
                <a:srgbClr val="C55A1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94" name="Line 53"/>
            <p:cNvSpPr/>
            <p:nvPr/>
          </p:nvSpPr>
          <p:spPr>
            <a:xfrm>
              <a:off x="3884" y="1824"/>
              <a:ext cx="0" cy="1394"/>
            </a:xfrm>
            <a:prstGeom prst="line">
              <a:avLst/>
            </a:prstGeom>
            <a:ln w="19050" cap="flat" cmpd="sng">
              <a:solidFill>
                <a:srgbClr val="00B050"/>
              </a:solidFill>
              <a:prstDash val="solid"/>
              <a:headEnd type="none" w="med" len="med"/>
              <a:tailEnd type="none" w="med" len="med"/>
            </a:ln>
          </p:spPr>
        </p:sp>
        <p:sp>
          <p:nvSpPr>
            <p:cNvPr id="61495" name="Line 54"/>
            <p:cNvSpPr/>
            <p:nvPr/>
          </p:nvSpPr>
          <p:spPr>
            <a:xfrm>
              <a:off x="3884" y="1824"/>
              <a:ext cx="288" cy="0"/>
            </a:xfrm>
            <a:prstGeom prst="line">
              <a:avLst/>
            </a:prstGeom>
            <a:ln w="19050" cap="flat" cmpd="sng">
              <a:solidFill>
                <a:srgbClr val="00B050"/>
              </a:solidFill>
              <a:prstDash val="solid"/>
              <a:headEnd type="none" w="med" len="med"/>
              <a:tailEnd type="none" w="med" len="med"/>
            </a:ln>
          </p:spPr>
        </p:sp>
        <p:sp>
          <p:nvSpPr>
            <p:cNvPr id="61496" name="Oval 55"/>
            <p:cNvSpPr/>
            <p:nvPr/>
          </p:nvSpPr>
          <p:spPr>
            <a:xfrm>
              <a:off x="4152" y="179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97" name="Line 56"/>
            <p:cNvSpPr/>
            <p:nvPr/>
          </p:nvSpPr>
          <p:spPr>
            <a:xfrm>
              <a:off x="3884" y="3216"/>
              <a:ext cx="192" cy="0"/>
            </a:xfrm>
            <a:prstGeom prst="line">
              <a:avLst/>
            </a:prstGeom>
            <a:ln w="19050" cap="flat" cmpd="sng">
              <a:solidFill>
                <a:srgbClr val="00B050"/>
              </a:solidFill>
              <a:prstDash val="solid"/>
              <a:headEnd type="none" w="med" len="med"/>
              <a:tailEnd type="none" w="med" len="med"/>
            </a:ln>
          </p:spPr>
        </p:sp>
        <p:sp>
          <p:nvSpPr>
            <p:cNvPr id="61498" name="Oval 57"/>
            <p:cNvSpPr/>
            <p:nvPr/>
          </p:nvSpPr>
          <p:spPr>
            <a:xfrm>
              <a:off x="4998" y="251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99" name="Line 58"/>
            <p:cNvSpPr/>
            <p:nvPr/>
          </p:nvSpPr>
          <p:spPr>
            <a:xfrm>
              <a:off x="3788" y="3312"/>
              <a:ext cx="384" cy="0"/>
            </a:xfrm>
            <a:prstGeom prst="line">
              <a:avLst/>
            </a:prstGeom>
            <a:ln w="19050" cap="flat" cmpd="sng">
              <a:solidFill>
                <a:srgbClr val="C55A11"/>
              </a:solidFill>
              <a:prstDash val="solid"/>
              <a:headEnd type="none" w="med" len="med"/>
              <a:tailEnd type="none" w="med" len="med"/>
            </a:ln>
          </p:spPr>
        </p:sp>
        <p:sp>
          <p:nvSpPr>
            <p:cNvPr id="61500" name="Line 59"/>
            <p:cNvSpPr/>
            <p:nvPr/>
          </p:nvSpPr>
          <p:spPr>
            <a:xfrm>
              <a:off x="4258" y="3072"/>
              <a:ext cx="0" cy="347"/>
            </a:xfrm>
            <a:prstGeom prst="line">
              <a:avLst/>
            </a:prstGeom>
            <a:ln w="19050" cap="flat" cmpd="sng">
              <a:solidFill>
                <a:schemeClr val="tx1"/>
              </a:solidFill>
              <a:prstDash val="solid"/>
              <a:headEnd type="none" w="med" len="med"/>
              <a:tailEnd type="none" w="med" len="med"/>
            </a:ln>
          </p:spPr>
        </p:sp>
        <p:sp>
          <p:nvSpPr>
            <p:cNvPr id="61501" name="Line 60"/>
            <p:cNvSpPr/>
            <p:nvPr/>
          </p:nvSpPr>
          <p:spPr>
            <a:xfrm>
              <a:off x="5158" y="1784"/>
              <a:ext cx="0" cy="1440"/>
            </a:xfrm>
            <a:prstGeom prst="line">
              <a:avLst/>
            </a:prstGeom>
            <a:ln w="19050" cap="flat" cmpd="sng">
              <a:solidFill>
                <a:srgbClr val="00B050"/>
              </a:solidFill>
              <a:prstDash val="solid"/>
              <a:headEnd type="none" w="med" len="med"/>
              <a:tailEnd type="none" w="med" len="med"/>
            </a:ln>
          </p:spPr>
        </p:sp>
        <p:sp>
          <p:nvSpPr>
            <p:cNvPr id="61502" name="Line 61"/>
            <p:cNvSpPr/>
            <p:nvPr/>
          </p:nvSpPr>
          <p:spPr>
            <a:xfrm rot="-5400000">
              <a:off x="4951" y="3139"/>
              <a:ext cx="154" cy="0"/>
            </a:xfrm>
            <a:prstGeom prst="line">
              <a:avLst/>
            </a:prstGeom>
            <a:ln w="19050" cap="flat" cmpd="sng">
              <a:solidFill>
                <a:srgbClr val="00B050"/>
              </a:solidFill>
              <a:prstDash val="solid"/>
              <a:headEnd type="none" w="med" len="med"/>
              <a:tailEnd type="none" w="med" len="med"/>
            </a:ln>
          </p:spPr>
        </p:sp>
        <p:sp>
          <p:nvSpPr>
            <p:cNvPr id="61503" name="Line 62"/>
            <p:cNvSpPr/>
            <p:nvPr/>
          </p:nvSpPr>
          <p:spPr>
            <a:xfrm flipV="1">
              <a:off x="5028" y="3217"/>
              <a:ext cx="126" cy="1"/>
            </a:xfrm>
            <a:prstGeom prst="line">
              <a:avLst/>
            </a:prstGeom>
            <a:ln w="19050" cap="flat" cmpd="sng">
              <a:solidFill>
                <a:srgbClr val="00B050"/>
              </a:solidFill>
              <a:prstDash val="solid"/>
              <a:headEnd type="none" w="med" len="med"/>
              <a:tailEnd type="none" w="med" len="med"/>
            </a:ln>
          </p:spPr>
        </p:sp>
        <p:sp>
          <p:nvSpPr>
            <p:cNvPr id="61504" name="Line 63"/>
            <p:cNvSpPr/>
            <p:nvPr/>
          </p:nvSpPr>
          <p:spPr>
            <a:xfrm>
              <a:off x="5248" y="1632"/>
              <a:ext cx="0" cy="1716"/>
            </a:xfrm>
            <a:prstGeom prst="line">
              <a:avLst/>
            </a:prstGeom>
            <a:ln w="19050" cap="flat" cmpd="sng">
              <a:solidFill>
                <a:srgbClr val="C55A11"/>
              </a:solidFill>
              <a:prstDash val="solid"/>
              <a:headEnd type="none" w="med" len="med"/>
              <a:tailEnd type="none" w="med" len="med"/>
            </a:ln>
          </p:spPr>
        </p:sp>
        <p:sp>
          <p:nvSpPr>
            <p:cNvPr id="61505" name="Oval 64"/>
            <p:cNvSpPr/>
            <p:nvPr/>
          </p:nvSpPr>
          <p:spPr>
            <a:xfrm>
              <a:off x="5223" y="1594"/>
              <a:ext cx="48" cy="48"/>
            </a:xfrm>
            <a:prstGeom prst="ellipse">
              <a:avLst/>
            </a:prstGeom>
            <a:solidFill>
              <a:schemeClr val="accent2"/>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06" name="Line 65"/>
            <p:cNvSpPr/>
            <p:nvPr/>
          </p:nvSpPr>
          <p:spPr>
            <a:xfrm>
              <a:off x="4940" y="3354"/>
              <a:ext cx="311" cy="0"/>
            </a:xfrm>
            <a:prstGeom prst="line">
              <a:avLst/>
            </a:prstGeom>
            <a:ln w="19050" cap="flat" cmpd="sng">
              <a:solidFill>
                <a:srgbClr val="C55A11"/>
              </a:solidFill>
              <a:prstDash val="solid"/>
              <a:headEnd type="none" w="med" len="med"/>
              <a:tailEnd type="none" w="med" len="med"/>
            </a:ln>
          </p:spPr>
        </p:sp>
        <p:sp>
          <p:nvSpPr>
            <p:cNvPr id="61507" name="Oval 66"/>
            <p:cNvSpPr/>
            <p:nvPr/>
          </p:nvSpPr>
          <p:spPr>
            <a:xfrm>
              <a:off x="4912" y="176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08" name="Line 67"/>
            <p:cNvSpPr/>
            <p:nvPr/>
          </p:nvSpPr>
          <p:spPr>
            <a:xfrm>
              <a:off x="4172" y="2640"/>
              <a:ext cx="209" cy="0"/>
            </a:xfrm>
            <a:prstGeom prst="line">
              <a:avLst/>
            </a:prstGeom>
            <a:ln w="19050" cap="flat" cmpd="sng">
              <a:solidFill>
                <a:schemeClr val="tx1"/>
              </a:solidFill>
              <a:prstDash val="solid"/>
              <a:headEnd type="none" w="med" len="med"/>
              <a:tailEnd type="none" w="med" len="med"/>
            </a:ln>
          </p:spPr>
        </p:sp>
        <p:sp>
          <p:nvSpPr>
            <p:cNvPr id="61509" name="Line 68"/>
            <p:cNvSpPr/>
            <p:nvPr/>
          </p:nvSpPr>
          <p:spPr>
            <a:xfrm>
              <a:off x="4690" y="3226"/>
              <a:ext cx="152" cy="0"/>
            </a:xfrm>
            <a:prstGeom prst="line">
              <a:avLst/>
            </a:prstGeom>
            <a:ln w="19050" cap="flat" cmpd="sng">
              <a:solidFill>
                <a:schemeClr val="tx1"/>
              </a:solidFill>
              <a:prstDash val="solid"/>
              <a:headEnd type="none" w="med" len="med"/>
              <a:tailEnd type="none" w="med" len="med"/>
            </a:ln>
          </p:spPr>
        </p:sp>
        <p:sp>
          <p:nvSpPr>
            <p:cNvPr id="61510" name="Line 69"/>
            <p:cNvSpPr/>
            <p:nvPr/>
          </p:nvSpPr>
          <p:spPr>
            <a:xfrm>
              <a:off x="4374" y="2640"/>
              <a:ext cx="326" cy="598"/>
            </a:xfrm>
            <a:prstGeom prst="line">
              <a:avLst/>
            </a:prstGeom>
            <a:ln w="19050" cap="flat" cmpd="sng">
              <a:solidFill>
                <a:schemeClr val="tx1"/>
              </a:solidFill>
              <a:prstDash val="solid"/>
              <a:headEnd type="none" w="med" len="med"/>
              <a:tailEnd type="none" w="med" len="med"/>
            </a:ln>
          </p:spPr>
        </p:sp>
        <p:sp>
          <p:nvSpPr>
            <p:cNvPr id="61511" name="Text Box 70"/>
            <p:cNvSpPr txBox="1"/>
            <p:nvPr/>
          </p:nvSpPr>
          <p:spPr>
            <a:xfrm>
              <a:off x="4873" y="604"/>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1512" name="Text Box 71"/>
            <p:cNvSpPr txBox="1"/>
            <p:nvPr/>
          </p:nvSpPr>
          <p:spPr>
            <a:xfrm>
              <a:off x="4048" y="604"/>
              <a:ext cx="336"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1513" name="Text Box 72"/>
            <p:cNvSpPr txBox="1"/>
            <p:nvPr/>
          </p:nvSpPr>
          <p:spPr>
            <a:xfrm>
              <a:off x="5280" y="1337"/>
              <a:ext cx="48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rgbClr val="C55A11"/>
                  </a:solidFill>
                  <a:latin typeface="黑体" panose="02010609060101010101" pitchFamily="49" charset="-122"/>
                  <a:ea typeface="黑体" panose="02010609060101010101" pitchFamily="49" charset="-122"/>
                </a:rPr>
                <a:t>/PR</a:t>
              </a:r>
              <a:endParaRPr lang="en-US" altLang="zh-CN" sz="1800" dirty="0">
                <a:solidFill>
                  <a:srgbClr val="C55A11"/>
                </a:solidFill>
                <a:latin typeface="黑体" panose="02010609060101010101" pitchFamily="49" charset="-122"/>
                <a:ea typeface="黑体" panose="02010609060101010101" pitchFamily="49" charset="-122"/>
              </a:endParaRPr>
            </a:p>
          </p:txBody>
        </p:sp>
        <p:sp>
          <p:nvSpPr>
            <p:cNvPr id="61514" name="Text Box 73"/>
            <p:cNvSpPr txBox="1"/>
            <p:nvPr/>
          </p:nvSpPr>
          <p:spPr>
            <a:xfrm>
              <a:off x="3452" y="1327"/>
              <a:ext cx="48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rgbClr val="C55A11"/>
                  </a:solidFill>
                  <a:latin typeface="黑体" panose="02010609060101010101" pitchFamily="49" charset="-122"/>
                  <a:ea typeface="黑体" panose="02010609060101010101" pitchFamily="49" charset="-122"/>
                </a:rPr>
                <a:t>/CLR</a:t>
              </a:r>
              <a:endParaRPr lang="en-US" altLang="zh-CN" sz="1800" dirty="0">
                <a:solidFill>
                  <a:srgbClr val="C55A11"/>
                </a:solidFill>
                <a:latin typeface="黑体" panose="02010609060101010101" pitchFamily="49" charset="-122"/>
                <a:ea typeface="黑体" panose="02010609060101010101" pitchFamily="49" charset="-122"/>
              </a:endParaRPr>
            </a:p>
          </p:txBody>
        </p:sp>
        <p:sp>
          <p:nvSpPr>
            <p:cNvPr id="61515" name="Text Box 74"/>
            <p:cNvSpPr txBox="1"/>
            <p:nvPr/>
          </p:nvSpPr>
          <p:spPr>
            <a:xfrm>
              <a:off x="5276" y="2241"/>
              <a:ext cx="48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1516" name="Text Box 75"/>
            <p:cNvSpPr txBox="1"/>
            <p:nvPr/>
          </p:nvSpPr>
          <p:spPr>
            <a:xfrm>
              <a:off x="4154" y="3396"/>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1517" name="Text Box 76"/>
            <p:cNvSpPr txBox="1"/>
            <p:nvPr/>
          </p:nvSpPr>
          <p:spPr>
            <a:xfrm>
              <a:off x="4416" y="1862"/>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518" name="Text Box 77"/>
            <p:cNvSpPr txBox="1"/>
            <p:nvPr/>
          </p:nvSpPr>
          <p:spPr>
            <a:xfrm>
              <a:off x="4992" y="2544"/>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519" name="Text Box 78"/>
            <p:cNvSpPr txBox="1"/>
            <p:nvPr/>
          </p:nvSpPr>
          <p:spPr>
            <a:xfrm>
              <a:off x="3866" y="2544"/>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520" name="AutoShape 79"/>
            <p:cNvSpPr/>
            <p:nvPr/>
          </p:nvSpPr>
          <p:spPr>
            <a:xfrm rot="-5400000">
              <a:off x="4788" y="2790"/>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1" name="Oval 80"/>
            <p:cNvSpPr/>
            <p:nvPr/>
          </p:nvSpPr>
          <p:spPr>
            <a:xfrm rot="-5400000">
              <a:off x="4901" y="2720"/>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2" name="Text Box 81"/>
            <p:cNvSpPr txBox="1"/>
            <p:nvPr/>
          </p:nvSpPr>
          <p:spPr>
            <a:xfrm>
              <a:off x="4844" y="2795"/>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5</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523" name="AutoShape 82"/>
            <p:cNvSpPr/>
            <p:nvPr/>
          </p:nvSpPr>
          <p:spPr>
            <a:xfrm rot="-5400000">
              <a:off x="4792" y="1185"/>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4" name="Oval 83"/>
            <p:cNvSpPr/>
            <p:nvPr/>
          </p:nvSpPr>
          <p:spPr>
            <a:xfrm rot="-5400000">
              <a:off x="4905" y="1112"/>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5" name="Line 84"/>
            <p:cNvSpPr/>
            <p:nvPr/>
          </p:nvSpPr>
          <p:spPr>
            <a:xfrm>
              <a:off x="4722" y="1009"/>
              <a:ext cx="228" cy="1"/>
            </a:xfrm>
            <a:prstGeom prst="line">
              <a:avLst/>
            </a:prstGeom>
            <a:ln w="19050" cap="flat" cmpd="sng">
              <a:solidFill>
                <a:schemeClr val="tx1"/>
              </a:solidFill>
              <a:prstDash val="solid"/>
              <a:headEnd type="none" w="med" len="med"/>
              <a:tailEnd type="none" w="med" len="med"/>
            </a:ln>
          </p:spPr>
        </p:sp>
        <p:sp>
          <p:nvSpPr>
            <p:cNvPr id="61526" name="Oval 85"/>
            <p:cNvSpPr/>
            <p:nvPr/>
          </p:nvSpPr>
          <p:spPr>
            <a:xfrm>
              <a:off x="4912"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7" name="Text Box 86"/>
            <p:cNvSpPr txBox="1"/>
            <p:nvPr/>
          </p:nvSpPr>
          <p:spPr>
            <a:xfrm>
              <a:off x="4844" y="1175"/>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61444" name="Text Box 91"/>
          <p:cNvSpPr txBox="1"/>
          <p:nvPr/>
        </p:nvSpPr>
        <p:spPr>
          <a:xfrm>
            <a:off x="511175" y="3757613"/>
            <a:ext cx="9244013" cy="1074420"/>
          </a:xfrm>
          <a:prstGeom prst="rect">
            <a:avLst/>
          </a:prstGeom>
          <a:noFill/>
          <a:ln w="9525">
            <a:noFill/>
          </a:ln>
        </p:spPr>
        <p:txBody>
          <a:bodyPr>
            <a:spAutoFit/>
          </a:bodyPr>
          <a:lstStyle/>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其中： </a:t>
            </a:r>
            <a:r>
              <a:rPr lang="en-US" altLang="zh-CN" sz="1800" dirty="0">
                <a:solidFill>
                  <a:schemeClr val="tx1"/>
                </a:solidFill>
                <a:latin typeface="华文新魏" panose="02010800040101010101" pitchFamily="2" charset="-122"/>
                <a:ea typeface="华文新魏" panose="02010800040101010101" pitchFamily="2" charset="-122"/>
              </a:rPr>
              <a:t>D </a:t>
            </a:r>
            <a:r>
              <a:rPr lang="zh-CN" altLang="en-US" sz="1800" dirty="0">
                <a:solidFill>
                  <a:schemeClr val="tx1"/>
                </a:solidFill>
                <a:latin typeface="华文新魏" panose="02010800040101010101" pitchFamily="2" charset="-122"/>
                <a:ea typeface="华文新魏" panose="02010800040101010101" pitchFamily="2" charset="-122"/>
              </a:rPr>
              <a:t>是数据输入端；</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en-US" altLang="zh-CN" sz="1800" dirty="0">
                <a:solidFill>
                  <a:srgbClr val="C00000"/>
                </a:solidFill>
                <a:latin typeface="华文新魏" panose="02010800040101010101" pitchFamily="2" charset="-122"/>
                <a:ea typeface="华文新魏" panose="02010800040101010101" pitchFamily="2" charset="-122"/>
              </a:rPr>
              <a:t>/PR (Preset) </a:t>
            </a:r>
            <a:r>
              <a:rPr lang="zh-CN" altLang="en-US" sz="1800" dirty="0">
                <a:solidFill>
                  <a:srgbClr val="C00000"/>
                </a:solidFill>
                <a:latin typeface="华文新魏" panose="02010800040101010101" pitchFamily="2" charset="-122"/>
                <a:ea typeface="华文新魏" panose="02010800040101010101" pitchFamily="2" charset="-122"/>
              </a:rPr>
              <a:t>和 </a:t>
            </a:r>
            <a:r>
              <a:rPr lang="en-US" altLang="zh-CN" sz="1800" dirty="0">
                <a:solidFill>
                  <a:srgbClr val="C00000"/>
                </a:solidFill>
                <a:latin typeface="华文新魏" panose="02010800040101010101" pitchFamily="2" charset="-122"/>
                <a:ea typeface="华文新魏" panose="02010800040101010101" pitchFamily="2" charset="-122"/>
              </a:rPr>
              <a:t>/CLR (Clear) </a:t>
            </a:r>
            <a:r>
              <a:rPr lang="zh-CN" altLang="en-US" sz="1800" dirty="0">
                <a:solidFill>
                  <a:schemeClr val="tx1"/>
                </a:solidFill>
                <a:latin typeface="华文新魏" panose="02010800040101010101" pitchFamily="2" charset="-122"/>
                <a:ea typeface="华文新魏" panose="02010800040101010101" pitchFamily="2" charset="-122"/>
              </a:rPr>
              <a:t>是强制</a:t>
            </a:r>
            <a:r>
              <a:rPr lang="en-US" altLang="zh-CN" sz="1800" dirty="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置 </a:t>
            </a:r>
            <a:r>
              <a:rPr lang="en-US" altLang="zh-CN" sz="1800" dirty="0">
                <a:solidFill>
                  <a:schemeClr val="tx1"/>
                </a:solidFill>
                <a:latin typeface="华文新魏" panose="02010800040101010101" pitchFamily="2" charset="-122"/>
                <a:ea typeface="华文新魏" panose="02010800040101010101" pitchFamily="2" charset="-122"/>
              </a:rPr>
              <a:t>1”</a:t>
            </a:r>
            <a:r>
              <a:rPr lang="zh-CN" altLang="en-US" sz="1800" dirty="0">
                <a:solidFill>
                  <a:schemeClr val="tx1"/>
                </a:solidFill>
                <a:latin typeface="华文新魏" panose="02010800040101010101" pitchFamily="2" charset="-122"/>
                <a:ea typeface="华文新魏" panose="02010800040101010101" pitchFamily="2" charset="-122"/>
              </a:rPr>
              <a:t>和</a:t>
            </a:r>
            <a:r>
              <a:rPr lang="en-US" altLang="zh-CN" sz="1800" dirty="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置 </a:t>
            </a:r>
            <a:r>
              <a:rPr lang="en-US" altLang="zh-CN" sz="1800" dirty="0">
                <a:solidFill>
                  <a:schemeClr val="tx1"/>
                </a:solidFill>
                <a:latin typeface="华文新魏" panose="02010800040101010101" pitchFamily="2" charset="-122"/>
                <a:ea typeface="华文新魏" panose="02010800040101010101" pitchFamily="2" charset="-122"/>
              </a:rPr>
              <a:t>0 ”</a:t>
            </a:r>
            <a:r>
              <a:rPr lang="zh-CN" altLang="en-US" sz="1800" dirty="0">
                <a:solidFill>
                  <a:schemeClr val="tx1"/>
                </a:solidFill>
                <a:latin typeface="华文新魏" panose="02010800040101010101" pitchFamily="2" charset="-122"/>
                <a:ea typeface="华文新魏" panose="02010800040101010101" pitchFamily="2" charset="-122"/>
              </a:rPr>
              <a:t>端（</a:t>
            </a:r>
            <a:r>
              <a:rPr lang="zh-CN" altLang="en-US" sz="1800" u="sng" dirty="0">
                <a:solidFill>
                  <a:srgbClr val="FF0000"/>
                </a:solidFill>
                <a:latin typeface="华文新魏" panose="02010800040101010101" pitchFamily="2" charset="-122"/>
                <a:ea typeface="华文新魏" panose="02010800040101010101" pitchFamily="2" charset="-122"/>
              </a:rPr>
              <a:t>采用异步方式！</a:t>
            </a:r>
            <a:r>
              <a:rPr lang="zh-CN" altLang="en-US" sz="1800" dirty="0">
                <a:solidFill>
                  <a:schemeClr val="tx1"/>
                </a:solidFill>
                <a:latin typeface="华文新魏" panose="02010800040101010101" pitchFamily="2" charset="-122"/>
                <a:ea typeface="华文新魏" panose="02010800040101010101" pitchFamily="2" charset="-122"/>
              </a:rPr>
              <a:t>）；    </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en-US" altLang="zh-CN" sz="1800" dirty="0">
                <a:solidFill>
                  <a:srgbClr val="C00000"/>
                </a:solidFill>
                <a:latin typeface="华文新魏" panose="02010800040101010101" pitchFamily="2" charset="-122"/>
                <a:ea typeface="华文新魏" panose="02010800040101010101" pitchFamily="2" charset="-122"/>
              </a:rPr>
              <a:t>a</a:t>
            </a:r>
            <a:r>
              <a:rPr lang="zh-CN" altLang="en-US" sz="1800" dirty="0">
                <a:solidFill>
                  <a:srgbClr val="C00000"/>
                </a:solidFill>
                <a:latin typeface="华文新魏" panose="02010800040101010101" pitchFamily="2" charset="-122"/>
                <a:ea typeface="华文新魏" panose="02010800040101010101" pitchFamily="2" charset="-122"/>
              </a:rPr>
              <a:t>、</a:t>
            </a:r>
            <a:r>
              <a:rPr lang="en-US" altLang="zh-CN" sz="1800" dirty="0">
                <a:solidFill>
                  <a:srgbClr val="C00000"/>
                </a:solidFill>
                <a:latin typeface="华文新魏" panose="02010800040101010101" pitchFamily="2" charset="-122"/>
                <a:ea typeface="华文新魏" panose="02010800040101010101" pitchFamily="2" charset="-122"/>
              </a:rPr>
              <a:t>b</a:t>
            </a:r>
            <a:r>
              <a:rPr lang="zh-CN" altLang="en-US" sz="1800" dirty="0">
                <a:solidFill>
                  <a:srgbClr val="C00000"/>
                </a:solidFill>
                <a:latin typeface="华文新魏" panose="02010800040101010101" pitchFamily="2" charset="-122"/>
                <a:ea typeface="华文新魏" panose="02010800040101010101" pitchFamily="2" charset="-122"/>
              </a:rPr>
              <a:t>、</a:t>
            </a:r>
            <a:r>
              <a:rPr lang="en-US" altLang="zh-CN" sz="1800" dirty="0">
                <a:solidFill>
                  <a:srgbClr val="C00000"/>
                </a:solidFill>
                <a:latin typeface="华文新魏" panose="02010800040101010101" pitchFamily="2" charset="-122"/>
                <a:ea typeface="华文新魏" panose="02010800040101010101" pitchFamily="2" charset="-122"/>
              </a:rPr>
              <a:t>c </a:t>
            </a:r>
            <a:r>
              <a:rPr lang="zh-CN" altLang="en-US" sz="1800" dirty="0">
                <a:solidFill>
                  <a:schemeClr val="tx1"/>
                </a:solidFill>
                <a:latin typeface="华文新魏" panose="02010800040101010101" pitchFamily="2" charset="-122"/>
                <a:ea typeface="华文新魏" panose="02010800040101010101" pitchFamily="2" charset="-122"/>
              </a:rPr>
              <a:t>三条线是内部反馈线。</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61445" name="Line 93"/>
          <p:cNvSpPr/>
          <p:nvPr/>
        </p:nvSpPr>
        <p:spPr>
          <a:xfrm>
            <a:off x="1365250" y="2984500"/>
            <a:ext cx="215900" cy="0"/>
          </a:xfrm>
          <a:prstGeom prst="line">
            <a:avLst/>
          </a:prstGeom>
          <a:ln w="19050" cap="flat" cmpd="sng">
            <a:solidFill>
              <a:srgbClr val="FF0000"/>
            </a:solidFill>
            <a:prstDash val="solid"/>
            <a:headEnd type="none" w="med" len="med"/>
            <a:tailEnd type="none" w="med" len="med"/>
          </a:ln>
        </p:spPr>
      </p:sp>
      <p:sp>
        <p:nvSpPr>
          <p:cNvPr id="61446" name="Text Box 90"/>
          <p:cNvSpPr txBox="1"/>
          <p:nvPr/>
        </p:nvSpPr>
        <p:spPr>
          <a:xfrm>
            <a:off x="511175" y="1087755"/>
            <a:ext cx="4052570" cy="2663825"/>
          </a:xfrm>
          <a:prstGeom prst="rect">
            <a:avLst/>
          </a:prstGeom>
          <a:noFill/>
          <a:ln w="9525">
            <a:noFill/>
          </a:ln>
        </p:spPr>
        <p:txBody>
          <a:bodyPr wrap="square">
            <a:spAutoFit/>
          </a:bodyPr>
          <a:lstStyle/>
          <a:p>
            <a:pPr eaLnBrk="1" hangingPunct="1">
              <a:lnSpc>
                <a:spcPct val="90000"/>
              </a:lnSpc>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触发器包括：  </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① 一个带时钟控制的</a:t>
            </a:r>
            <a:r>
              <a:rPr lang="en-US" altLang="zh-CN" sz="1800" b="1" dirty="0">
                <a:solidFill>
                  <a:schemeClr val="tx1"/>
                </a:solidFill>
                <a:latin typeface="华文新魏" panose="02010800040101010101" pitchFamily="2" charset="-122"/>
                <a:ea typeface="华文新魏" panose="02010800040101010101" pitchFamily="2" charset="-122"/>
              </a:rPr>
              <a:t>SR</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由</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1</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2</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3</a:t>
            </a:r>
            <a:r>
              <a:rPr lang="zh-CN" altLang="en-US" sz="1800" b="1" dirty="0">
                <a:solidFill>
                  <a:schemeClr val="tx1"/>
                </a:solidFill>
                <a:latin typeface="华文新魏" panose="02010800040101010101" pitchFamily="2" charset="-122"/>
                <a:ea typeface="华文新魏" panose="02010800040101010101" pitchFamily="2" charset="-122"/>
              </a:rPr>
              <a:t>和</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4</a:t>
            </a:r>
            <a:r>
              <a:rPr lang="zh-CN" altLang="en-US" sz="1800" b="1" dirty="0">
                <a:solidFill>
                  <a:schemeClr val="tx1"/>
                </a:solidFill>
                <a:latin typeface="华文新魏" panose="02010800040101010101" pitchFamily="2" charset="-122"/>
                <a:ea typeface="华文新魏" panose="02010800040101010101" pitchFamily="2" charset="-122"/>
              </a:rPr>
              <a:t>组成</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两个信号接收门</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门</a:t>
            </a:r>
            <a:r>
              <a:rPr lang="en-US" altLang="zh-CN" sz="1800" b="1" dirty="0">
                <a:solidFill>
                  <a:schemeClr val="tx1"/>
                </a:solidFill>
                <a:latin typeface="华文新魏" panose="02010800040101010101" pitchFamily="2" charset="-122"/>
                <a:ea typeface="华文新魏" panose="02010800040101010101" pitchFamily="2" charset="-122"/>
              </a:rPr>
              <a:t>5</a:t>
            </a:r>
            <a:r>
              <a:rPr lang="zh-CN" altLang="en-US" sz="1800" b="1" dirty="0">
                <a:solidFill>
                  <a:schemeClr val="tx1"/>
                </a:solidFill>
                <a:latin typeface="华文新魏" panose="02010800040101010101" pitchFamily="2" charset="-122"/>
                <a:ea typeface="华文新魏" panose="02010800040101010101" pitchFamily="2" charset="-122"/>
              </a:rPr>
              <a:t>和门</a:t>
            </a:r>
            <a:r>
              <a:rPr lang="en-US" altLang="zh-CN" sz="1800" b="1" dirty="0">
                <a:solidFill>
                  <a:schemeClr val="tx1"/>
                </a:solidFill>
                <a:latin typeface="华文新魏" panose="02010800040101010101" pitchFamily="2" charset="-122"/>
                <a:ea typeface="华文新魏" panose="02010800040101010101" pitchFamily="2" charset="-122"/>
              </a:rPr>
              <a:t>6)</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5</a:t>
            </a:r>
            <a:r>
              <a:rPr lang="zh-CN" altLang="en-US" sz="1800" b="1" dirty="0">
                <a:solidFill>
                  <a:schemeClr val="tx1"/>
                </a:solidFill>
                <a:latin typeface="华文新魏" panose="02010800040101010101" pitchFamily="2" charset="-122"/>
                <a:ea typeface="华文新魏" panose="02010800040101010101" pitchFamily="2" charset="-122"/>
              </a:rPr>
              <a:t>和</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6</a:t>
            </a:r>
            <a:r>
              <a:rPr lang="zh-CN" altLang="en-US" sz="1800" b="1" dirty="0">
                <a:solidFill>
                  <a:schemeClr val="tx1"/>
                </a:solidFill>
                <a:latin typeface="华文新魏" panose="02010800040101010101" pitchFamily="2" charset="-122"/>
                <a:ea typeface="华文新魏" panose="02010800040101010101" pitchFamily="2" charset="-122"/>
              </a:rPr>
              <a:t>是为了生成互补数</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据 </a:t>
            </a:r>
            <a:r>
              <a:rPr lang="en-US" altLang="zh-CN" sz="1800" b="1" dirty="0">
                <a:solidFill>
                  <a:schemeClr val="accent2"/>
                </a:solidFill>
                <a:latin typeface="华文新魏" panose="02010800040101010101" pitchFamily="2" charset="-122"/>
                <a:ea typeface="华文新魏" panose="02010800040101010101" pitchFamily="2" charset="-122"/>
              </a:rPr>
              <a:t>D</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和</a:t>
            </a:r>
            <a:r>
              <a:rPr lang="en-US" altLang="zh-CN"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accent2"/>
                </a:solidFill>
                <a:latin typeface="华文新魏" panose="02010800040101010101" pitchFamily="2" charset="-122"/>
                <a:ea typeface="华文新魏" panose="02010800040101010101" pitchFamily="2" charset="-122"/>
              </a:rPr>
              <a:t>D</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，并加在门</a:t>
            </a:r>
            <a:r>
              <a:rPr lang="en-US" altLang="zh-CN" sz="1800" b="1" dirty="0">
                <a:solidFill>
                  <a:schemeClr val="tx1"/>
                </a:solidFill>
                <a:latin typeface="华文新魏" panose="02010800040101010101" pitchFamily="2" charset="-122"/>
                <a:ea typeface="华文新魏" panose="02010800040101010101" pitchFamily="2" charset="-122"/>
              </a:rPr>
              <a:t>3</a:t>
            </a:r>
            <a:r>
              <a:rPr lang="zh-CN" altLang="en-US" sz="1800" b="1" dirty="0">
                <a:solidFill>
                  <a:schemeClr val="tx1"/>
                </a:solidFill>
                <a:latin typeface="华文新魏" panose="02010800040101010101" pitchFamily="2" charset="-122"/>
                <a:ea typeface="华文新魏" panose="02010800040101010101" pitchFamily="2" charset="-122"/>
              </a:rPr>
              <a:t>、门</a:t>
            </a:r>
            <a:r>
              <a:rPr lang="en-US" altLang="zh-CN" sz="1800" b="1" dirty="0">
                <a:solidFill>
                  <a:schemeClr val="tx1"/>
                </a:solidFill>
                <a:latin typeface="华文新魏" panose="02010800040101010101" pitchFamily="2" charset="-122"/>
                <a:ea typeface="华文新魏" panose="02010800040101010101" pitchFamily="2" charset="-122"/>
              </a:rPr>
              <a:t>4</a:t>
            </a:r>
            <a:r>
              <a:rPr lang="zh-CN" altLang="en-US" sz="1800" b="1" dirty="0">
                <a:solidFill>
                  <a:schemeClr val="tx1"/>
                </a:solidFill>
                <a:latin typeface="华文新魏" panose="02010800040101010101" pitchFamily="2" charset="-122"/>
                <a:ea typeface="华文新魏" panose="02010800040101010101" pitchFamily="2" charset="-122"/>
              </a:rPr>
              <a:t>的</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输入端上。</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Line 124"/>
          <p:cNvSpPr/>
          <p:nvPr/>
        </p:nvSpPr>
        <p:spPr>
          <a:xfrm>
            <a:off x="4789488" y="1208088"/>
            <a:ext cx="0" cy="2428875"/>
          </a:xfrm>
          <a:prstGeom prst="line">
            <a:avLst/>
          </a:prstGeom>
          <a:ln w="19050" cap="flat" cmpd="sng">
            <a:solidFill>
              <a:schemeClr val="tx1"/>
            </a:solidFill>
            <a:prstDash val="dash"/>
            <a:headEnd type="none" w="med" len="med"/>
            <a:tailEnd type="none" w="med" len="med"/>
          </a:ln>
        </p:spPr>
      </p:sp>
      <p:sp>
        <p:nvSpPr>
          <p:cNvPr id="63491" name="Line 131"/>
          <p:cNvSpPr/>
          <p:nvPr/>
        </p:nvSpPr>
        <p:spPr>
          <a:xfrm>
            <a:off x="5168900" y="1227138"/>
            <a:ext cx="0" cy="2428875"/>
          </a:xfrm>
          <a:prstGeom prst="line">
            <a:avLst/>
          </a:prstGeom>
          <a:ln w="19050" cap="flat" cmpd="sng">
            <a:solidFill>
              <a:schemeClr val="tx1"/>
            </a:solidFill>
            <a:prstDash val="dash"/>
            <a:headEnd type="none" w="med" len="med"/>
            <a:tailEnd type="none" w="med" len="med"/>
          </a:ln>
        </p:spPr>
      </p:sp>
      <p:sp>
        <p:nvSpPr>
          <p:cNvPr id="63492" name="Line 134"/>
          <p:cNvSpPr/>
          <p:nvPr/>
        </p:nvSpPr>
        <p:spPr>
          <a:xfrm>
            <a:off x="6845300" y="1244600"/>
            <a:ext cx="0" cy="2428875"/>
          </a:xfrm>
          <a:prstGeom prst="line">
            <a:avLst/>
          </a:prstGeom>
          <a:ln w="19050" cap="flat" cmpd="sng">
            <a:solidFill>
              <a:schemeClr val="tx1"/>
            </a:solidFill>
            <a:prstDash val="dash"/>
            <a:headEnd type="none" w="med" len="med"/>
            <a:tailEnd type="none" w="med" len="med"/>
          </a:ln>
        </p:spPr>
      </p:sp>
      <p:sp>
        <p:nvSpPr>
          <p:cNvPr id="63493" name="Rectangle 2"/>
          <p:cNvSpPr>
            <a:spLocks noGrp="1"/>
          </p:cNvSpPr>
          <p:nvPr>
            <p:ph type="title"/>
          </p:nvPr>
        </p:nvSpPr>
        <p:spPr>
          <a:xfrm>
            <a:off x="533400" y="549275"/>
            <a:ext cx="6096000" cy="571500"/>
          </a:xfrm>
          <a:prstGeom prst="rect">
            <a:avLst/>
          </a:prstGeom>
          <a:noFill/>
          <a:ln>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D </a:t>
            </a:r>
            <a:r>
              <a:rPr lang="zh-CN" altLang="en-US" sz="2000" b="1" dirty="0">
                <a:latin typeface="华文新魏" panose="02010800040101010101" pitchFamily="2" charset="-122"/>
                <a:ea typeface="华文新魏" panose="02010800040101010101" pitchFamily="2" charset="-122"/>
              </a:rPr>
              <a:t>触发器的工作过程：</a:t>
            </a:r>
            <a:endParaRPr lang="zh-CN" altLang="en-US" sz="2000" b="1" dirty="0">
              <a:latin typeface="华文新魏" panose="02010800040101010101" pitchFamily="2" charset="-122"/>
              <a:ea typeface="华文新魏" panose="02010800040101010101" pitchFamily="2" charset="-122"/>
            </a:endParaRPr>
          </a:p>
        </p:txBody>
      </p:sp>
      <p:grpSp>
        <p:nvGrpSpPr>
          <p:cNvPr id="63494" name="Group 145"/>
          <p:cNvGrpSpPr/>
          <p:nvPr/>
        </p:nvGrpSpPr>
        <p:grpSpPr>
          <a:xfrm>
            <a:off x="900794" y="1063625"/>
            <a:ext cx="2875869" cy="3105150"/>
            <a:chOff x="460" y="800"/>
            <a:chExt cx="2062" cy="3272"/>
          </a:xfrm>
        </p:grpSpPr>
        <p:sp>
          <p:nvSpPr>
            <p:cNvPr id="63536" name="Line 5"/>
            <p:cNvSpPr/>
            <p:nvPr/>
          </p:nvSpPr>
          <p:spPr>
            <a:xfrm rot="-5400000">
              <a:off x="902" y="1838"/>
              <a:ext cx="161" cy="0"/>
            </a:xfrm>
            <a:prstGeom prst="line">
              <a:avLst/>
            </a:prstGeom>
            <a:ln w="19050" cap="flat" cmpd="sng">
              <a:solidFill>
                <a:schemeClr val="tx1"/>
              </a:solidFill>
              <a:prstDash val="solid"/>
              <a:headEnd type="none" w="med" len="med"/>
              <a:tailEnd type="none" w="med" len="med"/>
            </a:ln>
          </p:spPr>
        </p:sp>
        <p:sp>
          <p:nvSpPr>
            <p:cNvPr id="63537" name="Line 6"/>
            <p:cNvSpPr/>
            <p:nvPr/>
          </p:nvSpPr>
          <p:spPr>
            <a:xfrm rot="-5400000">
              <a:off x="768" y="1266"/>
              <a:ext cx="288" cy="0"/>
            </a:xfrm>
            <a:prstGeom prst="line">
              <a:avLst/>
            </a:prstGeom>
            <a:ln w="19050" cap="flat" cmpd="sng">
              <a:solidFill>
                <a:srgbClr val="FF0066"/>
              </a:solidFill>
              <a:prstDash val="solid"/>
              <a:headEnd type="none" w="med" len="med"/>
              <a:tailEnd type="none" w="med" len="med"/>
            </a:ln>
          </p:spPr>
        </p:sp>
        <p:sp>
          <p:nvSpPr>
            <p:cNvPr id="63538" name="AutoShape 7"/>
            <p:cNvSpPr/>
            <p:nvPr/>
          </p:nvSpPr>
          <p:spPr>
            <a:xfrm rot="-5400000">
              <a:off x="764" y="1472"/>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39" name="Oval 8"/>
            <p:cNvSpPr/>
            <p:nvPr/>
          </p:nvSpPr>
          <p:spPr>
            <a:xfrm rot="-5400000">
              <a:off x="877" y="1402"/>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0" name="Line 9"/>
            <p:cNvSpPr/>
            <p:nvPr/>
          </p:nvSpPr>
          <p:spPr>
            <a:xfrm rot="-5400000">
              <a:off x="1536" y="1269"/>
              <a:ext cx="288" cy="0"/>
            </a:xfrm>
            <a:prstGeom prst="line">
              <a:avLst/>
            </a:prstGeom>
            <a:ln w="19050" cap="flat" cmpd="sng">
              <a:solidFill>
                <a:schemeClr val="tx1"/>
              </a:solidFill>
              <a:prstDash val="solid"/>
              <a:headEnd type="none" w="med" len="med"/>
              <a:tailEnd type="none" w="med" len="med"/>
            </a:ln>
          </p:spPr>
        </p:sp>
        <p:sp>
          <p:nvSpPr>
            <p:cNvPr id="63541" name="AutoShape 10"/>
            <p:cNvSpPr/>
            <p:nvPr/>
          </p:nvSpPr>
          <p:spPr>
            <a:xfrm rot="-5400000">
              <a:off x="1532" y="1475"/>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2" name="Oval 11"/>
            <p:cNvSpPr/>
            <p:nvPr/>
          </p:nvSpPr>
          <p:spPr>
            <a:xfrm rot="-5400000">
              <a:off x="1645" y="1395"/>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3" name="Line 12"/>
            <p:cNvSpPr/>
            <p:nvPr/>
          </p:nvSpPr>
          <p:spPr>
            <a:xfrm rot="-5400000">
              <a:off x="688" y="1968"/>
              <a:ext cx="447" cy="0"/>
            </a:xfrm>
            <a:prstGeom prst="line">
              <a:avLst/>
            </a:prstGeom>
            <a:ln w="19050" cap="flat" cmpd="sng">
              <a:solidFill>
                <a:srgbClr val="FF0066"/>
              </a:solidFill>
              <a:prstDash val="solid"/>
              <a:headEnd type="none" w="med" len="med"/>
              <a:tailEnd type="none" w="med" len="med"/>
            </a:ln>
          </p:spPr>
        </p:sp>
        <p:sp>
          <p:nvSpPr>
            <p:cNvPr id="63544" name="Line 13"/>
            <p:cNvSpPr/>
            <p:nvPr/>
          </p:nvSpPr>
          <p:spPr>
            <a:xfrm rot="-5400000">
              <a:off x="689" y="2690"/>
              <a:ext cx="268" cy="0"/>
            </a:xfrm>
            <a:prstGeom prst="line">
              <a:avLst/>
            </a:prstGeom>
            <a:ln w="19050" cap="flat" cmpd="sng">
              <a:solidFill>
                <a:schemeClr val="tx1"/>
              </a:solidFill>
              <a:prstDash val="solid"/>
              <a:headEnd type="none" w="med" len="med"/>
              <a:tailEnd type="none" w="med" len="med"/>
            </a:ln>
          </p:spPr>
        </p:sp>
        <p:sp>
          <p:nvSpPr>
            <p:cNvPr id="63545" name="AutoShape 14"/>
            <p:cNvSpPr/>
            <p:nvPr/>
          </p:nvSpPr>
          <p:spPr>
            <a:xfrm rot="-5400000">
              <a:off x="760" y="2271"/>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6" name="Oval 15"/>
            <p:cNvSpPr/>
            <p:nvPr/>
          </p:nvSpPr>
          <p:spPr>
            <a:xfrm rot="-5400000">
              <a:off x="882" y="2194"/>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7" name="AutoShape 16"/>
            <p:cNvSpPr/>
            <p:nvPr/>
          </p:nvSpPr>
          <p:spPr>
            <a:xfrm rot="-5400000">
              <a:off x="1528" y="2274"/>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8" name="Oval 17"/>
            <p:cNvSpPr/>
            <p:nvPr/>
          </p:nvSpPr>
          <p:spPr>
            <a:xfrm rot="-5400000">
              <a:off x="1650" y="2197"/>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9" name="Line 18"/>
            <p:cNvSpPr/>
            <p:nvPr/>
          </p:nvSpPr>
          <p:spPr>
            <a:xfrm rot="-5400000">
              <a:off x="740" y="3429"/>
              <a:ext cx="154" cy="0"/>
            </a:xfrm>
            <a:prstGeom prst="line">
              <a:avLst/>
            </a:prstGeom>
            <a:ln w="19050" cap="flat" cmpd="sng">
              <a:solidFill>
                <a:srgbClr val="C00000"/>
              </a:solidFill>
              <a:prstDash val="solid"/>
              <a:headEnd type="none" w="med" len="med"/>
              <a:tailEnd type="none" w="med" len="med"/>
            </a:ln>
          </p:spPr>
        </p:sp>
        <p:sp>
          <p:nvSpPr>
            <p:cNvPr id="63550" name="Line 21"/>
            <p:cNvSpPr/>
            <p:nvPr/>
          </p:nvSpPr>
          <p:spPr>
            <a:xfrm rot="-5400000">
              <a:off x="1507" y="3439"/>
              <a:ext cx="154" cy="0"/>
            </a:xfrm>
            <a:prstGeom prst="line">
              <a:avLst/>
            </a:prstGeom>
            <a:ln w="19050" cap="flat" cmpd="sng">
              <a:solidFill>
                <a:schemeClr val="tx1"/>
              </a:solidFill>
              <a:prstDash val="solid"/>
              <a:headEnd type="none" w="med" len="med"/>
              <a:tailEnd type="none" w="med" len="med"/>
            </a:ln>
          </p:spPr>
        </p:sp>
        <p:sp>
          <p:nvSpPr>
            <p:cNvPr id="63551" name="Line 24"/>
            <p:cNvSpPr/>
            <p:nvPr/>
          </p:nvSpPr>
          <p:spPr>
            <a:xfrm rot="-5400000">
              <a:off x="1500" y="1837"/>
              <a:ext cx="161" cy="0"/>
            </a:xfrm>
            <a:prstGeom prst="line">
              <a:avLst/>
            </a:prstGeom>
            <a:ln w="19050" cap="flat" cmpd="sng">
              <a:solidFill>
                <a:srgbClr val="FF0066"/>
              </a:solidFill>
              <a:prstDash val="solid"/>
              <a:headEnd type="none" w="med" len="med"/>
              <a:tailEnd type="none" w="med" len="med"/>
            </a:ln>
          </p:spPr>
        </p:sp>
        <p:sp>
          <p:nvSpPr>
            <p:cNvPr id="63552" name="Line 25"/>
            <p:cNvSpPr/>
            <p:nvPr/>
          </p:nvSpPr>
          <p:spPr>
            <a:xfrm>
              <a:off x="988" y="1922"/>
              <a:ext cx="152" cy="0"/>
            </a:xfrm>
            <a:prstGeom prst="line">
              <a:avLst/>
            </a:prstGeom>
            <a:ln w="19050" cap="flat" cmpd="sng">
              <a:solidFill>
                <a:schemeClr val="tx1"/>
              </a:solidFill>
              <a:prstDash val="solid"/>
              <a:headEnd type="none" w="med" len="med"/>
              <a:tailEnd type="none" w="med" len="med"/>
            </a:ln>
          </p:spPr>
        </p:sp>
        <p:sp>
          <p:nvSpPr>
            <p:cNvPr id="63553" name="Line 26"/>
            <p:cNvSpPr/>
            <p:nvPr/>
          </p:nvSpPr>
          <p:spPr>
            <a:xfrm>
              <a:off x="1443" y="1922"/>
              <a:ext cx="141" cy="0"/>
            </a:xfrm>
            <a:prstGeom prst="line">
              <a:avLst/>
            </a:prstGeom>
            <a:ln w="19050" cap="flat" cmpd="sng">
              <a:solidFill>
                <a:srgbClr val="FF0066"/>
              </a:solidFill>
              <a:prstDash val="solid"/>
              <a:headEnd type="none" w="med" len="med"/>
              <a:tailEnd type="none" w="med" len="med"/>
            </a:ln>
          </p:spPr>
        </p:sp>
        <p:sp>
          <p:nvSpPr>
            <p:cNvPr id="63554" name="Line 27"/>
            <p:cNvSpPr/>
            <p:nvPr/>
          </p:nvSpPr>
          <p:spPr>
            <a:xfrm>
              <a:off x="912" y="1298"/>
              <a:ext cx="209" cy="0"/>
            </a:xfrm>
            <a:prstGeom prst="line">
              <a:avLst/>
            </a:prstGeom>
            <a:ln w="19050" cap="flat" cmpd="sng">
              <a:solidFill>
                <a:srgbClr val="FF0066"/>
              </a:solidFill>
              <a:prstDash val="solid"/>
              <a:headEnd type="none" w="med" len="med"/>
              <a:tailEnd type="none" w="med" len="med"/>
            </a:ln>
          </p:spPr>
        </p:sp>
        <p:sp>
          <p:nvSpPr>
            <p:cNvPr id="63555" name="Line 28"/>
            <p:cNvSpPr/>
            <p:nvPr/>
          </p:nvSpPr>
          <p:spPr>
            <a:xfrm>
              <a:off x="1468" y="1298"/>
              <a:ext cx="222" cy="1"/>
            </a:xfrm>
            <a:prstGeom prst="line">
              <a:avLst/>
            </a:prstGeom>
            <a:ln w="19050" cap="flat" cmpd="sng">
              <a:solidFill>
                <a:schemeClr val="tx1"/>
              </a:solidFill>
              <a:prstDash val="solid"/>
              <a:headEnd type="none" w="med" len="med"/>
              <a:tailEnd type="none" w="med" len="med"/>
            </a:ln>
          </p:spPr>
        </p:sp>
        <p:sp>
          <p:nvSpPr>
            <p:cNvPr id="63556" name="Line 29"/>
            <p:cNvSpPr/>
            <p:nvPr/>
          </p:nvSpPr>
          <p:spPr>
            <a:xfrm>
              <a:off x="1124" y="1298"/>
              <a:ext cx="326" cy="630"/>
            </a:xfrm>
            <a:prstGeom prst="line">
              <a:avLst/>
            </a:prstGeom>
            <a:ln w="19050" cap="flat" cmpd="sng">
              <a:solidFill>
                <a:srgbClr val="FF0066"/>
              </a:solidFill>
              <a:prstDash val="solid"/>
              <a:headEnd type="none" w="med" len="med"/>
              <a:tailEnd type="none" w="med" len="med"/>
            </a:ln>
          </p:spPr>
        </p:sp>
        <p:sp>
          <p:nvSpPr>
            <p:cNvPr id="63557" name="Line 30"/>
            <p:cNvSpPr/>
            <p:nvPr/>
          </p:nvSpPr>
          <p:spPr>
            <a:xfrm flipH="1">
              <a:off x="1132" y="1298"/>
              <a:ext cx="340" cy="630"/>
            </a:xfrm>
            <a:prstGeom prst="line">
              <a:avLst/>
            </a:prstGeom>
            <a:ln w="19050" cap="flat" cmpd="sng">
              <a:solidFill>
                <a:schemeClr val="tx1"/>
              </a:solidFill>
              <a:prstDash val="solid"/>
              <a:headEnd type="none" w="med" len="med"/>
              <a:tailEnd type="none" w="med" len="med"/>
            </a:ln>
          </p:spPr>
        </p:sp>
        <p:sp>
          <p:nvSpPr>
            <p:cNvPr id="63558" name="Line 31"/>
            <p:cNvSpPr/>
            <p:nvPr/>
          </p:nvSpPr>
          <p:spPr>
            <a:xfrm rot="-5400000">
              <a:off x="1453" y="1968"/>
              <a:ext cx="447" cy="0"/>
            </a:xfrm>
            <a:prstGeom prst="line">
              <a:avLst/>
            </a:prstGeom>
            <a:ln w="19050" cap="flat" cmpd="sng">
              <a:solidFill>
                <a:srgbClr val="FF0066"/>
              </a:solidFill>
              <a:prstDash val="solid"/>
              <a:headEnd type="none" w="med" len="med"/>
              <a:tailEnd type="none" w="med" len="med"/>
            </a:ln>
          </p:spPr>
        </p:sp>
        <p:sp>
          <p:nvSpPr>
            <p:cNvPr id="63559" name="Oval 33"/>
            <p:cNvSpPr/>
            <p:nvPr/>
          </p:nvSpPr>
          <p:spPr>
            <a:xfrm>
              <a:off x="892" y="127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60" name="Oval 34"/>
            <p:cNvSpPr/>
            <p:nvPr/>
          </p:nvSpPr>
          <p:spPr>
            <a:xfrm>
              <a:off x="1655" y="127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61" name="Text Box 35"/>
            <p:cNvSpPr txBox="1"/>
            <p:nvPr/>
          </p:nvSpPr>
          <p:spPr>
            <a:xfrm>
              <a:off x="1574" y="2208"/>
              <a:ext cx="192"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3</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62" name="Text Box 36"/>
            <p:cNvSpPr txBox="1"/>
            <p:nvPr/>
          </p:nvSpPr>
          <p:spPr>
            <a:xfrm>
              <a:off x="1584" y="1394"/>
              <a:ext cx="192"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63" name="Text Box 37"/>
            <p:cNvSpPr txBox="1"/>
            <p:nvPr/>
          </p:nvSpPr>
          <p:spPr>
            <a:xfrm>
              <a:off x="816" y="1400"/>
              <a:ext cx="192" cy="3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2</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64" name="Text Box 38"/>
            <p:cNvSpPr txBox="1"/>
            <p:nvPr/>
          </p:nvSpPr>
          <p:spPr>
            <a:xfrm>
              <a:off x="817" y="2208"/>
              <a:ext cx="192" cy="3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4</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65" name="Line 41"/>
            <p:cNvSpPr/>
            <p:nvPr/>
          </p:nvSpPr>
          <p:spPr>
            <a:xfrm rot="-5400000">
              <a:off x="685" y="2769"/>
              <a:ext cx="447" cy="0"/>
            </a:xfrm>
            <a:prstGeom prst="line">
              <a:avLst/>
            </a:prstGeom>
            <a:ln w="19050" cap="flat" cmpd="sng">
              <a:solidFill>
                <a:schemeClr val="tx1"/>
              </a:solidFill>
              <a:prstDash val="solid"/>
              <a:headEnd type="none" w="med" len="med"/>
              <a:tailEnd type="none" w="med" len="med"/>
            </a:ln>
          </p:spPr>
        </p:sp>
        <p:sp>
          <p:nvSpPr>
            <p:cNvPr id="63566" name="Line 42"/>
            <p:cNvSpPr/>
            <p:nvPr/>
          </p:nvSpPr>
          <p:spPr>
            <a:xfrm rot="-5400000">
              <a:off x="1453" y="2776"/>
              <a:ext cx="447" cy="0"/>
            </a:xfrm>
            <a:prstGeom prst="line">
              <a:avLst/>
            </a:prstGeom>
            <a:ln w="19050" cap="flat" cmpd="sng">
              <a:solidFill>
                <a:srgbClr val="FF0066"/>
              </a:solidFill>
              <a:prstDash val="solid"/>
              <a:headEnd type="none" w="med" len="med"/>
              <a:tailEnd type="none" w="med" len="med"/>
            </a:ln>
          </p:spPr>
        </p:sp>
        <p:sp>
          <p:nvSpPr>
            <p:cNvPr id="63567" name="Line 43"/>
            <p:cNvSpPr/>
            <p:nvPr/>
          </p:nvSpPr>
          <p:spPr>
            <a:xfrm rot="-5400000">
              <a:off x="914" y="2623"/>
              <a:ext cx="161" cy="0"/>
            </a:xfrm>
            <a:prstGeom prst="line">
              <a:avLst/>
            </a:prstGeom>
            <a:ln w="19050" cap="flat" cmpd="sng">
              <a:solidFill>
                <a:srgbClr val="C00000"/>
              </a:solidFill>
              <a:prstDash val="solid"/>
              <a:headEnd type="none" w="med" len="med"/>
              <a:tailEnd type="none" w="med" len="med"/>
            </a:ln>
          </p:spPr>
        </p:sp>
        <p:sp>
          <p:nvSpPr>
            <p:cNvPr id="63568" name="Line 44"/>
            <p:cNvSpPr/>
            <p:nvPr/>
          </p:nvSpPr>
          <p:spPr>
            <a:xfrm>
              <a:off x="998" y="2710"/>
              <a:ext cx="141" cy="0"/>
            </a:xfrm>
            <a:prstGeom prst="line">
              <a:avLst/>
            </a:prstGeom>
            <a:ln w="19050" cap="flat" cmpd="sng">
              <a:solidFill>
                <a:srgbClr val="C00000"/>
              </a:solidFill>
              <a:prstDash val="solid"/>
              <a:headEnd type="none" w="med" len="med"/>
              <a:tailEnd type="none" w="med" len="med"/>
            </a:ln>
          </p:spPr>
        </p:sp>
        <p:sp>
          <p:nvSpPr>
            <p:cNvPr id="63569" name="Line 45"/>
            <p:cNvSpPr/>
            <p:nvPr/>
          </p:nvSpPr>
          <p:spPr>
            <a:xfrm>
              <a:off x="1468" y="2086"/>
              <a:ext cx="435" cy="0"/>
            </a:xfrm>
            <a:prstGeom prst="line">
              <a:avLst/>
            </a:prstGeom>
            <a:ln w="19050" cap="flat" cmpd="sng">
              <a:solidFill>
                <a:srgbClr val="C00000"/>
              </a:solidFill>
              <a:prstDash val="solid"/>
              <a:headEnd type="none" w="med" len="med"/>
              <a:tailEnd type="none" w="med" len="med"/>
            </a:ln>
          </p:spPr>
        </p:sp>
        <p:sp>
          <p:nvSpPr>
            <p:cNvPr id="63570" name="Line 46"/>
            <p:cNvSpPr/>
            <p:nvPr/>
          </p:nvSpPr>
          <p:spPr>
            <a:xfrm flipH="1">
              <a:off x="1135" y="2086"/>
              <a:ext cx="340" cy="630"/>
            </a:xfrm>
            <a:prstGeom prst="line">
              <a:avLst/>
            </a:prstGeom>
            <a:ln w="19050" cap="flat" cmpd="sng">
              <a:solidFill>
                <a:srgbClr val="C00000"/>
              </a:solidFill>
              <a:prstDash val="solid"/>
              <a:headEnd type="none" w="med" len="med"/>
              <a:tailEnd type="none" w="med" len="med"/>
            </a:ln>
          </p:spPr>
        </p:sp>
        <p:sp>
          <p:nvSpPr>
            <p:cNvPr id="63571" name="Line 47"/>
            <p:cNvSpPr/>
            <p:nvPr/>
          </p:nvSpPr>
          <p:spPr>
            <a:xfrm rot="-5400000">
              <a:off x="1631" y="2690"/>
              <a:ext cx="268" cy="0"/>
            </a:xfrm>
            <a:prstGeom prst="line">
              <a:avLst/>
            </a:prstGeom>
            <a:ln w="19050" cap="flat" cmpd="sng">
              <a:solidFill>
                <a:schemeClr val="tx1"/>
              </a:solidFill>
              <a:prstDash val="solid"/>
              <a:headEnd type="none" w="med" len="med"/>
              <a:tailEnd type="none" w="med" len="med"/>
            </a:ln>
          </p:spPr>
        </p:sp>
        <p:sp>
          <p:nvSpPr>
            <p:cNvPr id="63572" name="Line 48"/>
            <p:cNvSpPr/>
            <p:nvPr/>
          </p:nvSpPr>
          <p:spPr>
            <a:xfrm>
              <a:off x="826" y="2824"/>
              <a:ext cx="1322" cy="0"/>
            </a:xfrm>
            <a:prstGeom prst="line">
              <a:avLst/>
            </a:prstGeom>
            <a:ln w="19050" cap="flat" cmpd="sng">
              <a:solidFill>
                <a:schemeClr val="tx1"/>
              </a:solidFill>
              <a:prstDash val="solid"/>
              <a:headEnd type="none" w="med" len="med"/>
              <a:tailEnd type="none" w="med" len="med"/>
            </a:ln>
          </p:spPr>
        </p:sp>
        <p:sp>
          <p:nvSpPr>
            <p:cNvPr id="63573" name="Line 49"/>
            <p:cNvSpPr/>
            <p:nvPr/>
          </p:nvSpPr>
          <p:spPr>
            <a:xfrm>
              <a:off x="624" y="2114"/>
              <a:ext cx="0" cy="1394"/>
            </a:xfrm>
            <a:prstGeom prst="line">
              <a:avLst/>
            </a:prstGeom>
            <a:ln w="19050" cap="flat" cmpd="sng">
              <a:solidFill>
                <a:srgbClr val="C00000"/>
              </a:solidFill>
              <a:prstDash val="solid"/>
              <a:headEnd type="none" w="med" len="med"/>
              <a:tailEnd type="none" w="med" len="med"/>
            </a:ln>
          </p:spPr>
        </p:sp>
        <p:sp>
          <p:nvSpPr>
            <p:cNvPr id="63574" name="Line 50"/>
            <p:cNvSpPr/>
            <p:nvPr/>
          </p:nvSpPr>
          <p:spPr>
            <a:xfrm>
              <a:off x="624" y="2114"/>
              <a:ext cx="288" cy="0"/>
            </a:xfrm>
            <a:prstGeom prst="line">
              <a:avLst/>
            </a:prstGeom>
            <a:ln w="19050" cap="flat" cmpd="sng">
              <a:solidFill>
                <a:srgbClr val="C00000"/>
              </a:solidFill>
              <a:prstDash val="solid"/>
              <a:headEnd type="none" w="med" len="med"/>
              <a:tailEnd type="none" w="med" len="med"/>
            </a:ln>
          </p:spPr>
        </p:sp>
        <p:sp>
          <p:nvSpPr>
            <p:cNvPr id="63575" name="Oval 51"/>
            <p:cNvSpPr/>
            <p:nvPr/>
          </p:nvSpPr>
          <p:spPr>
            <a:xfrm>
              <a:off x="892" y="208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76" name="Line 52"/>
            <p:cNvSpPr/>
            <p:nvPr/>
          </p:nvSpPr>
          <p:spPr>
            <a:xfrm>
              <a:off x="624" y="3506"/>
              <a:ext cx="192" cy="0"/>
            </a:xfrm>
            <a:prstGeom prst="line">
              <a:avLst/>
            </a:prstGeom>
            <a:ln w="19050" cap="flat" cmpd="sng">
              <a:solidFill>
                <a:srgbClr val="C00000"/>
              </a:solidFill>
              <a:prstDash val="solid"/>
              <a:headEnd type="none" w="med" len="med"/>
              <a:tailEnd type="none" w="med" len="med"/>
            </a:ln>
          </p:spPr>
        </p:sp>
        <p:sp>
          <p:nvSpPr>
            <p:cNvPr id="63577" name="Oval 53"/>
            <p:cNvSpPr/>
            <p:nvPr/>
          </p:nvSpPr>
          <p:spPr>
            <a:xfrm>
              <a:off x="1738" y="279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78" name="Line 54"/>
            <p:cNvSpPr/>
            <p:nvPr/>
          </p:nvSpPr>
          <p:spPr>
            <a:xfrm>
              <a:off x="998" y="3372"/>
              <a:ext cx="0" cy="347"/>
            </a:xfrm>
            <a:prstGeom prst="line">
              <a:avLst/>
            </a:prstGeom>
            <a:ln w="19050" cap="flat" cmpd="sng">
              <a:solidFill>
                <a:srgbClr val="FF0066"/>
              </a:solidFill>
              <a:prstDash val="solid"/>
              <a:headEnd type="none" w="med" len="med"/>
              <a:tailEnd type="none" w="med" len="med"/>
            </a:ln>
          </p:spPr>
        </p:sp>
        <p:sp>
          <p:nvSpPr>
            <p:cNvPr id="63579" name="Line 55"/>
            <p:cNvSpPr/>
            <p:nvPr/>
          </p:nvSpPr>
          <p:spPr>
            <a:xfrm>
              <a:off x="1892" y="2076"/>
              <a:ext cx="0" cy="1440"/>
            </a:xfrm>
            <a:prstGeom prst="line">
              <a:avLst/>
            </a:prstGeom>
            <a:ln w="19050" cap="flat" cmpd="sng">
              <a:solidFill>
                <a:srgbClr val="C00000"/>
              </a:solidFill>
              <a:prstDash val="solid"/>
              <a:headEnd type="none" w="med" len="med"/>
              <a:tailEnd type="none" w="med" len="med"/>
            </a:ln>
          </p:spPr>
        </p:sp>
        <p:sp>
          <p:nvSpPr>
            <p:cNvPr id="63580" name="Line 56"/>
            <p:cNvSpPr/>
            <p:nvPr/>
          </p:nvSpPr>
          <p:spPr>
            <a:xfrm rot="-5400000">
              <a:off x="1691" y="3429"/>
              <a:ext cx="154" cy="0"/>
            </a:xfrm>
            <a:prstGeom prst="line">
              <a:avLst/>
            </a:prstGeom>
            <a:ln w="19050" cap="flat" cmpd="sng">
              <a:solidFill>
                <a:srgbClr val="C00000"/>
              </a:solidFill>
              <a:prstDash val="solid"/>
              <a:headEnd type="none" w="med" len="med"/>
              <a:tailEnd type="none" w="med" len="med"/>
            </a:ln>
          </p:spPr>
        </p:sp>
        <p:sp>
          <p:nvSpPr>
            <p:cNvPr id="63581" name="Line 57"/>
            <p:cNvSpPr/>
            <p:nvPr/>
          </p:nvSpPr>
          <p:spPr>
            <a:xfrm>
              <a:off x="1776" y="3506"/>
              <a:ext cx="118" cy="0"/>
            </a:xfrm>
            <a:prstGeom prst="line">
              <a:avLst/>
            </a:prstGeom>
            <a:ln w="19050" cap="flat" cmpd="sng">
              <a:solidFill>
                <a:srgbClr val="C00000"/>
              </a:solidFill>
              <a:prstDash val="solid"/>
              <a:headEnd type="none" w="med" len="med"/>
              <a:tailEnd type="none" w="med" len="med"/>
            </a:ln>
          </p:spPr>
        </p:sp>
        <p:sp>
          <p:nvSpPr>
            <p:cNvPr id="63582" name="Oval 58"/>
            <p:cNvSpPr/>
            <p:nvPr/>
          </p:nvSpPr>
          <p:spPr>
            <a:xfrm>
              <a:off x="1652" y="205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83" name="Line 59"/>
            <p:cNvSpPr/>
            <p:nvPr/>
          </p:nvSpPr>
          <p:spPr>
            <a:xfrm>
              <a:off x="912" y="2930"/>
              <a:ext cx="209" cy="0"/>
            </a:xfrm>
            <a:prstGeom prst="line">
              <a:avLst/>
            </a:prstGeom>
            <a:ln w="19050" cap="flat" cmpd="sng">
              <a:solidFill>
                <a:schemeClr val="tx1"/>
              </a:solidFill>
              <a:prstDash val="solid"/>
              <a:headEnd type="none" w="med" len="med"/>
              <a:tailEnd type="none" w="med" len="med"/>
            </a:ln>
          </p:spPr>
        </p:sp>
        <p:sp>
          <p:nvSpPr>
            <p:cNvPr id="63584" name="Line 60"/>
            <p:cNvSpPr/>
            <p:nvPr/>
          </p:nvSpPr>
          <p:spPr>
            <a:xfrm>
              <a:off x="1430" y="3516"/>
              <a:ext cx="152" cy="0"/>
            </a:xfrm>
            <a:prstGeom prst="line">
              <a:avLst/>
            </a:prstGeom>
            <a:ln w="19050" cap="flat" cmpd="sng">
              <a:solidFill>
                <a:schemeClr val="tx1"/>
              </a:solidFill>
              <a:prstDash val="solid"/>
              <a:headEnd type="none" w="med" len="med"/>
              <a:tailEnd type="none" w="med" len="med"/>
            </a:ln>
          </p:spPr>
        </p:sp>
        <p:sp>
          <p:nvSpPr>
            <p:cNvPr id="63585" name="Line 61"/>
            <p:cNvSpPr/>
            <p:nvPr/>
          </p:nvSpPr>
          <p:spPr>
            <a:xfrm>
              <a:off x="1114" y="2930"/>
              <a:ext cx="326" cy="598"/>
            </a:xfrm>
            <a:prstGeom prst="line">
              <a:avLst/>
            </a:prstGeom>
            <a:ln w="19050" cap="flat" cmpd="sng">
              <a:solidFill>
                <a:schemeClr val="tx1"/>
              </a:solidFill>
              <a:prstDash val="solid"/>
              <a:headEnd type="none" w="med" len="med"/>
              <a:tailEnd type="none" w="med" len="med"/>
            </a:ln>
          </p:spPr>
        </p:sp>
        <p:sp>
          <p:nvSpPr>
            <p:cNvPr id="63586" name="Text Box 62"/>
            <p:cNvSpPr txBox="1"/>
            <p:nvPr/>
          </p:nvSpPr>
          <p:spPr>
            <a:xfrm>
              <a:off x="1586" y="800"/>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87" name="Text Box 63"/>
            <p:cNvSpPr txBox="1"/>
            <p:nvPr/>
          </p:nvSpPr>
          <p:spPr>
            <a:xfrm>
              <a:off x="767" y="808"/>
              <a:ext cx="336"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88" name="Text Box 65"/>
            <p:cNvSpPr txBox="1"/>
            <p:nvPr/>
          </p:nvSpPr>
          <p:spPr>
            <a:xfrm>
              <a:off x="2042" y="2453"/>
              <a:ext cx="48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89" name="Text Box 66"/>
            <p:cNvSpPr txBox="1"/>
            <p:nvPr/>
          </p:nvSpPr>
          <p:spPr>
            <a:xfrm>
              <a:off x="894" y="3686"/>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90" name="Text Box 67"/>
            <p:cNvSpPr txBox="1"/>
            <p:nvPr/>
          </p:nvSpPr>
          <p:spPr>
            <a:xfrm>
              <a:off x="1141" y="2114"/>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91" name="Text Box 68"/>
            <p:cNvSpPr txBox="1"/>
            <p:nvPr/>
          </p:nvSpPr>
          <p:spPr>
            <a:xfrm>
              <a:off x="1867" y="2162"/>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92" name="Text Box 69"/>
            <p:cNvSpPr txBox="1"/>
            <p:nvPr/>
          </p:nvSpPr>
          <p:spPr>
            <a:xfrm>
              <a:off x="460" y="2162"/>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93" name="AutoShape 19"/>
            <p:cNvSpPr/>
            <p:nvPr/>
          </p:nvSpPr>
          <p:spPr>
            <a:xfrm rot="-5400000">
              <a:off x="760" y="3077"/>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94" name="AutoShape 22"/>
            <p:cNvSpPr/>
            <p:nvPr/>
          </p:nvSpPr>
          <p:spPr>
            <a:xfrm rot="-5400000">
              <a:off x="1528" y="3080"/>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95" name="Oval 23"/>
            <p:cNvSpPr/>
            <p:nvPr/>
          </p:nvSpPr>
          <p:spPr>
            <a:xfrm rot="-5400000">
              <a:off x="1641" y="3010"/>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96" name="Text Box 39"/>
            <p:cNvSpPr txBox="1"/>
            <p:nvPr/>
          </p:nvSpPr>
          <p:spPr>
            <a:xfrm>
              <a:off x="1583" y="3014"/>
              <a:ext cx="192"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5</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97" name="Text Box 40"/>
            <p:cNvSpPr txBox="1"/>
            <p:nvPr/>
          </p:nvSpPr>
          <p:spPr>
            <a:xfrm>
              <a:off x="816" y="3014"/>
              <a:ext cx="192"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6</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98" name="Oval 32"/>
            <p:cNvSpPr/>
            <p:nvPr/>
          </p:nvSpPr>
          <p:spPr>
            <a:xfrm>
              <a:off x="892" y="290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99" name="Oval 20"/>
            <p:cNvSpPr/>
            <p:nvPr/>
          </p:nvSpPr>
          <p:spPr>
            <a:xfrm rot="-5400000">
              <a:off x="883" y="2997"/>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63495" name="Line 106"/>
          <p:cNvSpPr/>
          <p:nvPr/>
        </p:nvSpPr>
        <p:spPr>
          <a:xfrm>
            <a:off x="4178300" y="1760538"/>
            <a:ext cx="488950" cy="0"/>
          </a:xfrm>
          <a:prstGeom prst="line">
            <a:avLst/>
          </a:prstGeom>
          <a:ln w="57150" cap="flat" cmpd="sng">
            <a:solidFill>
              <a:srgbClr val="C00000"/>
            </a:solidFill>
            <a:prstDash val="solid"/>
            <a:headEnd type="none" w="med" len="med"/>
            <a:tailEnd type="none" w="med" len="med"/>
          </a:ln>
        </p:spPr>
      </p:sp>
      <p:sp>
        <p:nvSpPr>
          <p:cNvPr id="63496" name="Line 107"/>
          <p:cNvSpPr/>
          <p:nvPr/>
        </p:nvSpPr>
        <p:spPr>
          <a:xfrm flipV="1">
            <a:off x="4789488" y="2336800"/>
            <a:ext cx="0" cy="342900"/>
          </a:xfrm>
          <a:prstGeom prst="line">
            <a:avLst/>
          </a:prstGeom>
          <a:ln w="57150" cap="flat" cmpd="sng">
            <a:solidFill>
              <a:srgbClr val="C00000"/>
            </a:solidFill>
            <a:prstDash val="solid"/>
            <a:headEnd type="none" w="med" len="med"/>
            <a:tailEnd type="none" w="med" len="med"/>
          </a:ln>
        </p:spPr>
      </p:sp>
      <p:sp>
        <p:nvSpPr>
          <p:cNvPr id="63497" name="Line 108"/>
          <p:cNvSpPr/>
          <p:nvPr/>
        </p:nvSpPr>
        <p:spPr>
          <a:xfrm>
            <a:off x="4667250" y="1758950"/>
            <a:ext cx="325438" cy="0"/>
          </a:xfrm>
          <a:prstGeom prst="line">
            <a:avLst/>
          </a:prstGeom>
          <a:ln w="57150" cap="flat" cmpd="sng">
            <a:solidFill>
              <a:srgbClr val="C00000"/>
            </a:solidFill>
            <a:prstDash val="solid"/>
            <a:headEnd type="none" w="med" len="med"/>
            <a:tailEnd type="none" w="med" len="med"/>
          </a:ln>
        </p:spPr>
      </p:sp>
      <p:sp>
        <p:nvSpPr>
          <p:cNvPr id="63498" name="Line 109"/>
          <p:cNvSpPr/>
          <p:nvPr/>
        </p:nvSpPr>
        <p:spPr>
          <a:xfrm flipV="1">
            <a:off x="4992688" y="1758950"/>
            <a:ext cx="0" cy="342900"/>
          </a:xfrm>
          <a:prstGeom prst="line">
            <a:avLst/>
          </a:prstGeom>
          <a:ln w="57150" cap="flat" cmpd="sng">
            <a:solidFill>
              <a:srgbClr val="C00000"/>
            </a:solidFill>
            <a:prstDash val="solid"/>
            <a:headEnd type="none" w="med" len="med"/>
            <a:tailEnd type="none" w="med" len="med"/>
          </a:ln>
        </p:spPr>
      </p:sp>
      <p:sp>
        <p:nvSpPr>
          <p:cNvPr id="63499" name="Line 110"/>
          <p:cNvSpPr/>
          <p:nvPr/>
        </p:nvSpPr>
        <p:spPr>
          <a:xfrm flipV="1">
            <a:off x="5005388" y="2084388"/>
            <a:ext cx="720725" cy="0"/>
          </a:xfrm>
          <a:prstGeom prst="line">
            <a:avLst/>
          </a:prstGeom>
          <a:ln w="57150" cap="flat" cmpd="sng">
            <a:solidFill>
              <a:srgbClr val="C00000"/>
            </a:solidFill>
            <a:prstDash val="solid"/>
            <a:headEnd type="none" w="med" len="med"/>
            <a:tailEnd type="none" w="med" len="med"/>
          </a:ln>
        </p:spPr>
      </p:sp>
      <p:sp>
        <p:nvSpPr>
          <p:cNvPr id="63500" name="Line 111"/>
          <p:cNvSpPr/>
          <p:nvPr/>
        </p:nvSpPr>
        <p:spPr>
          <a:xfrm flipV="1">
            <a:off x="5726113" y="1758950"/>
            <a:ext cx="0" cy="342900"/>
          </a:xfrm>
          <a:prstGeom prst="line">
            <a:avLst/>
          </a:prstGeom>
          <a:ln w="57150" cap="flat" cmpd="sng">
            <a:solidFill>
              <a:srgbClr val="C00000"/>
            </a:solidFill>
            <a:prstDash val="solid"/>
            <a:headEnd type="none" w="med" len="med"/>
            <a:tailEnd type="none" w="med" len="med"/>
          </a:ln>
        </p:spPr>
      </p:sp>
      <p:sp>
        <p:nvSpPr>
          <p:cNvPr id="63501" name="Line 112"/>
          <p:cNvSpPr/>
          <p:nvPr/>
        </p:nvSpPr>
        <p:spPr>
          <a:xfrm>
            <a:off x="5741988" y="1758950"/>
            <a:ext cx="488950" cy="0"/>
          </a:xfrm>
          <a:prstGeom prst="line">
            <a:avLst/>
          </a:prstGeom>
          <a:ln w="57150" cap="flat" cmpd="sng">
            <a:solidFill>
              <a:srgbClr val="C00000"/>
            </a:solidFill>
            <a:prstDash val="solid"/>
            <a:headEnd type="none" w="med" len="med"/>
            <a:tailEnd type="none" w="med" len="med"/>
          </a:ln>
        </p:spPr>
      </p:sp>
      <p:sp>
        <p:nvSpPr>
          <p:cNvPr id="63502" name="Line 113"/>
          <p:cNvSpPr/>
          <p:nvPr/>
        </p:nvSpPr>
        <p:spPr>
          <a:xfrm flipV="1">
            <a:off x="6230938" y="1758950"/>
            <a:ext cx="0" cy="342900"/>
          </a:xfrm>
          <a:prstGeom prst="line">
            <a:avLst/>
          </a:prstGeom>
          <a:ln w="57150" cap="flat" cmpd="sng">
            <a:solidFill>
              <a:srgbClr val="C00000"/>
            </a:solidFill>
            <a:prstDash val="solid"/>
            <a:headEnd type="none" w="med" len="med"/>
            <a:tailEnd type="none" w="med" len="med"/>
          </a:ln>
        </p:spPr>
      </p:sp>
      <p:sp>
        <p:nvSpPr>
          <p:cNvPr id="63503" name="Line 114"/>
          <p:cNvSpPr/>
          <p:nvPr/>
        </p:nvSpPr>
        <p:spPr>
          <a:xfrm flipV="1">
            <a:off x="6230938" y="2084388"/>
            <a:ext cx="647700" cy="0"/>
          </a:xfrm>
          <a:prstGeom prst="line">
            <a:avLst/>
          </a:prstGeom>
          <a:ln w="57150" cap="flat" cmpd="sng">
            <a:solidFill>
              <a:srgbClr val="C00000"/>
            </a:solidFill>
            <a:prstDash val="solid"/>
            <a:headEnd type="none" w="med" len="med"/>
            <a:tailEnd type="none" w="med" len="med"/>
          </a:ln>
        </p:spPr>
      </p:sp>
      <p:sp>
        <p:nvSpPr>
          <p:cNvPr id="63504" name="Line 115"/>
          <p:cNvSpPr/>
          <p:nvPr/>
        </p:nvSpPr>
        <p:spPr>
          <a:xfrm flipV="1">
            <a:off x="6864350" y="1758950"/>
            <a:ext cx="0" cy="342900"/>
          </a:xfrm>
          <a:prstGeom prst="line">
            <a:avLst/>
          </a:prstGeom>
          <a:ln w="57150" cap="flat" cmpd="sng">
            <a:solidFill>
              <a:srgbClr val="C00000"/>
            </a:solidFill>
            <a:prstDash val="solid"/>
            <a:headEnd type="none" w="med" len="med"/>
            <a:tailEnd type="none" w="med" len="med"/>
          </a:ln>
        </p:spPr>
      </p:sp>
      <p:sp>
        <p:nvSpPr>
          <p:cNvPr id="63505" name="Line 116"/>
          <p:cNvSpPr/>
          <p:nvPr/>
        </p:nvSpPr>
        <p:spPr>
          <a:xfrm>
            <a:off x="6864350" y="1758950"/>
            <a:ext cx="895350" cy="0"/>
          </a:xfrm>
          <a:prstGeom prst="line">
            <a:avLst/>
          </a:prstGeom>
          <a:ln w="57150" cap="flat" cmpd="sng">
            <a:solidFill>
              <a:srgbClr val="C00000"/>
            </a:solidFill>
            <a:prstDash val="solid"/>
            <a:headEnd type="none" w="med" len="med"/>
            <a:tailEnd type="none" w="med" len="med"/>
          </a:ln>
        </p:spPr>
      </p:sp>
      <p:sp>
        <p:nvSpPr>
          <p:cNvPr id="63506" name="Line 117"/>
          <p:cNvSpPr/>
          <p:nvPr/>
        </p:nvSpPr>
        <p:spPr>
          <a:xfrm>
            <a:off x="4321175" y="2679700"/>
            <a:ext cx="468313" cy="0"/>
          </a:xfrm>
          <a:prstGeom prst="line">
            <a:avLst/>
          </a:prstGeom>
          <a:ln w="57150" cap="flat" cmpd="sng">
            <a:solidFill>
              <a:srgbClr val="C00000"/>
            </a:solidFill>
            <a:prstDash val="solid"/>
            <a:headEnd type="none" w="med" len="med"/>
            <a:tailEnd type="none" w="med" len="med"/>
          </a:ln>
        </p:spPr>
      </p:sp>
      <p:sp>
        <p:nvSpPr>
          <p:cNvPr id="63507" name="Line 118"/>
          <p:cNvSpPr/>
          <p:nvPr/>
        </p:nvSpPr>
        <p:spPr>
          <a:xfrm flipV="1">
            <a:off x="5168900" y="2330450"/>
            <a:ext cx="0" cy="342900"/>
          </a:xfrm>
          <a:prstGeom prst="line">
            <a:avLst/>
          </a:prstGeom>
          <a:ln w="57150" cap="flat" cmpd="sng">
            <a:solidFill>
              <a:srgbClr val="C00000"/>
            </a:solidFill>
            <a:prstDash val="solid"/>
            <a:headEnd type="none" w="med" len="med"/>
            <a:tailEnd type="none" w="med" len="med"/>
          </a:ln>
        </p:spPr>
      </p:sp>
      <p:sp>
        <p:nvSpPr>
          <p:cNvPr id="63508" name="Line 119"/>
          <p:cNvSpPr/>
          <p:nvPr/>
        </p:nvSpPr>
        <p:spPr>
          <a:xfrm>
            <a:off x="5149850" y="2679700"/>
            <a:ext cx="431800" cy="0"/>
          </a:xfrm>
          <a:prstGeom prst="line">
            <a:avLst/>
          </a:prstGeom>
          <a:ln w="57150" cap="flat" cmpd="sng">
            <a:solidFill>
              <a:srgbClr val="C00000"/>
            </a:solidFill>
            <a:prstDash val="solid"/>
            <a:headEnd type="none" w="med" len="med"/>
            <a:tailEnd type="none" w="med" len="med"/>
          </a:ln>
        </p:spPr>
      </p:sp>
      <p:sp>
        <p:nvSpPr>
          <p:cNvPr id="63509" name="Line 120"/>
          <p:cNvSpPr/>
          <p:nvPr/>
        </p:nvSpPr>
        <p:spPr>
          <a:xfrm flipV="1">
            <a:off x="5556250" y="2330450"/>
            <a:ext cx="0" cy="342900"/>
          </a:xfrm>
          <a:prstGeom prst="line">
            <a:avLst/>
          </a:prstGeom>
          <a:ln w="57150" cap="flat" cmpd="sng">
            <a:solidFill>
              <a:srgbClr val="C00000"/>
            </a:solidFill>
            <a:prstDash val="solid"/>
            <a:headEnd type="none" w="med" len="med"/>
            <a:tailEnd type="none" w="med" len="med"/>
          </a:ln>
        </p:spPr>
      </p:sp>
      <p:sp>
        <p:nvSpPr>
          <p:cNvPr id="63510" name="Line 121"/>
          <p:cNvSpPr/>
          <p:nvPr/>
        </p:nvSpPr>
        <p:spPr>
          <a:xfrm>
            <a:off x="5903913" y="2679700"/>
            <a:ext cx="469900" cy="0"/>
          </a:xfrm>
          <a:prstGeom prst="line">
            <a:avLst/>
          </a:prstGeom>
          <a:ln w="57150" cap="flat" cmpd="sng">
            <a:solidFill>
              <a:srgbClr val="C00000"/>
            </a:solidFill>
            <a:prstDash val="solid"/>
            <a:headEnd type="none" w="med" len="med"/>
            <a:tailEnd type="none" w="med" len="med"/>
          </a:ln>
        </p:spPr>
      </p:sp>
      <p:sp>
        <p:nvSpPr>
          <p:cNvPr id="63511" name="Line 122"/>
          <p:cNvSpPr/>
          <p:nvPr/>
        </p:nvSpPr>
        <p:spPr>
          <a:xfrm flipV="1">
            <a:off x="5942013" y="2330450"/>
            <a:ext cx="0" cy="342900"/>
          </a:xfrm>
          <a:prstGeom prst="line">
            <a:avLst/>
          </a:prstGeom>
          <a:ln w="57150" cap="flat" cmpd="sng">
            <a:solidFill>
              <a:srgbClr val="C00000"/>
            </a:solidFill>
            <a:prstDash val="solid"/>
            <a:headEnd type="none" w="med" len="med"/>
            <a:tailEnd type="none" w="med" len="med"/>
          </a:ln>
        </p:spPr>
      </p:sp>
      <p:sp>
        <p:nvSpPr>
          <p:cNvPr id="63512" name="Line 123"/>
          <p:cNvSpPr/>
          <p:nvPr/>
        </p:nvSpPr>
        <p:spPr>
          <a:xfrm>
            <a:off x="5581650" y="2355850"/>
            <a:ext cx="360363" cy="0"/>
          </a:xfrm>
          <a:prstGeom prst="line">
            <a:avLst/>
          </a:prstGeom>
          <a:ln w="57150" cap="flat" cmpd="sng">
            <a:solidFill>
              <a:srgbClr val="C00000"/>
            </a:solidFill>
            <a:prstDash val="solid"/>
            <a:headEnd type="none" w="med" len="med"/>
            <a:tailEnd type="none" w="med" len="med"/>
          </a:ln>
        </p:spPr>
      </p:sp>
      <p:sp>
        <p:nvSpPr>
          <p:cNvPr id="63513" name="Line 126"/>
          <p:cNvSpPr/>
          <p:nvPr/>
        </p:nvSpPr>
        <p:spPr>
          <a:xfrm flipV="1">
            <a:off x="5149850" y="3003550"/>
            <a:ext cx="360363" cy="0"/>
          </a:xfrm>
          <a:prstGeom prst="line">
            <a:avLst/>
          </a:prstGeom>
          <a:ln w="57150" cap="flat" cmpd="sng">
            <a:solidFill>
              <a:srgbClr val="0000FF"/>
            </a:solidFill>
            <a:prstDash val="solid"/>
            <a:headEnd type="none" w="med" len="med"/>
            <a:tailEnd type="none" w="med" len="med"/>
          </a:ln>
        </p:spPr>
      </p:sp>
      <p:sp>
        <p:nvSpPr>
          <p:cNvPr id="63514" name="Text Box 127"/>
          <p:cNvSpPr txBox="1"/>
          <p:nvPr/>
        </p:nvSpPr>
        <p:spPr>
          <a:xfrm>
            <a:off x="3797300" y="1816100"/>
            <a:ext cx="296863"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15" name="Text Box 128"/>
          <p:cNvSpPr txBox="1"/>
          <p:nvPr/>
        </p:nvSpPr>
        <p:spPr>
          <a:xfrm>
            <a:off x="3781425" y="2463800"/>
            <a:ext cx="525463"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16" name="Text Box 129"/>
          <p:cNvSpPr txBox="1"/>
          <p:nvPr/>
        </p:nvSpPr>
        <p:spPr>
          <a:xfrm>
            <a:off x="3773488" y="3052763"/>
            <a:ext cx="296862"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63517" name="Line 130"/>
          <p:cNvSpPr/>
          <p:nvPr/>
        </p:nvSpPr>
        <p:spPr>
          <a:xfrm>
            <a:off x="5541963" y="1244600"/>
            <a:ext cx="0" cy="2428875"/>
          </a:xfrm>
          <a:prstGeom prst="line">
            <a:avLst/>
          </a:prstGeom>
          <a:ln w="19050" cap="flat" cmpd="sng">
            <a:solidFill>
              <a:schemeClr val="tx1"/>
            </a:solidFill>
            <a:prstDash val="dash"/>
            <a:headEnd type="none" w="med" len="med"/>
            <a:tailEnd type="none" w="med" len="med"/>
          </a:ln>
        </p:spPr>
      </p:sp>
      <p:sp>
        <p:nvSpPr>
          <p:cNvPr id="63518" name="Line 132"/>
          <p:cNvSpPr/>
          <p:nvPr/>
        </p:nvSpPr>
        <p:spPr>
          <a:xfrm>
            <a:off x="5932805" y="1216025"/>
            <a:ext cx="0" cy="2428875"/>
          </a:xfrm>
          <a:prstGeom prst="line">
            <a:avLst/>
          </a:prstGeom>
          <a:ln w="19050" cap="flat" cmpd="sng">
            <a:solidFill>
              <a:schemeClr val="tx1"/>
            </a:solidFill>
            <a:prstDash val="dash"/>
            <a:headEnd type="none" w="med" len="med"/>
            <a:tailEnd type="none" w="med" len="med"/>
          </a:ln>
        </p:spPr>
      </p:sp>
      <p:sp>
        <p:nvSpPr>
          <p:cNvPr id="63519" name="Line 133"/>
          <p:cNvSpPr/>
          <p:nvPr/>
        </p:nvSpPr>
        <p:spPr>
          <a:xfrm>
            <a:off x="6373813" y="1211263"/>
            <a:ext cx="0" cy="2428875"/>
          </a:xfrm>
          <a:prstGeom prst="line">
            <a:avLst/>
          </a:prstGeom>
          <a:ln w="19050" cap="flat" cmpd="sng">
            <a:solidFill>
              <a:schemeClr val="tx1"/>
            </a:solidFill>
            <a:prstDash val="dash"/>
            <a:headEnd type="none" w="med" len="med"/>
            <a:tailEnd type="none" w="med" len="med"/>
          </a:ln>
        </p:spPr>
      </p:sp>
      <p:sp>
        <p:nvSpPr>
          <p:cNvPr id="63520" name="Line 135"/>
          <p:cNvSpPr/>
          <p:nvPr/>
        </p:nvSpPr>
        <p:spPr>
          <a:xfrm>
            <a:off x="7166928" y="1244600"/>
            <a:ext cx="0" cy="2428875"/>
          </a:xfrm>
          <a:prstGeom prst="line">
            <a:avLst/>
          </a:prstGeom>
          <a:ln w="19050" cap="flat" cmpd="sng">
            <a:solidFill>
              <a:schemeClr val="tx1"/>
            </a:solidFill>
            <a:prstDash val="dash"/>
            <a:headEnd type="none" w="med" len="med"/>
            <a:tailEnd type="none" w="med" len="med"/>
          </a:ln>
        </p:spPr>
      </p:sp>
      <p:sp>
        <p:nvSpPr>
          <p:cNvPr id="63521" name="Line 137"/>
          <p:cNvSpPr/>
          <p:nvPr/>
        </p:nvSpPr>
        <p:spPr>
          <a:xfrm>
            <a:off x="5473700" y="3328988"/>
            <a:ext cx="488950" cy="0"/>
          </a:xfrm>
          <a:prstGeom prst="line">
            <a:avLst/>
          </a:prstGeom>
          <a:ln w="57150" cap="flat" cmpd="sng">
            <a:solidFill>
              <a:srgbClr val="0000FF"/>
            </a:solidFill>
            <a:prstDash val="solid"/>
            <a:headEnd type="none" w="med" len="med"/>
            <a:tailEnd type="none" w="med" len="med"/>
          </a:ln>
        </p:spPr>
      </p:sp>
      <p:sp>
        <p:nvSpPr>
          <p:cNvPr id="63522" name="Line 139"/>
          <p:cNvSpPr/>
          <p:nvPr/>
        </p:nvSpPr>
        <p:spPr>
          <a:xfrm>
            <a:off x="5924550" y="3328988"/>
            <a:ext cx="1263650" cy="0"/>
          </a:xfrm>
          <a:prstGeom prst="line">
            <a:avLst/>
          </a:prstGeom>
          <a:ln w="57150" cap="flat" cmpd="sng">
            <a:solidFill>
              <a:srgbClr val="0000FF"/>
            </a:solidFill>
            <a:prstDash val="solid"/>
            <a:headEnd type="none" w="med" len="med"/>
            <a:tailEnd type="none" w="med" len="med"/>
          </a:ln>
        </p:spPr>
      </p:sp>
      <p:sp>
        <p:nvSpPr>
          <p:cNvPr id="63523" name="Line 140"/>
          <p:cNvSpPr/>
          <p:nvPr/>
        </p:nvSpPr>
        <p:spPr>
          <a:xfrm flipV="1">
            <a:off x="7165975" y="2970213"/>
            <a:ext cx="0" cy="342900"/>
          </a:xfrm>
          <a:prstGeom prst="line">
            <a:avLst/>
          </a:prstGeom>
          <a:ln w="57150" cap="flat" cmpd="sng">
            <a:solidFill>
              <a:srgbClr val="0000FF"/>
            </a:solidFill>
            <a:prstDash val="solid"/>
            <a:headEnd type="none" w="med" len="med"/>
            <a:tailEnd type="none" w="med" len="med"/>
          </a:ln>
        </p:spPr>
      </p:sp>
      <p:sp>
        <p:nvSpPr>
          <p:cNvPr id="63524" name="Line 141"/>
          <p:cNvSpPr/>
          <p:nvPr/>
        </p:nvSpPr>
        <p:spPr>
          <a:xfrm>
            <a:off x="7165975" y="2970213"/>
            <a:ext cx="533400" cy="0"/>
          </a:xfrm>
          <a:prstGeom prst="line">
            <a:avLst/>
          </a:prstGeom>
          <a:ln w="57150" cap="flat" cmpd="sng">
            <a:solidFill>
              <a:srgbClr val="0000FF"/>
            </a:solidFill>
            <a:prstDash val="solid"/>
            <a:headEnd type="none" w="med" len="med"/>
            <a:tailEnd type="none" w="med" len="med"/>
          </a:ln>
        </p:spPr>
      </p:sp>
      <p:sp>
        <p:nvSpPr>
          <p:cNvPr id="63525" name="Line 142"/>
          <p:cNvSpPr/>
          <p:nvPr/>
        </p:nvSpPr>
        <p:spPr>
          <a:xfrm>
            <a:off x="4789488" y="2355850"/>
            <a:ext cx="360362" cy="0"/>
          </a:xfrm>
          <a:prstGeom prst="line">
            <a:avLst/>
          </a:prstGeom>
          <a:ln w="57150" cap="flat" cmpd="sng">
            <a:solidFill>
              <a:srgbClr val="C00000"/>
            </a:solidFill>
            <a:prstDash val="solid"/>
            <a:headEnd type="none" w="med" len="med"/>
            <a:tailEnd type="none" w="med" len="med"/>
          </a:ln>
        </p:spPr>
      </p:sp>
      <p:sp>
        <p:nvSpPr>
          <p:cNvPr id="63526" name="Line 143"/>
          <p:cNvSpPr/>
          <p:nvPr/>
        </p:nvSpPr>
        <p:spPr>
          <a:xfrm flipV="1">
            <a:off x="4789488" y="3003550"/>
            <a:ext cx="0" cy="342900"/>
          </a:xfrm>
          <a:prstGeom prst="line">
            <a:avLst/>
          </a:prstGeom>
          <a:ln w="57150" cap="flat" cmpd="sng">
            <a:solidFill>
              <a:srgbClr val="0000FF"/>
            </a:solidFill>
            <a:prstDash val="solid"/>
            <a:headEnd type="none" w="med" len="med"/>
            <a:tailEnd type="none" w="med" len="med"/>
          </a:ln>
        </p:spPr>
      </p:sp>
      <p:sp>
        <p:nvSpPr>
          <p:cNvPr id="63527" name="Line 144"/>
          <p:cNvSpPr/>
          <p:nvPr/>
        </p:nvSpPr>
        <p:spPr>
          <a:xfrm>
            <a:off x="4141788" y="3328988"/>
            <a:ext cx="647700" cy="0"/>
          </a:xfrm>
          <a:prstGeom prst="line">
            <a:avLst/>
          </a:prstGeom>
          <a:ln w="57150" cap="flat" cmpd="sng">
            <a:solidFill>
              <a:srgbClr val="0000FF"/>
            </a:solidFill>
            <a:prstDash val="solid"/>
            <a:headEnd type="none" w="med" len="med"/>
            <a:tailEnd type="none" w="med" len="med"/>
          </a:ln>
        </p:spPr>
      </p:sp>
      <p:sp>
        <p:nvSpPr>
          <p:cNvPr id="63528" name="Line 146"/>
          <p:cNvSpPr/>
          <p:nvPr/>
        </p:nvSpPr>
        <p:spPr>
          <a:xfrm>
            <a:off x="4789488" y="3003550"/>
            <a:ext cx="360362" cy="0"/>
          </a:xfrm>
          <a:prstGeom prst="line">
            <a:avLst/>
          </a:prstGeom>
          <a:ln w="57150" cap="flat" cmpd="sng">
            <a:solidFill>
              <a:srgbClr val="0000FF"/>
            </a:solidFill>
            <a:prstDash val="solid"/>
            <a:headEnd type="none" w="med" len="med"/>
            <a:tailEnd type="none" w="med" len="med"/>
          </a:ln>
        </p:spPr>
      </p:sp>
      <p:sp>
        <p:nvSpPr>
          <p:cNvPr id="63529" name="Line 147"/>
          <p:cNvSpPr/>
          <p:nvPr/>
        </p:nvSpPr>
        <p:spPr>
          <a:xfrm flipV="1">
            <a:off x="5510213" y="2986088"/>
            <a:ext cx="0" cy="342900"/>
          </a:xfrm>
          <a:prstGeom prst="line">
            <a:avLst/>
          </a:prstGeom>
          <a:ln w="57150" cap="flat" cmpd="sng">
            <a:solidFill>
              <a:srgbClr val="0000FF"/>
            </a:solidFill>
            <a:prstDash val="solid"/>
            <a:headEnd type="none" w="med" len="med"/>
            <a:tailEnd type="none" w="med" len="med"/>
          </a:ln>
        </p:spPr>
      </p:sp>
      <p:sp>
        <p:nvSpPr>
          <p:cNvPr id="63530" name="Line 148"/>
          <p:cNvSpPr/>
          <p:nvPr/>
        </p:nvSpPr>
        <p:spPr>
          <a:xfrm flipV="1">
            <a:off x="7165975" y="2330450"/>
            <a:ext cx="0" cy="342900"/>
          </a:xfrm>
          <a:prstGeom prst="line">
            <a:avLst/>
          </a:prstGeom>
          <a:ln w="57150" cap="flat" cmpd="sng">
            <a:solidFill>
              <a:srgbClr val="C00000"/>
            </a:solidFill>
            <a:prstDash val="solid"/>
            <a:headEnd type="none" w="med" len="med"/>
            <a:tailEnd type="none" w="med" len="med"/>
          </a:ln>
        </p:spPr>
      </p:sp>
      <p:sp>
        <p:nvSpPr>
          <p:cNvPr id="63531" name="Line 149"/>
          <p:cNvSpPr/>
          <p:nvPr/>
        </p:nvSpPr>
        <p:spPr>
          <a:xfrm>
            <a:off x="7175500" y="2355850"/>
            <a:ext cx="360363" cy="0"/>
          </a:xfrm>
          <a:prstGeom prst="line">
            <a:avLst/>
          </a:prstGeom>
          <a:ln w="57150" cap="flat" cmpd="sng">
            <a:solidFill>
              <a:srgbClr val="C00000"/>
            </a:solidFill>
            <a:prstDash val="solid"/>
            <a:headEnd type="none" w="med" len="med"/>
            <a:tailEnd type="none" w="med" len="med"/>
          </a:ln>
        </p:spPr>
      </p:sp>
      <p:sp>
        <p:nvSpPr>
          <p:cNvPr id="63532" name="Line 150"/>
          <p:cNvSpPr/>
          <p:nvPr/>
        </p:nvSpPr>
        <p:spPr>
          <a:xfrm flipV="1">
            <a:off x="6373813" y="2336800"/>
            <a:ext cx="0" cy="342900"/>
          </a:xfrm>
          <a:prstGeom prst="line">
            <a:avLst/>
          </a:prstGeom>
          <a:ln w="57150" cap="flat" cmpd="sng">
            <a:solidFill>
              <a:srgbClr val="C00000"/>
            </a:solidFill>
            <a:prstDash val="solid"/>
            <a:headEnd type="none" w="med" len="med"/>
            <a:tailEnd type="none" w="med" len="med"/>
          </a:ln>
        </p:spPr>
      </p:sp>
      <p:sp>
        <p:nvSpPr>
          <p:cNvPr id="63533" name="Line 151"/>
          <p:cNvSpPr/>
          <p:nvPr/>
        </p:nvSpPr>
        <p:spPr>
          <a:xfrm>
            <a:off x="6373813" y="2355850"/>
            <a:ext cx="360362" cy="0"/>
          </a:xfrm>
          <a:prstGeom prst="line">
            <a:avLst/>
          </a:prstGeom>
          <a:ln w="57150" cap="flat" cmpd="sng">
            <a:solidFill>
              <a:srgbClr val="C00000"/>
            </a:solidFill>
            <a:prstDash val="solid"/>
            <a:headEnd type="none" w="med" len="med"/>
            <a:tailEnd type="none" w="med" len="med"/>
          </a:ln>
        </p:spPr>
      </p:sp>
      <p:sp>
        <p:nvSpPr>
          <p:cNvPr id="63534" name="Line 152"/>
          <p:cNvSpPr/>
          <p:nvPr/>
        </p:nvSpPr>
        <p:spPr>
          <a:xfrm flipV="1">
            <a:off x="6734175" y="2336800"/>
            <a:ext cx="0" cy="342900"/>
          </a:xfrm>
          <a:prstGeom prst="line">
            <a:avLst/>
          </a:prstGeom>
          <a:ln w="57150" cap="flat" cmpd="sng">
            <a:solidFill>
              <a:srgbClr val="C00000"/>
            </a:solidFill>
            <a:prstDash val="solid"/>
            <a:headEnd type="none" w="med" len="med"/>
            <a:tailEnd type="none" w="med" len="med"/>
          </a:ln>
        </p:spPr>
      </p:sp>
      <p:sp>
        <p:nvSpPr>
          <p:cNvPr id="63535" name="Line 153"/>
          <p:cNvSpPr/>
          <p:nvPr/>
        </p:nvSpPr>
        <p:spPr>
          <a:xfrm>
            <a:off x="6726238" y="2679700"/>
            <a:ext cx="469900" cy="0"/>
          </a:xfrm>
          <a:prstGeom prst="line">
            <a:avLst/>
          </a:prstGeom>
          <a:ln w="57150" cap="flat" cmpd="sng">
            <a:solidFill>
              <a:srgbClr val="C00000"/>
            </a:solidFill>
            <a:prstDash val="solid"/>
            <a:headEnd type="none" w="med" len="med"/>
            <a:tailEnd type="none" w="med" len="med"/>
          </a:ln>
        </p:spPr>
      </p:sp>
      <p:cxnSp>
        <p:nvCxnSpPr>
          <p:cNvPr id="2" name="直接连接符 1"/>
          <p:cNvCxnSpPr/>
          <p:nvPr/>
        </p:nvCxnSpPr>
        <p:spPr>
          <a:xfrm>
            <a:off x="4399280" y="1214120"/>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3" name="直接连接符 2"/>
          <p:cNvCxnSpPr/>
          <p:nvPr/>
        </p:nvCxnSpPr>
        <p:spPr>
          <a:xfrm>
            <a:off x="4779645" y="1225550"/>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4" name="直接连接符 3"/>
          <p:cNvCxnSpPr/>
          <p:nvPr/>
        </p:nvCxnSpPr>
        <p:spPr>
          <a:xfrm>
            <a:off x="5541010" y="1244600"/>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5" name="直接连接符 4"/>
          <p:cNvCxnSpPr/>
          <p:nvPr/>
        </p:nvCxnSpPr>
        <p:spPr>
          <a:xfrm>
            <a:off x="6358255" y="1228090"/>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6" name="直接连接符 5"/>
          <p:cNvCxnSpPr/>
          <p:nvPr/>
        </p:nvCxnSpPr>
        <p:spPr>
          <a:xfrm>
            <a:off x="7158355" y="1266825"/>
            <a:ext cx="2540" cy="2437765"/>
          </a:xfrm>
          <a:prstGeom prst="line">
            <a:avLst/>
          </a:prstGeom>
        </p:spPr>
        <p:style>
          <a:lnRef idx="3">
            <a:schemeClr val="accent4"/>
          </a:lnRef>
          <a:fillRef idx="0">
            <a:schemeClr val="accent4"/>
          </a:fillRef>
          <a:effectRef idx="2">
            <a:schemeClr val="accent4"/>
          </a:effectRef>
          <a:fontRef idx="minor">
            <a:schemeClr val="tx1"/>
          </a:fontRef>
        </p:style>
      </p:cxnSp>
      <p:sp>
        <p:nvSpPr>
          <p:cNvPr id="7" name="Text Box 65"/>
          <p:cNvSpPr txBox="1"/>
          <p:nvPr/>
        </p:nvSpPr>
        <p:spPr>
          <a:xfrm>
            <a:off x="2317115" y="4011930"/>
            <a:ext cx="5093970" cy="629920"/>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zh-CN" altLang="en-US" sz="1400" dirty="0">
                <a:solidFill>
                  <a:schemeClr val="tx1"/>
                </a:solidFill>
                <a:latin typeface="黑体" panose="02010609060101010101" pitchFamily="49" charset="-122"/>
                <a:ea typeface="黑体" panose="02010609060101010101" pitchFamily="49" charset="-122"/>
              </a:rPr>
              <a:t>电路中</a:t>
            </a:r>
            <a:r>
              <a:rPr lang="en-US" altLang="zh-CN" sz="1400" dirty="0">
                <a:solidFill>
                  <a:srgbClr val="FF0000"/>
                </a:solidFill>
                <a:latin typeface="黑体" panose="02010609060101010101" pitchFamily="49" charset="-122"/>
                <a:ea typeface="黑体" panose="02010609060101010101" pitchFamily="49" charset="-122"/>
              </a:rPr>
              <a:t>CLK</a:t>
            </a:r>
            <a:r>
              <a:rPr lang="zh-CN" altLang="en-US" sz="1400" dirty="0">
                <a:solidFill>
                  <a:schemeClr val="tx1"/>
                </a:solidFill>
                <a:latin typeface="黑体" panose="02010609060101010101" pitchFamily="49" charset="-122"/>
                <a:ea typeface="黑体" panose="02010609060101010101" pitchFamily="49" charset="-122"/>
              </a:rPr>
              <a:t>信号很关键，它是门</a:t>
            </a:r>
            <a:r>
              <a:rPr lang="en-US" altLang="zh-CN" sz="1400" dirty="0">
                <a:solidFill>
                  <a:schemeClr val="tx1"/>
                </a:solidFill>
                <a:latin typeface="黑体" panose="02010609060101010101" pitchFamily="49" charset="-122"/>
                <a:ea typeface="黑体" panose="02010609060101010101" pitchFamily="49" charset="-122"/>
              </a:rPr>
              <a:t>3</a:t>
            </a:r>
            <a:r>
              <a:rPr lang="zh-CN" altLang="en-US" sz="1400" dirty="0">
                <a:solidFill>
                  <a:schemeClr val="tx1"/>
                </a:solidFill>
                <a:latin typeface="黑体" panose="02010609060101010101" pitchFamily="49" charset="-122"/>
                <a:ea typeface="黑体" panose="02010609060101010101" pitchFamily="49" charset="-122"/>
              </a:rPr>
              <a:t>、门</a:t>
            </a:r>
            <a:r>
              <a:rPr lang="en-US" altLang="zh-CN" sz="1400" dirty="0">
                <a:solidFill>
                  <a:schemeClr val="tx1"/>
                </a:solidFill>
                <a:latin typeface="黑体" panose="02010609060101010101" pitchFamily="49" charset="-122"/>
                <a:ea typeface="黑体" panose="02010609060101010101" pitchFamily="49" charset="-122"/>
              </a:rPr>
              <a:t>4</a:t>
            </a:r>
            <a:r>
              <a:rPr lang="zh-CN" altLang="en-US" sz="1400" dirty="0">
                <a:solidFill>
                  <a:schemeClr val="tx1"/>
                </a:solidFill>
                <a:latin typeface="黑体" panose="02010609060101010101" pitchFamily="49" charset="-122"/>
                <a:ea typeface="黑体" panose="02010609060101010101" pitchFamily="49" charset="-122"/>
              </a:rPr>
              <a:t>的门控信号！</a:t>
            </a:r>
            <a:endParaRPr lang="zh-CN" altLang="en-US" sz="14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400" dirty="0">
                <a:solidFill>
                  <a:srgbClr val="FF0000"/>
                </a:solidFill>
                <a:latin typeface="黑体" panose="02010609060101010101" pitchFamily="49" charset="-122"/>
                <a:ea typeface="黑体" panose="02010609060101010101" pitchFamily="49" charset="-122"/>
              </a:rPr>
              <a:t>a</a:t>
            </a:r>
            <a:r>
              <a:rPr lang="zh-CN" altLang="en-US" sz="1400" dirty="0">
                <a:solidFill>
                  <a:srgbClr val="FF0000"/>
                </a:solidFill>
                <a:latin typeface="黑体" panose="02010609060101010101" pitchFamily="49" charset="-122"/>
                <a:ea typeface="黑体" panose="02010609060101010101" pitchFamily="49" charset="-122"/>
              </a:rPr>
              <a:t>、</a:t>
            </a:r>
            <a:r>
              <a:rPr lang="en-US" altLang="zh-CN" sz="1400" dirty="0">
                <a:solidFill>
                  <a:srgbClr val="FF0000"/>
                </a:solidFill>
                <a:latin typeface="黑体" panose="02010609060101010101" pitchFamily="49" charset="-122"/>
                <a:ea typeface="黑体" panose="02010609060101010101" pitchFamily="49" charset="-122"/>
              </a:rPr>
              <a:t>b</a:t>
            </a:r>
            <a:r>
              <a:rPr lang="zh-CN" altLang="en-US" sz="1400" dirty="0">
                <a:solidFill>
                  <a:srgbClr val="FF0000"/>
                </a:solidFill>
                <a:latin typeface="黑体" panose="02010609060101010101" pitchFamily="49" charset="-122"/>
                <a:ea typeface="黑体" panose="02010609060101010101" pitchFamily="49" charset="-122"/>
              </a:rPr>
              <a:t>、</a:t>
            </a:r>
            <a:r>
              <a:rPr lang="en-US" altLang="zh-CN" sz="1400" dirty="0">
                <a:solidFill>
                  <a:srgbClr val="FF0000"/>
                </a:solidFill>
                <a:latin typeface="黑体" panose="02010609060101010101" pitchFamily="49" charset="-122"/>
                <a:ea typeface="黑体" panose="02010609060101010101" pitchFamily="49" charset="-122"/>
              </a:rPr>
              <a:t>c</a:t>
            </a:r>
            <a:r>
              <a:rPr lang="zh-CN" altLang="en-US" sz="1400" dirty="0">
                <a:solidFill>
                  <a:srgbClr val="FF0000"/>
                </a:solidFill>
                <a:latin typeface="黑体" panose="02010609060101010101" pitchFamily="49" charset="-122"/>
                <a:ea typeface="黑体" panose="02010609060101010101" pitchFamily="49" charset="-122"/>
              </a:rPr>
              <a:t>三根反馈线是门</a:t>
            </a:r>
            <a:r>
              <a:rPr lang="en-US" altLang="zh-CN" sz="1400" dirty="0">
                <a:solidFill>
                  <a:srgbClr val="FF0000"/>
                </a:solidFill>
                <a:latin typeface="黑体" panose="02010609060101010101" pitchFamily="49" charset="-122"/>
                <a:ea typeface="黑体" panose="02010609060101010101" pitchFamily="49" charset="-122"/>
              </a:rPr>
              <a:t>4</a:t>
            </a:r>
            <a:r>
              <a:rPr lang="zh-CN" altLang="en-US" sz="1400" dirty="0">
                <a:solidFill>
                  <a:srgbClr val="FF0000"/>
                </a:solidFill>
                <a:latin typeface="黑体" panose="02010609060101010101" pitchFamily="49" charset="-122"/>
                <a:ea typeface="黑体" panose="02010609060101010101" pitchFamily="49" charset="-122"/>
              </a:rPr>
              <a:t>、</a:t>
            </a:r>
            <a:r>
              <a:rPr lang="zh-CN" altLang="en-US" sz="1400" dirty="0">
                <a:solidFill>
                  <a:srgbClr val="FF0000"/>
                </a:solidFill>
                <a:latin typeface="黑体" panose="02010609060101010101" pitchFamily="49" charset="-122"/>
                <a:ea typeface="黑体" panose="02010609060101010101" pitchFamily="49" charset="-122"/>
                <a:sym typeface="+mn-ea"/>
              </a:rPr>
              <a:t>门</a:t>
            </a:r>
            <a:r>
              <a:rPr lang="en-US" altLang="zh-CN" sz="1400" dirty="0">
                <a:solidFill>
                  <a:srgbClr val="FF0000"/>
                </a:solidFill>
                <a:latin typeface="黑体" panose="02010609060101010101" pitchFamily="49" charset="-122"/>
                <a:ea typeface="黑体" panose="02010609060101010101" pitchFamily="49" charset="-122"/>
                <a:sym typeface="+mn-ea"/>
              </a:rPr>
              <a:t>5</a:t>
            </a:r>
            <a:r>
              <a:rPr lang="zh-CN" altLang="en-US" sz="1400" dirty="0">
                <a:solidFill>
                  <a:srgbClr val="FF0000"/>
                </a:solidFill>
                <a:latin typeface="黑体" panose="02010609060101010101" pitchFamily="49" charset="-122"/>
                <a:ea typeface="黑体" panose="02010609060101010101" pitchFamily="49" charset="-122"/>
                <a:sym typeface="+mn-ea"/>
              </a:rPr>
              <a:t>和门6的门控信号</a:t>
            </a:r>
            <a:r>
              <a:rPr lang="zh-CN" altLang="en-US" sz="1400" dirty="0">
                <a:solidFill>
                  <a:srgbClr val="FF0000"/>
                </a:solidFill>
                <a:latin typeface="黑体" panose="02010609060101010101" pitchFamily="49" charset="-122"/>
                <a:ea typeface="黑体" panose="02010609060101010101" pitchFamily="49" charset="-122"/>
              </a:rPr>
              <a:t>！</a:t>
            </a:r>
            <a:endParaRPr lang="zh-CN" altLang="en-US" sz="1400" dirty="0">
              <a:solidFill>
                <a:srgbClr val="FF0000"/>
              </a:solidFill>
              <a:latin typeface="黑体" panose="02010609060101010101" pitchFamily="49" charset="-122"/>
              <a:ea typeface="黑体" panose="02010609060101010101" pitchFamily="49" charset="-122"/>
            </a:endParaRPr>
          </a:p>
        </p:txBody>
      </p:sp>
      <p:cxnSp>
        <p:nvCxnSpPr>
          <p:cNvPr id="29" name="直接连接符 28"/>
          <p:cNvCxnSpPr/>
          <p:nvPr/>
        </p:nvCxnSpPr>
        <p:spPr>
          <a:xfrm>
            <a:off x="5005705" y="1225550"/>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42" name="直接连接符 41"/>
          <p:cNvCxnSpPr/>
          <p:nvPr/>
        </p:nvCxnSpPr>
        <p:spPr>
          <a:xfrm>
            <a:off x="5168900" y="1228090"/>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14" name="直接连接符 13"/>
          <p:cNvCxnSpPr/>
          <p:nvPr/>
        </p:nvCxnSpPr>
        <p:spPr>
          <a:xfrm>
            <a:off x="5723890" y="1266825"/>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20" name="直接连接符 19"/>
          <p:cNvCxnSpPr/>
          <p:nvPr/>
        </p:nvCxnSpPr>
        <p:spPr>
          <a:xfrm>
            <a:off x="5932805" y="1289050"/>
            <a:ext cx="2540" cy="2437765"/>
          </a:xfrm>
          <a:prstGeom prst="line">
            <a:avLst/>
          </a:prstGeom>
        </p:spPr>
        <p:style>
          <a:lnRef idx="3">
            <a:schemeClr val="accent4"/>
          </a:lnRef>
          <a:fillRef idx="0">
            <a:schemeClr val="accent4"/>
          </a:fillRef>
          <a:effectRef idx="2">
            <a:schemeClr val="accent4"/>
          </a:effectRef>
          <a:fontRef idx="minor">
            <a:schemeClr val="tx1"/>
          </a:fontRef>
        </p:style>
      </p:cxnSp>
      <p:sp>
        <p:nvSpPr>
          <p:cNvPr id="145" name="文本框 144"/>
          <p:cNvSpPr txBox="1"/>
          <p:nvPr/>
        </p:nvSpPr>
        <p:spPr>
          <a:xfrm>
            <a:off x="2519249" y="1932844"/>
            <a:ext cx="478155" cy="307777"/>
          </a:xfrm>
          <a:prstGeom prst="rect">
            <a:avLst/>
          </a:prstGeom>
          <a:noFill/>
        </p:spPr>
        <p:txBody>
          <a:bodyPr wrap="square" rtlCol="0">
            <a:spAutoFit/>
          </a:bodyPr>
          <a:lstStyle/>
          <a:p>
            <a:r>
              <a:rPr lang="en-US" altLang="zh-CN" sz="1400" dirty="0">
                <a:solidFill>
                  <a:srgbClr val="0000FF"/>
                </a:solidFill>
                <a:latin typeface="华文新魏" panose="02010800040101010101" pitchFamily="2" charset="-122"/>
                <a:ea typeface="华文新魏" panose="02010800040101010101" pitchFamily="2" charset="-122"/>
              </a:rPr>
              <a:t>/S</a:t>
            </a:r>
            <a:endParaRPr lang="en-US" altLang="zh-CN" sz="1400" dirty="0">
              <a:solidFill>
                <a:srgbClr val="0000FF"/>
              </a:solidFill>
              <a:latin typeface="华文新魏" panose="02010800040101010101" pitchFamily="2" charset="-122"/>
              <a:ea typeface="华文新魏" panose="02010800040101010101" pitchFamily="2" charset="-122"/>
            </a:endParaRPr>
          </a:p>
        </p:txBody>
      </p:sp>
      <p:sp>
        <p:nvSpPr>
          <p:cNvPr id="146" name="文本框 145"/>
          <p:cNvSpPr txBox="1"/>
          <p:nvPr/>
        </p:nvSpPr>
        <p:spPr>
          <a:xfrm>
            <a:off x="1245424" y="1939063"/>
            <a:ext cx="532954" cy="306705"/>
          </a:xfrm>
          <a:prstGeom prst="rect">
            <a:avLst/>
          </a:prstGeom>
          <a:noFill/>
        </p:spPr>
        <p:txBody>
          <a:bodyPr wrap="square" rtlCol="0">
            <a:spAutoFit/>
          </a:bodyPr>
          <a:lstStyle/>
          <a:p>
            <a:r>
              <a:rPr lang="en-US" altLang="zh-CN" sz="1400" dirty="0">
                <a:solidFill>
                  <a:srgbClr val="0000FF"/>
                </a:solidFill>
                <a:latin typeface="华文新魏" panose="02010800040101010101" pitchFamily="2" charset="-122"/>
                <a:ea typeface="华文新魏" panose="02010800040101010101" pitchFamily="2" charset="-122"/>
              </a:rPr>
              <a:t>/R</a:t>
            </a:r>
            <a:endParaRPr lang="en-US" altLang="zh-CN" sz="1400"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bldLst>
      <p:bldP spid="7" grpId="0"/>
      <p:bldP spid="7"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p:nvPr/>
        </p:nvSpPr>
        <p:spPr>
          <a:xfrm>
            <a:off x="4410075" y="1006079"/>
            <a:ext cx="1782366" cy="260858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4035" name="Text Box 3"/>
          <p:cNvSpPr txBox="1"/>
          <p:nvPr/>
        </p:nvSpPr>
        <p:spPr>
          <a:xfrm>
            <a:off x="1385888" y="1006078"/>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4037" name="灯片编号占位符 4"/>
          <p:cNvSpPr txBox="1">
            <a:spLocks noGrp="1"/>
          </p:cNvSpPr>
          <p:nvPr/>
        </p:nvSpPr>
        <p:spPr>
          <a:xfrm>
            <a:off x="8460820" y="487624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4038" name="Rectangle 2"/>
          <p:cNvSpPr>
            <a:spLocks noGrp="1"/>
          </p:cNvSpPr>
          <p:nvPr>
            <p:ph type="title" idx="4294967295"/>
          </p:nvPr>
        </p:nvSpPr>
        <p:spPr>
          <a:xfrm>
            <a:off x="1485900" y="501015"/>
            <a:ext cx="4400550" cy="4000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(1)</a:t>
            </a:r>
            <a:r>
              <a:rPr lang="zh-CN" altLang="en-US" sz="2100" b="1" dirty="0">
                <a:solidFill>
                  <a:schemeClr val="tx1"/>
                </a:solidFill>
                <a:ea typeface="华文新魏" panose="02010800040101010101" pitchFamily="2" charset="-122"/>
              </a:rPr>
              <a:t>：</a:t>
            </a:r>
            <a:r>
              <a:rPr lang="zh-CN" altLang="en-US" sz="2100" b="1" dirty="0">
                <a:solidFill>
                  <a:srgbClr val="800080"/>
                </a:solidFill>
                <a:ea typeface="华文新魏" panose="02010800040101010101" pitchFamily="2" charset="-122"/>
              </a:rPr>
              <a:t>初态 </a:t>
            </a:r>
            <a:r>
              <a:rPr lang="en-US" altLang="zh-CN" sz="2100" b="1">
                <a:solidFill>
                  <a:srgbClr val="800080"/>
                </a:solidFill>
                <a:ea typeface="华文新魏" panose="02010800040101010101" pitchFamily="2" charset="-122"/>
              </a:rPr>
              <a:t>Q = 0</a:t>
            </a:r>
            <a:endParaRPr lang="en-US" altLang="zh-CN" sz="2100" b="1">
              <a:solidFill>
                <a:srgbClr val="800080"/>
              </a:solidFill>
              <a:ea typeface="华文新魏" panose="02010800040101010101" pitchFamily="2" charset="-122"/>
            </a:endParaRPr>
          </a:p>
        </p:txBody>
      </p:sp>
      <p:grpSp>
        <p:nvGrpSpPr>
          <p:cNvPr id="44039" name="Group 147"/>
          <p:cNvGrpSpPr/>
          <p:nvPr/>
        </p:nvGrpSpPr>
        <p:grpSpPr>
          <a:xfrm>
            <a:off x="4410075" y="1085850"/>
            <a:ext cx="1247775" cy="2368153"/>
            <a:chOff x="-88" y="0"/>
            <a:chExt cx="1048" cy="1989"/>
          </a:xfrm>
        </p:grpSpPr>
        <p:sp>
          <p:nvSpPr>
            <p:cNvPr id="44106" name="Line 119"/>
            <p:cNvSpPr/>
            <p:nvPr/>
          </p:nvSpPr>
          <p:spPr>
            <a:xfrm>
              <a:off x="624" y="702"/>
              <a:ext cx="331" cy="0"/>
            </a:xfrm>
            <a:prstGeom prst="line">
              <a:avLst/>
            </a:prstGeom>
            <a:ln w="57150" cap="flat" cmpd="sng">
              <a:solidFill>
                <a:srgbClr val="99CCFF"/>
              </a:solidFill>
              <a:prstDash val="solid"/>
              <a:headEnd type="none" w="med" len="med"/>
              <a:tailEnd type="none" w="med" len="med"/>
            </a:ln>
          </p:spPr>
        </p:sp>
        <p:sp>
          <p:nvSpPr>
            <p:cNvPr id="44107" name="Text Box 123"/>
            <p:cNvSpPr txBox="1"/>
            <p:nvPr/>
          </p:nvSpPr>
          <p:spPr>
            <a:xfrm>
              <a:off x="-88" y="432"/>
              <a:ext cx="616"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4108" name="Text Box 124"/>
            <p:cNvSpPr txBox="1"/>
            <p:nvPr/>
          </p:nvSpPr>
          <p:spPr>
            <a:xfrm>
              <a:off x="130" y="1052"/>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4109" name="Line 131"/>
            <p:cNvSpPr/>
            <p:nvPr/>
          </p:nvSpPr>
          <p:spPr>
            <a:xfrm>
              <a:off x="624" y="1046"/>
              <a:ext cx="331" cy="0"/>
            </a:xfrm>
            <a:prstGeom prst="line">
              <a:avLst/>
            </a:prstGeom>
            <a:ln w="57150" cap="flat" cmpd="sng">
              <a:solidFill>
                <a:srgbClr val="FFFF00"/>
              </a:solidFill>
              <a:prstDash val="solid"/>
              <a:headEnd type="none" w="med" len="med"/>
              <a:tailEnd type="none" w="med" len="med"/>
            </a:ln>
          </p:spPr>
        </p:sp>
        <p:sp>
          <p:nvSpPr>
            <p:cNvPr id="44110" name="Text Box 137"/>
            <p:cNvSpPr txBox="1"/>
            <p:nvPr/>
          </p:nvSpPr>
          <p:spPr>
            <a:xfrm>
              <a:off x="126" y="1680"/>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4111" name="Line 139"/>
            <p:cNvSpPr/>
            <p:nvPr/>
          </p:nvSpPr>
          <p:spPr>
            <a:xfrm>
              <a:off x="624" y="1920"/>
              <a:ext cx="336" cy="0"/>
            </a:xfrm>
            <a:prstGeom prst="line">
              <a:avLst/>
            </a:prstGeom>
            <a:ln w="57150" cap="flat" cmpd="sng">
              <a:solidFill>
                <a:schemeClr val="bg1"/>
              </a:solidFill>
              <a:prstDash val="solid"/>
              <a:headEnd type="none" w="med" len="med"/>
              <a:tailEnd type="none" w="med" len="med"/>
            </a:ln>
          </p:spPr>
        </p:sp>
        <p:sp>
          <p:nvSpPr>
            <p:cNvPr id="44112" name="Line 140"/>
            <p:cNvSpPr/>
            <p:nvPr/>
          </p:nvSpPr>
          <p:spPr>
            <a:xfrm>
              <a:off x="768" y="0"/>
              <a:ext cx="0" cy="288"/>
            </a:xfrm>
            <a:prstGeom prst="line">
              <a:avLst/>
            </a:prstGeom>
            <a:ln w="57150" cap="flat" cmpd="sng">
              <a:solidFill>
                <a:srgbClr val="FFFF00"/>
              </a:solidFill>
              <a:prstDash val="solid"/>
              <a:headEnd type="none" w="med" len="med"/>
              <a:tailEnd type="triangle" w="med" len="med"/>
            </a:ln>
          </p:spPr>
        </p:sp>
      </p:grpSp>
      <p:grpSp>
        <p:nvGrpSpPr>
          <p:cNvPr id="44040" name="Group 146"/>
          <p:cNvGrpSpPr/>
          <p:nvPr/>
        </p:nvGrpSpPr>
        <p:grpSpPr>
          <a:xfrm>
            <a:off x="1371600" y="1064419"/>
            <a:ext cx="2743200" cy="3645694"/>
            <a:chOff x="0" y="0"/>
            <a:chExt cx="2304" cy="3062"/>
          </a:xfrm>
        </p:grpSpPr>
        <p:sp>
          <p:nvSpPr>
            <p:cNvPr id="44041" name="Line 5"/>
            <p:cNvSpPr/>
            <p:nvPr/>
          </p:nvSpPr>
          <p:spPr>
            <a:xfrm rot="-5400000">
              <a:off x="704" y="938"/>
              <a:ext cx="161" cy="0"/>
            </a:xfrm>
            <a:prstGeom prst="line">
              <a:avLst/>
            </a:prstGeom>
            <a:ln w="28575" cap="flat" cmpd="sng">
              <a:solidFill>
                <a:schemeClr val="accent1"/>
              </a:solidFill>
              <a:prstDash val="solid"/>
              <a:headEnd type="none" w="med" len="med"/>
              <a:tailEnd type="none" w="med" len="med"/>
            </a:ln>
          </p:spPr>
        </p:sp>
        <p:sp>
          <p:nvSpPr>
            <p:cNvPr id="44042" name="Line 6"/>
            <p:cNvSpPr/>
            <p:nvPr/>
          </p:nvSpPr>
          <p:spPr>
            <a:xfrm rot="-5400000">
              <a:off x="576" y="372"/>
              <a:ext cx="288" cy="0"/>
            </a:xfrm>
            <a:prstGeom prst="line">
              <a:avLst/>
            </a:prstGeom>
            <a:ln w="28575" cap="flat" cmpd="sng">
              <a:solidFill>
                <a:srgbClr val="FF5050"/>
              </a:solidFill>
              <a:prstDash val="solid"/>
              <a:headEnd type="none" w="med" len="med"/>
              <a:tailEnd type="none" w="med" len="med"/>
            </a:ln>
          </p:spPr>
        </p:sp>
        <p:sp>
          <p:nvSpPr>
            <p:cNvPr id="44043" name="AutoShape 8"/>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44" name="Oval 9"/>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45" name="Line 12"/>
            <p:cNvSpPr/>
            <p:nvPr/>
          </p:nvSpPr>
          <p:spPr>
            <a:xfrm rot="-5400000">
              <a:off x="1344" y="375"/>
              <a:ext cx="288" cy="0"/>
            </a:xfrm>
            <a:prstGeom prst="line">
              <a:avLst/>
            </a:prstGeom>
            <a:ln w="28575" cap="flat" cmpd="sng">
              <a:solidFill>
                <a:schemeClr val="accent1"/>
              </a:solidFill>
              <a:prstDash val="solid"/>
              <a:headEnd type="none" w="med" len="med"/>
              <a:tailEnd type="none" w="med" len="med"/>
            </a:ln>
          </p:spPr>
        </p:sp>
        <p:sp>
          <p:nvSpPr>
            <p:cNvPr id="44046" name="AutoShape 14"/>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47" name="Oval 15"/>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48" name="Line 22"/>
            <p:cNvSpPr/>
            <p:nvPr/>
          </p:nvSpPr>
          <p:spPr>
            <a:xfrm rot="-5400000">
              <a:off x="490" y="1068"/>
              <a:ext cx="447" cy="0"/>
            </a:xfrm>
            <a:prstGeom prst="line">
              <a:avLst/>
            </a:prstGeom>
            <a:ln w="28575" cap="flat" cmpd="sng">
              <a:solidFill>
                <a:srgbClr val="FF5050"/>
              </a:solidFill>
              <a:prstDash val="solid"/>
              <a:headEnd type="none" w="med" len="med"/>
              <a:tailEnd type="none" w="med" len="med"/>
            </a:ln>
          </p:spPr>
        </p:sp>
        <p:sp>
          <p:nvSpPr>
            <p:cNvPr id="44049" name="Line 23"/>
            <p:cNvSpPr/>
            <p:nvPr/>
          </p:nvSpPr>
          <p:spPr>
            <a:xfrm rot="-5400000">
              <a:off x="497" y="1796"/>
              <a:ext cx="268" cy="0"/>
            </a:xfrm>
            <a:prstGeom prst="line">
              <a:avLst/>
            </a:prstGeom>
            <a:ln w="28575" cap="flat" cmpd="sng">
              <a:solidFill>
                <a:schemeClr val="accent1"/>
              </a:solidFill>
              <a:prstDash val="solid"/>
              <a:headEnd type="none" w="med" len="med"/>
              <a:tailEnd type="none" w="med" len="med"/>
            </a:ln>
          </p:spPr>
        </p:sp>
        <p:sp>
          <p:nvSpPr>
            <p:cNvPr id="44050" name="AutoShape 2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1" name="Oval 2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2" name="AutoShape 30"/>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3" name="Oval 31"/>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4" name="Line 36"/>
            <p:cNvSpPr/>
            <p:nvPr/>
          </p:nvSpPr>
          <p:spPr>
            <a:xfrm rot="-5400000">
              <a:off x="548" y="2535"/>
              <a:ext cx="154" cy="0"/>
            </a:xfrm>
            <a:prstGeom prst="line">
              <a:avLst/>
            </a:prstGeom>
            <a:ln w="28575" cap="flat" cmpd="sng">
              <a:solidFill>
                <a:srgbClr val="FF5050"/>
              </a:solidFill>
              <a:prstDash val="solid"/>
              <a:headEnd type="none" w="med" len="med"/>
              <a:tailEnd type="none" w="med" len="med"/>
            </a:ln>
          </p:spPr>
        </p:sp>
        <p:sp>
          <p:nvSpPr>
            <p:cNvPr id="44055" name="AutoShape 37"/>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6" name="Oval 38"/>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7" name="Line 42"/>
            <p:cNvSpPr/>
            <p:nvPr/>
          </p:nvSpPr>
          <p:spPr>
            <a:xfrm rot="-5400000">
              <a:off x="1315" y="2545"/>
              <a:ext cx="154" cy="0"/>
            </a:xfrm>
            <a:prstGeom prst="line">
              <a:avLst/>
            </a:prstGeom>
            <a:ln w="28575" cap="flat" cmpd="sng">
              <a:solidFill>
                <a:schemeClr val="accent1"/>
              </a:solidFill>
              <a:prstDash val="solid"/>
              <a:headEnd type="none" w="med" len="med"/>
              <a:tailEnd type="none" w="med" len="med"/>
            </a:ln>
          </p:spPr>
        </p:sp>
        <p:sp>
          <p:nvSpPr>
            <p:cNvPr id="44058" name="AutoShape 43"/>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9" name="Oval 44"/>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60" name="Line 46"/>
            <p:cNvSpPr/>
            <p:nvPr/>
          </p:nvSpPr>
          <p:spPr>
            <a:xfrm rot="-5400000">
              <a:off x="1302" y="937"/>
              <a:ext cx="161" cy="0"/>
            </a:xfrm>
            <a:prstGeom prst="line">
              <a:avLst/>
            </a:prstGeom>
            <a:ln w="28575" cap="flat" cmpd="sng">
              <a:solidFill>
                <a:srgbClr val="FF5050"/>
              </a:solidFill>
              <a:prstDash val="solid"/>
              <a:headEnd type="none" w="med" len="med"/>
              <a:tailEnd type="none" w="med" len="med"/>
            </a:ln>
          </p:spPr>
        </p:sp>
        <p:sp>
          <p:nvSpPr>
            <p:cNvPr id="44061" name="Line 47"/>
            <p:cNvSpPr/>
            <p:nvPr/>
          </p:nvSpPr>
          <p:spPr>
            <a:xfrm>
              <a:off x="796" y="1028"/>
              <a:ext cx="152" cy="0"/>
            </a:xfrm>
            <a:prstGeom prst="line">
              <a:avLst/>
            </a:prstGeom>
            <a:ln w="28575" cap="flat" cmpd="sng">
              <a:solidFill>
                <a:schemeClr val="accent1"/>
              </a:solidFill>
              <a:prstDash val="solid"/>
              <a:headEnd type="none" w="med" len="med"/>
              <a:tailEnd type="none" w="med" len="med"/>
            </a:ln>
          </p:spPr>
        </p:sp>
        <p:sp>
          <p:nvSpPr>
            <p:cNvPr id="44062" name="Line 48"/>
            <p:cNvSpPr/>
            <p:nvPr/>
          </p:nvSpPr>
          <p:spPr>
            <a:xfrm>
              <a:off x="1251" y="1028"/>
              <a:ext cx="141" cy="0"/>
            </a:xfrm>
            <a:prstGeom prst="line">
              <a:avLst/>
            </a:prstGeom>
            <a:ln w="28575" cap="flat" cmpd="sng">
              <a:solidFill>
                <a:srgbClr val="FF5050"/>
              </a:solidFill>
              <a:prstDash val="solid"/>
              <a:headEnd type="none" w="med" len="med"/>
              <a:tailEnd type="none" w="med" len="med"/>
            </a:ln>
          </p:spPr>
        </p:sp>
        <p:sp>
          <p:nvSpPr>
            <p:cNvPr id="44063" name="Line 49"/>
            <p:cNvSpPr/>
            <p:nvPr/>
          </p:nvSpPr>
          <p:spPr>
            <a:xfrm>
              <a:off x="720" y="404"/>
              <a:ext cx="209" cy="0"/>
            </a:xfrm>
            <a:prstGeom prst="line">
              <a:avLst/>
            </a:prstGeom>
            <a:ln w="28575" cap="flat" cmpd="sng">
              <a:solidFill>
                <a:srgbClr val="FF5050"/>
              </a:solidFill>
              <a:prstDash val="solid"/>
              <a:headEnd type="none" w="med" len="med"/>
              <a:tailEnd type="none" w="med" len="med"/>
            </a:ln>
          </p:spPr>
        </p:sp>
        <p:sp>
          <p:nvSpPr>
            <p:cNvPr id="44064" name="Line 50"/>
            <p:cNvSpPr/>
            <p:nvPr/>
          </p:nvSpPr>
          <p:spPr>
            <a:xfrm>
              <a:off x="1289" y="404"/>
              <a:ext cx="209" cy="0"/>
            </a:xfrm>
            <a:prstGeom prst="line">
              <a:avLst/>
            </a:prstGeom>
            <a:ln w="28575" cap="flat" cmpd="sng">
              <a:solidFill>
                <a:schemeClr val="accent1"/>
              </a:solidFill>
              <a:prstDash val="solid"/>
              <a:headEnd type="none" w="med" len="med"/>
              <a:tailEnd type="none" w="med" len="med"/>
            </a:ln>
          </p:spPr>
        </p:sp>
        <p:sp>
          <p:nvSpPr>
            <p:cNvPr id="44065" name="Line 51"/>
            <p:cNvSpPr/>
            <p:nvPr/>
          </p:nvSpPr>
          <p:spPr>
            <a:xfrm>
              <a:off x="932" y="404"/>
              <a:ext cx="326" cy="630"/>
            </a:xfrm>
            <a:prstGeom prst="line">
              <a:avLst/>
            </a:prstGeom>
            <a:ln w="28575" cap="flat" cmpd="sng">
              <a:solidFill>
                <a:srgbClr val="FF5050"/>
              </a:solidFill>
              <a:prstDash val="solid"/>
              <a:headEnd type="none" w="med" len="med"/>
              <a:tailEnd type="none" w="med" len="med"/>
            </a:ln>
          </p:spPr>
        </p:sp>
        <p:sp>
          <p:nvSpPr>
            <p:cNvPr id="44066" name="Line 52"/>
            <p:cNvSpPr/>
            <p:nvPr/>
          </p:nvSpPr>
          <p:spPr>
            <a:xfrm flipH="1">
              <a:off x="940" y="404"/>
              <a:ext cx="340" cy="630"/>
            </a:xfrm>
            <a:prstGeom prst="line">
              <a:avLst/>
            </a:prstGeom>
            <a:ln w="28575" cap="flat" cmpd="sng">
              <a:solidFill>
                <a:schemeClr val="accent1"/>
              </a:solidFill>
              <a:prstDash val="solid"/>
              <a:headEnd type="none" w="med" len="med"/>
              <a:tailEnd type="none" w="med" len="med"/>
            </a:ln>
          </p:spPr>
        </p:sp>
        <p:sp>
          <p:nvSpPr>
            <p:cNvPr id="44067" name="Line 54"/>
            <p:cNvSpPr/>
            <p:nvPr/>
          </p:nvSpPr>
          <p:spPr>
            <a:xfrm rot="-5400000">
              <a:off x="1255" y="1068"/>
              <a:ext cx="447" cy="0"/>
            </a:xfrm>
            <a:prstGeom prst="line">
              <a:avLst/>
            </a:prstGeom>
            <a:ln w="28575" cap="flat" cmpd="sng">
              <a:solidFill>
                <a:srgbClr val="FF5050"/>
              </a:solidFill>
              <a:prstDash val="solid"/>
              <a:headEnd type="none" w="med" len="med"/>
              <a:tailEnd type="none" w="med" len="med"/>
            </a:ln>
          </p:spPr>
        </p:sp>
        <p:sp>
          <p:nvSpPr>
            <p:cNvPr id="44068" name="Oval 58"/>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69" name="Oval 59"/>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70" name="Text Box 60"/>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4071" name="Text Box 61"/>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4072" name="Text Box 62"/>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4073" name="Text Box 63"/>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4074" name="Text Box 64"/>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4075" name="Text Box 65"/>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4076" name="Line 66"/>
            <p:cNvSpPr/>
            <p:nvPr/>
          </p:nvSpPr>
          <p:spPr>
            <a:xfrm rot="-5400000">
              <a:off x="487" y="1869"/>
              <a:ext cx="447" cy="0"/>
            </a:xfrm>
            <a:prstGeom prst="line">
              <a:avLst/>
            </a:prstGeom>
            <a:ln w="28575" cap="flat" cmpd="sng">
              <a:solidFill>
                <a:schemeClr val="accent1"/>
              </a:solidFill>
              <a:prstDash val="solid"/>
              <a:headEnd type="none" w="med" len="med"/>
              <a:tailEnd type="none" w="med" len="med"/>
            </a:ln>
          </p:spPr>
        </p:sp>
        <p:sp>
          <p:nvSpPr>
            <p:cNvPr id="44077" name="Line 67"/>
            <p:cNvSpPr/>
            <p:nvPr/>
          </p:nvSpPr>
          <p:spPr>
            <a:xfrm rot="-5400000">
              <a:off x="1255" y="1876"/>
              <a:ext cx="447" cy="0"/>
            </a:xfrm>
            <a:prstGeom prst="line">
              <a:avLst/>
            </a:prstGeom>
            <a:ln w="28575" cap="flat" cmpd="sng">
              <a:solidFill>
                <a:srgbClr val="FF5050"/>
              </a:solidFill>
              <a:prstDash val="solid"/>
              <a:headEnd type="none" w="med" len="med"/>
              <a:tailEnd type="none" w="med" len="med"/>
            </a:ln>
          </p:spPr>
        </p:sp>
        <p:sp>
          <p:nvSpPr>
            <p:cNvPr id="44078" name="Line 68"/>
            <p:cNvSpPr/>
            <p:nvPr/>
          </p:nvSpPr>
          <p:spPr>
            <a:xfrm rot="-5400000">
              <a:off x="716" y="1723"/>
              <a:ext cx="161" cy="0"/>
            </a:xfrm>
            <a:prstGeom prst="line">
              <a:avLst/>
            </a:prstGeom>
            <a:ln w="28575" cap="flat" cmpd="sng">
              <a:solidFill>
                <a:srgbClr val="FF5050"/>
              </a:solidFill>
              <a:prstDash val="solid"/>
              <a:headEnd type="none" w="med" len="med"/>
              <a:tailEnd type="none" w="med" len="med"/>
            </a:ln>
          </p:spPr>
        </p:sp>
        <p:sp>
          <p:nvSpPr>
            <p:cNvPr id="44079" name="Line 69"/>
            <p:cNvSpPr/>
            <p:nvPr/>
          </p:nvSpPr>
          <p:spPr>
            <a:xfrm>
              <a:off x="806" y="1816"/>
              <a:ext cx="141" cy="0"/>
            </a:xfrm>
            <a:prstGeom prst="line">
              <a:avLst/>
            </a:prstGeom>
            <a:ln w="28575" cap="flat" cmpd="sng">
              <a:solidFill>
                <a:srgbClr val="FF5050"/>
              </a:solidFill>
              <a:prstDash val="solid"/>
              <a:headEnd type="none" w="med" len="med"/>
              <a:tailEnd type="none" w="med" len="med"/>
            </a:ln>
          </p:spPr>
        </p:sp>
        <p:sp>
          <p:nvSpPr>
            <p:cNvPr id="44080" name="Line 70"/>
            <p:cNvSpPr/>
            <p:nvPr/>
          </p:nvSpPr>
          <p:spPr>
            <a:xfrm>
              <a:off x="1276" y="1192"/>
              <a:ext cx="435" cy="0"/>
            </a:xfrm>
            <a:prstGeom prst="line">
              <a:avLst/>
            </a:prstGeom>
            <a:ln w="28575" cap="flat" cmpd="sng">
              <a:solidFill>
                <a:srgbClr val="FF5050"/>
              </a:solidFill>
              <a:prstDash val="solid"/>
              <a:headEnd type="none" w="med" len="med"/>
              <a:tailEnd type="none" w="med" len="med"/>
            </a:ln>
          </p:spPr>
        </p:sp>
        <p:sp>
          <p:nvSpPr>
            <p:cNvPr id="44081" name="Line 71"/>
            <p:cNvSpPr/>
            <p:nvPr/>
          </p:nvSpPr>
          <p:spPr>
            <a:xfrm flipH="1">
              <a:off x="922" y="1192"/>
              <a:ext cx="340" cy="630"/>
            </a:xfrm>
            <a:prstGeom prst="line">
              <a:avLst/>
            </a:prstGeom>
            <a:ln w="28575" cap="flat" cmpd="sng">
              <a:solidFill>
                <a:srgbClr val="FF5050"/>
              </a:solidFill>
              <a:prstDash val="solid"/>
              <a:headEnd type="none" w="med" len="med"/>
              <a:tailEnd type="none" w="med" len="med"/>
            </a:ln>
          </p:spPr>
        </p:sp>
        <p:sp>
          <p:nvSpPr>
            <p:cNvPr id="44082" name="Line 72"/>
            <p:cNvSpPr/>
            <p:nvPr/>
          </p:nvSpPr>
          <p:spPr>
            <a:xfrm rot="-5400000">
              <a:off x="1439" y="1796"/>
              <a:ext cx="268" cy="0"/>
            </a:xfrm>
            <a:prstGeom prst="line">
              <a:avLst/>
            </a:prstGeom>
            <a:ln w="28575" cap="flat" cmpd="sng">
              <a:solidFill>
                <a:schemeClr val="accent1"/>
              </a:solidFill>
              <a:prstDash val="solid"/>
              <a:headEnd type="none" w="med" len="med"/>
              <a:tailEnd type="none" w="med" len="med"/>
            </a:ln>
          </p:spPr>
        </p:sp>
        <p:sp>
          <p:nvSpPr>
            <p:cNvPr id="44083" name="Line 73"/>
            <p:cNvSpPr/>
            <p:nvPr/>
          </p:nvSpPr>
          <p:spPr>
            <a:xfrm>
              <a:off x="634" y="1930"/>
              <a:ext cx="1322" cy="0"/>
            </a:xfrm>
            <a:prstGeom prst="line">
              <a:avLst/>
            </a:prstGeom>
            <a:ln w="28575" cap="flat" cmpd="sng">
              <a:solidFill>
                <a:schemeClr val="accent1"/>
              </a:solidFill>
              <a:prstDash val="solid"/>
              <a:headEnd type="none" w="med" len="med"/>
              <a:tailEnd type="none" w="med" len="med"/>
            </a:ln>
          </p:spPr>
        </p:sp>
        <p:sp>
          <p:nvSpPr>
            <p:cNvPr id="44084" name="Line 78"/>
            <p:cNvSpPr/>
            <p:nvPr/>
          </p:nvSpPr>
          <p:spPr>
            <a:xfrm>
              <a:off x="432" y="1220"/>
              <a:ext cx="0" cy="1394"/>
            </a:xfrm>
            <a:prstGeom prst="line">
              <a:avLst/>
            </a:prstGeom>
            <a:ln w="28575" cap="flat" cmpd="sng">
              <a:solidFill>
                <a:srgbClr val="FF5050"/>
              </a:solidFill>
              <a:prstDash val="solid"/>
              <a:headEnd type="none" w="med" len="med"/>
              <a:tailEnd type="none" w="med" len="med"/>
            </a:ln>
          </p:spPr>
        </p:sp>
        <p:sp>
          <p:nvSpPr>
            <p:cNvPr id="44085" name="Line 79"/>
            <p:cNvSpPr/>
            <p:nvPr/>
          </p:nvSpPr>
          <p:spPr>
            <a:xfrm>
              <a:off x="432" y="1220"/>
              <a:ext cx="288" cy="0"/>
            </a:xfrm>
            <a:prstGeom prst="line">
              <a:avLst/>
            </a:prstGeom>
            <a:ln w="28575" cap="flat" cmpd="sng">
              <a:solidFill>
                <a:srgbClr val="FF5050"/>
              </a:solidFill>
              <a:prstDash val="solid"/>
              <a:headEnd type="none" w="med" len="med"/>
              <a:tailEnd type="none" w="med" len="med"/>
            </a:ln>
          </p:spPr>
        </p:sp>
        <p:sp>
          <p:nvSpPr>
            <p:cNvPr id="44086" name="Oval 80"/>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87" name="Line 81"/>
            <p:cNvSpPr/>
            <p:nvPr/>
          </p:nvSpPr>
          <p:spPr>
            <a:xfrm>
              <a:off x="432" y="2612"/>
              <a:ext cx="192" cy="0"/>
            </a:xfrm>
            <a:prstGeom prst="line">
              <a:avLst/>
            </a:prstGeom>
            <a:ln w="28575" cap="flat" cmpd="sng">
              <a:solidFill>
                <a:srgbClr val="FF5050"/>
              </a:solidFill>
              <a:prstDash val="solid"/>
              <a:headEnd type="none" w="med" len="med"/>
              <a:tailEnd type="none" w="med" len="med"/>
            </a:ln>
          </p:spPr>
        </p:sp>
        <p:sp>
          <p:nvSpPr>
            <p:cNvPr id="44088" name="Oval 8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89" name="Line 85"/>
            <p:cNvSpPr/>
            <p:nvPr/>
          </p:nvSpPr>
          <p:spPr>
            <a:xfrm>
              <a:off x="806" y="2478"/>
              <a:ext cx="0" cy="347"/>
            </a:xfrm>
            <a:prstGeom prst="line">
              <a:avLst/>
            </a:prstGeom>
            <a:ln w="28575" cap="flat" cmpd="sng">
              <a:solidFill>
                <a:srgbClr val="FF5050"/>
              </a:solidFill>
              <a:prstDash val="solid"/>
              <a:headEnd type="none" w="med" len="med"/>
              <a:tailEnd type="none" w="med" len="med"/>
            </a:ln>
          </p:spPr>
        </p:sp>
        <p:sp>
          <p:nvSpPr>
            <p:cNvPr id="44090" name="Line 86"/>
            <p:cNvSpPr/>
            <p:nvPr/>
          </p:nvSpPr>
          <p:spPr>
            <a:xfrm>
              <a:off x="1700" y="1192"/>
              <a:ext cx="0" cy="1440"/>
            </a:xfrm>
            <a:prstGeom prst="line">
              <a:avLst/>
            </a:prstGeom>
            <a:ln w="28575" cap="flat" cmpd="sng">
              <a:solidFill>
                <a:srgbClr val="FF5050"/>
              </a:solidFill>
              <a:prstDash val="solid"/>
              <a:headEnd type="none" w="med" len="med"/>
              <a:tailEnd type="none" w="med" len="med"/>
            </a:ln>
          </p:spPr>
        </p:sp>
        <p:sp>
          <p:nvSpPr>
            <p:cNvPr id="44091" name="Line 87"/>
            <p:cNvSpPr/>
            <p:nvPr/>
          </p:nvSpPr>
          <p:spPr>
            <a:xfrm rot="-5400000">
              <a:off x="1499" y="2545"/>
              <a:ext cx="154" cy="0"/>
            </a:xfrm>
            <a:prstGeom prst="line">
              <a:avLst/>
            </a:prstGeom>
            <a:ln w="28575" cap="flat" cmpd="sng">
              <a:solidFill>
                <a:srgbClr val="FF5050"/>
              </a:solidFill>
              <a:prstDash val="solid"/>
              <a:headEnd type="none" w="med" len="med"/>
              <a:tailEnd type="none" w="med" len="med"/>
            </a:ln>
          </p:spPr>
        </p:sp>
        <p:sp>
          <p:nvSpPr>
            <p:cNvPr id="44092" name="Line 88"/>
            <p:cNvSpPr/>
            <p:nvPr/>
          </p:nvSpPr>
          <p:spPr>
            <a:xfrm>
              <a:off x="1584" y="2622"/>
              <a:ext cx="118" cy="0"/>
            </a:xfrm>
            <a:prstGeom prst="line">
              <a:avLst/>
            </a:prstGeom>
            <a:ln w="28575" cap="flat" cmpd="sng">
              <a:solidFill>
                <a:srgbClr val="FF5050"/>
              </a:solidFill>
              <a:prstDash val="solid"/>
              <a:headEnd type="none" w="med" len="med"/>
              <a:tailEnd type="none" w="med" len="med"/>
            </a:ln>
          </p:spPr>
        </p:sp>
        <p:sp>
          <p:nvSpPr>
            <p:cNvPr id="44093" name="Oval 92"/>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94" name="Line 93"/>
            <p:cNvSpPr/>
            <p:nvPr/>
          </p:nvSpPr>
          <p:spPr>
            <a:xfrm>
              <a:off x="720" y="2036"/>
              <a:ext cx="209" cy="0"/>
            </a:xfrm>
            <a:prstGeom prst="line">
              <a:avLst/>
            </a:prstGeom>
            <a:ln w="28575" cap="flat" cmpd="sng">
              <a:solidFill>
                <a:schemeClr val="accent1"/>
              </a:solidFill>
              <a:prstDash val="solid"/>
              <a:headEnd type="none" w="med" len="med"/>
              <a:tailEnd type="none" w="med" len="med"/>
            </a:ln>
          </p:spPr>
        </p:sp>
        <p:sp>
          <p:nvSpPr>
            <p:cNvPr id="44095" name="Line 94"/>
            <p:cNvSpPr/>
            <p:nvPr/>
          </p:nvSpPr>
          <p:spPr>
            <a:xfrm>
              <a:off x="1238" y="2622"/>
              <a:ext cx="152" cy="0"/>
            </a:xfrm>
            <a:prstGeom prst="line">
              <a:avLst/>
            </a:prstGeom>
            <a:ln w="28575" cap="flat" cmpd="sng">
              <a:solidFill>
                <a:schemeClr val="accent1"/>
              </a:solidFill>
              <a:prstDash val="solid"/>
              <a:headEnd type="none" w="med" len="med"/>
              <a:tailEnd type="none" w="med" len="med"/>
            </a:ln>
          </p:spPr>
        </p:sp>
        <p:sp>
          <p:nvSpPr>
            <p:cNvPr id="44096" name="Line 95"/>
            <p:cNvSpPr/>
            <p:nvPr/>
          </p:nvSpPr>
          <p:spPr>
            <a:xfrm>
              <a:off x="922" y="2036"/>
              <a:ext cx="326" cy="598"/>
            </a:xfrm>
            <a:prstGeom prst="line">
              <a:avLst/>
            </a:prstGeom>
            <a:ln w="28575" cap="flat" cmpd="sng">
              <a:solidFill>
                <a:schemeClr val="accent1"/>
              </a:solidFill>
              <a:prstDash val="solid"/>
              <a:headEnd type="none" w="med" len="med"/>
              <a:tailEnd type="none" w="med" len="med"/>
            </a:ln>
          </p:spPr>
        </p:sp>
        <p:sp>
          <p:nvSpPr>
            <p:cNvPr id="44097" name="Text Box 96"/>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4098" name="Text Box 97"/>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4099" name="Text Box 99"/>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4100" name="Text Box 100"/>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4101" name="Text Box 101"/>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4102" name="Text Box 102"/>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4103" name="Text Box 103"/>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4104" name="Text Box 104"/>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4105" name="Oval 57"/>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p:nvPr/>
        </p:nvSpPr>
        <p:spPr>
          <a:xfrm>
            <a:off x="4356497" y="897731"/>
            <a:ext cx="2106215" cy="3070225"/>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5059" name="Text Box 3"/>
          <p:cNvSpPr txBox="1"/>
          <p:nvPr/>
        </p:nvSpPr>
        <p:spPr>
          <a:xfrm>
            <a:off x="1385888" y="897731"/>
            <a:ext cx="2862263" cy="3993515"/>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5061" name="灯片编号占位符 4"/>
          <p:cNvSpPr txBox="1">
            <a:spLocks noGrp="1"/>
          </p:cNvSpPr>
          <p:nvPr/>
        </p:nvSpPr>
        <p:spPr>
          <a:xfrm>
            <a:off x="8532575" y="48914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5062" name="Rectangle 2"/>
          <p:cNvSpPr>
            <a:spLocks noGrp="1"/>
          </p:cNvSpPr>
          <p:nvPr>
            <p:ph type="title" idx="4294967295"/>
          </p:nvPr>
        </p:nvSpPr>
        <p:spPr>
          <a:xfrm>
            <a:off x="1543050" y="372110"/>
            <a:ext cx="3486150" cy="5143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(2)</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grpSp>
        <p:nvGrpSpPr>
          <p:cNvPr id="45063" name="Group 102"/>
          <p:cNvGrpSpPr/>
          <p:nvPr/>
        </p:nvGrpSpPr>
        <p:grpSpPr>
          <a:xfrm>
            <a:off x="1371600" y="1064419"/>
            <a:ext cx="2743200" cy="3645694"/>
            <a:chOff x="0" y="0"/>
            <a:chExt cx="2304" cy="3062"/>
          </a:xfrm>
        </p:grpSpPr>
        <p:sp>
          <p:nvSpPr>
            <p:cNvPr id="45076" name="Line 5"/>
            <p:cNvSpPr/>
            <p:nvPr/>
          </p:nvSpPr>
          <p:spPr>
            <a:xfrm rot="-5400000">
              <a:off x="704" y="938"/>
              <a:ext cx="161" cy="0"/>
            </a:xfrm>
            <a:prstGeom prst="line">
              <a:avLst/>
            </a:prstGeom>
            <a:ln w="28575" cap="flat" cmpd="sng">
              <a:solidFill>
                <a:srgbClr val="FF5050"/>
              </a:solidFill>
              <a:prstDash val="solid"/>
              <a:headEnd type="none" w="med" len="med"/>
              <a:tailEnd type="none" w="med" len="med"/>
            </a:ln>
          </p:spPr>
        </p:sp>
        <p:sp>
          <p:nvSpPr>
            <p:cNvPr id="45077" name="Line 6"/>
            <p:cNvSpPr/>
            <p:nvPr/>
          </p:nvSpPr>
          <p:spPr>
            <a:xfrm rot="-5400000">
              <a:off x="576" y="372"/>
              <a:ext cx="288" cy="0"/>
            </a:xfrm>
            <a:prstGeom prst="line">
              <a:avLst/>
            </a:prstGeom>
            <a:ln w="28575" cap="flat" cmpd="sng">
              <a:solidFill>
                <a:schemeClr val="accent1"/>
              </a:solidFill>
              <a:prstDash val="solid"/>
              <a:headEnd type="none" w="med" len="med"/>
              <a:tailEnd type="none" w="med" len="med"/>
            </a:ln>
          </p:spPr>
        </p:sp>
        <p:sp>
          <p:nvSpPr>
            <p:cNvPr id="45078" name="AutoShape 7"/>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79" name="Oval 8"/>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0" name="Line 9"/>
            <p:cNvSpPr/>
            <p:nvPr/>
          </p:nvSpPr>
          <p:spPr>
            <a:xfrm rot="-5400000">
              <a:off x="1344" y="375"/>
              <a:ext cx="288" cy="0"/>
            </a:xfrm>
            <a:prstGeom prst="line">
              <a:avLst/>
            </a:prstGeom>
            <a:ln w="28575" cap="flat" cmpd="sng">
              <a:solidFill>
                <a:srgbClr val="FF5050"/>
              </a:solidFill>
              <a:prstDash val="solid"/>
              <a:headEnd type="none" w="med" len="med"/>
              <a:tailEnd type="none" w="med" len="med"/>
            </a:ln>
          </p:spPr>
        </p:sp>
        <p:sp>
          <p:nvSpPr>
            <p:cNvPr id="45081" name="AutoShape 10"/>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2" name="Oval 11"/>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3" name="Line 12"/>
            <p:cNvSpPr/>
            <p:nvPr/>
          </p:nvSpPr>
          <p:spPr>
            <a:xfrm rot="-5400000">
              <a:off x="490" y="1068"/>
              <a:ext cx="447" cy="0"/>
            </a:xfrm>
            <a:prstGeom prst="line">
              <a:avLst/>
            </a:prstGeom>
            <a:ln w="28575" cap="flat" cmpd="sng">
              <a:solidFill>
                <a:srgbClr val="FF5050"/>
              </a:solidFill>
              <a:prstDash val="solid"/>
              <a:headEnd type="none" w="med" len="med"/>
              <a:tailEnd type="none" w="med" len="med"/>
            </a:ln>
          </p:spPr>
        </p:sp>
        <p:sp>
          <p:nvSpPr>
            <p:cNvPr id="45084" name="Line 13"/>
            <p:cNvSpPr/>
            <p:nvPr/>
          </p:nvSpPr>
          <p:spPr>
            <a:xfrm rot="-5400000">
              <a:off x="497" y="1796"/>
              <a:ext cx="268" cy="0"/>
            </a:xfrm>
            <a:prstGeom prst="line">
              <a:avLst/>
            </a:prstGeom>
            <a:ln w="28575" cap="flat" cmpd="sng">
              <a:solidFill>
                <a:srgbClr val="FF5050"/>
              </a:solidFill>
              <a:prstDash val="solid"/>
              <a:headEnd type="none" w="med" len="med"/>
              <a:tailEnd type="none" w="med" len="med"/>
            </a:ln>
          </p:spPr>
        </p:sp>
        <p:sp>
          <p:nvSpPr>
            <p:cNvPr id="45085" name="AutoShape 1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6" name="Oval 1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7" name="AutoShape 16"/>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8" name="Oval 17"/>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9" name="Line 18"/>
            <p:cNvSpPr/>
            <p:nvPr/>
          </p:nvSpPr>
          <p:spPr>
            <a:xfrm rot="-5400000">
              <a:off x="548" y="2535"/>
              <a:ext cx="154" cy="0"/>
            </a:xfrm>
            <a:prstGeom prst="line">
              <a:avLst/>
            </a:prstGeom>
            <a:ln w="28575" cap="flat" cmpd="sng">
              <a:solidFill>
                <a:srgbClr val="FF5050"/>
              </a:solidFill>
              <a:prstDash val="solid"/>
              <a:headEnd type="none" w="med" len="med"/>
              <a:tailEnd type="none" w="med" len="med"/>
            </a:ln>
          </p:spPr>
        </p:sp>
        <p:sp>
          <p:nvSpPr>
            <p:cNvPr id="45090" name="AutoShape 19"/>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91" name="Line 21"/>
            <p:cNvSpPr/>
            <p:nvPr/>
          </p:nvSpPr>
          <p:spPr>
            <a:xfrm rot="-5400000">
              <a:off x="1315" y="2545"/>
              <a:ext cx="154" cy="0"/>
            </a:xfrm>
            <a:prstGeom prst="line">
              <a:avLst/>
            </a:prstGeom>
            <a:ln w="28575" cap="flat" cmpd="sng">
              <a:solidFill>
                <a:schemeClr val="accent1"/>
              </a:solidFill>
              <a:prstDash val="solid"/>
              <a:headEnd type="none" w="med" len="med"/>
              <a:tailEnd type="none" w="med" len="med"/>
            </a:ln>
          </p:spPr>
        </p:sp>
        <p:sp>
          <p:nvSpPr>
            <p:cNvPr id="45092" name="AutoShape 22"/>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93" name="Oval 23"/>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94" name="Line 24"/>
            <p:cNvSpPr/>
            <p:nvPr/>
          </p:nvSpPr>
          <p:spPr>
            <a:xfrm rot="-5400000">
              <a:off x="1302" y="937"/>
              <a:ext cx="161" cy="0"/>
            </a:xfrm>
            <a:prstGeom prst="line">
              <a:avLst/>
            </a:prstGeom>
            <a:ln w="28575" cap="flat" cmpd="sng">
              <a:solidFill>
                <a:schemeClr val="accent1"/>
              </a:solidFill>
              <a:prstDash val="solid"/>
              <a:headEnd type="none" w="med" len="med"/>
              <a:tailEnd type="none" w="med" len="med"/>
            </a:ln>
          </p:spPr>
        </p:sp>
        <p:sp>
          <p:nvSpPr>
            <p:cNvPr id="45095" name="Line 25"/>
            <p:cNvSpPr/>
            <p:nvPr/>
          </p:nvSpPr>
          <p:spPr>
            <a:xfrm>
              <a:off x="796" y="1028"/>
              <a:ext cx="152" cy="0"/>
            </a:xfrm>
            <a:prstGeom prst="line">
              <a:avLst/>
            </a:prstGeom>
            <a:ln w="28575" cap="flat" cmpd="sng">
              <a:solidFill>
                <a:srgbClr val="FF5050"/>
              </a:solidFill>
              <a:prstDash val="solid"/>
              <a:headEnd type="none" w="med" len="med"/>
              <a:tailEnd type="none" w="med" len="med"/>
            </a:ln>
          </p:spPr>
        </p:sp>
        <p:sp>
          <p:nvSpPr>
            <p:cNvPr id="45096" name="Line 26"/>
            <p:cNvSpPr/>
            <p:nvPr/>
          </p:nvSpPr>
          <p:spPr>
            <a:xfrm>
              <a:off x="1251" y="1028"/>
              <a:ext cx="141" cy="0"/>
            </a:xfrm>
            <a:prstGeom prst="line">
              <a:avLst/>
            </a:prstGeom>
            <a:ln w="28575" cap="flat" cmpd="sng">
              <a:solidFill>
                <a:schemeClr val="accent1"/>
              </a:solidFill>
              <a:prstDash val="solid"/>
              <a:headEnd type="none" w="med" len="med"/>
              <a:tailEnd type="none" w="med" len="med"/>
            </a:ln>
          </p:spPr>
        </p:sp>
        <p:sp>
          <p:nvSpPr>
            <p:cNvPr id="45097" name="Line 27"/>
            <p:cNvSpPr/>
            <p:nvPr/>
          </p:nvSpPr>
          <p:spPr>
            <a:xfrm>
              <a:off x="720" y="404"/>
              <a:ext cx="209" cy="0"/>
            </a:xfrm>
            <a:prstGeom prst="line">
              <a:avLst/>
            </a:prstGeom>
            <a:ln w="28575" cap="flat" cmpd="sng">
              <a:solidFill>
                <a:schemeClr val="accent1"/>
              </a:solidFill>
              <a:prstDash val="solid"/>
              <a:headEnd type="none" w="med" len="med"/>
              <a:tailEnd type="none" w="med" len="med"/>
            </a:ln>
          </p:spPr>
        </p:sp>
        <p:sp>
          <p:nvSpPr>
            <p:cNvPr id="45098" name="Line 28"/>
            <p:cNvSpPr/>
            <p:nvPr/>
          </p:nvSpPr>
          <p:spPr>
            <a:xfrm>
              <a:off x="1289" y="404"/>
              <a:ext cx="209" cy="0"/>
            </a:xfrm>
            <a:prstGeom prst="line">
              <a:avLst/>
            </a:prstGeom>
            <a:ln w="28575" cap="flat" cmpd="sng">
              <a:solidFill>
                <a:srgbClr val="FF5050"/>
              </a:solidFill>
              <a:prstDash val="solid"/>
              <a:headEnd type="none" w="med" len="med"/>
              <a:tailEnd type="none" w="med" len="med"/>
            </a:ln>
          </p:spPr>
        </p:sp>
        <p:sp>
          <p:nvSpPr>
            <p:cNvPr id="45099" name="Line 29"/>
            <p:cNvSpPr/>
            <p:nvPr/>
          </p:nvSpPr>
          <p:spPr>
            <a:xfrm>
              <a:off x="932" y="404"/>
              <a:ext cx="326" cy="630"/>
            </a:xfrm>
            <a:prstGeom prst="line">
              <a:avLst/>
            </a:prstGeom>
            <a:ln w="28575" cap="flat" cmpd="sng">
              <a:solidFill>
                <a:schemeClr val="accent1"/>
              </a:solidFill>
              <a:prstDash val="solid"/>
              <a:headEnd type="none" w="med" len="med"/>
              <a:tailEnd type="none" w="med" len="med"/>
            </a:ln>
          </p:spPr>
        </p:sp>
        <p:sp>
          <p:nvSpPr>
            <p:cNvPr id="45100" name="Line 30"/>
            <p:cNvSpPr/>
            <p:nvPr/>
          </p:nvSpPr>
          <p:spPr>
            <a:xfrm flipH="1">
              <a:off x="940" y="404"/>
              <a:ext cx="340" cy="630"/>
            </a:xfrm>
            <a:prstGeom prst="line">
              <a:avLst/>
            </a:prstGeom>
            <a:ln w="28575" cap="flat" cmpd="sng">
              <a:solidFill>
                <a:srgbClr val="FF5050"/>
              </a:solidFill>
              <a:prstDash val="solid"/>
              <a:headEnd type="none" w="med" len="med"/>
              <a:tailEnd type="none" w="med" len="med"/>
            </a:ln>
          </p:spPr>
        </p:sp>
        <p:sp>
          <p:nvSpPr>
            <p:cNvPr id="45101" name="Line 31"/>
            <p:cNvSpPr/>
            <p:nvPr/>
          </p:nvSpPr>
          <p:spPr>
            <a:xfrm rot="-5400000">
              <a:off x="1255" y="1068"/>
              <a:ext cx="447" cy="0"/>
            </a:xfrm>
            <a:prstGeom prst="line">
              <a:avLst/>
            </a:prstGeom>
            <a:ln w="28575" cap="flat" cmpd="sng">
              <a:solidFill>
                <a:schemeClr val="accent1"/>
              </a:solidFill>
              <a:prstDash val="solid"/>
              <a:headEnd type="none" w="med" len="med"/>
              <a:tailEnd type="none" w="med" len="med"/>
            </a:ln>
          </p:spPr>
        </p:sp>
        <p:sp>
          <p:nvSpPr>
            <p:cNvPr id="45102" name="Oval 33"/>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03" name="Oval 34"/>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04" name="Text Box 35"/>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5105" name="Text Box 36"/>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5106" name="Text Box 37"/>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5107" name="Text Box 38"/>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5108" name="Text Box 39"/>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5109" name="Text Box 40"/>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5110" name="Line 41"/>
            <p:cNvSpPr/>
            <p:nvPr/>
          </p:nvSpPr>
          <p:spPr>
            <a:xfrm rot="-5400000">
              <a:off x="487" y="1869"/>
              <a:ext cx="447" cy="0"/>
            </a:xfrm>
            <a:prstGeom prst="line">
              <a:avLst/>
            </a:prstGeom>
            <a:ln w="28575" cap="flat" cmpd="sng">
              <a:solidFill>
                <a:schemeClr val="accent1"/>
              </a:solidFill>
              <a:prstDash val="solid"/>
              <a:headEnd type="none" w="med" len="med"/>
              <a:tailEnd type="none" w="med" len="med"/>
            </a:ln>
          </p:spPr>
        </p:sp>
        <p:sp>
          <p:nvSpPr>
            <p:cNvPr id="45111" name="Line 42"/>
            <p:cNvSpPr/>
            <p:nvPr/>
          </p:nvSpPr>
          <p:spPr>
            <a:xfrm rot="-5400000">
              <a:off x="1255" y="1876"/>
              <a:ext cx="447" cy="0"/>
            </a:xfrm>
            <a:prstGeom prst="line">
              <a:avLst/>
            </a:prstGeom>
            <a:ln w="28575" cap="flat" cmpd="sng">
              <a:solidFill>
                <a:srgbClr val="FF5050"/>
              </a:solidFill>
              <a:prstDash val="solid"/>
              <a:headEnd type="none" w="med" len="med"/>
              <a:tailEnd type="none" w="med" len="med"/>
            </a:ln>
          </p:spPr>
        </p:sp>
        <p:sp>
          <p:nvSpPr>
            <p:cNvPr id="45112" name="Line 43"/>
            <p:cNvSpPr/>
            <p:nvPr/>
          </p:nvSpPr>
          <p:spPr>
            <a:xfrm rot="-5400000">
              <a:off x="716" y="1723"/>
              <a:ext cx="161" cy="0"/>
            </a:xfrm>
            <a:prstGeom prst="line">
              <a:avLst/>
            </a:prstGeom>
            <a:ln w="28575" cap="flat" cmpd="sng">
              <a:solidFill>
                <a:schemeClr val="accent1"/>
              </a:solidFill>
              <a:prstDash val="solid"/>
              <a:headEnd type="none" w="med" len="med"/>
              <a:tailEnd type="none" w="med" len="med"/>
            </a:ln>
          </p:spPr>
        </p:sp>
        <p:sp>
          <p:nvSpPr>
            <p:cNvPr id="45113" name="Line 44"/>
            <p:cNvSpPr/>
            <p:nvPr/>
          </p:nvSpPr>
          <p:spPr>
            <a:xfrm>
              <a:off x="806" y="1816"/>
              <a:ext cx="141" cy="0"/>
            </a:xfrm>
            <a:prstGeom prst="line">
              <a:avLst/>
            </a:prstGeom>
            <a:ln w="28575" cap="flat" cmpd="sng">
              <a:solidFill>
                <a:schemeClr val="accent1"/>
              </a:solidFill>
              <a:prstDash val="solid"/>
              <a:headEnd type="none" w="med" len="med"/>
              <a:tailEnd type="none" w="med" len="med"/>
            </a:ln>
          </p:spPr>
        </p:sp>
        <p:sp>
          <p:nvSpPr>
            <p:cNvPr id="45114" name="Line 45"/>
            <p:cNvSpPr/>
            <p:nvPr/>
          </p:nvSpPr>
          <p:spPr>
            <a:xfrm>
              <a:off x="1276" y="1192"/>
              <a:ext cx="435" cy="0"/>
            </a:xfrm>
            <a:prstGeom prst="line">
              <a:avLst/>
            </a:prstGeom>
            <a:ln w="28575" cap="flat" cmpd="sng">
              <a:solidFill>
                <a:schemeClr val="accent1"/>
              </a:solidFill>
              <a:prstDash val="solid"/>
              <a:headEnd type="none" w="med" len="med"/>
              <a:tailEnd type="none" w="med" len="med"/>
            </a:ln>
          </p:spPr>
        </p:sp>
        <p:sp>
          <p:nvSpPr>
            <p:cNvPr id="45115" name="Line 46"/>
            <p:cNvSpPr/>
            <p:nvPr/>
          </p:nvSpPr>
          <p:spPr>
            <a:xfrm flipH="1">
              <a:off x="922" y="1192"/>
              <a:ext cx="340" cy="630"/>
            </a:xfrm>
            <a:prstGeom prst="line">
              <a:avLst/>
            </a:prstGeom>
            <a:ln w="28575" cap="flat" cmpd="sng">
              <a:solidFill>
                <a:schemeClr val="accent1"/>
              </a:solidFill>
              <a:prstDash val="solid"/>
              <a:headEnd type="none" w="med" len="med"/>
              <a:tailEnd type="none" w="med" len="med"/>
            </a:ln>
          </p:spPr>
        </p:sp>
        <p:sp>
          <p:nvSpPr>
            <p:cNvPr id="45116" name="Line 47"/>
            <p:cNvSpPr/>
            <p:nvPr/>
          </p:nvSpPr>
          <p:spPr>
            <a:xfrm rot="-5400000">
              <a:off x="1439" y="1796"/>
              <a:ext cx="268" cy="0"/>
            </a:xfrm>
            <a:prstGeom prst="line">
              <a:avLst/>
            </a:prstGeom>
            <a:ln w="28575" cap="flat" cmpd="sng">
              <a:solidFill>
                <a:srgbClr val="FF5050"/>
              </a:solidFill>
              <a:prstDash val="solid"/>
              <a:headEnd type="none" w="med" len="med"/>
              <a:tailEnd type="none" w="med" len="med"/>
            </a:ln>
          </p:spPr>
        </p:sp>
        <p:sp>
          <p:nvSpPr>
            <p:cNvPr id="45117" name="Line 48"/>
            <p:cNvSpPr/>
            <p:nvPr/>
          </p:nvSpPr>
          <p:spPr>
            <a:xfrm>
              <a:off x="634" y="1930"/>
              <a:ext cx="1322" cy="0"/>
            </a:xfrm>
            <a:prstGeom prst="line">
              <a:avLst/>
            </a:prstGeom>
            <a:ln w="28575" cap="flat" cmpd="sng">
              <a:solidFill>
                <a:srgbClr val="FF5050"/>
              </a:solidFill>
              <a:prstDash val="solid"/>
              <a:headEnd type="none" w="med" len="med"/>
              <a:tailEnd type="none" w="med" len="med"/>
            </a:ln>
          </p:spPr>
        </p:sp>
        <p:sp>
          <p:nvSpPr>
            <p:cNvPr id="45118" name="Line 49"/>
            <p:cNvSpPr/>
            <p:nvPr/>
          </p:nvSpPr>
          <p:spPr>
            <a:xfrm>
              <a:off x="432" y="1220"/>
              <a:ext cx="0" cy="1394"/>
            </a:xfrm>
            <a:prstGeom prst="line">
              <a:avLst/>
            </a:prstGeom>
            <a:ln w="28575" cap="flat" cmpd="sng">
              <a:solidFill>
                <a:srgbClr val="FF5050"/>
              </a:solidFill>
              <a:prstDash val="solid"/>
              <a:headEnd type="none" w="med" len="med"/>
              <a:tailEnd type="none" w="med" len="med"/>
            </a:ln>
          </p:spPr>
        </p:sp>
        <p:sp>
          <p:nvSpPr>
            <p:cNvPr id="45119" name="Line 50"/>
            <p:cNvSpPr/>
            <p:nvPr/>
          </p:nvSpPr>
          <p:spPr>
            <a:xfrm>
              <a:off x="432" y="1220"/>
              <a:ext cx="288" cy="0"/>
            </a:xfrm>
            <a:prstGeom prst="line">
              <a:avLst/>
            </a:prstGeom>
            <a:ln w="28575" cap="flat" cmpd="sng">
              <a:solidFill>
                <a:srgbClr val="FF5050"/>
              </a:solidFill>
              <a:prstDash val="solid"/>
              <a:headEnd type="none" w="med" len="med"/>
              <a:tailEnd type="none" w="med" len="med"/>
            </a:ln>
          </p:spPr>
        </p:sp>
        <p:sp>
          <p:nvSpPr>
            <p:cNvPr id="45120" name="Oval 51"/>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21" name="Line 52"/>
            <p:cNvSpPr/>
            <p:nvPr/>
          </p:nvSpPr>
          <p:spPr>
            <a:xfrm>
              <a:off x="432" y="2612"/>
              <a:ext cx="192" cy="0"/>
            </a:xfrm>
            <a:prstGeom prst="line">
              <a:avLst/>
            </a:prstGeom>
            <a:ln w="28575" cap="flat" cmpd="sng">
              <a:solidFill>
                <a:srgbClr val="FF5050"/>
              </a:solidFill>
              <a:prstDash val="solid"/>
              <a:headEnd type="none" w="med" len="med"/>
              <a:tailEnd type="none" w="med" len="med"/>
            </a:ln>
          </p:spPr>
        </p:sp>
        <p:sp>
          <p:nvSpPr>
            <p:cNvPr id="45122" name="Oval 5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23" name="Line 54"/>
            <p:cNvSpPr/>
            <p:nvPr/>
          </p:nvSpPr>
          <p:spPr>
            <a:xfrm>
              <a:off x="806" y="2478"/>
              <a:ext cx="0" cy="347"/>
            </a:xfrm>
            <a:prstGeom prst="line">
              <a:avLst/>
            </a:prstGeom>
            <a:ln w="28575" cap="flat" cmpd="sng">
              <a:solidFill>
                <a:srgbClr val="FF5050"/>
              </a:solidFill>
              <a:prstDash val="solid"/>
              <a:headEnd type="none" w="med" len="med"/>
              <a:tailEnd type="none" w="med" len="med"/>
            </a:ln>
          </p:spPr>
        </p:sp>
        <p:sp>
          <p:nvSpPr>
            <p:cNvPr id="45124" name="Line 55"/>
            <p:cNvSpPr/>
            <p:nvPr/>
          </p:nvSpPr>
          <p:spPr>
            <a:xfrm>
              <a:off x="1700" y="1182"/>
              <a:ext cx="0" cy="1440"/>
            </a:xfrm>
            <a:prstGeom prst="line">
              <a:avLst/>
            </a:prstGeom>
            <a:ln w="28575" cap="flat" cmpd="sng">
              <a:solidFill>
                <a:schemeClr val="accent1"/>
              </a:solidFill>
              <a:prstDash val="solid"/>
              <a:headEnd type="none" w="med" len="med"/>
              <a:tailEnd type="none" w="med" len="med"/>
            </a:ln>
          </p:spPr>
        </p:sp>
        <p:sp>
          <p:nvSpPr>
            <p:cNvPr id="45125" name="Line 56"/>
            <p:cNvSpPr/>
            <p:nvPr/>
          </p:nvSpPr>
          <p:spPr>
            <a:xfrm rot="-5400000">
              <a:off x="1499" y="2535"/>
              <a:ext cx="154" cy="0"/>
            </a:xfrm>
            <a:prstGeom prst="line">
              <a:avLst/>
            </a:prstGeom>
            <a:ln w="28575" cap="flat" cmpd="sng">
              <a:solidFill>
                <a:schemeClr val="accent1"/>
              </a:solidFill>
              <a:prstDash val="solid"/>
              <a:headEnd type="none" w="med" len="med"/>
              <a:tailEnd type="none" w="med" len="med"/>
            </a:ln>
          </p:spPr>
        </p:sp>
        <p:sp>
          <p:nvSpPr>
            <p:cNvPr id="45126" name="Line 57"/>
            <p:cNvSpPr/>
            <p:nvPr/>
          </p:nvSpPr>
          <p:spPr>
            <a:xfrm>
              <a:off x="1584" y="2612"/>
              <a:ext cx="118" cy="0"/>
            </a:xfrm>
            <a:prstGeom prst="line">
              <a:avLst/>
            </a:prstGeom>
            <a:ln w="28575" cap="flat" cmpd="sng">
              <a:solidFill>
                <a:schemeClr val="accent1"/>
              </a:solidFill>
              <a:prstDash val="solid"/>
              <a:headEnd type="none" w="med" len="med"/>
              <a:tailEnd type="none" w="med" len="med"/>
            </a:ln>
          </p:spPr>
        </p:sp>
        <p:sp>
          <p:nvSpPr>
            <p:cNvPr id="45127" name="Oval 58"/>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28" name="Line 59"/>
            <p:cNvSpPr/>
            <p:nvPr/>
          </p:nvSpPr>
          <p:spPr>
            <a:xfrm>
              <a:off x="720" y="2036"/>
              <a:ext cx="209" cy="0"/>
            </a:xfrm>
            <a:prstGeom prst="line">
              <a:avLst/>
            </a:prstGeom>
            <a:ln w="28575" cap="flat" cmpd="sng">
              <a:solidFill>
                <a:schemeClr val="accent1"/>
              </a:solidFill>
              <a:prstDash val="solid"/>
              <a:headEnd type="none" w="med" len="med"/>
              <a:tailEnd type="none" w="med" len="med"/>
            </a:ln>
          </p:spPr>
        </p:sp>
        <p:sp>
          <p:nvSpPr>
            <p:cNvPr id="45129" name="Line 60"/>
            <p:cNvSpPr/>
            <p:nvPr/>
          </p:nvSpPr>
          <p:spPr>
            <a:xfrm>
              <a:off x="1238" y="2622"/>
              <a:ext cx="152" cy="0"/>
            </a:xfrm>
            <a:prstGeom prst="line">
              <a:avLst/>
            </a:prstGeom>
            <a:ln w="28575" cap="flat" cmpd="sng">
              <a:solidFill>
                <a:schemeClr val="accent1"/>
              </a:solidFill>
              <a:prstDash val="solid"/>
              <a:headEnd type="none" w="med" len="med"/>
              <a:tailEnd type="none" w="med" len="med"/>
            </a:ln>
          </p:spPr>
        </p:sp>
        <p:sp>
          <p:nvSpPr>
            <p:cNvPr id="45130" name="Line 61"/>
            <p:cNvSpPr/>
            <p:nvPr/>
          </p:nvSpPr>
          <p:spPr>
            <a:xfrm>
              <a:off x="922" y="2036"/>
              <a:ext cx="326" cy="598"/>
            </a:xfrm>
            <a:prstGeom prst="line">
              <a:avLst/>
            </a:prstGeom>
            <a:ln w="28575" cap="flat" cmpd="sng">
              <a:solidFill>
                <a:schemeClr val="accent1"/>
              </a:solidFill>
              <a:prstDash val="solid"/>
              <a:headEnd type="none" w="med" len="med"/>
              <a:tailEnd type="none" w="med" len="med"/>
            </a:ln>
          </p:spPr>
        </p:sp>
        <p:sp>
          <p:nvSpPr>
            <p:cNvPr id="45131" name="Text Box 62"/>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5132" name="Text Box 63"/>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5133" name="Text Box 64"/>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5134" name="Text Box 65"/>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5135" name="Text Box 66"/>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5136" name="Text Box 67"/>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5137" name="Text Box 68"/>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5138" name="Text Box 69"/>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5139" name="Oval 20"/>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40" name="Oval 32"/>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
        <p:nvSpPr>
          <p:cNvPr id="45064" name="Line 79"/>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5065" name="Line 80"/>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45066" name="Line 81"/>
          <p:cNvSpPr/>
          <p:nvPr/>
        </p:nvSpPr>
        <p:spPr>
          <a:xfrm>
            <a:off x="5657850" y="1543050"/>
            <a:ext cx="123825" cy="0"/>
          </a:xfrm>
          <a:prstGeom prst="line">
            <a:avLst/>
          </a:prstGeom>
          <a:ln w="57150" cap="flat" cmpd="sng">
            <a:solidFill>
              <a:srgbClr val="99CCFF"/>
            </a:solidFill>
            <a:prstDash val="solid"/>
            <a:headEnd type="none" w="med" len="med"/>
            <a:tailEnd type="none" w="med" len="med"/>
          </a:ln>
        </p:spPr>
      </p:sp>
      <p:sp>
        <p:nvSpPr>
          <p:cNvPr id="45067" name="Text Box 83"/>
          <p:cNvSpPr txBox="1"/>
          <p:nvPr/>
        </p:nvSpPr>
        <p:spPr>
          <a:xfrm>
            <a:off x="4356497" y="1600200"/>
            <a:ext cx="787003"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5068" name="Text Box 84"/>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5069" name="Line 85"/>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45070" name="Line 91"/>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5071" name="Text Box 96"/>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5072" name="Line 97"/>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5073" name="Line 98"/>
          <p:cNvSpPr/>
          <p:nvPr/>
        </p:nvSpPr>
        <p:spPr>
          <a:xfrm>
            <a:off x="5657850" y="971550"/>
            <a:ext cx="0" cy="342900"/>
          </a:xfrm>
          <a:prstGeom prst="line">
            <a:avLst/>
          </a:prstGeom>
          <a:ln w="57150" cap="flat" cmpd="sng">
            <a:solidFill>
              <a:srgbClr val="FFFF00"/>
            </a:solidFill>
            <a:prstDash val="solid"/>
            <a:headEnd type="none" w="med" len="med"/>
            <a:tailEnd type="triangle" w="med" len="med"/>
          </a:ln>
        </p:spPr>
      </p:sp>
      <p:sp>
        <p:nvSpPr>
          <p:cNvPr id="45074" name="Line 99"/>
          <p:cNvSpPr/>
          <p:nvPr/>
        </p:nvSpPr>
        <p:spPr>
          <a:xfrm>
            <a:off x="5660231" y="2971800"/>
            <a:ext cx="0" cy="396479"/>
          </a:xfrm>
          <a:prstGeom prst="line">
            <a:avLst/>
          </a:prstGeom>
          <a:ln w="57150" cap="flat" cmpd="sng">
            <a:solidFill>
              <a:schemeClr val="bg1"/>
            </a:solidFill>
            <a:prstDash val="solid"/>
            <a:headEnd type="none" w="med" len="med"/>
            <a:tailEnd type="none" w="med" len="med"/>
          </a:ln>
        </p:spPr>
      </p:sp>
      <p:sp>
        <p:nvSpPr>
          <p:cNvPr id="45075" name="Line 104"/>
          <p:cNvSpPr/>
          <p:nvPr/>
        </p:nvSpPr>
        <p:spPr>
          <a:xfrm>
            <a:off x="5657850" y="2971800"/>
            <a:ext cx="129779" cy="0"/>
          </a:xfrm>
          <a:prstGeom prst="line">
            <a:avLst/>
          </a:prstGeom>
          <a:ln w="57150" cap="flat" cmpd="sng">
            <a:solidFill>
              <a:schemeClr val="bg1"/>
            </a:solidFill>
            <a:prstDash val="solid"/>
            <a:headEnd type="none" w="med" len="med"/>
            <a:tailEnd type="none" w="med" len="me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p:nvPr/>
        </p:nvSpPr>
        <p:spPr>
          <a:xfrm>
            <a:off x="4410075" y="842963"/>
            <a:ext cx="2321719" cy="3070225"/>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6083" name="Text Box 3"/>
          <p:cNvSpPr txBox="1"/>
          <p:nvPr/>
        </p:nvSpPr>
        <p:spPr>
          <a:xfrm>
            <a:off x="1439466" y="842963"/>
            <a:ext cx="2862263" cy="3993515"/>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6085" name="灯片编号占位符 4"/>
          <p:cNvSpPr txBox="1">
            <a:spLocks noGrp="1"/>
          </p:cNvSpPr>
          <p:nvPr/>
        </p:nvSpPr>
        <p:spPr>
          <a:xfrm>
            <a:off x="8532495" y="4914900"/>
            <a:ext cx="323850" cy="176530"/>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6086" name="Rectangle 2"/>
          <p:cNvSpPr>
            <a:spLocks noGrp="1"/>
          </p:cNvSpPr>
          <p:nvPr>
            <p:ph type="title" idx="4294967295"/>
          </p:nvPr>
        </p:nvSpPr>
        <p:spPr>
          <a:xfrm>
            <a:off x="1485900" y="314960"/>
            <a:ext cx="3314700" cy="6286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(3)</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46087" name="Line 79"/>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6088" name="Line 80"/>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46089" name="Line 81"/>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46090" name="Text Box 83"/>
          <p:cNvSpPr txBox="1"/>
          <p:nvPr/>
        </p:nvSpPr>
        <p:spPr>
          <a:xfrm>
            <a:off x="4410075" y="1600200"/>
            <a:ext cx="733425"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6091" name="Text Box 84"/>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6092" name="Line 85"/>
          <p:cNvSpPr/>
          <p:nvPr/>
        </p:nvSpPr>
        <p:spPr>
          <a:xfrm>
            <a:off x="5651897" y="1437085"/>
            <a:ext cx="0" cy="2159794"/>
          </a:xfrm>
          <a:prstGeom prst="line">
            <a:avLst/>
          </a:prstGeom>
          <a:ln w="9525" cap="flat" cmpd="sng">
            <a:solidFill>
              <a:schemeClr val="bg1"/>
            </a:solidFill>
            <a:prstDash val="dash"/>
            <a:headEnd type="none" w="med" len="med"/>
            <a:tailEnd type="none" w="med" len="med"/>
          </a:ln>
        </p:spPr>
      </p:sp>
      <p:sp>
        <p:nvSpPr>
          <p:cNvPr id="46093" name="Line 91"/>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6094" name="Line 92"/>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46095" name="Line 93"/>
          <p:cNvSpPr/>
          <p:nvPr/>
        </p:nvSpPr>
        <p:spPr>
          <a:xfrm>
            <a:off x="5772150" y="2731294"/>
            <a:ext cx="377429" cy="0"/>
          </a:xfrm>
          <a:prstGeom prst="line">
            <a:avLst/>
          </a:prstGeom>
          <a:ln w="57150" cap="flat" cmpd="sng">
            <a:solidFill>
              <a:srgbClr val="FFFF00"/>
            </a:solidFill>
            <a:prstDash val="solid"/>
            <a:headEnd type="none" w="med" len="med"/>
            <a:tailEnd type="none" w="med" len="med"/>
          </a:ln>
        </p:spPr>
      </p:sp>
      <p:sp>
        <p:nvSpPr>
          <p:cNvPr id="46096" name="Text Box 96"/>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6097" name="Line 97"/>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6098" name="Line 98"/>
          <p:cNvSpPr/>
          <p:nvPr/>
        </p:nvSpPr>
        <p:spPr>
          <a:xfrm>
            <a:off x="5772150" y="914400"/>
            <a:ext cx="0" cy="342900"/>
          </a:xfrm>
          <a:prstGeom prst="line">
            <a:avLst/>
          </a:prstGeom>
          <a:ln w="57150" cap="flat" cmpd="sng">
            <a:solidFill>
              <a:srgbClr val="FFFF00"/>
            </a:solidFill>
            <a:prstDash val="solid"/>
            <a:headEnd type="none" w="med" len="med"/>
            <a:tailEnd type="triangle" w="med" len="med"/>
          </a:ln>
        </p:spPr>
      </p:sp>
      <p:sp>
        <p:nvSpPr>
          <p:cNvPr id="46099" name="Line 99"/>
          <p:cNvSpPr/>
          <p:nvPr/>
        </p:nvSpPr>
        <p:spPr>
          <a:xfrm>
            <a:off x="5660231" y="2971800"/>
            <a:ext cx="0" cy="396479"/>
          </a:xfrm>
          <a:prstGeom prst="line">
            <a:avLst/>
          </a:prstGeom>
          <a:ln w="57150" cap="flat" cmpd="sng">
            <a:solidFill>
              <a:schemeClr val="bg1"/>
            </a:solidFill>
            <a:prstDash val="solid"/>
            <a:headEnd type="none" w="med" len="med"/>
            <a:tailEnd type="none" w="med" len="med"/>
          </a:ln>
        </p:spPr>
      </p:sp>
      <p:sp>
        <p:nvSpPr>
          <p:cNvPr id="46100" name="Line 100"/>
          <p:cNvSpPr/>
          <p:nvPr/>
        </p:nvSpPr>
        <p:spPr>
          <a:xfrm>
            <a:off x="5657850" y="2971800"/>
            <a:ext cx="485775" cy="0"/>
          </a:xfrm>
          <a:prstGeom prst="line">
            <a:avLst/>
          </a:prstGeom>
          <a:ln w="57150" cap="flat" cmpd="sng">
            <a:solidFill>
              <a:schemeClr val="bg1"/>
            </a:solidFill>
            <a:prstDash val="solid"/>
            <a:headEnd type="none" w="med" len="med"/>
            <a:tailEnd type="none" w="med" len="med"/>
          </a:ln>
        </p:spPr>
      </p:sp>
      <p:grpSp>
        <p:nvGrpSpPr>
          <p:cNvPr id="46101" name="Group 103"/>
          <p:cNvGrpSpPr/>
          <p:nvPr/>
        </p:nvGrpSpPr>
        <p:grpSpPr>
          <a:xfrm>
            <a:off x="1371600" y="1064419"/>
            <a:ext cx="2743200" cy="3645694"/>
            <a:chOff x="0" y="0"/>
            <a:chExt cx="2304" cy="3062"/>
          </a:xfrm>
        </p:grpSpPr>
        <p:sp>
          <p:nvSpPr>
            <p:cNvPr id="46104" name="Line 5"/>
            <p:cNvSpPr/>
            <p:nvPr/>
          </p:nvSpPr>
          <p:spPr>
            <a:xfrm rot="-5400000">
              <a:off x="704" y="938"/>
              <a:ext cx="161" cy="0"/>
            </a:xfrm>
            <a:prstGeom prst="line">
              <a:avLst/>
            </a:prstGeom>
            <a:ln w="28575" cap="flat" cmpd="sng">
              <a:solidFill>
                <a:srgbClr val="FF5050"/>
              </a:solidFill>
              <a:prstDash val="solid"/>
              <a:headEnd type="none" w="med" len="med"/>
              <a:tailEnd type="none" w="med" len="med"/>
            </a:ln>
          </p:spPr>
        </p:sp>
        <p:sp>
          <p:nvSpPr>
            <p:cNvPr id="46105" name="Line 6"/>
            <p:cNvSpPr/>
            <p:nvPr/>
          </p:nvSpPr>
          <p:spPr>
            <a:xfrm rot="-5400000">
              <a:off x="576" y="372"/>
              <a:ext cx="288" cy="0"/>
            </a:xfrm>
            <a:prstGeom prst="line">
              <a:avLst/>
            </a:prstGeom>
            <a:ln w="28575" cap="flat" cmpd="sng">
              <a:solidFill>
                <a:schemeClr val="accent1"/>
              </a:solidFill>
              <a:prstDash val="solid"/>
              <a:headEnd type="none" w="med" len="med"/>
              <a:tailEnd type="none" w="med" len="med"/>
            </a:ln>
          </p:spPr>
        </p:sp>
        <p:sp>
          <p:nvSpPr>
            <p:cNvPr id="46106" name="AutoShape 7"/>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07" name="Oval 8"/>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08" name="Line 9"/>
            <p:cNvSpPr/>
            <p:nvPr/>
          </p:nvSpPr>
          <p:spPr>
            <a:xfrm rot="-5400000">
              <a:off x="1344" y="375"/>
              <a:ext cx="288" cy="0"/>
            </a:xfrm>
            <a:prstGeom prst="line">
              <a:avLst/>
            </a:prstGeom>
            <a:ln w="28575" cap="flat" cmpd="sng">
              <a:solidFill>
                <a:srgbClr val="FF5050"/>
              </a:solidFill>
              <a:prstDash val="solid"/>
              <a:headEnd type="none" w="med" len="med"/>
              <a:tailEnd type="none" w="med" len="med"/>
            </a:ln>
          </p:spPr>
        </p:sp>
        <p:sp>
          <p:nvSpPr>
            <p:cNvPr id="46109" name="AutoShape 10"/>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0" name="Oval 11"/>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1" name="Line 12"/>
            <p:cNvSpPr/>
            <p:nvPr/>
          </p:nvSpPr>
          <p:spPr>
            <a:xfrm rot="-5400000">
              <a:off x="490" y="1068"/>
              <a:ext cx="447" cy="0"/>
            </a:xfrm>
            <a:prstGeom prst="line">
              <a:avLst/>
            </a:prstGeom>
            <a:ln w="28575" cap="flat" cmpd="sng">
              <a:solidFill>
                <a:srgbClr val="FF5050"/>
              </a:solidFill>
              <a:prstDash val="solid"/>
              <a:headEnd type="none" w="med" len="med"/>
              <a:tailEnd type="none" w="med" len="med"/>
            </a:ln>
          </p:spPr>
        </p:sp>
        <p:sp>
          <p:nvSpPr>
            <p:cNvPr id="46112" name="Line 13"/>
            <p:cNvSpPr/>
            <p:nvPr/>
          </p:nvSpPr>
          <p:spPr>
            <a:xfrm rot="-5400000">
              <a:off x="497" y="1796"/>
              <a:ext cx="268" cy="0"/>
            </a:xfrm>
            <a:prstGeom prst="line">
              <a:avLst/>
            </a:prstGeom>
            <a:ln w="28575" cap="flat" cmpd="sng">
              <a:solidFill>
                <a:srgbClr val="FF5050"/>
              </a:solidFill>
              <a:prstDash val="solid"/>
              <a:headEnd type="none" w="med" len="med"/>
              <a:tailEnd type="none" w="med" len="med"/>
            </a:ln>
          </p:spPr>
        </p:sp>
        <p:sp>
          <p:nvSpPr>
            <p:cNvPr id="46113" name="AutoShape 1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4" name="Oval 1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5" name="AutoShape 16"/>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6" name="Oval 17"/>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7" name="Line 18"/>
            <p:cNvSpPr/>
            <p:nvPr/>
          </p:nvSpPr>
          <p:spPr>
            <a:xfrm rot="-5400000">
              <a:off x="548" y="2535"/>
              <a:ext cx="154" cy="0"/>
            </a:xfrm>
            <a:prstGeom prst="line">
              <a:avLst/>
            </a:prstGeom>
            <a:ln w="28575" cap="flat" cmpd="sng">
              <a:solidFill>
                <a:srgbClr val="FF5050"/>
              </a:solidFill>
              <a:prstDash val="solid"/>
              <a:headEnd type="none" w="med" len="med"/>
              <a:tailEnd type="none" w="med" len="med"/>
            </a:ln>
          </p:spPr>
        </p:sp>
        <p:sp>
          <p:nvSpPr>
            <p:cNvPr id="46118" name="AutoShape 19"/>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9" name="Oval 20"/>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20" name="Line 21"/>
            <p:cNvSpPr/>
            <p:nvPr/>
          </p:nvSpPr>
          <p:spPr>
            <a:xfrm rot="-5400000">
              <a:off x="1315" y="2545"/>
              <a:ext cx="154" cy="0"/>
            </a:xfrm>
            <a:prstGeom prst="line">
              <a:avLst/>
            </a:prstGeom>
            <a:ln w="28575" cap="flat" cmpd="sng">
              <a:solidFill>
                <a:srgbClr val="FF5050"/>
              </a:solidFill>
              <a:prstDash val="solid"/>
              <a:headEnd type="none" w="med" len="med"/>
              <a:tailEnd type="none" w="med" len="med"/>
            </a:ln>
          </p:spPr>
        </p:sp>
        <p:sp>
          <p:nvSpPr>
            <p:cNvPr id="46121" name="AutoShape 22"/>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22" name="Oval 23"/>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23" name="Line 24"/>
            <p:cNvSpPr/>
            <p:nvPr/>
          </p:nvSpPr>
          <p:spPr>
            <a:xfrm rot="-5400000">
              <a:off x="1302" y="937"/>
              <a:ext cx="161" cy="0"/>
            </a:xfrm>
            <a:prstGeom prst="line">
              <a:avLst/>
            </a:prstGeom>
            <a:ln w="28575" cap="flat" cmpd="sng">
              <a:solidFill>
                <a:schemeClr val="accent1"/>
              </a:solidFill>
              <a:prstDash val="solid"/>
              <a:headEnd type="none" w="med" len="med"/>
              <a:tailEnd type="none" w="med" len="med"/>
            </a:ln>
          </p:spPr>
        </p:sp>
        <p:sp>
          <p:nvSpPr>
            <p:cNvPr id="46124" name="Line 25"/>
            <p:cNvSpPr/>
            <p:nvPr/>
          </p:nvSpPr>
          <p:spPr>
            <a:xfrm>
              <a:off x="796" y="1028"/>
              <a:ext cx="152" cy="0"/>
            </a:xfrm>
            <a:prstGeom prst="line">
              <a:avLst/>
            </a:prstGeom>
            <a:ln w="28575" cap="flat" cmpd="sng">
              <a:solidFill>
                <a:srgbClr val="FF5050"/>
              </a:solidFill>
              <a:prstDash val="solid"/>
              <a:headEnd type="none" w="med" len="med"/>
              <a:tailEnd type="none" w="med" len="med"/>
            </a:ln>
          </p:spPr>
        </p:sp>
        <p:sp>
          <p:nvSpPr>
            <p:cNvPr id="46125" name="Line 26"/>
            <p:cNvSpPr/>
            <p:nvPr/>
          </p:nvSpPr>
          <p:spPr>
            <a:xfrm>
              <a:off x="1251" y="1028"/>
              <a:ext cx="141" cy="0"/>
            </a:xfrm>
            <a:prstGeom prst="line">
              <a:avLst/>
            </a:prstGeom>
            <a:ln w="28575" cap="flat" cmpd="sng">
              <a:solidFill>
                <a:schemeClr val="accent1"/>
              </a:solidFill>
              <a:prstDash val="solid"/>
              <a:headEnd type="none" w="med" len="med"/>
              <a:tailEnd type="none" w="med" len="med"/>
            </a:ln>
          </p:spPr>
        </p:sp>
        <p:sp>
          <p:nvSpPr>
            <p:cNvPr id="46126" name="Line 27"/>
            <p:cNvSpPr/>
            <p:nvPr/>
          </p:nvSpPr>
          <p:spPr>
            <a:xfrm>
              <a:off x="720" y="404"/>
              <a:ext cx="209" cy="0"/>
            </a:xfrm>
            <a:prstGeom prst="line">
              <a:avLst/>
            </a:prstGeom>
            <a:ln w="28575" cap="flat" cmpd="sng">
              <a:solidFill>
                <a:schemeClr val="accent1"/>
              </a:solidFill>
              <a:prstDash val="solid"/>
              <a:headEnd type="none" w="med" len="med"/>
              <a:tailEnd type="none" w="med" len="med"/>
            </a:ln>
          </p:spPr>
        </p:sp>
        <p:sp>
          <p:nvSpPr>
            <p:cNvPr id="46127" name="Line 28"/>
            <p:cNvSpPr/>
            <p:nvPr/>
          </p:nvSpPr>
          <p:spPr>
            <a:xfrm>
              <a:off x="1289" y="404"/>
              <a:ext cx="209" cy="0"/>
            </a:xfrm>
            <a:prstGeom prst="line">
              <a:avLst/>
            </a:prstGeom>
            <a:ln w="28575" cap="flat" cmpd="sng">
              <a:solidFill>
                <a:srgbClr val="FF5050"/>
              </a:solidFill>
              <a:prstDash val="solid"/>
              <a:headEnd type="none" w="med" len="med"/>
              <a:tailEnd type="none" w="med" len="med"/>
            </a:ln>
          </p:spPr>
        </p:sp>
        <p:sp>
          <p:nvSpPr>
            <p:cNvPr id="46128" name="Line 29"/>
            <p:cNvSpPr/>
            <p:nvPr/>
          </p:nvSpPr>
          <p:spPr>
            <a:xfrm>
              <a:off x="932" y="404"/>
              <a:ext cx="326" cy="630"/>
            </a:xfrm>
            <a:prstGeom prst="line">
              <a:avLst/>
            </a:prstGeom>
            <a:ln w="28575" cap="flat" cmpd="sng">
              <a:solidFill>
                <a:schemeClr val="accent1"/>
              </a:solidFill>
              <a:prstDash val="solid"/>
              <a:headEnd type="none" w="med" len="med"/>
              <a:tailEnd type="none" w="med" len="med"/>
            </a:ln>
          </p:spPr>
        </p:sp>
        <p:sp>
          <p:nvSpPr>
            <p:cNvPr id="46129" name="Line 30"/>
            <p:cNvSpPr/>
            <p:nvPr/>
          </p:nvSpPr>
          <p:spPr>
            <a:xfrm flipH="1">
              <a:off x="940" y="404"/>
              <a:ext cx="340" cy="630"/>
            </a:xfrm>
            <a:prstGeom prst="line">
              <a:avLst/>
            </a:prstGeom>
            <a:ln w="28575" cap="flat" cmpd="sng">
              <a:solidFill>
                <a:srgbClr val="FF5050"/>
              </a:solidFill>
              <a:prstDash val="solid"/>
              <a:headEnd type="none" w="med" len="med"/>
              <a:tailEnd type="none" w="med" len="med"/>
            </a:ln>
          </p:spPr>
        </p:sp>
        <p:sp>
          <p:nvSpPr>
            <p:cNvPr id="46130" name="Line 31"/>
            <p:cNvSpPr/>
            <p:nvPr/>
          </p:nvSpPr>
          <p:spPr>
            <a:xfrm rot="-5400000">
              <a:off x="1255" y="1068"/>
              <a:ext cx="447" cy="0"/>
            </a:xfrm>
            <a:prstGeom prst="line">
              <a:avLst/>
            </a:prstGeom>
            <a:ln w="28575" cap="flat" cmpd="sng">
              <a:solidFill>
                <a:schemeClr val="accent1"/>
              </a:solidFill>
              <a:prstDash val="solid"/>
              <a:headEnd type="none" w="med" len="med"/>
              <a:tailEnd type="none" w="med" len="med"/>
            </a:ln>
          </p:spPr>
        </p:sp>
        <p:sp>
          <p:nvSpPr>
            <p:cNvPr id="46131" name="Oval 33"/>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32" name="Oval 34"/>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33" name="Text Box 35"/>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6134" name="Text Box 36"/>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6135" name="Text Box 37"/>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6136" name="Text Box 38"/>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6137" name="Text Box 39"/>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6138" name="Text Box 40"/>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6139" name="Line 41"/>
            <p:cNvSpPr/>
            <p:nvPr/>
          </p:nvSpPr>
          <p:spPr>
            <a:xfrm rot="-5400000">
              <a:off x="487" y="1869"/>
              <a:ext cx="447" cy="0"/>
            </a:xfrm>
            <a:prstGeom prst="line">
              <a:avLst/>
            </a:prstGeom>
            <a:ln w="28575" cap="flat" cmpd="sng">
              <a:solidFill>
                <a:srgbClr val="FF5050"/>
              </a:solidFill>
              <a:prstDash val="solid"/>
              <a:headEnd type="none" w="med" len="med"/>
              <a:tailEnd type="none" w="med" len="med"/>
            </a:ln>
          </p:spPr>
        </p:sp>
        <p:sp>
          <p:nvSpPr>
            <p:cNvPr id="46140" name="Line 42"/>
            <p:cNvSpPr/>
            <p:nvPr/>
          </p:nvSpPr>
          <p:spPr>
            <a:xfrm rot="-5400000">
              <a:off x="1255" y="1876"/>
              <a:ext cx="447" cy="0"/>
            </a:xfrm>
            <a:prstGeom prst="line">
              <a:avLst/>
            </a:prstGeom>
            <a:ln w="28575" cap="flat" cmpd="sng">
              <a:solidFill>
                <a:srgbClr val="FF5050"/>
              </a:solidFill>
              <a:prstDash val="solid"/>
              <a:headEnd type="none" w="med" len="med"/>
              <a:tailEnd type="none" w="med" len="med"/>
            </a:ln>
          </p:spPr>
        </p:sp>
        <p:sp>
          <p:nvSpPr>
            <p:cNvPr id="46141" name="Line 43"/>
            <p:cNvSpPr/>
            <p:nvPr/>
          </p:nvSpPr>
          <p:spPr>
            <a:xfrm rot="-5400000">
              <a:off x="716" y="1723"/>
              <a:ext cx="161" cy="0"/>
            </a:xfrm>
            <a:prstGeom prst="line">
              <a:avLst/>
            </a:prstGeom>
            <a:ln w="28575" cap="flat" cmpd="sng">
              <a:solidFill>
                <a:schemeClr val="accent1"/>
              </a:solidFill>
              <a:prstDash val="solid"/>
              <a:headEnd type="none" w="med" len="med"/>
              <a:tailEnd type="none" w="med" len="med"/>
            </a:ln>
          </p:spPr>
        </p:sp>
        <p:sp>
          <p:nvSpPr>
            <p:cNvPr id="46142" name="Line 44"/>
            <p:cNvSpPr/>
            <p:nvPr/>
          </p:nvSpPr>
          <p:spPr>
            <a:xfrm>
              <a:off x="806" y="1816"/>
              <a:ext cx="141" cy="0"/>
            </a:xfrm>
            <a:prstGeom prst="line">
              <a:avLst/>
            </a:prstGeom>
            <a:ln w="28575" cap="flat" cmpd="sng">
              <a:solidFill>
                <a:schemeClr val="accent1"/>
              </a:solidFill>
              <a:prstDash val="solid"/>
              <a:headEnd type="none" w="med" len="med"/>
              <a:tailEnd type="none" w="med" len="med"/>
            </a:ln>
          </p:spPr>
        </p:sp>
        <p:sp>
          <p:nvSpPr>
            <p:cNvPr id="46143" name="Line 45"/>
            <p:cNvSpPr/>
            <p:nvPr/>
          </p:nvSpPr>
          <p:spPr>
            <a:xfrm>
              <a:off x="1276" y="1192"/>
              <a:ext cx="435" cy="0"/>
            </a:xfrm>
            <a:prstGeom prst="line">
              <a:avLst/>
            </a:prstGeom>
            <a:ln w="28575" cap="flat" cmpd="sng">
              <a:solidFill>
                <a:schemeClr val="accent1"/>
              </a:solidFill>
              <a:prstDash val="solid"/>
              <a:headEnd type="none" w="med" len="med"/>
              <a:tailEnd type="none" w="med" len="med"/>
            </a:ln>
          </p:spPr>
        </p:sp>
        <p:sp>
          <p:nvSpPr>
            <p:cNvPr id="46144" name="Line 46"/>
            <p:cNvSpPr/>
            <p:nvPr/>
          </p:nvSpPr>
          <p:spPr>
            <a:xfrm flipH="1">
              <a:off x="922" y="1192"/>
              <a:ext cx="340" cy="630"/>
            </a:xfrm>
            <a:prstGeom prst="line">
              <a:avLst/>
            </a:prstGeom>
            <a:ln w="28575" cap="flat" cmpd="sng">
              <a:solidFill>
                <a:schemeClr val="accent1"/>
              </a:solidFill>
              <a:prstDash val="solid"/>
              <a:headEnd type="none" w="med" len="med"/>
              <a:tailEnd type="none" w="med" len="med"/>
            </a:ln>
          </p:spPr>
        </p:sp>
        <p:sp>
          <p:nvSpPr>
            <p:cNvPr id="46145" name="Line 47"/>
            <p:cNvSpPr/>
            <p:nvPr/>
          </p:nvSpPr>
          <p:spPr>
            <a:xfrm rot="-5400000">
              <a:off x="1439" y="1796"/>
              <a:ext cx="268" cy="0"/>
            </a:xfrm>
            <a:prstGeom prst="line">
              <a:avLst/>
            </a:prstGeom>
            <a:ln w="28575" cap="flat" cmpd="sng">
              <a:solidFill>
                <a:srgbClr val="FF5050"/>
              </a:solidFill>
              <a:prstDash val="solid"/>
              <a:headEnd type="none" w="med" len="med"/>
              <a:tailEnd type="none" w="med" len="med"/>
            </a:ln>
          </p:spPr>
        </p:sp>
        <p:sp>
          <p:nvSpPr>
            <p:cNvPr id="46146" name="Line 48"/>
            <p:cNvSpPr/>
            <p:nvPr/>
          </p:nvSpPr>
          <p:spPr>
            <a:xfrm>
              <a:off x="634" y="1930"/>
              <a:ext cx="1322" cy="0"/>
            </a:xfrm>
            <a:prstGeom prst="line">
              <a:avLst/>
            </a:prstGeom>
            <a:ln w="28575" cap="flat" cmpd="sng">
              <a:solidFill>
                <a:srgbClr val="FF5050"/>
              </a:solidFill>
              <a:prstDash val="solid"/>
              <a:headEnd type="none" w="med" len="med"/>
              <a:tailEnd type="none" w="med" len="med"/>
            </a:ln>
          </p:spPr>
        </p:sp>
        <p:sp>
          <p:nvSpPr>
            <p:cNvPr id="46147" name="Line 49"/>
            <p:cNvSpPr/>
            <p:nvPr/>
          </p:nvSpPr>
          <p:spPr>
            <a:xfrm>
              <a:off x="432" y="1220"/>
              <a:ext cx="0" cy="1394"/>
            </a:xfrm>
            <a:prstGeom prst="line">
              <a:avLst/>
            </a:prstGeom>
            <a:ln w="28575" cap="flat" cmpd="sng">
              <a:solidFill>
                <a:srgbClr val="FF5050"/>
              </a:solidFill>
              <a:prstDash val="solid"/>
              <a:headEnd type="none" w="med" len="med"/>
              <a:tailEnd type="none" w="med" len="med"/>
            </a:ln>
          </p:spPr>
        </p:sp>
        <p:sp>
          <p:nvSpPr>
            <p:cNvPr id="46148" name="Line 50"/>
            <p:cNvSpPr/>
            <p:nvPr/>
          </p:nvSpPr>
          <p:spPr>
            <a:xfrm>
              <a:off x="432" y="1220"/>
              <a:ext cx="288" cy="0"/>
            </a:xfrm>
            <a:prstGeom prst="line">
              <a:avLst/>
            </a:prstGeom>
            <a:ln w="28575" cap="flat" cmpd="sng">
              <a:solidFill>
                <a:srgbClr val="FF5050"/>
              </a:solidFill>
              <a:prstDash val="solid"/>
              <a:headEnd type="none" w="med" len="med"/>
              <a:tailEnd type="none" w="med" len="med"/>
            </a:ln>
          </p:spPr>
        </p:sp>
        <p:sp>
          <p:nvSpPr>
            <p:cNvPr id="46149" name="Oval 51"/>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50" name="Line 52"/>
            <p:cNvSpPr/>
            <p:nvPr/>
          </p:nvSpPr>
          <p:spPr>
            <a:xfrm>
              <a:off x="432" y="2612"/>
              <a:ext cx="192" cy="0"/>
            </a:xfrm>
            <a:prstGeom prst="line">
              <a:avLst/>
            </a:prstGeom>
            <a:ln w="28575" cap="flat" cmpd="sng">
              <a:solidFill>
                <a:srgbClr val="FF5050"/>
              </a:solidFill>
              <a:prstDash val="solid"/>
              <a:headEnd type="none" w="med" len="med"/>
              <a:tailEnd type="none" w="med" len="med"/>
            </a:ln>
          </p:spPr>
        </p:sp>
        <p:sp>
          <p:nvSpPr>
            <p:cNvPr id="46151" name="Oval 5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52" name="Line 54"/>
            <p:cNvSpPr/>
            <p:nvPr/>
          </p:nvSpPr>
          <p:spPr>
            <a:xfrm>
              <a:off x="806" y="2478"/>
              <a:ext cx="0" cy="347"/>
            </a:xfrm>
            <a:prstGeom prst="line">
              <a:avLst/>
            </a:prstGeom>
            <a:ln w="28575" cap="flat" cmpd="sng">
              <a:solidFill>
                <a:schemeClr val="accent1"/>
              </a:solidFill>
              <a:prstDash val="solid"/>
              <a:headEnd type="none" w="med" len="med"/>
              <a:tailEnd type="none" w="med" len="med"/>
            </a:ln>
          </p:spPr>
        </p:sp>
        <p:sp>
          <p:nvSpPr>
            <p:cNvPr id="46153" name="Line 55"/>
            <p:cNvSpPr/>
            <p:nvPr/>
          </p:nvSpPr>
          <p:spPr>
            <a:xfrm>
              <a:off x="1700" y="1182"/>
              <a:ext cx="0" cy="1440"/>
            </a:xfrm>
            <a:prstGeom prst="line">
              <a:avLst/>
            </a:prstGeom>
            <a:ln w="28575" cap="flat" cmpd="sng">
              <a:solidFill>
                <a:schemeClr val="accent1"/>
              </a:solidFill>
              <a:prstDash val="solid"/>
              <a:headEnd type="none" w="med" len="med"/>
              <a:tailEnd type="none" w="med" len="med"/>
            </a:ln>
          </p:spPr>
        </p:sp>
        <p:sp>
          <p:nvSpPr>
            <p:cNvPr id="46154" name="Line 56"/>
            <p:cNvSpPr/>
            <p:nvPr/>
          </p:nvSpPr>
          <p:spPr>
            <a:xfrm rot="-5400000">
              <a:off x="1499" y="2535"/>
              <a:ext cx="154" cy="0"/>
            </a:xfrm>
            <a:prstGeom prst="line">
              <a:avLst/>
            </a:prstGeom>
            <a:ln w="28575" cap="flat" cmpd="sng">
              <a:solidFill>
                <a:schemeClr val="accent1"/>
              </a:solidFill>
              <a:prstDash val="solid"/>
              <a:headEnd type="none" w="med" len="med"/>
              <a:tailEnd type="none" w="med" len="med"/>
            </a:ln>
          </p:spPr>
        </p:sp>
        <p:sp>
          <p:nvSpPr>
            <p:cNvPr id="46155" name="Line 57"/>
            <p:cNvSpPr/>
            <p:nvPr/>
          </p:nvSpPr>
          <p:spPr>
            <a:xfrm>
              <a:off x="1584" y="2612"/>
              <a:ext cx="118" cy="0"/>
            </a:xfrm>
            <a:prstGeom prst="line">
              <a:avLst/>
            </a:prstGeom>
            <a:ln w="28575" cap="flat" cmpd="sng">
              <a:solidFill>
                <a:schemeClr val="accent1"/>
              </a:solidFill>
              <a:prstDash val="solid"/>
              <a:headEnd type="none" w="med" len="med"/>
              <a:tailEnd type="none" w="med" len="med"/>
            </a:ln>
          </p:spPr>
        </p:sp>
        <p:sp>
          <p:nvSpPr>
            <p:cNvPr id="46156" name="Oval 58"/>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57" name="Line 59"/>
            <p:cNvSpPr/>
            <p:nvPr/>
          </p:nvSpPr>
          <p:spPr>
            <a:xfrm>
              <a:off x="720" y="2036"/>
              <a:ext cx="209" cy="0"/>
            </a:xfrm>
            <a:prstGeom prst="line">
              <a:avLst/>
            </a:prstGeom>
            <a:ln w="28575" cap="flat" cmpd="sng">
              <a:solidFill>
                <a:srgbClr val="FF5050"/>
              </a:solidFill>
              <a:prstDash val="solid"/>
              <a:headEnd type="none" w="med" len="med"/>
              <a:tailEnd type="none" w="med" len="med"/>
            </a:ln>
          </p:spPr>
        </p:sp>
        <p:sp>
          <p:nvSpPr>
            <p:cNvPr id="46158" name="Line 60"/>
            <p:cNvSpPr/>
            <p:nvPr/>
          </p:nvSpPr>
          <p:spPr>
            <a:xfrm>
              <a:off x="1238" y="2622"/>
              <a:ext cx="152" cy="0"/>
            </a:xfrm>
            <a:prstGeom prst="line">
              <a:avLst/>
            </a:prstGeom>
            <a:ln w="28575" cap="flat" cmpd="sng">
              <a:solidFill>
                <a:srgbClr val="FF5050"/>
              </a:solidFill>
              <a:prstDash val="solid"/>
              <a:headEnd type="none" w="med" len="med"/>
              <a:tailEnd type="none" w="med" len="med"/>
            </a:ln>
          </p:spPr>
        </p:sp>
        <p:sp>
          <p:nvSpPr>
            <p:cNvPr id="46159" name="Line 61"/>
            <p:cNvSpPr/>
            <p:nvPr/>
          </p:nvSpPr>
          <p:spPr>
            <a:xfrm>
              <a:off x="922" y="2036"/>
              <a:ext cx="326" cy="598"/>
            </a:xfrm>
            <a:prstGeom prst="line">
              <a:avLst/>
            </a:prstGeom>
            <a:ln w="28575" cap="flat" cmpd="sng">
              <a:solidFill>
                <a:srgbClr val="FF5050"/>
              </a:solidFill>
              <a:prstDash val="solid"/>
              <a:headEnd type="none" w="med" len="med"/>
              <a:tailEnd type="none" w="med" len="med"/>
            </a:ln>
          </p:spPr>
        </p:sp>
        <p:sp>
          <p:nvSpPr>
            <p:cNvPr id="46160" name="Text Box 62"/>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6161" name="Text Box 63"/>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6162" name="Text Box 64"/>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6163" name="Text Box 65"/>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6164" name="Text Box 66"/>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6165" name="Text Box 67"/>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6166" name="Text Box 68"/>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6167" name="Text Box 69"/>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6168" name="Oval 32"/>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
        <p:nvSpPr>
          <p:cNvPr id="46102" name="Line 105"/>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48216" name="AutoShape 107"/>
          <p:cNvSpPr/>
          <p:nvPr/>
        </p:nvSpPr>
        <p:spPr>
          <a:xfrm>
            <a:off x="3543300" y="3789680"/>
            <a:ext cx="3615055" cy="864235"/>
          </a:xfrm>
          <a:prstGeom prst="wedgeEllipseCallout">
            <a:avLst>
              <a:gd name="adj1" fmla="val -55181"/>
              <a:gd name="adj2" fmla="val -84713"/>
            </a:avLst>
          </a:prstGeom>
          <a:solidFill>
            <a:schemeClr val="accent1"/>
          </a:solidFill>
          <a:ln w="9525" cap="flat" cmpd="sng">
            <a:solidFill>
              <a:schemeClr val="tx1"/>
            </a:solidFill>
            <a:prstDash val="solid"/>
            <a:miter/>
            <a:headEnd type="none" w="med" len="med"/>
            <a:tailEnd type="none" w="med" len="med"/>
          </a:ln>
        </p:spPr>
        <p:txBody>
          <a:bodyPr/>
          <a:lstStyle/>
          <a:p>
            <a:pPr>
              <a:spcBef>
                <a:spcPct val="0"/>
              </a:spcBef>
            </a:pPr>
            <a:r>
              <a:rPr lang="en-US" altLang="zh-CN" sz="1200">
                <a:solidFill>
                  <a:srgbClr val="800080"/>
                </a:solidFill>
                <a:latin typeface="Times New Roman" panose="02020603050405020304" pitchFamily="18" charset="0"/>
              </a:rPr>
              <a:t> </a:t>
            </a:r>
            <a:r>
              <a:rPr lang="en-US" altLang="zh-CN" sz="1500">
                <a:solidFill>
                  <a:srgbClr val="800080"/>
                </a:solidFill>
                <a:latin typeface="Times New Roman" panose="02020603050405020304" pitchFamily="18" charset="0"/>
              </a:rPr>
              <a:t>a</a:t>
            </a:r>
            <a:r>
              <a:rPr lang="zh-CN" altLang="en-US" sz="1500" dirty="0">
                <a:solidFill>
                  <a:srgbClr val="800080"/>
                </a:solidFill>
                <a:latin typeface="Times New Roman" panose="02020603050405020304" pitchFamily="18" charset="0"/>
              </a:rPr>
              <a:t>反馈线被称为置</a:t>
            </a:r>
            <a:r>
              <a:rPr lang="en-US" altLang="zh-CN" sz="1500">
                <a:solidFill>
                  <a:srgbClr val="800080"/>
                </a:solidFill>
                <a:latin typeface="Times New Roman" panose="02020603050405020304" pitchFamily="18" charset="0"/>
              </a:rPr>
              <a:t>0</a:t>
            </a:r>
            <a:r>
              <a:rPr lang="zh-CN" altLang="en-US" sz="1500" dirty="0">
                <a:solidFill>
                  <a:srgbClr val="800080"/>
                </a:solidFill>
                <a:latin typeface="Times New Roman" panose="02020603050405020304" pitchFamily="18" charset="0"/>
              </a:rPr>
              <a:t>阻塞线</a:t>
            </a:r>
            <a:endParaRPr lang="zh-CN" altLang="en-US" sz="1500" dirty="0">
              <a:solidFill>
                <a:srgbClr val="800080"/>
              </a:solidFill>
              <a:latin typeface="Times New Roman" panose="02020603050405020304" pitchFamily="18" charset="0"/>
            </a:endParaRPr>
          </a:p>
          <a:p>
            <a:pPr>
              <a:spcBef>
                <a:spcPct val="0"/>
              </a:spcBef>
            </a:pPr>
            <a:r>
              <a:rPr lang="zh-CN" altLang="en-US" sz="1500" dirty="0">
                <a:solidFill>
                  <a:srgbClr val="800080"/>
                </a:solidFill>
                <a:latin typeface="Times New Roman" panose="02020603050405020304" pitchFamily="18" charset="0"/>
              </a:rPr>
              <a:t> </a:t>
            </a:r>
            <a:r>
              <a:rPr lang="en-US" altLang="zh-CN" sz="1500">
                <a:solidFill>
                  <a:srgbClr val="800080"/>
                </a:solidFill>
                <a:latin typeface="Times New Roman" panose="02020603050405020304" pitchFamily="18" charset="0"/>
              </a:rPr>
              <a:t>b</a:t>
            </a:r>
            <a:r>
              <a:rPr lang="zh-CN" altLang="en-US" sz="1500" dirty="0">
                <a:solidFill>
                  <a:srgbClr val="800080"/>
                </a:solidFill>
                <a:latin typeface="Times New Roman" panose="02020603050405020304" pitchFamily="18" charset="0"/>
              </a:rPr>
              <a:t>反馈线被称为置</a:t>
            </a:r>
            <a:r>
              <a:rPr lang="en-US" altLang="zh-CN" sz="1500">
                <a:solidFill>
                  <a:srgbClr val="800080"/>
                </a:solidFill>
                <a:latin typeface="Times New Roman" panose="02020603050405020304" pitchFamily="18" charset="0"/>
              </a:rPr>
              <a:t>1</a:t>
            </a:r>
            <a:r>
              <a:rPr lang="zh-CN" altLang="en-US" sz="1500" dirty="0">
                <a:solidFill>
                  <a:srgbClr val="800080"/>
                </a:solidFill>
                <a:latin typeface="Times New Roman" panose="02020603050405020304" pitchFamily="18" charset="0"/>
              </a:rPr>
              <a:t>维持线</a:t>
            </a:r>
            <a:endParaRPr lang="zh-CN" altLang="en-US" sz="1500" dirty="0">
              <a:solidFill>
                <a:srgbClr val="80008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216"/>
                                        </p:tgtEl>
                                        <p:attrNameLst>
                                          <p:attrName>style.visibility</p:attrName>
                                        </p:attrNameLst>
                                      </p:cBhvr>
                                      <p:to>
                                        <p:strVal val="visible"/>
                                      </p:to>
                                    </p:set>
                                    <p:anim calcmode="lin" valueType="num">
                                      <p:cBhvr additive="base">
                                        <p:cTn id="7" dur="500" fill="hold"/>
                                        <p:tgtEl>
                                          <p:spTgt spid="48216"/>
                                        </p:tgtEl>
                                        <p:attrNameLst>
                                          <p:attrName>ppt_x</p:attrName>
                                        </p:attrNameLst>
                                      </p:cBhvr>
                                      <p:tavLst>
                                        <p:tav tm="0">
                                          <p:val>
                                            <p:strVal val="#ppt_x"/>
                                          </p:val>
                                        </p:tav>
                                        <p:tav tm="100000">
                                          <p:val>
                                            <p:strVal val="#ppt_x"/>
                                          </p:val>
                                        </p:tav>
                                      </p:tavLst>
                                    </p:anim>
                                    <p:anim calcmode="lin" valueType="num">
                                      <p:cBhvr additive="base">
                                        <p:cTn id="8" dur="500" fill="hold"/>
                                        <p:tgtEl>
                                          <p:spTgt spid="482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16"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p:nvPr/>
        </p:nvSpPr>
        <p:spPr>
          <a:xfrm>
            <a:off x="4356497" y="951310"/>
            <a:ext cx="2430065"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7107" name="Text Box 3"/>
          <p:cNvSpPr txBox="1"/>
          <p:nvPr/>
        </p:nvSpPr>
        <p:spPr>
          <a:xfrm>
            <a:off x="1385888"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7109" name="灯片编号占位符 4"/>
          <p:cNvSpPr txBox="1">
            <a:spLocks noGrp="1"/>
          </p:cNvSpPr>
          <p:nvPr/>
        </p:nvSpPr>
        <p:spPr>
          <a:xfrm>
            <a:off x="8676720" y="488767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7110" name="Rectangle 2"/>
          <p:cNvSpPr>
            <a:spLocks noGrp="1"/>
          </p:cNvSpPr>
          <p:nvPr>
            <p:ph type="title" idx="4294967295"/>
          </p:nvPr>
        </p:nvSpPr>
        <p:spPr>
          <a:xfrm>
            <a:off x="1600200" y="429260"/>
            <a:ext cx="4000500" cy="5143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(4)</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47111" name="Line 75"/>
          <p:cNvSpPr/>
          <p:nvPr/>
        </p:nvSpPr>
        <p:spPr>
          <a:xfrm>
            <a:off x="6055519" y="1921669"/>
            <a:ext cx="394097" cy="0"/>
          </a:xfrm>
          <a:prstGeom prst="line">
            <a:avLst/>
          </a:prstGeom>
          <a:ln w="57150" cap="flat" cmpd="sng">
            <a:solidFill>
              <a:srgbClr val="99CCFF"/>
            </a:solidFill>
            <a:prstDash val="solid"/>
            <a:headEnd type="none" w="med" len="med"/>
            <a:tailEnd type="none" w="med" len="med"/>
          </a:ln>
        </p:spPr>
      </p:sp>
      <p:sp>
        <p:nvSpPr>
          <p:cNvPr id="47112" name="Line 79"/>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7113" name="Line 81"/>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47114" name="Text Box 83"/>
          <p:cNvSpPr txBox="1"/>
          <p:nvPr/>
        </p:nvSpPr>
        <p:spPr>
          <a:xfrm>
            <a:off x="4356497" y="1600200"/>
            <a:ext cx="787003"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7115" name="Text Box 84"/>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7116" name="Line 85"/>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47117" name="Line 87"/>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47118" name="Line 91"/>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7119" name="Line 92"/>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47120" name="Line 93"/>
          <p:cNvSpPr/>
          <p:nvPr/>
        </p:nvSpPr>
        <p:spPr>
          <a:xfrm>
            <a:off x="5772150" y="2731294"/>
            <a:ext cx="701279" cy="0"/>
          </a:xfrm>
          <a:prstGeom prst="line">
            <a:avLst/>
          </a:prstGeom>
          <a:ln w="57150" cap="flat" cmpd="sng">
            <a:solidFill>
              <a:srgbClr val="FFFF00"/>
            </a:solidFill>
            <a:prstDash val="solid"/>
            <a:headEnd type="none" w="med" len="med"/>
            <a:tailEnd type="none" w="med" len="med"/>
          </a:ln>
        </p:spPr>
      </p:sp>
      <p:sp>
        <p:nvSpPr>
          <p:cNvPr id="47121" name="Text Box 96"/>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7122" name="Line 97"/>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7123" name="Line 98"/>
          <p:cNvSpPr/>
          <p:nvPr/>
        </p:nvSpPr>
        <p:spPr>
          <a:xfrm>
            <a:off x="6054329" y="1004888"/>
            <a:ext cx="0" cy="342900"/>
          </a:xfrm>
          <a:prstGeom prst="line">
            <a:avLst/>
          </a:prstGeom>
          <a:ln w="57150" cap="flat" cmpd="sng">
            <a:solidFill>
              <a:srgbClr val="FFFF00"/>
            </a:solidFill>
            <a:prstDash val="solid"/>
            <a:headEnd type="none" w="med" len="med"/>
            <a:tailEnd type="triangle" w="med" len="med"/>
          </a:ln>
        </p:spPr>
      </p:sp>
      <p:sp>
        <p:nvSpPr>
          <p:cNvPr id="47124" name="Line 99"/>
          <p:cNvSpPr/>
          <p:nvPr/>
        </p:nvSpPr>
        <p:spPr>
          <a:xfrm>
            <a:off x="5657850" y="2971800"/>
            <a:ext cx="0" cy="396479"/>
          </a:xfrm>
          <a:prstGeom prst="line">
            <a:avLst/>
          </a:prstGeom>
          <a:ln w="57150" cap="flat" cmpd="sng">
            <a:solidFill>
              <a:schemeClr val="bg1"/>
            </a:solidFill>
            <a:prstDash val="solid"/>
            <a:headEnd type="none" w="med" len="med"/>
            <a:tailEnd type="none" w="med" len="med"/>
          </a:ln>
        </p:spPr>
      </p:sp>
      <p:sp>
        <p:nvSpPr>
          <p:cNvPr id="47125" name="Line 100"/>
          <p:cNvSpPr/>
          <p:nvPr/>
        </p:nvSpPr>
        <p:spPr>
          <a:xfrm>
            <a:off x="5657850" y="2971800"/>
            <a:ext cx="809625" cy="0"/>
          </a:xfrm>
          <a:prstGeom prst="line">
            <a:avLst/>
          </a:prstGeom>
          <a:ln w="57150" cap="flat" cmpd="sng">
            <a:solidFill>
              <a:schemeClr val="bg1"/>
            </a:solidFill>
            <a:prstDash val="solid"/>
            <a:headEnd type="none" w="med" len="med"/>
            <a:tailEnd type="none" w="med" len="med"/>
          </a:ln>
        </p:spPr>
      </p:sp>
      <p:grpSp>
        <p:nvGrpSpPr>
          <p:cNvPr id="47126" name="Group 102"/>
          <p:cNvGrpSpPr/>
          <p:nvPr/>
        </p:nvGrpSpPr>
        <p:grpSpPr>
          <a:xfrm>
            <a:off x="1371600" y="1064419"/>
            <a:ext cx="2743200" cy="3645694"/>
            <a:chOff x="0" y="0"/>
            <a:chExt cx="2304" cy="3062"/>
          </a:xfrm>
        </p:grpSpPr>
        <p:sp>
          <p:nvSpPr>
            <p:cNvPr id="47130" name="Line 5"/>
            <p:cNvSpPr/>
            <p:nvPr/>
          </p:nvSpPr>
          <p:spPr>
            <a:xfrm rot="-5400000">
              <a:off x="704" y="938"/>
              <a:ext cx="161" cy="0"/>
            </a:xfrm>
            <a:prstGeom prst="line">
              <a:avLst/>
            </a:prstGeom>
            <a:ln w="28575" cap="flat" cmpd="sng">
              <a:solidFill>
                <a:srgbClr val="FF5050"/>
              </a:solidFill>
              <a:prstDash val="solid"/>
              <a:headEnd type="none" w="med" len="med"/>
              <a:tailEnd type="none" w="med" len="med"/>
            </a:ln>
          </p:spPr>
        </p:sp>
        <p:sp>
          <p:nvSpPr>
            <p:cNvPr id="47131" name="Line 6"/>
            <p:cNvSpPr/>
            <p:nvPr/>
          </p:nvSpPr>
          <p:spPr>
            <a:xfrm rot="-5400000">
              <a:off x="576" y="372"/>
              <a:ext cx="288" cy="0"/>
            </a:xfrm>
            <a:prstGeom prst="line">
              <a:avLst/>
            </a:prstGeom>
            <a:ln w="28575" cap="flat" cmpd="sng">
              <a:solidFill>
                <a:schemeClr val="accent1"/>
              </a:solidFill>
              <a:prstDash val="solid"/>
              <a:headEnd type="none" w="med" len="med"/>
              <a:tailEnd type="none" w="med" len="med"/>
            </a:ln>
          </p:spPr>
        </p:sp>
        <p:sp>
          <p:nvSpPr>
            <p:cNvPr id="47132" name="AutoShape 7"/>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33" name="Oval 8"/>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34" name="Line 9"/>
            <p:cNvSpPr/>
            <p:nvPr/>
          </p:nvSpPr>
          <p:spPr>
            <a:xfrm rot="-5400000">
              <a:off x="1344" y="375"/>
              <a:ext cx="288" cy="0"/>
            </a:xfrm>
            <a:prstGeom prst="line">
              <a:avLst/>
            </a:prstGeom>
            <a:ln w="28575" cap="flat" cmpd="sng">
              <a:solidFill>
                <a:srgbClr val="FF5050"/>
              </a:solidFill>
              <a:prstDash val="solid"/>
              <a:headEnd type="none" w="med" len="med"/>
              <a:tailEnd type="none" w="med" len="med"/>
            </a:ln>
          </p:spPr>
        </p:sp>
        <p:sp>
          <p:nvSpPr>
            <p:cNvPr id="47135" name="AutoShape 10"/>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36" name="Oval 11"/>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37" name="Line 12"/>
            <p:cNvSpPr/>
            <p:nvPr/>
          </p:nvSpPr>
          <p:spPr>
            <a:xfrm rot="-5400000">
              <a:off x="490" y="1068"/>
              <a:ext cx="447" cy="0"/>
            </a:xfrm>
            <a:prstGeom prst="line">
              <a:avLst/>
            </a:prstGeom>
            <a:ln w="28575" cap="flat" cmpd="sng">
              <a:solidFill>
                <a:srgbClr val="FF5050"/>
              </a:solidFill>
              <a:prstDash val="solid"/>
              <a:headEnd type="none" w="med" len="med"/>
              <a:tailEnd type="none" w="med" len="med"/>
            </a:ln>
          </p:spPr>
        </p:sp>
        <p:sp>
          <p:nvSpPr>
            <p:cNvPr id="47138" name="Line 13"/>
            <p:cNvSpPr/>
            <p:nvPr/>
          </p:nvSpPr>
          <p:spPr>
            <a:xfrm rot="-5400000">
              <a:off x="497" y="1796"/>
              <a:ext cx="268" cy="0"/>
            </a:xfrm>
            <a:prstGeom prst="line">
              <a:avLst/>
            </a:prstGeom>
            <a:ln w="28575" cap="flat" cmpd="sng">
              <a:solidFill>
                <a:schemeClr val="accent1"/>
              </a:solidFill>
              <a:prstDash val="solid"/>
              <a:headEnd type="none" w="med" len="med"/>
              <a:tailEnd type="none" w="med" len="med"/>
            </a:ln>
          </p:spPr>
        </p:sp>
        <p:sp>
          <p:nvSpPr>
            <p:cNvPr id="47139" name="AutoShape 1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40" name="Oval 1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41" name="AutoShape 16"/>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42" name="Oval 17"/>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43" name="Line 18"/>
            <p:cNvSpPr/>
            <p:nvPr/>
          </p:nvSpPr>
          <p:spPr>
            <a:xfrm rot="-5400000">
              <a:off x="548" y="2535"/>
              <a:ext cx="154" cy="0"/>
            </a:xfrm>
            <a:prstGeom prst="line">
              <a:avLst/>
            </a:prstGeom>
            <a:ln w="28575" cap="flat" cmpd="sng">
              <a:solidFill>
                <a:srgbClr val="FF5050"/>
              </a:solidFill>
              <a:prstDash val="solid"/>
              <a:headEnd type="none" w="med" len="med"/>
              <a:tailEnd type="none" w="med" len="med"/>
            </a:ln>
          </p:spPr>
        </p:sp>
        <p:sp>
          <p:nvSpPr>
            <p:cNvPr id="47144" name="Line 21"/>
            <p:cNvSpPr/>
            <p:nvPr/>
          </p:nvSpPr>
          <p:spPr>
            <a:xfrm rot="-5400000">
              <a:off x="1315" y="2545"/>
              <a:ext cx="154" cy="0"/>
            </a:xfrm>
            <a:prstGeom prst="line">
              <a:avLst/>
            </a:prstGeom>
            <a:ln w="28575" cap="flat" cmpd="sng">
              <a:solidFill>
                <a:srgbClr val="FF5050"/>
              </a:solidFill>
              <a:prstDash val="solid"/>
              <a:headEnd type="none" w="med" len="med"/>
              <a:tailEnd type="none" w="med" len="med"/>
            </a:ln>
          </p:spPr>
        </p:sp>
        <p:sp>
          <p:nvSpPr>
            <p:cNvPr id="47145" name="Line 24"/>
            <p:cNvSpPr/>
            <p:nvPr/>
          </p:nvSpPr>
          <p:spPr>
            <a:xfrm rot="-5400000">
              <a:off x="1302" y="937"/>
              <a:ext cx="161" cy="0"/>
            </a:xfrm>
            <a:prstGeom prst="line">
              <a:avLst/>
            </a:prstGeom>
            <a:ln w="28575" cap="flat" cmpd="sng">
              <a:solidFill>
                <a:schemeClr val="accent1"/>
              </a:solidFill>
              <a:prstDash val="solid"/>
              <a:headEnd type="none" w="med" len="med"/>
              <a:tailEnd type="none" w="med" len="med"/>
            </a:ln>
          </p:spPr>
        </p:sp>
        <p:sp>
          <p:nvSpPr>
            <p:cNvPr id="47146" name="Line 25"/>
            <p:cNvSpPr/>
            <p:nvPr/>
          </p:nvSpPr>
          <p:spPr>
            <a:xfrm>
              <a:off x="796" y="1028"/>
              <a:ext cx="152" cy="0"/>
            </a:xfrm>
            <a:prstGeom prst="line">
              <a:avLst/>
            </a:prstGeom>
            <a:ln w="28575" cap="flat" cmpd="sng">
              <a:solidFill>
                <a:srgbClr val="FF5050"/>
              </a:solidFill>
              <a:prstDash val="solid"/>
              <a:headEnd type="none" w="med" len="med"/>
              <a:tailEnd type="none" w="med" len="med"/>
            </a:ln>
          </p:spPr>
        </p:sp>
        <p:sp>
          <p:nvSpPr>
            <p:cNvPr id="47147" name="Line 26"/>
            <p:cNvSpPr/>
            <p:nvPr/>
          </p:nvSpPr>
          <p:spPr>
            <a:xfrm>
              <a:off x="1251" y="1028"/>
              <a:ext cx="141" cy="0"/>
            </a:xfrm>
            <a:prstGeom prst="line">
              <a:avLst/>
            </a:prstGeom>
            <a:ln w="28575" cap="flat" cmpd="sng">
              <a:solidFill>
                <a:schemeClr val="accent1"/>
              </a:solidFill>
              <a:prstDash val="solid"/>
              <a:headEnd type="none" w="med" len="med"/>
              <a:tailEnd type="none" w="med" len="med"/>
            </a:ln>
          </p:spPr>
        </p:sp>
        <p:sp>
          <p:nvSpPr>
            <p:cNvPr id="47148" name="Line 27"/>
            <p:cNvSpPr/>
            <p:nvPr/>
          </p:nvSpPr>
          <p:spPr>
            <a:xfrm>
              <a:off x="720" y="404"/>
              <a:ext cx="209" cy="0"/>
            </a:xfrm>
            <a:prstGeom prst="line">
              <a:avLst/>
            </a:prstGeom>
            <a:ln w="28575" cap="flat" cmpd="sng">
              <a:solidFill>
                <a:schemeClr val="accent1"/>
              </a:solidFill>
              <a:prstDash val="solid"/>
              <a:headEnd type="none" w="med" len="med"/>
              <a:tailEnd type="none" w="med" len="med"/>
            </a:ln>
          </p:spPr>
        </p:sp>
        <p:sp>
          <p:nvSpPr>
            <p:cNvPr id="47149" name="Line 28"/>
            <p:cNvSpPr/>
            <p:nvPr/>
          </p:nvSpPr>
          <p:spPr>
            <a:xfrm>
              <a:off x="1289" y="404"/>
              <a:ext cx="209" cy="0"/>
            </a:xfrm>
            <a:prstGeom prst="line">
              <a:avLst/>
            </a:prstGeom>
            <a:ln w="28575" cap="flat" cmpd="sng">
              <a:solidFill>
                <a:srgbClr val="FF5050"/>
              </a:solidFill>
              <a:prstDash val="solid"/>
              <a:headEnd type="none" w="med" len="med"/>
              <a:tailEnd type="none" w="med" len="med"/>
            </a:ln>
          </p:spPr>
        </p:sp>
        <p:sp>
          <p:nvSpPr>
            <p:cNvPr id="47150" name="Line 29"/>
            <p:cNvSpPr/>
            <p:nvPr/>
          </p:nvSpPr>
          <p:spPr>
            <a:xfrm>
              <a:off x="932" y="404"/>
              <a:ext cx="326" cy="630"/>
            </a:xfrm>
            <a:prstGeom prst="line">
              <a:avLst/>
            </a:prstGeom>
            <a:ln w="28575" cap="flat" cmpd="sng">
              <a:solidFill>
                <a:schemeClr val="accent1"/>
              </a:solidFill>
              <a:prstDash val="solid"/>
              <a:headEnd type="none" w="med" len="med"/>
              <a:tailEnd type="none" w="med" len="med"/>
            </a:ln>
          </p:spPr>
        </p:sp>
        <p:sp>
          <p:nvSpPr>
            <p:cNvPr id="47151" name="Line 30"/>
            <p:cNvSpPr/>
            <p:nvPr/>
          </p:nvSpPr>
          <p:spPr>
            <a:xfrm flipH="1">
              <a:off x="940" y="404"/>
              <a:ext cx="340" cy="630"/>
            </a:xfrm>
            <a:prstGeom prst="line">
              <a:avLst/>
            </a:prstGeom>
            <a:ln w="28575" cap="flat" cmpd="sng">
              <a:solidFill>
                <a:srgbClr val="FF5050"/>
              </a:solidFill>
              <a:prstDash val="solid"/>
              <a:headEnd type="none" w="med" len="med"/>
              <a:tailEnd type="none" w="med" len="med"/>
            </a:ln>
          </p:spPr>
        </p:sp>
        <p:sp>
          <p:nvSpPr>
            <p:cNvPr id="47152" name="Line 31"/>
            <p:cNvSpPr/>
            <p:nvPr/>
          </p:nvSpPr>
          <p:spPr>
            <a:xfrm rot="-5400000">
              <a:off x="1255" y="1068"/>
              <a:ext cx="447" cy="0"/>
            </a:xfrm>
            <a:prstGeom prst="line">
              <a:avLst/>
            </a:prstGeom>
            <a:ln w="28575" cap="flat" cmpd="sng">
              <a:solidFill>
                <a:srgbClr val="FF5050"/>
              </a:solidFill>
              <a:prstDash val="solid"/>
              <a:headEnd type="none" w="med" len="med"/>
              <a:tailEnd type="none" w="med" len="med"/>
            </a:ln>
          </p:spPr>
        </p:sp>
        <p:sp>
          <p:nvSpPr>
            <p:cNvPr id="47153" name="Oval 33"/>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54" name="Oval 34"/>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55" name="Text Box 35"/>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7156" name="Text Box 36"/>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7157" name="Text Box 37"/>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7158" name="Text Box 38"/>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7159" name="Line 41"/>
            <p:cNvSpPr/>
            <p:nvPr/>
          </p:nvSpPr>
          <p:spPr>
            <a:xfrm rot="-5400000">
              <a:off x="487" y="1869"/>
              <a:ext cx="447" cy="0"/>
            </a:xfrm>
            <a:prstGeom prst="line">
              <a:avLst/>
            </a:prstGeom>
            <a:ln w="28575" cap="flat" cmpd="sng">
              <a:solidFill>
                <a:srgbClr val="FF5050"/>
              </a:solidFill>
              <a:prstDash val="solid"/>
              <a:headEnd type="none" w="med" len="med"/>
              <a:tailEnd type="none" w="med" len="med"/>
            </a:ln>
          </p:spPr>
        </p:sp>
        <p:sp>
          <p:nvSpPr>
            <p:cNvPr id="47160" name="Line 42"/>
            <p:cNvSpPr/>
            <p:nvPr/>
          </p:nvSpPr>
          <p:spPr>
            <a:xfrm rot="-5400000">
              <a:off x="1255" y="1876"/>
              <a:ext cx="447" cy="0"/>
            </a:xfrm>
            <a:prstGeom prst="line">
              <a:avLst/>
            </a:prstGeom>
            <a:ln w="28575" cap="flat" cmpd="sng">
              <a:solidFill>
                <a:schemeClr val="accent1"/>
              </a:solidFill>
              <a:prstDash val="solid"/>
              <a:headEnd type="none" w="med" len="med"/>
              <a:tailEnd type="none" w="med" len="med"/>
            </a:ln>
          </p:spPr>
        </p:sp>
        <p:sp>
          <p:nvSpPr>
            <p:cNvPr id="47161" name="Line 43"/>
            <p:cNvSpPr/>
            <p:nvPr/>
          </p:nvSpPr>
          <p:spPr>
            <a:xfrm rot="-5400000">
              <a:off x="716" y="1723"/>
              <a:ext cx="161" cy="0"/>
            </a:xfrm>
            <a:prstGeom prst="line">
              <a:avLst/>
            </a:prstGeom>
            <a:ln w="28575" cap="flat" cmpd="sng">
              <a:solidFill>
                <a:srgbClr val="FF5050"/>
              </a:solidFill>
              <a:prstDash val="solid"/>
              <a:headEnd type="none" w="med" len="med"/>
              <a:tailEnd type="none" w="med" len="med"/>
            </a:ln>
          </p:spPr>
        </p:sp>
        <p:sp>
          <p:nvSpPr>
            <p:cNvPr id="47162" name="Line 44"/>
            <p:cNvSpPr/>
            <p:nvPr/>
          </p:nvSpPr>
          <p:spPr>
            <a:xfrm>
              <a:off x="806" y="1816"/>
              <a:ext cx="141" cy="0"/>
            </a:xfrm>
            <a:prstGeom prst="line">
              <a:avLst/>
            </a:prstGeom>
            <a:ln w="28575" cap="flat" cmpd="sng">
              <a:solidFill>
                <a:srgbClr val="FF5050"/>
              </a:solidFill>
              <a:prstDash val="solid"/>
              <a:headEnd type="none" w="med" len="med"/>
              <a:tailEnd type="none" w="med" len="med"/>
            </a:ln>
          </p:spPr>
        </p:sp>
        <p:sp>
          <p:nvSpPr>
            <p:cNvPr id="47163" name="Line 45"/>
            <p:cNvSpPr/>
            <p:nvPr/>
          </p:nvSpPr>
          <p:spPr>
            <a:xfrm>
              <a:off x="1276" y="1192"/>
              <a:ext cx="435" cy="0"/>
            </a:xfrm>
            <a:prstGeom prst="line">
              <a:avLst/>
            </a:prstGeom>
            <a:ln w="28575" cap="flat" cmpd="sng">
              <a:solidFill>
                <a:srgbClr val="FF5050"/>
              </a:solidFill>
              <a:prstDash val="solid"/>
              <a:headEnd type="none" w="med" len="med"/>
              <a:tailEnd type="none" w="med" len="med"/>
            </a:ln>
          </p:spPr>
        </p:sp>
        <p:sp>
          <p:nvSpPr>
            <p:cNvPr id="47164" name="Line 46"/>
            <p:cNvSpPr/>
            <p:nvPr/>
          </p:nvSpPr>
          <p:spPr>
            <a:xfrm flipH="1">
              <a:off x="922" y="1192"/>
              <a:ext cx="340" cy="630"/>
            </a:xfrm>
            <a:prstGeom prst="line">
              <a:avLst/>
            </a:prstGeom>
            <a:ln w="28575" cap="flat" cmpd="sng">
              <a:solidFill>
                <a:srgbClr val="FF5050"/>
              </a:solidFill>
              <a:prstDash val="solid"/>
              <a:headEnd type="none" w="med" len="med"/>
              <a:tailEnd type="none" w="med" len="med"/>
            </a:ln>
          </p:spPr>
        </p:sp>
        <p:sp>
          <p:nvSpPr>
            <p:cNvPr id="47165" name="Line 47"/>
            <p:cNvSpPr/>
            <p:nvPr/>
          </p:nvSpPr>
          <p:spPr>
            <a:xfrm rot="-5400000">
              <a:off x="1439" y="1796"/>
              <a:ext cx="268" cy="0"/>
            </a:xfrm>
            <a:prstGeom prst="line">
              <a:avLst/>
            </a:prstGeom>
            <a:ln w="28575" cap="flat" cmpd="sng">
              <a:solidFill>
                <a:schemeClr val="accent1"/>
              </a:solidFill>
              <a:prstDash val="solid"/>
              <a:headEnd type="none" w="med" len="med"/>
              <a:tailEnd type="none" w="med" len="med"/>
            </a:ln>
          </p:spPr>
        </p:sp>
        <p:sp>
          <p:nvSpPr>
            <p:cNvPr id="47166" name="Line 48"/>
            <p:cNvSpPr/>
            <p:nvPr/>
          </p:nvSpPr>
          <p:spPr>
            <a:xfrm>
              <a:off x="634" y="1930"/>
              <a:ext cx="1322" cy="0"/>
            </a:xfrm>
            <a:prstGeom prst="line">
              <a:avLst/>
            </a:prstGeom>
            <a:ln w="28575" cap="flat" cmpd="sng">
              <a:solidFill>
                <a:schemeClr val="accent1"/>
              </a:solidFill>
              <a:prstDash val="solid"/>
              <a:headEnd type="none" w="med" len="med"/>
              <a:tailEnd type="none" w="med" len="med"/>
            </a:ln>
          </p:spPr>
        </p:sp>
        <p:sp>
          <p:nvSpPr>
            <p:cNvPr id="47167" name="Line 49"/>
            <p:cNvSpPr/>
            <p:nvPr/>
          </p:nvSpPr>
          <p:spPr>
            <a:xfrm>
              <a:off x="432" y="1220"/>
              <a:ext cx="0" cy="1394"/>
            </a:xfrm>
            <a:prstGeom prst="line">
              <a:avLst/>
            </a:prstGeom>
            <a:ln w="28575" cap="flat" cmpd="sng">
              <a:solidFill>
                <a:srgbClr val="FF5050"/>
              </a:solidFill>
              <a:prstDash val="solid"/>
              <a:headEnd type="none" w="med" len="med"/>
              <a:tailEnd type="none" w="med" len="med"/>
            </a:ln>
          </p:spPr>
        </p:sp>
        <p:sp>
          <p:nvSpPr>
            <p:cNvPr id="47168" name="Line 50"/>
            <p:cNvSpPr/>
            <p:nvPr/>
          </p:nvSpPr>
          <p:spPr>
            <a:xfrm>
              <a:off x="432" y="1220"/>
              <a:ext cx="288" cy="0"/>
            </a:xfrm>
            <a:prstGeom prst="line">
              <a:avLst/>
            </a:prstGeom>
            <a:ln w="28575" cap="flat" cmpd="sng">
              <a:solidFill>
                <a:srgbClr val="FF5050"/>
              </a:solidFill>
              <a:prstDash val="solid"/>
              <a:headEnd type="none" w="med" len="med"/>
              <a:tailEnd type="none" w="med" len="med"/>
            </a:ln>
          </p:spPr>
        </p:sp>
        <p:sp>
          <p:nvSpPr>
            <p:cNvPr id="47169" name="Oval 51"/>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70" name="Line 52"/>
            <p:cNvSpPr/>
            <p:nvPr/>
          </p:nvSpPr>
          <p:spPr>
            <a:xfrm>
              <a:off x="432" y="2612"/>
              <a:ext cx="192" cy="0"/>
            </a:xfrm>
            <a:prstGeom prst="line">
              <a:avLst/>
            </a:prstGeom>
            <a:ln w="28575" cap="flat" cmpd="sng">
              <a:solidFill>
                <a:srgbClr val="FF5050"/>
              </a:solidFill>
              <a:prstDash val="solid"/>
              <a:headEnd type="none" w="med" len="med"/>
              <a:tailEnd type="none" w="med" len="med"/>
            </a:ln>
          </p:spPr>
        </p:sp>
        <p:sp>
          <p:nvSpPr>
            <p:cNvPr id="47171" name="Oval 5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72" name="Line 54"/>
            <p:cNvSpPr/>
            <p:nvPr/>
          </p:nvSpPr>
          <p:spPr>
            <a:xfrm>
              <a:off x="806" y="2478"/>
              <a:ext cx="0" cy="347"/>
            </a:xfrm>
            <a:prstGeom prst="line">
              <a:avLst/>
            </a:prstGeom>
            <a:ln w="28575" cap="flat" cmpd="sng">
              <a:solidFill>
                <a:schemeClr val="accent1"/>
              </a:solidFill>
              <a:prstDash val="solid"/>
              <a:headEnd type="none" w="med" len="med"/>
              <a:tailEnd type="none" w="med" len="med"/>
            </a:ln>
          </p:spPr>
        </p:sp>
        <p:sp>
          <p:nvSpPr>
            <p:cNvPr id="47173" name="Line 55"/>
            <p:cNvSpPr/>
            <p:nvPr/>
          </p:nvSpPr>
          <p:spPr>
            <a:xfrm>
              <a:off x="1700" y="1182"/>
              <a:ext cx="0" cy="1440"/>
            </a:xfrm>
            <a:prstGeom prst="line">
              <a:avLst/>
            </a:prstGeom>
            <a:ln w="28575" cap="flat" cmpd="sng">
              <a:solidFill>
                <a:srgbClr val="FF5050"/>
              </a:solidFill>
              <a:prstDash val="solid"/>
              <a:headEnd type="none" w="med" len="med"/>
              <a:tailEnd type="none" w="med" len="med"/>
            </a:ln>
          </p:spPr>
        </p:sp>
        <p:sp>
          <p:nvSpPr>
            <p:cNvPr id="47174" name="Line 56"/>
            <p:cNvSpPr/>
            <p:nvPr/>
          </p:nvSpPr>
          <p:spPr>
            <a:xfrm rot="-5400000">
              <a:off x="1499" y="2535"/>
              <a:ext cx="154" cy="0"/>
            </a:xfrm>
            <a:prstGeom prst="line">
              <a:avLst/>
            </a:prstGeom>
            <a:ln w="28575" cap="flat" cmpd="sng">
              <a:solidFill>
                <a:srgbClr val="FF5050"/>
              </a:solidFill>
              <a:prstDash val="solid"/>
              <a:headEnd type="none" w="med" len="med"/>
              <a:tailEnd type="none" w="med" len="med"/>
            </a:ln>
          </p:spPr>
        </p:sp>
        <p:sp>
          <p:nvSpPr>
            <p:cNvPr id="47175" name="Line 57"/>
            <p:cNvSpPr/>
            <p:nvPr/>
          </p:nvSpPr>
          <p:spPr>
            <a:xfrm>
              <a:off x="1584" y="2612"/>
              <a:ext cx="118" cy="0"/>
            </a:xfrm>
            <a:prstGeom prst="line">
              <a:avLst/>
            </a:prstGeom>
            <a:ln w="28575" cap="flat" cmpd="sng">
              <a:solidFill>
                <a:srgbClr val="FF5050"/>
              </a:solidFill>
              <a:prstDash val="solid"/>
              <a:headEnd type="none" w="med" len="med"/>
              <a:tailEnd type="none" w="med" len="med"/>
            </a:ln>
          </p:spPr>
        </p:sp>
        <p:sp>
          <p:nvSpPr>
            <p:cNvPr id="47176" name="Oval 58"/>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77" name="Line 60"/>
            <p:cNvSpPr/>
            <p:nvPr/>
          </p:nvSpPr>
          <p:spPr>
            <a:xfrm>
              <a:off x="1238" y="2622"/>
              <a:ext cx="152" cy="0"/>
            </a:xfrm>
            <a:prstGeom prst="line">
              <a:avLst/>
            </a:prstGeom>
            <a:ln w="28575" cap="flat" cmpd="sng">
              <a:solidFill>
                <a:srgbClr val="FF5050"/>
              </a:solidFill>
              <a:prstDash val="solid"/>
              <a:headEnd type="none" w="med" len="med"/>
              <a:tailEnd type="none" w="med" len="med"/>
            </a:ln>
          </p:spPr>
        </p:sp>
        <p:sp>
          <p:nvSpPr>
            <p:cNvPr id="47178" name="Line 61"/>
            <p:cNvSpPr/>
            <p:nvPr/>
          </p:nvSpPr>
          <p:spPr>
            <a:xfrm>
              <a:off x="922" y="2036"/>
              <a:ext cx="326" cy="598"/>
            </a:xfrm>
            <a:prstGeom prst="line">
              <a:avLst/>
            </a:prstGeom>
            <a:ln w="28575" cap="flat" cmpd="sng">
              <a:solidFill>
                <a:srgbClr val="FF5050"/>
              </a:solidFill>
              <a:prstDash val="solid"/>
              <a:headEnd type="none" w="med" len="med"/>
              <a:tailEnd type="none" w="med" len="med"/>
            </a:ln>
          </p:spPr>
        </p:sp>
        <p:sp>
          <p:nvSpPr>
            <p:cNvPr id="47179" name="Text Box 62"/>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7180" name="Text Box 63"/>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7181" name="Text Box 64"/>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7182" name="Text Box 65"/>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7183" name="Text Box 66"/>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7184" name="Text Box 67"/>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7185" name="Text Box 68"/>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7186" name="Text Box 69"/>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7187" name="AutoShape 19"/>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88" name="Oval 20"/>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89" name="AutoShape 22"/>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90" name="Oval 23"/>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91" name="Text Box 39"/>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7192" name="Text Box 40"/>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7193" name="Line 59"/>
            <p:cNvSpPr/>
            <p:nvPr/>
          </p:nvSpPr>
          <p:spPr>
            <a:xfrm>
              <a:off x="720" y="2036"/>
              <a:ext cx="209" cy="0"/>
            </a:xfrm>
            <a:prstGeom prst="line">
              <a:avLst/>
            </a:prstGeom>
            <a:ln w="28575" cap="flat" cmpd="sng">
              <a:solidFill>
                <a:srgbClr val="FF5050"/>
              </a:solidFill>
              <a:prstDash val="solid"/>
              <a:headEnd type="none" w="med" len="med"/>
              <a:tailEnd type="none" w="med" len="med"/>
            </a:ln>
          </p:spPr>
        </p:sp>
        <p:sp>
          <p:nvSpPr>
            <p:cNvPr id="47194" name="Oval 32"/>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
        <p:nvSpPr>
          <p:cNvPr id="47127" name="Line 104"/>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47128" name="Line 82"/>
          <p:cNvSpPr/>
          <p:nvPr/>
        </p:nvSpPr>
        <p:spPr>
          <a:xfrm>
            <a:off x="6041231" y="1543050"/>
            <a:ext cx="0" cy="396479"/>
          </a:xfrm>
          <a:prstGeom prst="line">
            <a:avLst/>
          </a:prstGeom>
          <a:ln w="57150" cap="flat" cmpd="sng">
            <a:solidFill>
              <a:srgbClr val="99CCFF"/>
            </a:solidFill>
            <a:prstDash val="solid"/>
            <a:headEnd type="none" w="med" len="med"/>
            <a:tailEnd type="none" w="med" len="med"/>
          </a:ln>
        </p:spPr>
      </p:sp>
      <p:sp>
        <p:nvSpPr>
          <p:cNvPr id="47129" name="Line 80"/>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p:nvPr/>
        </p:nvSpPr>
        <p:spPr>
          <a:xfrm>
            <a:off x="1385888"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8131" name="Text Box 3"/>
          <p:cNvSpPr txBox="1"/>
          <p:nvPr/>
        </p:nvSpPr>
        <p:spPr>
          <a:xfrm>
            <a:off x="4355306" y="951310"/>
            <a:ext cx="2862263"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8133" name="灯片编号占位符 4"/>
          <p:cNvSpPr txBox="1">
            <a:spLocks noGrp="1"/>
          </p:cNvSpPr>
          <p:nvPr/>
        </p:nvSpPr>
        <p:spPr>
          <a:xfrm>
            <a:off x="8460820" y="4914980"/>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8134" name="Rectangle 2"/>
          <p:cNvSpPr>
            <a:spLocks noGrp="1"/>
          </p:cNvSpPr>
          <p:nvPr>
            <p:ph type="title" idx="4294967295"/>
          </p:nvPr>
        </p:nvSpPr>
        <p:spPr>
          <a:xfrm>
            <a:off x="1600200" y="429260"/>
            <a:ext cx="3371850" cy="5143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(5)</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grpSp>
        <p:nvGrpSpPr>
          <p:cNvPr id="48135" name="Group 105"/>
          <p:cNvGrpSpPr/>
          <p:nvPr/>
        </p:nvGrpSpPr>
        <p:grpSpPr>
          <a:xfrm>
            <a:off x="1371600" y="1064419"/>
            <a:ext cx="2743200" cy="3645694"/>
            <a:chOff x="0" y="0"/>
            <a:chExt cx="2304" cy="3062"/>
          </a:xfrm>
        </p:grpSpPr>
        <p:sp>
          <p:nvSpPr>
            <p:cNvPr id="48159" name="Line 5"/>
            <p:cNvSpPr/>
            <p:nvPr/>
          </p:nvSpPr>
          <p:spPr>
            <a:xfrm rot="-5400000">
              <a:off x="704" y="938"/>
              <a:ext cx="161" cy="0"/>
            </a:xfrm>
            <a:prstGeom prst="line">
              <a:avLst/>
            </a:prstGeom>
            <a:ln w="28575" cap="flat" cmpd="sng">
              <a:solidFill>
                <a:schemeClr val="accent1"/>
              </a:solidFill>
              <a:prstDash val="solid"/>
              <a:headEnd type="none" w="med" len="med"/>
              <a:tailEnd type="none" w="med" len="med"/>
            </a:ln>
          </p:spPr>
        </p:sp>
        <p:sp>
          <p:nvSpPr>
            <p:cNvPr id="48160" name="Line 6"/>
            <p:cNvSpPr/>
            <p:nvPr/>
          </p:nvSpPr>
          <p:spPr>
            <a:xfrm rot="-5400000">
              <a:off x="576" y="372"/>
              <a:ext cx="288" cy="0"/>
            </a:xfrm>
            <a:prstGeom prst="line">
              <a:avLst/>
            </a:prstGeom>
            <a:ln w="28575" cap="flat" cmpd="sng">
              <a:solidFill>
                <a:srgbClr val="FF5050"/>
              </a:solidFill>
              <a:prstDash val="solid"/>
              <a:headEnd type="none" w="med" len="med"/>
              <a:tailEnd type="none" w="med" len="med"/>
            </a:ln>
          </p:spPr>
        </p:sp>
        <p:sp>
          <p:nvSpPr>
            <p:cNvPr id="48161" name="AutoShape 7"/>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2" name="Oval 8"/>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3" name="Line 9"/>
            <p:cNvSpPr/>
            <p:nvPr/>
          </p:nvSpPr>
          <p:spPr>
            <a:xfrm rot="-5400000">
              <a:off x="1344" y="375"/>
              <a:ext cx="288" cy="0"/>
            </a:xfrm>
            <a:prstGeom prst="line">
              <a:avLst/>
            </a:prstGeom>
            <a:ln w="28575" cap="flat" cmpd="sng">
              <a:solidFill>
                <a:schemeClr val="accent1"/>
              </a:solidFill>
              <a:prstDash val="solid"/>
              <a:headEnd type="none" w="med" len="med"/>
              <a:tailEnd type="none" w="med" len="med"/>
            </a:ln>
          </p:spPr>
        </p:sp>
        <p:sp>
          <p:nvSpPr>
            <p:cNvPr id="48164" name="AutoShape 10"/>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5" name="Oval 11"/>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6" name="Line 12"/>
            <p:cNvSpPr/>
            <p:nvPr/>
          </p:nvSpPr>
          <p:spPr>
            <a:xfrm rot="-5400000">
              <a:off x="490" y="1068"/>
              <a:ext cx="447" cy="0"/>
            </a:xfrm>
            <a:prstGeom prst="line">
              <a:avLst/>
            </a:prstGeom>
            <a:ln w="28575" cap="flat" cmpd="sng">
              <a:solidFill>
                <a:schemeClr val="accent1"/>
              </a:solidFill>
              <a:prstDash val="solid"/>
              <a:headEnd type="none" w="med" len="med"/>
              <a:tailEnd type="none" w="med" len="med"/>
            </a:ln>
          </p:spPr>
        </p:sp>
        <p:sp>
          <p:nvSpPr>
            <p:cNvPr id="48167" name="Line 13"/>
            <p:cNvSpPr/>
            <p:nvPr/>
          </p:nvSpPr>
          <p:spPr>
            <a:xfrm rot="-5400000">
              <a:off x="497" y="1796"/>
              <a:ext cx="268" cy="0"/>
            </a:xfrm>
            <a:prstGeom prst="line">
              <a:avLst/>
            </a:prstGeom>
            <a:ln w="28575" cap="flat" cmpd="sng">
              <a:solidFill>
                <a:srgbClr val="FF5050"/>
              </a:solidFill>
              <a:prstDash val="solid"/>
              <a:headEnd type="none" w="med" len="med"/>
              <a:tailEnd type="none" w="med" len="med"/>
            </a:ln>
          </p:spPr>
        </p:sp>
        <p:sp>
          <p:nvSpPr>
            <p:cNvPr id="48168" name="AutoShape 1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9" name="Oval 1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70" name="AutoShape 16"/>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71" name="Oval 17"/>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72" name="Line 18"/>
            <p:cNvSpPr/>
            <p:nvPr/>
          </p:nvSpPr>
          <p:spPr>
            <a:xfrm rot="-5400000">
              <a:off x="548" y="2535"/>
              <a:ext cx="154" cy="0"/>
            </a:xfrm>
            <a:prstGeom prst="line">
              <a:avLst/>
            </a:prstGeom>
            <a:ln w="28575" cap="flat" cmpd="sng">
              <a:solidFill>
                <a:schemeClr val="accent1"/>
              </a:solidFill>
              <a:prstDash val="solid"/>
              <a:headEnd type="none" w="med" len="med"/>
              <a:tailEnd type="none" w="med" len="med"/>
            </a:ln>
          </p:spPr>
        </p:sp>
        <p:sp>
          <p:nvSpPr>
            <p:cNvPr id="48173" name="Line 21"/>
            <p:cNvSpPr/>
            <p:nvPr/>
          </p:nvSpPr>
          <p:spPr>
            <a:xfrm rot="-5400000">
              <a:off x="1315" y="2545"/>
              <a:ext cx="154" cy="0"/>
            </a:xfrm>
            <a:prstGeom prst="line">
              <a:avLst/>
            </a:prstGeom>
            <a:ln w="28575" cap="flat" cmpd="sng">
              <a:solidFill>
                <a:srgbClr val="FF5050"/>
              </a:solidFill>
              <a:prstDash val="solid"/>
              <a:headEnd type="none" w="med" len="med"/>
              <a:tailEnd type="none" w="med" len="med"/>
            </a:ln>
          </p:spPr>
        </p:sp>
        <p:sp>
          <p:nvSpPr>
            <p:cNvPr id="48174" name="Line 24"/>
            <p:cNvSpPr/>
            <p:nvPr/>
          </p:nvSpPr>
          <p:spPr>
            <a:xfrm rot="-5400000">
              <a:off x="1302" y="937"/>
              <a:ext cx="161" cy="0"/>
            </a:xfrm>
            <a:prstGeom prst="line">
              <a:avLst/>
            </a:prstGeom>
            <a:ln w="28575" cap="flat" cmpd="sng">
              <a:solidFill>
                <a:srgbClr val="FF5050"/>
              </a:solidFill>
              <a:prstDash val="solid"/>
              <a:headEnd type="none" w="med" len="med"/>
              <a:tailEnd type="none" w="med" len="med"/>
            </a:ln>
          </p:spPr>
        </p:sp>
        <p:sp>
          <p:nvSpPr>
            <p:cNvPr id="48175" name="Line 25"/>
            <p:cNvSpPr/>
            <p:nvPr/>
          </p:nvSpPr>
          <p:spPr>
            <a:xfrm>
              <a:off x="796" y="1028"/>
              <a:ext cx="152" cy="0"/>
            </a:xfrm>
            <a:prstGeom prst="line">
              <a:avLst/>
            </a:prstGeom>
            <a:ln w="28575" cap="flat" cmpd="sng">
              <a:solidFill>
                <a:schemeClr val="accent1"/>
              </a:solidFill>
              <a:prstDash val="solid"/>
              <a:headEnd type="none" w="med" len="med"/>
              <a:tailEnd type="none" w="med" len="med"/>
            </a:ln>
          </p:spPr>
        </p:sp>
        <p:sp>
          <p:nvSpPr>
            <p:cNvPr id="48176" name="Line 26"/>
            <p:cNvSpPr/>
            <p:nvPr/>
          </p:nvSpPr>
          <p:spPr>
            <a:xfrm>
              <a:off x="1251" y="1028"/>
              <a:ext cx="141" cy="0"/>
            </a:xfrm>
            <a:prstGeom prst="line">
              <a:avLst/>
            </a:prstGeom>
            <a:ln w="28575" cap="flat" cmpd="sng">
              <a:solidFill>
                <a:srgbClr val="FF5050"/>
              </a:solidFill>
              <a:prstDash val="solid"/>
              <a:headEnd type="none" w="med" len="med"/>
              <a:tailEnd type="none" w="med" len="med"/>
            </a:ln>
          </p:spPr>
        </p:sp>
        <p:sp>
          <p:nvSpPr>
            <p:cNvPr id="48177" name="Line 27"/>
            <p:cNvSpPr/>
            <p:nvPr/>
          </p:nvSpPr>
          <p:spPr>
            <a:xfrm>
              <a:off x="720" y="404"/>
              <a:ext cx="209" cy="0"/>
            </a:xfrm>
            <a:prstGeom prst="line">
              <a:avLst/>
            </a:prstGeom>
            <a:ln w="28575" cap="flat" cmpd="sng">
              <a:solidFill>
                <a:srgbClr val="FF5050"/>
              </a:solidFill>
              <a:prstDash val="solid"/>
              <a:headEnd type="none" w="med" len="med"/>
              <a:tailEnd type="none" w="med" len="med"/>
            </a:ln>
          </p:spPr>
        </p:sp>
        <p:sp>
          <p:nvSpPr>
            <p:cNvPr id="48178" name="Line 28"/>
            <p:cNvSpPr/>
            <p:nvPr/>
          </p:nvSpPr>
          <p:spPr>
            <a:xfrm>
              <a:off x="1289" y="404"/>
              <a:ext cx="209" cy="0"/>
            </a:xfrm>
            <a:prstGeom prst="line">
              <a:avLst/>
            </a:prstGeom>
            <a:ln w="28575" cap="flat" cmpd="sng">
              <a:solidFill>
                <a:schemeClr val="accent1"/>
              </a:solidFill>
              <a:prstDash val="solid"/>
              <a:headEnd type="none" w="med" len="med"/>
              <a:tailEnd type="none" w="med" len="med"/>
            </a:ln>
          </p:spPr>
        </p:sp>
        <p:sp>
          <p:nvSpPr>
            <p:cNvPr id="48179" name="Line 29"/>
            <p:cNvSpPr/>
            <p:nvPr/>
          </p:nvSpPr>
          <p:spPr>
            <a:xfrm>
              <a:off x="932" y="404"/>
              <a:ext cx="326" cy="630"/>
            </a:xfrm>
            <a:prstGeom prst="line">
              <a:avLst/>
            </a:prstGeom>
            <a:ln w="28575" cap="flat" cmpd="sng">
              <a:solidFill>
                <a:srgbClr val="FF5050"/>
              </a:solidFill>
              <a:prstDash val="solid"/>
              <a:headEnd type="none" w="med" len="med"/>
              <a:tailEnd type="none" w="med" len="med"/>
            </a:ln>
          </p:spPr>
        </p:sp>
        <p:sp>
          <p:nvSpPr>
            <p:cNvPr id="48180" name="Line 30"/>
            <p:cNvSpPr/>
            <p:nvPr/>
          </p:nvSpPr>
          <p:spPr>
            <a:xfrm flipH="1">
              <a:off x="940" y="404"/>
              <a:ext cx="340" cy="630"/>
            </a:xfrm>
            <a:prstGeom prst="line">
              <a:avLst/>
            </a:prstGeom>
            <a:ln w="28575" cap="flat" cmpd="sng">
              <a:solidFill>
                <a:schemeClr val="accent1"/>
              </a:solidFill>
              <a:prstDash val="solid"/>
              <a:headEnd type="none" w="med" len="med"/>
              <a:tailEnd type="none" w="med" len="med"/>
            </a:ln>
          </p:spPr>
        </p:sp>
        <p:sp>
          <p:nvSpPr>
            <p:cNvPr id="48181" name="Line 31"/>
            <p:cNvSpPr/>
            <p:nvPr/>
          </p:nvSpPr>
          <p:spPr>
            <a:xfrm rot="-5400000">
              <a:off x="1255" y="1068"/>
              <a:ext cx="447" cy="0"/>
            </a:xfrm>
            <a:prstGeom prst="line">
              <a:avLst/>
            </a:prstGeom>
            <a:ln w="28575" cap="flat" cmpd="sng">
              <a:solidFill>
                <a:srgbClr val="FF5050"/>
              </a:solidFill>
              <a:prstDash val="solid"/>
              <a:headEnd type="none" w="med" len="med"/>
              <a:tailEnd type="none" w="med" len="med"/>
            </a:ln>
          </p:spPr>
        </p:sp>
        <p:sp>
          <p:nvSpPr>
            <p:cNvPr id="48182" name="Oval 33"/>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83" name="Oval 34"/>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84" name="Text Box 35"/>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8185" name="Text Box 36"/>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8186" name="Text Box 37"/>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8187" name="Text Box 38"/>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8188" name="Line 41"/>
            <p:cNvSpPr/>
            <p:nvPr/>
          </p:nvSpPr>
          <p:spPr>
            <a:xfrm rot="-5400000">
              <a:off x="487" y="1869"/>
              <a:ext cx="447" cy="0"/>
            </a:xfrm>
            <a:prstGeom prst="line">
              <a:avLst/>
            </a:prstGeom>
            <a:ln w="28575" cap="flat" cmpd="sng">
              <a:solidFill>
                <a:srgbClr val="FF5050"/>
              </a:solidFill>
              <a:prstDash val="solid"/>
              <a:headEnd type="none" w="med" len="med"/>
              <a:tailEnd type="none" w="med" len="med"/>
            </a:ln>
          </p:spPr>
        </p:sp>
        <p:sp>
          <p:nvSpPr>
            <p:cNvPr id="48189" name="Line 42"/>
            <p:cNvSpPr/>
            <p:nvPr/>
          </p:nvSpPr>
          <p:spPr>
            <a:xfrm rot="-5400000">
              <a:off x="1255" y="1876"/>
              <a:ext cx="447" cy="0"/>
            </a:xfrm>
            <a:prstGeom prst="line">
              <a:avLst/>
            </a:prstGeom>
            <a:ln w="28575" cap="flat" cmpd="sng">
              <a:solidFill>
                <a:schemeClr val="accent1"/>
              </a:solidFill>
              <a:prstDash val="solid"/>
              <a:headEnd type="none" w="med" len="med"/>
              <a:tailEnd type="none" w="med" len="med"/>
            </a:ln>
          </p:spPr>
        </p:sp>
        <p:sp>
          <p:nvSpPr>
            <p:cNvPr id="48190" name="Line 43"/>
            <p:cNvSpPr/>
            <p:nvPr/>
          </p:nvSpPr>
          <p:spPr>
            <a:xfrm rot="-5400000">
              <a:off x="716" y="1723"/>
              <a:ext cx="161" cy="0"/>
            </a:xfrm>
            <a:prstGeom prst="line">
              <a:avLst/>
            </a:prstGeom>
            <a:ln w="28575" cap="flat" cmpd="sng">
              <a:solidFill>
                <a:srgbClr val="FF5050"/>
              </a:solidFill>
              <a:prstDash val="solid"/>
              <a:headEnd type="none" w="med" len="med"/>
              <a:tailEnd type="none" w="med" len="med"/>
            </a:ln>
          </p:spPr>
        </p:sp>
        <p:sp>
          <p:nvSpPr>
            <p:cNvPr id="48191" name="Line 44"/>
            <p:cNvSpPr/>
            <p:nvPr/>
          </p:nvSpPr>
          <p:spPr>
            <a:xfrm>
              <a:off x="806" y="1816"/>
              <a:ext cx="141" cy="0"/>
            </a:xfrm>
            <a:prstGeom prst="line">
              <a:avLst/>
            </a:prstGeom>
            <a:ln w="28575" cap="flat" cmpd="sng">
              <a:solidFill>
                <a:srgbClr val="FF5050"/>
              </a:solidFill>
              <a:prstDash val="solid"/>
              <a:headEnd type="none" w="med" len="med"/>
              <a:tailEnd type="none" w="med" len="med"/>
            </a:ln>
          </p:spPr>
        </p:sp>
        <p:sp>
          <p:nvSpPr>
            <p:cNvPr id="48192" name="Line 45"/>
            <p:cNvSpPr/>
            <p:nvPr/>
          </p:nvSpPr>
          <p:spPr>
            <a:xfrm>
              <a:off x="1276" y="1192"/>
              <a:ext cx="435" cy="0"/>
            </a:xfrm>
            <a:prstGeom prst="line">
              <a:avLst/>
            </a:prstGeom>
            <a:ln w="28575" cap="flat" cmpd="sng">
              <a:solidFill>
                <a:srgbClr val="FF5050"/>
              </a:solidFill>
              <a:prstDash val="solid"/>
              <a:headEnd type="none" w="med" len="med"/>
              <a:tailEnd type="none" w="med" len="med"/>
            </a:ln>
          </p:spPr>
        </p:sp>
        <p:sp>
          <p:nvSpPr>
            <p:cNvPr id="48193" name="Line 46"/>
            <p:cNvSpPr/>
            <p:nvPr/>
          </p:nvSpPr>
          <p:spPr>
            <a:xfrm flipH="1">
              <a:off x="922" y="1192"/>
              <a:ext cx="340" cy="630"/>
            </a:xfrm>
            <a:prstGeom prst="line">
              <a:avLst/>
            </a:prstGeom>
            <a:ln w="28575" cap="flat" cmpd="sng">
              <a:solidFill>
                <a:srgbClr val="FF5050"/>
              </a:solidFill>
              <a:prstDash val="solid"/>
              <a:headEnd type="none" w="med" len="med"/>
              <a:tailEnd type="none" w="med" len="med"/>
            </a:ln>
          </p:spPr>
        </p:sp>
        <p:sp>
          <p:nvSpPr>
            <p:cNvPr id="48194" name="Line 47"/>
            <p:cNvSpPr/>
            <p:nvPr/>
          </p:nvSpPr>
          <p:spPr>
            <a:xfrm rot="-5400000">
              <a:off x="1439" y="1796"/>
              <a:ext cx="268" cy="0"/>
            </a:xfrm>
            <a:prstGeom prst="line">
              <a:avLst/>
            </a:prstGeom>
            <a:ln w="28575" cap="flat" cmpd="sng">
              <a:solidFill>
                <a:srgbClr val="FF5050"/>
              </a:solidFill>
              <a:prstDash val="solid"/>
              <a:headEnd type="none" w="med" len="med"/>
              <a:tailEnd type="none" w="med" len="med"/>
            </a:ln>
          </p:spPr>
        </p:sp>
        <p:sp>
          <p:nvSpPr>
            <p:cNvPr id="48195" name="Line 48"/>
            <p:cNvSpPr/>
            <p:nvPr/>
          </p:nvSpPr>
          <p:spPr>
            <a:xfrm>
              <a:off x="634" y="1930"/>
              <a:ext cx="1322" cy="0"/>
            </a:xfrm>
            <a:prstGeom prst="line">
              <a:avLst/>
            </a:prstGeom>
            <a:ln w="28575" cap="flat" cmpd="sng">
              <a:solidFill>
                <a:srgbClr val="FF5050"/>
              </a:solidFill>
              <a:prstDash val="solid"/>
              <a:headEnd type="none" w="med" len="med"/>
              <a:tailEnd type="none" w="med" len="med"/>
            </a:ln>
          </p:spPr>
        </p:sp>
        <p:sp>
          <p:nvSpPr>
            <p:cNvPr id="48196" name="Line 49"/>
            <p:cNvSpPr/>
            <p:nvPr/>
          </p:nvSpPr>
          <p:spPr>
            <a:xfrm>
              <a:off x="432" y="1220"/>
              <a:ext cx="0" cy="1394"/>
            </a:xfrm>
            <a:prstGeom prst="line">
              <a:avLst/>
            </a:prstGeom>
            <a:ln w="28575" cap="flat" cmpd="sng">
              <a:solidFill>
                <a:schemeClr val="accent1"/>
              </a:solidFill>
              <a:prstDash val="solid"/>
              <a:headEnd type="none" w="med" len="med"/>
              <a:tailEnd type="none" w="med" len="med"/>
            </a:ln>
          </p:spPr>
        </p:sp>
        <p:sp>
          <p:nvSpPr>
            <p:cNvPr id="48197" name="Line 50"/>
            <p:cNvSpPr/>
            <p:nvPr/>
          </p:nvSpPr>
          <p:spPr>
            <a:xfrm>
              <a:off x="432" y="1220"/>
              <a:ext cx="288" cy="0"/>
            </a:xfrm>
            <a:prstGeom prst="line">
              <a:avLst/>
            </a:prstGeom>
            <a:ln w="28575" cap="flat" cmpd="sng">
              <a:solidFill>
                <a:schemeClr val="accent1"/>
              </a:solidFill>
              <a:prstDash val="solid"/>
              <a:headEnd type="none" w="med" len="med"/>
              <a:tailEnd type="none" w="med" len="med"/>
            </a:ln>
          </p:spPr>
        </p:sp>
        <p:sp>
          <p:nvSpPr>
            <p:cNvPr id="48198" name="Oval 51"/>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99" name="Line 52"/>
            <p:cNvSpPr/>
            <p:nvPr/>
          </p:nvSpPr>
          <p:spPr>
            <a:xfrm>
              <a:off x="432" y="2612"/>
              <a:ext cx="192" cy="0"/>
            </a:xfrm>
            <a:prstGeom prst="line">
              <a:avLst/>
            </a:prstGeom>
            <a:ln w="28575" cap="flat" cmpd="sng">
              <a:solidFill>
                <a:schemeClr val="accent1"/>
              </a:solidFill>
              <a:prstDash val="solid"/>
              <a:headEnd type="none" w="med" len="med"/>
              <a:tailEnd type="none" w="med" len="med"/>
            </a:ln>
          </p:spPr>
        </p:sp>
        <p:sp>
          <p:nvSpPr>
            <p:cNvPr id="48200" name="Oval 5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01" name="Line 54"/>
            <p:cNvSpPr/>
            <p:nvPr/>
          </p:nvSpPr>
          <p:spPr>
            <a:xfrm>
              <a:off x="806" y="2478"/>
              <a:ext cx="0" cy="347"/>
            </a:xfrm>
            <a:prstGeom prst="line">
              <a:avLst/>
            </a:prstGeom>
            <a:ln w="28575" cap="flat" cmpd="sng">
              <a:solidFill>
                <a:schemeClr val="accent1"/>
              </a:solidFill>
              <a:prstDash val="solid"/>
              <a:headEnd type="none" w="med" len="med"/>
              <a:tailEnd type="none" w="med" len="med"/>
            </a:ln>
          </p:spPr>
        </p:sp>
        <p:sp>
          <p:nvSpPr>
            <p:cNvPr id="48202" name="Line 55"/>
            <p:cNvSpPr/>
            <p:nvPr/>
          </p:nvSpPr>
          <p:spPr>
            <a:xfrm>
              <a:off x="1700" y="1182"/>
              <a:ext cx="0" cy="1440"/>
            </a:xfrm>
            <a:prstGeom prst="line">
              <a:avLst/>
            </a:prstGeom>
            <a:ln w="28575" cap="flat" cmpd="sng">
              <a:solidFill>
                <a:srgbClr val="FF5050"/>
              </a:solidFill>
              <a:prstDash val="solid"/>
              <a:headEnd type="none" w="med" len="med"/>
              <a:tailEnd type="none" w="med" len="med"/>
            </a:ln>
          </p:spPr>
        </p:sp>
        <p:sp>
          <p:nvSpPr>
            <p:cNvPr id="48203" name="Line 56"/>
            <p:cNvSpPr/>
            <p:nvPr/>
          </p:nvSpPr>
          <p:spPr>
            <a:xfrm rot="-5400000">
              <a:off x="1499" y="2535"/>
              <a:ext cx="154" cy="0"/>
            </a:xfrm>
            <a:prstGeom prst="line">
              <a:avLst/>
            </a:prstGeom>
            <a:ln w="28575" cap="flat" cmpd="sng">
              <a:solidFill>
                <a:srgbClr val="FF5050"/>
              </a:solidFill>
              <a:prstDash val="solid"/>
              <a:headEnd type="none" w="med" len="med"/>
              <a:tailEnd type="none" w="med" len="med"/>
            </a:ln>
          </p:spPr>
        </p:sp>
        <p:sp>
          <p:nvSpPr>
            <p:cNvPr id="48204" name="Line 57"/>
            <p:cNvSpPr/>
            <p:nvPr/>
          </p:nvSpPr>
          <p:spPr>
            <a:xfrm>
              <a:off x="1584" y="2612"/>
              <a:ext cx="118" cy="0"/>
            </a:xfrm>
            <a:prstGeom prst="line">
              <a:avLst/>
            </a:prstGeom>
            <a:ln w="28575" cap="flat" cmpd="sng">
              <a:solidFill>
                <a:srgbClr val="FF5050"/>
              </a:solidFill>
              <a:prstDash val="solid"/>
              <a:headEnd type="none" w="med" len="med"/>
              <a:tailEnd type="none" w="med" len="med"/>
            </a:ln>
          </p:spPr>
        </p:sp>
        <p:sp>
          <p:nvSpPr>
            <p:cNvPr id="48205" name="Oval 58"/>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06" name="Line 60"/>
            <p:cNvSpPr/>
            <p:nvPr/>
          </p:nvSpPr>
          <p:spPr>
            <a:xfrm>
              <a:off x="1238" y="2622"/>
              <a:ext cx="152" cy="0"/>
            </a:xfrm>
            <a:prstGeom prst="line">
              <a:avLst/>
            </a:prstGeom>
            <a:ln w="28575" cap="flat" cmpd="sng">
              <a:solidFill>
                <a:srgbClr val="FF5050"/>
              </a:solidFill>
              <a:prstDash val="solid"/>
              <a:headEnd type="none" w="med" len="med"/>
              <a:tailEnd type="none" w="med" len="med"/>
            </a:ln>
          </p:spPr>
        </p:sp>
        <p:sp>
          <p:nvSpPr>
            <p:cNvPr id="48207" name="Line 61"/>
            <p:cNvSpPr/>
            <p:nvPr/>
          </p:nvSpPr>
          <p:spPr>
            <a:xfrm>
              <a:off x="922" y="2036"/>
              <a:ext cx="326" cy="598"/>
            </a:xfrm>
            <a:prstGeom prst="line">
              <a:avLst/>
            </a:prstGeom>
            <a:ln w="28575" cap="flat" cmpd="sng">
              <a:solidFill>
                <a:srgbClr val="FF5050"/>
              </a:solidFill>
              <a:prstDash val="solid"/>
              <a:headEnd type="none" w="med" len="med"/>
              <a:tailEnd type="none" w="med" len="med"/>
            </a:ln>
          </p:spPr>
        </p:sp>
        <p:sp>
          <p:nvSpPr>
            <p:cNvPr id="48208" name="Text Box 62"/>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8209" name="Text Box 63"/>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8210" name="Text Box 64"/>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8211" name="Text Box 65"/>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8212" name="Text Box 66"/>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8213" name="Text Box 67"/>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8214" name="Text Box 68"/>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8215" name="Text Box 69"/>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8216" name="AutoShape 19"/>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17" name="Oval 20"/>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18" name="AutoShape 22"/>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19" name="Oval 23"/>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20" name="Text Box 39"/>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8221" name="Text Box 40"/>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8222" name="Line 59"/>
            <p:cNvSpPr/>
            <p:nvPr/>
          </p:nvSpPr>
          <p:spPr>
            <a:xfrm>
              <a:off x="720" y="2036"/>
              <a:ext cx="209" cy="0"/>
            </a:xfrm>
            <a:prstGeom prst="line">
              <a:avLst/>
            </a:prstGeom>
            <a:ln w="28575" cap="flat" cmpd="sng">
              <a:solidFill>
                <a:srgbClr val="FF5050"/>
              </a:solidFill>
              <a:prstDash val="solid"/>
              <a:headEnd type="none" w="med" len="med"/>
              <a:tailEnd type="none" w="med" len="med"/>
            </a:ln>
          </p:spPr>
        </p:sp>
        <p:sp>
          <p:nvSpPr>
            <p:cNvPr id="48223" name="Oval 32"/>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
        <p:nvSpPr>
          <p:cNvPr id="48136" name="Line 85"/>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48137" name="Line 86"/>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48138" name="Line 87"/>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48139" name="Line 98"/>
          <p:cNvSpPr/>
          <p:nvPr/>
        </p:nvSpPr>
        <p:spPr>
          <a:xfrm>
            <a:off x="6457950" y="978694"/>
            <a:ext cx="0" cy="342900"/>
          </a:xfrm>
          <a:prstGeom prst="line">
            <a:avLst/>
          </a:prstGeom>
          <a:ln w="57150" cap="flat" cmpd="sng">
            <a:solidFill>
              <a:srgbClr val="FFFF00"/>
            </a:solidFill>
            <a:prstDash val="solid"/>
            <a:headEnd type="none" w="med" len="med"/>
            <a:tailEnd type="triangle" w="med" len="med"/>
          </a:ln>
        </p:spPr>
      </p:sp>
      <p:sp>
        <p:nvSpPr>
          <p:cNvPr id="48140" name="Line 75"/>
          <p:cNvSpPr/>
          <p:nvPr/>
        </p:nvSpPr>
        <p:spPr>
          <a:xfrm>
            <a:off x="6055519" y="1921669"/>
            <a:ext cx="394097" cy="0"/>
          </a:xfrm>
          <a:prstGeom prst="line">
            <a:avLst/>
          </a:prstGeom>
          <a:ln w="57150" cap="flat" cmpd="sng">
            <a:solidFill>
              <a:srgbClr val="99CCFF"/>
            </a:solidFill>
            <a:prstDash val="solid"/>
            <a:headEnd type="none" w="med" len="med"/>
            <a:tailEnd type="none" w="med" len="med"/>
          </a:ln>
        </p:spPr>
      </p:sp>
      <p:sp>
        <p:nvSpPr>
          <p:cNvPr id="48141" name="Line 76"/>
          <p:cNvSpPr/>
          <p:nvPr/>
        </p:nvSpPr>
        <p:spPr>
          <a:xfrm>
            <a:off x="6455569" y="1543050"/>
            <a:ext cx="0" cy="396479"/>
          </a:xfrm>
          <a:prstGeom prst="line">
            <a:avLst/>
          </a:prstGeom>
          <a:ln w="57150" cap="flat" cmpd="sng">
            <a:solidFill>
              <a:srgbClr val="99CCFF"/>
            </a:solidFill>
            <a:prstDash val="solid"/>
            <a:headEnd type="none" w="med" len="med"/>
            <a:tailEnd type="none" w="med" len="med"/>
          </a:ln>
        </p:spPr>
      </p:sp>
      <p:sp>
        <p:nvSpPr>
          <p:cNvPr id="48142" name="Line 77"/>
          <p:cNvSpPr/>
          <p:nvPr/>
        </p:nvSpPr>
        <p:spPr>
          <a:xfrm>
            <a:off x="6455569" y="1543050"/>
            <a:ext cx="323850" cy="0"/>
          </a:xfrm>
          <a:prstGeom prst="line">
            <a:avLst/>
          </a:prstGeom>
          <a:ln w="57150" cap="flat" cmpd="sng">
            <a:solidFill>
              <a:srgbClr val="99CCFF"/>
            </a:solidFill>
            <a:prstDash val="solid"/>
            <a:headEnd type="none" w="med" len="med"/>
            <a:tailEnd type="none" w="med" len="med"/>
          </a:ln>
        </p:spPr>
      </p:sp>
      <p:sp>
        <p:nvSpPr>
          <p:cNvPr id="48143" name="Line 79"/>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8144" name="Line 80"/>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48145" name="Line 81"/>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48146" name="Line 82"/>
          <p:cNvSpPr/>
          <p:nvPr/>
        </p:nvSpPr>
        <p:spPr>
          <a:xfrm>
            <a:off x="6060281" y="1543050"/>
            <a:ext cx="0" cy="396479"/>
          </a:xfrm>
          <a:prstGeom prst="line">
            <a:avLst/>
          </a:prstGeom>
          <a:ln w="57150" cap="flat" cmpd="sng">
            <a:solidFill>
              <a:srgbClr val="99CCFF"/>
            </a:solidFill>
            <a:prstDash val="solid"/>
            <a:headEnd type="none" w="med" len="med"/>
            <a:tailEnd type="none" w="med" len="med"/>
          </a:ln>
        </p:spPr>
      </p:sp>
      <p:sp>
        <p:nvSpPr>
          <p:cNvPr id="48147" name="Text Box 83"/>
          <p:cNvSpPr txBox="1"/>
          <p:nvPr/>
        </p:nvSpPr>
        <p:spPr>
          <a:xfrm>
            <a:off x="4355306" y="1600200"/>
            <a:ext cx="788194"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8148" name="Text Box 84"/>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8149" name="Line 91"/>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8150" name="Line 92"/>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48151" name="Line 93"/>
          <p:cNvSpPr/>
          <p:nvPr/>
        </p:nvSpPr>
        <p:spPr>
          <a:xfrm>
            <a:off x="5772150" y="2731294"/>
            <a:ext cx="971550" cy="0"/>
          </a:xfrm>
          <a:prstGeom prst="line">
            <a:avLst/>
          </a:prstGeom>
          <a:ln w="57150" cap="flat" cmpd="sng">
            <a:solidFill>
              <a:srgbClr val="FFFF00"/>
            </a:solidFill>
            <a:prstDash val="solid"/>
            <a:headEnd type="none" w="med" len="med"/>
            <a:tailEnd type="none" w="med" len="med"/>
          </a:ln>
        </p:spPr>
      </p:sp>
      <p:sp>
        <p:nvSpPr>
          <p:cNvPr id="48152" name="Text Box 96"/>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8153" name="Line 97"/>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8154" name="Line 99"/>
          <p:cNvSpPr/>
          <p:nvPr/>
        </p:nvSpPr>
        <p:spPr>
          <a:xfrm>
            <a:off x="5657850" y="2971800"/>
            <a:ext cx="0" cy="396479"/>
          </a:xfrm>
          <a:prstGeom prst="line">
            <a:avLst/>
          </a:prstGeom>
          <a:ln w="57150" cap="flat" cmpd="sng">
            <a:solidFill>
              <a:schemeClr val="bg1"/>
            </a:solidFill>
            <a:prstDash val="solid"/>
            <a:headEnd type="none" w="med" len="med"/>
            <a:tailEnd type="none" w="med" len="med"/>
          </a:ln>
        </p:spPr>
      </p:sp>
      <p:sp>
        <p:nvSpPr>
          <p:cNvPr id="48155" name="Line 100"/>
          <p:cNvSpPr/>
          <p:nvPr/>
        </p:nvSpPr>
        <p:spPr>
          <a:xfrm>
            <a:off x="5657850" y="2983706"/>
            <a:ext cx="809625" cy="0"/>
          </a:xfrm>
          <a:prstGeom prst="line">
            <a:avLst/>
          </a:prstGeom>
          <a:ln w="57150" cap="flat" cmpd="sng">
            <a:solidFill>
              <a:schemeClr val="bg1"/>
            </a:solidFill>
            <a:prstDash val="solid"/>
            <a:headEnd type="none" w="med" len="med"/>
            <a:tailEnd type="none" w="med" len="med"/>
          </a:ln>
        </p:spPr>
      </p:sp>
      <p:sp>
        <p:nvSpPr>
          <p:cNvPr id="48156" name="Line 101"/>
          <p:cNvSpPr/>
          <p:nvPr/>
        </p:nvSpPr>
        <p:spPr>
          <a:xfrm>
            <a:off x="6460331" y="2995613"/>
            <a:ext cx="0" cy="396479"/>
          </a:xfrm>
          <a:prstGeom prst="line">
            <a:avLst/>
          </a:prstGeom>
          <a:ln w="57150" cap="flat" cmpd="sng">
            <a:solidFill>
              <a:schemeClr val="bg1"/>
            </a:solidFill>
            <a:prstDash val="solid"/>
            <a:headEnd type="none" w="med" len="med"/>
            <a:tailEnd type="none" w="med" len="med"/>
          </a:ln>
        </p:spPr>
      </p:sp>
      <p:sp>
        <p:nvSpPr>
          <p:cNvPr id="48157" name="Line 106"/>
          <p:cNvSpPr/>
          <p:nvPr/>
        </p:nvSpPr>
        <p:spPr>
          <a:xfrm>
            <a:off x="6457950" y="3371850"/>
            <a:ext cx="323850" cy="0"/>
          </a:xfrm>
          <a:prstGeom prst="line">
            <a:avLst/>
          </a:prstGeom>
          <a:ln w="57150" cap="flat" cmpd="sng">
            <a:solidFill>
              <a:schemeClr val="bg1"/>
            </a:solidFill>
            <a:prstDash val="solid"/>
            <a:headEnd type="none" w="med" len="med"/>
            <a:tailEnd type="none" w="med" len="med"/>
          </a:ln>
        </p:spPr>
      </p:sp>
      <p:sp>
        <p:nvSpPr>
          <p:cNvPr id="48158" name="Line 109"/>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p:nvPr/>
        </p:nvSpPr>
        <p:spPr>
          <a:xfrm>
            <a:off x="4355306" y="951310"/>
            <a:ext cx="2862263"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9155" name="Text Box 3"/>
          <p:cNvSpPr txBox="1"/>
          <p:nvPr/>
        </p:nvSpPr>
        <p:spPr>
          <a:xfrm>
            <a:off x="1385888" y="1004888"/>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9157" name="灯片编号占位符 4"/>
          <p:cNvSpPr txBox="1">
            <a:spLocks noGrp="1"/>
          </p:cNvSpPr>
          <p:nvPr/>
        </p:nvSpPr>
        <p:spPr>
          <a:xfrm>
            <a:off x="8532575" y="4914980"/>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9158" name="Rectangle 2"/>
          <p:cNvSpPr>
            <a:spLocks noGrp="1"/>
          </p:cNvSpPr>
          <p:nvPr>
            <p:ph type="title" idx="4294967295"/>
          </p:nvPr>
        </p:nvSpPr>
        <p:spPr>
          <a:xfrm>
            <a:off x="1543050" y="486410"/>
            <a:ext cx="4057650" cy="4000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(6)</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49159" name="Line 179"/>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49160" name="Line 180"/>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49161" name="Line 181"/>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49162" name="Line 192"/>
          <p:cNvSpPr/>
          <p:nvPr/>
        </p:nvSpPr>
        <p:spPr>
          <a:xfrm>
            <a:off x="6743700" y="971550"/>
            <a:ext cx="0" cy="342900"/>
          </a:xfrm>
          <a:prstGeom prst="line">
            <a:avLst/>
          </a:prstGeom>
          <a:ln w="57150" cap="flat" cmpd="sng">
            <a:solidFill>
              <a:srgbClr val="FFFF00"/>
            </a:solidFill>
            <a:prstDash val="solid"/>
            <a:headEnd type="none" w="med" len="med"/>
            <a:tailEnd type="triangle" w="med" len="med"/>
          </a:ln>
        </p:spPr>
      </p:sp>
      <p:sp>
        <p:nvSpPr>
          <p:cNvPr id="49163" name="Line 169"/>
          <p:cNvSpPr/>
          <p:nvPr/>
        </p:nvSpPr>
        <p:spPr>
          <a:xfrm>
            <a:off x="6055519" y="1921669"/>
            <a:ext cx="394097" cy="0"/>
          </a:xfrm>
          <a:prstGeom prst="line">
            <a:avLst/>
          </a:prstGeom>
          <a:ln w="57150" cap="flat" cmpd="sng">
            <a:solidFill>
              <a:srgbClr val="99CCFF"/>
            </a:solidFill>
            <a:prstDash val="solid"/>
            <a:headEnd type="none" w="med" len="med"/>
            <a:tailEnd type="none" w="med" len="med"/>
          </a:ln>
        </p:spPr>
      </p:sp>
      <p:sp>
        <p:nvSpPr>
          <p:cNvPr id="49164" name="Line 170"/>
          <p:cNvSpPr/>
          <p:nvPr/>
        </p:nvSpPr>
        <p:spPr>
          <a:xfrm>
            <a:off x="6455569" y="1543050"/>
            <a:ext cx="0" cy="396479"/>
          </a:xfrm>
          <a:prstGeom prst="line">
            <a:avLst/>
          </a:prstGeom>
          <a:ln w="57150" cap="flat" cmpd="sng">
            <a:solidFill>
              <a:srgbClr val="99CCFF"/>
            </a:solidFill>
            <a:prstDash val="solid"/>
            <a:headEnd type="none" w="med" len="med"/>
            <a:tailEnd type="none" w="med" len="med"/>
          </a:ln>
        </p:spPr>
      </p:sp>
      <p:sp>
        <p:nvSpPr>
          <p:cNvPr id="49165" name="Line 171"/>
          <p:cNvSpPr/>
          <p:nvPr/>
        </p:nvSpPr>
        <p:spPr>
          <a:xfrm>
            <a:off x="6455569" y="1543050"/>
            <a:ext cx="394097" cy="0"/>
          </a:xfrm>
          <a:prstGeom prst="line">
            <a:avLst/>
          </a:prstGeom>
          <a:ln w="57150" cap="flat" cmpd="sng">
            <a:solidFill>
              <a:srgbClr val="99CCFF"/>
            </a:solidFill>
            <a:prstDash val="solid"/>
            <a:headEnd type="none" w="med" len="med"/>
            <a:tailEnd type="none" w="med" len="med"/>
          </a:ln>
        </p:spPr>
      </p:sp>
      <p:sp>
        <p:nvSpPr>
          <p:cNvPr id="49166" name="Line 173"/>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9167" name="Line 174"/>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49168" name="Line 175"/>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49169" name="Line 176"/>
          <p:cNvSpPr/>
          <p:nvPr/>
        </p:nvSpPr>
        <p:spPr>
          <a:xfrm>
            <a:off x="6060281" y="1543050"/>
            <a:ext cx="0" cy="396479"/>
          </a:xfrm>
          <a:prstGeom prst="line">
            <a:avLst/>
          </a:prstGeom>
          <a:ln w="57150" cap="flat" cmpd="sng">
            <a:solidFill>
              <a:srgbClr val="99CCFF"/>
            </a:solidFill>
            <a:prstDash val="solid"/>
            <a:headEnd type="none" w="med" len="med"/>
            <a:tailEnd type="none" w="med" len="med"/>
          </a:ln>
        </p:spPr>
      </p:sp>
      <p:sp>
        <p:nvSpPr>
          <p:cNvPr id="49170" name="Text Box 177"/>
          <p:cNvSpPr txBox="1"/>
          <p:nvPr/>
        </p:nvSpPr>
        <p:spPr>
          <a:xfrm>
            <a:off x="4355306" y="1600200"/>
            <a:ext cx="788194"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9171" name="Text Box 178"/>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9172" name="Line 185"/>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9173" name="Line 186"/>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49174" name="Line 187"/>
          <p:cNvSpPr/>
          <p:nvPr/>
        </p:nvSpPr>
        <p:spPr>
          <a:xfrm>
            <a:off x="5772150" y="2731294"/>
            <a:ext cx="971550" cy="0"/>
          </a:xfrm>
          <a:prstGeom prst="line">
            <a:avLst/>
          </a:prstGeom>
          <a:ln w="57150" cap="flat" cmpd="sng">
            <a:solidFill>
              <a:srgbClr val="FFFF00"/>
            </a:solidFill>
            <a:prstDash val="solid"/>
            <a:headEnd type="none" w="med" len="med"/>
            <a:tailEnd type="none" w="med" len="med"/>
          </a:ln>
        </p:spPr>
      </p:sp>
      <p:sp>
        <p:nvSpPr>
          <p:cNvPr id="49175" name="Line 188"/>
          <p:cNvSpPr/>
          <p:nvPr/>
        </p:nvSpPr>
        <p:spPr>
          <a:xfrm>
            <a:off x="6734175" y="2343150"/>
            <a:ext cx="0" cy="396479"/>
          </a:xfrm>
          <a:prstGeom prst="line">
            <a:avLst/>
          </a:prstGeom>
          <a:ln w="57150" cap="flat" cmpd="sng">
            <a:solidFill>
              <a:srgbClr val="FFFF00"/>
            </a:solidFill>
            <a:prstDash val="solid"/>
            <a:headEnd type="none" w="med" len="med"/>
            <a:tailEnd type="none" w="med" len="med"/>
          </a:ln>
        </p:spPr>
      </p:sp>
      <p:sp>
        <p:nvSpPr>
          <p:cNvPr id="49176" name="Line 189"/>
          <p:cNvSpPr/>
          <p:nvPr/>
        </p:nvSpPr>
        <p:spPr>
          <a:xfrm>
            <a:off x="6743700" y="2343150"/>
            <a:ext cx="161925" cy="0"/>
          </a:xfrm>
          <a:prstGeom prst="line">
            <a:avLst/>
          </a:prstGeom>
          <a:ln w="57150" cap="flat" cmpd="sng">
            <a:solidFill>
              <a:srgbClr val="FFFF00"/>
            </a:solidFill>
            <a:prstDash val="solid"/>
            <a:headEnd type="none" w="med" len="med"/>
            <a:tailEnd type="none" w="med" len="med"/>
          </a:ln>
        </p:spPr>
      </p:sp>
      <p:sp>
        <p:nvSpPr>
          <p:cNvPr id="49177" name="Text Box 190"/>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9178" name="Line 191"/>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9179" name="Line 193"/>
          <p:cNvSpPr/>
          <p:nvPr/>
        </p:nvSpPr>
        <p:spPr>
          <a:xfrm>
            <a:off x="5657850" y="2971800"/>
            <a:ext cx="0" cy="396479"/>
          </a:xfrm>
          <a:prstGeom prst="line">
            <a:avLst/>
          </a:prstGeom>
          <a:ln w="57150" cap="flat" cmpd="sng">
            <a:solidFill>
              <a:schemeClr val="bg1"/>
            </a:solidFill>
            <a:prstDash val="solid"/>
            <a:headEnd type="none" w="med" len="med"/>
            <a:tailEnd type="none" w="med" len="med"/>
          </a:ln>
        </p:spPr>
      </p:sp>
      <p:sp>
        <p:nvSpPr>
          <p:cNvPr id="49180" name="Line 194"/>
          <p:cNvSpPr/>
          <p:nvPr/>
        </p:nvSpPr>
        <p:spPr>
          <a:xfrm>
            <a:off x="5657850" y="2983706"/>
            <a:ext cx="809625" cy="0"/>
          </a:xfrm>
          <a:prstGeom prst="line">
            <a:avLst/>
          </a:prstGeom>
          <a:ln w="57150" cap="flat" cmpd="sng">
            <a:solidFill>
              <a:schemeClr val="bg1"/>
            </a:solidFill>
            <a:prstDash val="solid"/>
            <a:headEnd type="none" w="med" len="med"/>
            <a:tailEnd type="none" w="med" len="med"/>
          </a:ln>
        </p:spPr>
      </p:sp>
      <p:sp>
        <p:nvSpPr>
          <p:cNvPr id="49181" name="Line 195"/>
          <p:cNvSpPr/>
          <p:nvPr/>
        </p:nvSpPr>
        <p:spPr>
          <a:xfrm>
            <a:off x="6460331" y="2995613"/>
            <a:ext cx="0" cy="396479"/>
          </a:xfrm>
          <a:prstGeom prst="line">
            <a:avLst/>
          </a:prstGeom>
          <a:ln w="57150" cap="flat" cmpd="sng">
            <a:solidFill>
              <a:schemeClr val="bg1"/>
            </a:solidFill>
            <a:prstDash val="solid"/>
            <a:headEnd type="none" w="med" len="med"/>
            <a:tailEnd type="none" w="med" len="med"/>
          </a:ln>
        </p:spPr>
      </p:sp>
      <p:sp>
        <p:nvSpPr>
          <p:cNvPr id="49182" name="Line 197"/>
          <p:cNvSpPr/>
          <p:nvPr/>
        </p:nvSpPr>
        <p:spPr>
          <a:xfrm>
            <a:off x="6457950" y="3371850"/>
            <a:ext cx="377429" cy="0"/>
          </a:xfrm>
          <a:prstGeom prst="line">
            <a:avLst/>
          </a:prstGeom>
          <a:ln w="57150" cap="flat" cmpd="sng">
            <a:solidFill>
              <a:schemeClr val="bg1"/>
            </a:solidFill>
            <a:prstDash val="solid"/>
            <a:headEnd type="none" w="med" len="med"/>
            <a:tailEnd type="none" w="med" len="med"/>
          </a:ln>
        </p:spPr>
      </p:sp>
      <p:grpSp>
        <p:nvGrpSpPr>
          <p:cNvPr id="49183" name="Group 199"/>
          <p:cNvGrpSpPr/>
          <p:nvPr/>
        </p:nvGrpSpPr>
        <p:grpSpPr>
          <a:xfrm>
            <a:off x="1385888" y="1059656"/>
            <a:ext cx="2743200" cy="3645694"/>
            <a:chOff x="0" y="0"/>
            <a:chExt cx="2304" cy="3062"/>
          </a:xfrm>
        </p:grpSpPr>
        <p:sp>
          <p:nvSpPr>
            <p:cNvPr id="49187" name="Line 100"/>
            <p:cNvSpPr/>
            <p:nvPr/>
          </p:nvSpPr>
          <p:spPr>
            <a:xfrm rot="-5400000">
              <a:off x="704" y="938"/>
              <a:ext cx="161" cy="0"/>
            </a:xfrm>
            <a:prstGeom prst="line">
              <a:avLst/>
            </a:prstGeom>
            <a:ln w="28575" cap="flat" cmpd="sng">
              <a:solidFill>
                <a:schemeClr val="accent1"/>
              </a:solidFill>
              <a:prstDash val="solid"/>
              <a:headEnd type="none" w="med" len="med"/>
              <a:tailEnd type="none" w="med" len="med"/>
            </a:ln>
          </p:spPr>
        </p:sp>
        <p:sp>
          <p:nvSpPr>
            <p:cNvPr id="49188" name="Line 101"/>
            <p:cNvSpPr/>
            <p:nvPr/>
          </p:nvSpPr>
          <p:spPr>
            <a:xfrm rot="-5400000">
              <a:off x="576" y="372"/>
              <a:ext cx="288" cy="0"/>
            </a:xfrm>
            <a:prstGeom prst="line">
              <a:avLst/>
            </a:prstGeom>
            <a:ln w="28575" cap="flat" cmpd="sng">
              <a:solidFill>
                <a:srgbClr val="FF5050"/>
              </a:solidFill>
              <a:prstDash val="solid"/>
              <a:headEnd type="none" w="med" len="med"/>
              <a:tailEnd type="none" w="med" len="med"/>
            </a:ln>
          </p:spPr>
        </p:sp>
        <p:sp>
          <p:nvSpPr>
            <p:cNvPr id="49189" name="AutoShape 102"/>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0" name="Oval 103"/>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1" name="Line 104"/>
            <p:cNvSpPr/>
            <p:nvPr/>
          </p:nvSpPr>
          <p:spPr>
            <a:xfrm rot="-5400000">
              <a:off x="1344" y="375"/>
              <a:ext cx="288" cy="0"/>
            </a:xfrm>
            <a:prstGeom prst="line">
              <a:avLst/>
            </a:prstGeom>
            <a:ln w="28575" cap="flat" cmpd="sng">
              <a:solidFill>
                <a:schemeClr val="accent1"/>
              </a:solidFill>
              <a:prstDash val="solid"/>
              <a:headEnd type="none" w="med" len="med"/>
              <a:tailEnd type="none" w="med" len="med"/>
            </a:ln>
          </p:spPr>
        </p:sp>
        <p:sp>
          <p:nvSpPr>
            <p:cNvPr id="49192" name="AutoShape 105"/>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3" name="Oval 106"/>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4" name="Line 107"/>
            <p:cNvSpPr/>
            <p:nvPr/>
          </p:nvSpPr>
          <p:spPr>
            <a:xfrm rot="-5400000">
              <a:off x="490" y="1068"/>
              <a:ext cx="447" cy="0"/>
            </a:xfrm>
            <a:prstGeom prst="line">
              <a:avLst/>
            </a:prstGeom>
            <a:ln w="28575" cap="flat" cmpd="sng">
              <a:solidFill>
                <a:schemeClr val="accent1"/>
              </a:solidFill>
              <a:prstDash val="solid"/>
              <a:headEnd type="none" w="med" len="med"/>
              <a:tailEnd type="none" w="med" len="med"/>
            </a:ln>
          </p:spPr>
        </p:sp>
        <p:sp>
          <p:nvSpPr>
            <p:cNvPr id="49195" name="Line 108"/>
            <p:cNvSpPr/>
            <p:nvPr/>
          </p:nvSpPr>
          <p:spPr>
            <a:xfrm rot="-5400000">
              <a:off x="497" y="1796"/>
              <a:ext cx="268" cy="0"/>
            </a:xfrm>
            <a:prstGeom prst="line">
              <a:avLst/>
            </a:prstGeom>
            <a:ln w="28575" cap="flat" cmpd="sng">
              <a:solidFill>
                <a:srgbClr val="FF5050"/>
              </a:solidFill>
              <a:prstDash val="solid"/>
              <a:headEnd type="none" w="med" len="med"/>
              <a:tailEnd type="none" w="med" len="med"/>
            </a:ln>
          </p:spPr>
        </p:sp>
        <p:sp>
          <p:nvSpPr>
            <p:cNvPr id="49196" name="AutoShape 109"/>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7" name="Oval 110"/>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8" name="AutoShape 111"/>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9" name="Oval 112"/>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00" name="Line 113"/>
            <p:cNvSpPr/>
            <p:nvPr/>
          </p:nvSpPr>
          <p:spPr>
            <a:xfrm rot="-5400000">
              <a:off x="548" y="2535"/>
              <a:ext cx="154" cy="0"/>
            </a:xfrm>
            <a:prstGeom prst="line">
              <a:avLst/>
            </a:prstGeom>
            <a:ln w="28575" cap="flat" cmpd="sng">
              <a:solidFill>
                <a:schemeClr val="accent1"/>
              </a:solidFill>
              <a:prstDash val="solid"/>
              <a:headEnd type="none" w="med" len="med"/>
              <a:tailEnd type="none" w="med" len="med"/>
            </a:ln>
          </p:spPr>
        </p:sp>
        <p:sp>
          <p:nvSpPr>
            <p:cNvPr id="49201" name="Line 116"/>
            <p:cNvSpPr/>
            <p:nvPr/>
          </p:nvSpPr>
          <p:spPr>
            <a:xfrm rot="-5400000">
              <a:off x="1315" y="2545"/>
              <a:ext cx="154" cy="0"/>
            </a:xfrm>
            <a:prstGeom prst="line">
              <a:avLst/>
            </a:prstGeom>
            <a:ln w="28575" cap="flat" cmpd="sng">
              <a:solidFill>
                <a:srgbClr val="FF5050"/>
              </a:solidFill>
              <a:prstDash val="solid"/>
              <a:headEnd type="none" w="med" len="med"/>
              <a:tailEnd type="none" w="med" len="med"/>
            </a:ln>
          </p:spPr>
        </p:sp>
        <p:sp>
          <p:nvSpPr>
            <p:cNvPr id="49202" name="Line 119"/>
            <p:cNvSpPr/>
            <p:nvPr/>
          </p:nvSpPr>
          <p:spPr>
            <a:xfrm rot="-5400000">
              <a:off x="1302" y="937"/>
              <a:ext cx="161" cy="0"/>
            </a:xfrm>
            <a:prstGeom prst="line">
              <a:avLst/>
            </a:prstGeom>
            <a:ln w="28575" cap="flat" cmpd="sng">
              <a:solidFill>
                <a:srgbClr val="FF5050"/>
              </a:solidFill>
              <a:prstDash val="solid"/>
              <a:headEnd type="none" w="med" len="med"/>
              <a:tailEnd type="none" w="med" len="med"/>
            </a:ln>
          </p:spPr>
        </p:sp>
        <p:sp>
          <p:nvSpPr>
            <p:cNvPr id="49203" name="Line 120"/>
            <p:cNvSpPr/>
            <p:nvPr/>
          </p:nvSpPr>
          <p:spPr>
            <a:xfrm>
              <a:off x="796" y="1028"/>
              <a:ext cx="152" cy="0"/>
            </a:xfrm>
            <a:prstGeom prst="line">
              <a:avLst/>
            </a:prstGeom>
            <a:ln w="28575" cap="flat" cmpd="sng">
              <a:solidFill>
                <a:schemeClr val="accent1"/>
              </a:solidFill>
              <a:prstDash val="solid"/>
              <a:headEnd type="none" w="med" len="med"/>
              <a:tailEnd type="none" w="med" len="med"/>
            </a:ln>
          </p:spPr>
        </p:sp>
        <p:sp>
          <p:nvSpPr>
            <p:cNvPr id="49204" name="Line 121"/>
            <p:cNvSpPr/>
            <p:nvPr/>
          </p:nvSpPr>
          <p:spPr>
            <a:xfrm>
              <a:off x="1251" y="1028"/>
              <a:ext cx="141" cy="0"/>
            </a:xfrm>
            <a:prstGeom prst="line">
              <a:avLst/>
            </a:prstGeom>
            <a:ln w="28575" cap="flat" cmpd="sng">
              <a:solidFill>
                <a:srgbClr val="FF5050"/>
              </a:solidFill>
              <a:prstDash val="solid"/>
              <a:headEnd type="none" w="med" len="med"/>
              <a:tailEnd type="none" w="med" len="med"/>
            </a:ln>
          </p:spPr>
        </p:sp>
        <p:sp>
          <p:nvSpPr>
            <p:cNvPr id="49205" name="Line 122"/>
            <p:cNvSpPr/>
            <p:nvPr/>
          </p:nvSpPr>
          <p:spPr>
            <a:xfrm>
              <a:off x="720" y="404"/>
              <a:ext cx="209" cy="0"/>
            </a:xfrm>
            <a:prstGeom prst="line">
              <a:avLst/>
            </a:prstGeom>
            <a:ln w="28575" cap="flat" cmpd="sng">
              <a:solidFill>
                <a:srgbClr val="FF5050"/>
              </a:solidFill>
              <a:prstDash val="solid"/>
              <a:headEnd type="none" w="med" len="med"/>
              <a:tailEnd type="none" w="med" len="med"/>
            </a:ln>
          </p:spPr>
        </p:sp>
        <p:sp>
          <p:nvSpPr>
            <p:cNvPr id="49206" name="Line 123"/>
            <p:cNvSpPr/>
            <p:nvPr/>
          </p:nvSpPr>
          <p:spPr>
            <a:xfrm>
              <a:off x="1289" y="404"/>
              <a:ext cx="209" cy="0"/>
            </a:xfrm>
            <a:prstGeom prst="line">
              <a:avLst/>
            </a:prstGeom>
            <a:ln w="28575" cap="flat" cmpd="sng">
              <a:solidFill>
                <a:schemeClr val="accent1"/>
              </a:solidFill>
              <a:prstDash val="solid"/>
              <a:headEnd type="none" w="med" len="med"/>
              <a:tailEnd type="none" w="med" len="med"/>
            </a:ln>
          </p:spPr>
        </p:sp>
        <p:sp>
          <p:nvSpPr>
            <p:cNvPr id="49207" name="Line 124"/>
            <p:cNvSpPr/>
            <p:nvPr/>
          </p:nvSpPr>
          <p:spPr>
            <a:xfrm>
              <a:off x="932" y="404"/>
              <a:ext cx="326" cy="630"/>
            </a:xfrm>
            <a:prstGeom prst="line">
              <a:avLst/>
            </a:prstGeom>
            <a:ln w="28575" cap="flat" cmpd="sng">
              <a:solidFill>
                <a:srgbClr val="FF5050"/>
              </a:solidFill>
              <a:prstDash val="solid"/>
              <a:headEnd type="none" w="med" len="med"/>
              <a:tailEnd type="none" w="med" len="med"/>
            </a:ln>
          </p:spPr>
        </p:sp>
        <p:sp>
          <p:nvSpPr>
            <p:cNvPr id="49208" name="Line 125"/>
            <p:cNvSpPr/>
            <p:nvPr/>
          </p:nvSpPr>
          <p:spPr>
            <a:xfrm flipH="1">
              <a:off x="940" y="404"/>
              <a:ext cx="340" cy="630"/>
            </a:xfrm>
            <a:prstGeom prst="line">
              <a:avLst/>
            </a:prstGeom>
            <a:ln w="28575" cap="flat" cmpd="sng">
              <a:solidFill>
                <a:schemeClr val="accent1"/>
              </a:solidFill>
              <a:prstDash val="solid"/>
              <a:headEnd type="none" w="med" len="med"/>
              <a:tailEnd type="none" w="med" len="med"/>
            </a:ln>
          </p:spPr>
        </p:sp>
        <p:sp>
          <p:nvSpPr>
            <p:cNvPr id="49209" name="Line 126"/>
            <p:cNvSpPr/>
            <p:nvPr/>
          </p:nvSpPr>
          <p:spPr>
            <a:xfrm rot="-5400000">
              <a:off x="1255" y="1068"/>
              <a:ext cx="447" cy="0"/>
            </a:xfrm>
            <a:prstGeom prst="line">
              <a:avLst/>
            </a:prstGeom>
            <a:ln w="28575" cap="flat" cmpd="sng">
              <a:solidFill>
                <a:srgbClr val="FF5050"/>
              </a:solidFill>
              <a:prstDash val="solid"/>
              <a:headEnd type="none" w="med" len="med"/>
              <a:tailEnd type="none" w="med" len="med"/>
            </a:ln>
          </p:spPr>
        </p:sp>
        <p:sp>
          <p:nvSpPr>
            <p:cNvPr id="49210" name="Oval 128"/>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11" name="Oval 129"/>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12" name="Text Box 130"/>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9213" name="Text Box 131"/>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9214" name="Text Box 132"/>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9215" name="Text Box 133"/>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9216" name="Line 136"/>
            <p:cNvSpPr/>
            <p:nvPr/>
          </p:nvSpPr>
          <p:spPr>
            <a:xfrm rot="-5400000">
              <a:off x="487" y="1869"/>
              <a:ext cx="447" cy="0"/>
            </a:xfrm>
            <a:prstGeom prst="line">
              <a:avLst/>
            </a:prstGeom>
            <a:ln w="28575" cap="flat" cmpd="sng">
              <a:solidFill>
                <a:srgbClr val="FF5050"/>
              </a:solidFill>
              <a:prstDash val="solid"/>
              <a:headEnd type="none" w="med" len="med"/>
              <a:tailEnd type="none" w="med" len="med"/>
            </a:ln>
          </p:spPr>
        </p:sp>
        <p:sp>
          <p:nvSpPr>
            <p:cNvPr id="49217" name="Line 137"/>
            <p:cNvSpPr/>
            <p:nvPr/>
          </p:nvSpPr>
          <p:spPr>
            <a:xfrm rot="-5400000">
              <a:off x="1255" y="1876"/>
              <a:ext cx="447" cy="0"/>
            </a:xfrm>
            <a:prstGeom prst="line">
              <a:avLst/>
            </a:prstGeom>
            <a:ln w="28575" cap="flat" cmpd="sng">
              <a:solidFill>
                <a:schemeClr val="accent1"/>
              </a:solidFill>
              <a:prstDash val="solid"/>
              <a:headEnd type="none" w="med" len="med"/>
              <a:tailEnd type="none" w="med" len="med"/>
            </a:ln>
          </p:spPr>
        </p:sp>
        <p:sp>
          <p:nvSpPr>
            <p:cNvPr id="49218" name="Line 138"/>
            <p:cNvSpPr/>
            <p:nvPr/>
          </p:nvSpPr>
          <p:spPr>
            <a:xfrm rot="-5400000">
              <a:off x="716" y="1723"/>
              <a:ext cx="161" cy="0"/>
            </a:xfrm>
            <a:prstGeom prst="line">
              <a:avLst/>
            </a:prstGeom>
            <a:ln w="28575" cap="flat" cmpd="sng">
              <a:solidFill>
                <a:srgbClr val="FF5050"/>
              </a:solidFill>
              <a:prstDash val="solid"/>
              <a:headEnd type="none" w="med" len="med"/>
              <a:tailEnd type="none" w="med" len="med"/>
            </a:ln>
          </p:spPr>
        </p:sp>
        <p:sp>
          <p:nvSpPr>
            <p:cNvPr id="49219" name="Line 139"/>
            <p:cNvSpPr/>
            <p:nvPr/>
          </p:nvSpPr>
          <p:spPr>
            <a:xfrm>
              <a:off x="806" y="1816"/>
              <a:ext cx="141" cy="0"/>
            </a:xfrm>
            <a:prstGeom prst="line">
              <a:avLst/>
            </a:prstGeom>
            <a:ln w="28575" cap="flat" cmpd="sng">
              <a:solidFill>
                <a:srgbClr val="FF5050"/>
              </a:solidFill>
              <a:prstDash val="solid"/>
              <a:headEnd type="none" w="med" len="med"/>
              <a:tailEnd type="none" w="med" len="med"/>
            </a:ln>
          </p:spPr>
        </p:sp>
        <p:sp>
          <p:nvSpPr>
            <p:cNvPr id="49220" name="Line 140"/>
            <p:cNvSpPr/>
            <p:nvPr/>
          </p:nvSpPr>
          <p:spPr>
            <a:xfrm>
              <a:off x="1276" y="1192"/>
              <a:ext cx="435" cy="0"/>
            </a:xfrm>
            <a:prstGeom prst="line">
              <a:avLst/>
            </a:prstGeom>
            <a:ln w="28575" cap="flat" cmpd="sng">
              <a:solidFill>
                <a:srgbClr val="FF5050"/>
              </a:solidFill>
              <a:prstDash val="solid"/>
              <a:headEnd type="none" w="med" len="med"/>
              <a:tailEnd type="none" w="med" len="med"/>
            </a:ln>
          </p:spPr>
        </p:sp>
        <p:sp>
          <p:nvSpPr>
            <p:cNvPr id="49221" name="Line 141"/>
            <p:cNvSpPr/>
            <p:nvPr/>
          </p:nvSpPr>
          <p:spPr>
            <a:xfrm flipH="1">
              <a:off x="922" y="1192"/>
              <a:ext cx="340" cy="630"/>
            </a:xfrm>
            <a:prstGeom prst="line">
              <a:avLst/>
            </a:prstGeom>
            <a:ln w="28575" cap="flat" cmpd="sng">
              <a:solidFill>
                <a:srgbClr val="FF5050"/>
              </a:solidFill>
              <a:prstDash val="solid"/>
              <a:headEnd type="none" w="med" len="med"/>
              <a:tailEnd type="none" w="med" len="med"/>
            </a:ln>
          </p:spPr>
        </p:sp>
        <p:sp>
          <p:nvSpPr>
            <p:cNvPr id="49222" name="Line 142"/>
            <p:cNvSpPr/>
            <p:nvPr/>
          </p:nvSpPr>
          <p:spPr>
            <a:xfrm rot="-5400000">
              <a:off x="1439" y="1796"/>
              <a:ext cx="268" cy="0"/>
            </a:xfrm>
            <a:prstGeom prst="line">
              <a:avLst/>
            </a:prstGeom>
            <a:ln w="28575" cap="flat" cmpd="sng">
              <a:solidFill>
                <a:srgbClr val="FF5050"/>
              </a:solidFill>
              <a:prstDash val="solid"/>
              <a:headEnd type="none" w="med" len="med"/>
              <a:tailEnd type="none" w="med" len="med"/>
            </a:ln>
          </p:spPr>
        </p:sp>
        <p:sp>
          <p:nvSpPr>
            <p:cNvPr id="49223" name="Line 143"/>
            <p:cNvSpPr/>
            <p:nvPr/>
          </p:nvSpPr>
          <p:spPr>
            <a:xfrm>
              <a:off x="634" y="1930"/>
              <a:ext cx="1322" cy="0"/>
            </a:xfrm>
            <a:prstGeom prst="line">
              <a:avLst/>
            </a:prstGeom>
            <a:ln w="28575" cap="flat" cmpd="sng">
              <a:solidFill>
                <a:srgbClr val="FF5050"/>
              </a:solidFill>
              <a:prstDash val="solid"/>
              <a:headEnd type="none" w="med" len="med"/>
              <a:tailEnd type="none" w="med" len="med"/>
            </a:ln>
          </p:spPr>
        </p:sp>
        <p:sp>
          <p:nvSpPr>
            <p:cNvPr id="49224" name="Line 144"/>
            <p:cNvSpPr/>
            <p:nvPr/>
          </p:nvSpPr>
          <p:spPr>
            <a:xfrm>
              <a:off x="432" y="1220"/>
              <a:ext cx="0" cy="1394"/>
            </a:xfrm>
            <a:prstGeom prst="line">
              <a:avLst/>
            </a:prstGeom>
            <a:ln w="28575" cap="flat" cmpd="sng">
              <a:solidFill>
                <a:schemeClr val="accent1"/>
              </a:solidFill>
              <a:prstDash val="solid"/>
              <a:headEnd type="none" w="med" len="med"/>
              <a:tailEnd type="none" w="med" len="med"/>
            </a:ln>
          </p:spPr>
        </p:sp>
        <p:sp>
          <p:nvSpPr>
            <p:cNvPr id="49225" name="Line 145"/>
            <p:cNvSpPr/>
            <p:nvPr/>
          </p:nvSpPr>
          <p:spPr>
            <a:xfrm>
              <a:off x="432" y="1220"/>
              <a:ext cx="288" cy="0"/>
            </a:xfrm>
            <a:prstGeom prst="line">
              <a:avLst/>
            </a:prstGeom>
            <a:ln w="28575" cap="flat" cmpd="sng">
              <a:solidFill>
                <a:schemeClr val="accent1"/>
              </a:solidFill>
              <a:prstDash val="solid"/>
              <a:headEnd type="none" w="med" len="med"/>
              <a:tailEnd type="none" w="med" len="med"/>
            </a:ln>
          </p:spPr>
        </p:sp>
        <p:sp>
          <p:nvSpPr>
            <p:cNvPr id="49226" name="Oval 146"/>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27" name="Line 147"/>
            <p:cNvSpPr/>
            <p:nvPr/>
          </p:nvSpPr>
          <p:spPr>
            <a:xfrm>
              <a:off x="432" y="2612"/>
              <a:ext cx="192" cy="0"/>
            </a:xfrm>
            <a:prstGeom prst="line">
              <a:avLst/>
            </a:prstGeom>
            <a:ln w="28575" cap="flat" cmpd="sng">
              <a:solidFill>
                <a:schemeClr val="accent1"/>
              </a:solidFill>
              <a:prstDash val="solid"/>
              <a:headEnd type="none" w="med" len="med"/>
              <a:tailEnd type="none" w="med" len="med"/>
            </a:ln>
          </p:spPr>
        </p:sp>
        <p:sp>
          <p:nvSpPr>
            <p:cNvPr id="49228" name="Oval 148"/>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29" name="Line 149"/>
            <p:cNvSpPr/>
            <p:nvPr/>
          </p:nvSpPr>
          <p:spPr>
            <a:xfrm>
              <a:off x="806" y="2478"/>
              <a:ext cx="0" cy="347"/>
            </a:xfrm>
            <a:prstGeom prst="line">
              <a:avLst/>
            </a:prstGeom>
            <a:ln w="28575" cap="flat" cmpd="sng">
              <a:solidFill>
                <a:srgbClr val="FF5050"/>
              </a:solidFill>
              <a:prstDash val="solid"/>
              <a:headEnd type="none" w="med" len="med"/>
              <a:tailEnd type="none" w="med" len="med"/>
            </a:ln>
          </p:spPr>
        </p:sp>
        <p:sp>
          <p:nvSpPr>
            <p:cNvPr id="49230" name="Line 150"/>
            <p:cNvSpPr/>
            <p:nvPr/>
          </p:nvSpPr>
          <p:spPr>
            <a:xfrm>
              <a:off x="1700" y="1182"/>
              <a:ext cx="0" cy="1440"/>
            </a:xfrm>
            <a:prstGeom prst="line">
              <a:avLst/>
            </a:prstGeom>
            <a:ln w="28575" cap="flat" cmpd="sng">
              <a:solidFill>
                <a:srgbClr val="FF5050"/>
              </a:solidFill>
              <a:prstDash val="solid"/>
              <a:headEnd type="none" w="med" len="med"/>
              <a:tailEnd type="none" w="med" len="med"/>
            </a:ln>
          </p:spPr>
        </p:sp>
        <p:sp>
          <p:nvSpPr>
            <p:cNvPr id="49231" name="Line 151"/>
            <p:cNvSpPr/>
            <p:nvPr/>
          </p:nvSpPr>
          <p:spPr>
            <a:xfrm rot="-5400000">
              <a:off x="1499" y="2535"/>
              <a:ext cx="154" cy="0"/>
            </a:xfrm>
            <a:prstGeom prst="line">
              <a:avLst/>
            </a:prstGeom>
            <a:ln w="28575" cap="flat" cmpd="sng">
              <a:solidFill>
                <a:srgbClr val="FF5050"/>
              </a:solidFill>
              <a:prstDash val="solid"/>
              <a:headEnd type="none" w="med" len="med"/>
              <a:tailEnd type="none" w="med" len="med"/>
            </a:ln>
          </p:spPr>
        </p:sp>
        <p:sp>
          <p:nvSpPr>
            <p:cNvPr id="49232" name="Line 152"/>
            <p:cNvSpPr/>
            <p:nvPr/>
          </p:nvSpPr>
          <p:spPr>
            <a:xfrm>
              <a:off x="1584" y="2612"/>
              <a:ext cx="118" cy="0"/>
            </a:xfrm>
            <a:prstGeom prst="line">
              <a:avLst/>
            </a:prstGeom>
            <a:ln w="28575" cap="flat" cmpd="sng">
              <a:solidFill>
                <a:srgbClr val="FF5050"/>
              </a:solidFill>
              <a:prstDash val="solid"/>
              <a:headEnd type="none" w="med" len="med"/>
              <a:tailEnd type="none" w="med" len="med"/>
            </a:ln>
          </p:spPr>
        </p:sp>
        <p:sp>
          <p:nvSpPr>
            <p:cNvPr id="49233" name="Oval 153"/>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34" name="Line 154"/>
            <p:cNvSpPr/>
            <p:nvPr/>
          </p:nvSpPr>
          <p:spPr>
            <a:xfrm>
              <a:off x="720" y="2036"/>
              <a:ext cx="209" cy="0"/>
            </a:xfrm>
            <a:prstGeom prst="line">
              <a:avLst/>
            </a:prstGeom>
            <a:ln w="28575" cap="flat" cmpd="sng">
              <a:solidFill>
                <a:srgbClr val="FF5050"/>
              </a:solidFill>
              <a:prstDash val="solid"/>
              <a:headEnd type="none" w="med" len="med"/>
              <a:tailEnd type="none" w="med" len="med"/>
            </a:ln>
          </p:spPr>
        </p:sp>
        <p:sp>
          <p:nvSpPr>
            <p:cNvPr id="49235" name="Line 155"/>
            <p:cNvSpPr/>
            <p:nvPr/>
          </p:nvSpPr>
          <p:spPr>
            <a:xfrm>
              <a:off x="1238" y="2622"/>
              <a:ext cx="152" cy="0"/>
            </a:xfrm>
            <a:prstGeom prst="line">
              <a:avLst/>
            </a:prstGeom>
            <a:ln w="28575" cap="flat" cmpd="sng">
              <a:solidFill>
                <a:srgbClr val="FF5050"/>
              </a:solidFill>
              <a:prstDash val="solid"/>
              <a:headEnd type="none" w="med" len="med"/>
              <a:tailEnd type="none" w="med" len="med"/>
            </a:ln>
          </p:spPr>
        </p:sp>
        <p:sp>
          <p:nvSpPr>
            <p:cNvPr id="49236" name="Line 156"/>
            <p:cNvSpPr/>
            <p:nvPr/>
          </p:nvSpPr>
          <p:spPr>
            <a:xfrm>
              <a:off x="922" y="2036"/>
              <a:ext cx="326" cy="598"/>
            </a:xfrm>
            <a:prstGeom prst="line">
              <a:avLst/>
            </a:prstGeom>
            <a:ln w="28575" cap="flat" cmpd="sng">
              <a:solidFill>
                <a:srgbClr val="FF5050"/>
              </a:solidFill>
              <a:prstDash val="solid"/>
              <a:headEnd type="none" w="med" len="med"/>
              <a:tailEnd type="none" w="med" len="med"/>
            </a:ln>
          </p:spPr>
        </p:sp>
        <p:sp>
          <p:nvSpPr>
            <p:cNvPr id="49237" name="Text Box 157"/>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9238" name="Text Box 158"/>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9239" name="Text Box 159"/>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9240" name="Text Box 160"/>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9241" name="Text Box 161"/>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9242" name="Text Box 162"/>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9243" name="Text Box 163"/>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9244" name="Text Box 164"/>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9245" name="Oval 127"/>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46" name="AutoShape 114"/>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47" name="Oval 115"/>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48" name="AutoShape 117"/>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49" name="Oval 118"/>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50" name="Text Box 134"/>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9251" name="Text Box 135"/>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grpSp>
      <p:sp>
        <p:nvSpPr>
          <p:cNvPr id="49184" name="Line 202"/>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49185" name="Line 203"/>
          <p:cNvSpPr/>
          <p:nvPr/>
        </p:nvSpPr>
        <p:spPr>
          <a:xfrm>
            <a:off x="6743700" y="1428750"/>
            <a:ext cx="0" cy="2159794"/>
          </a:xfrm>
          <a:prstGeom prst="line">
            <a:avLst/>
          </a:prstGeom>
          <a:ln w="9525" cap="flat" cmpd="sng">
            <a:solidFill>
              <a:schemeClr val="bg1"/>
            </a:solidFill>
            <a:prstDash val="dash"/>
            <a:headEnd type="none" w="med" len="med"/>
            <a:tailEnd type="none" w="med" len="med"/>
          </a:ln>
        </p:spPr>
      </p:sp>
      <p:sp>
        <p:nvSpPr>
          <p:cNvPr id="51299" name="AutoShape 204"/>
          <p:cNvSpPr/>
          <p:nvPr/>
        </p:nvSpPr>
        <p:spPr>
          <a:xfrm>
            <a:off x="3869690" y="4423410"/>
            <a:ext cx="3479165" cy="525145"/>
          </a:xfrm>
          <a:prstGeom prst="wedgeEllipseCallout">
            <a:avLst>
              <a:gd name="adj1" fmla="val -103780"/>
              <a:gd name="adj2" fmla="val -92932"/>
            </a:avLst>
          </a:prstGeom>
          <a:solidFill>
            <a:schemeClr val="accent1"/>
          </a:solidFill>
          <a:ln w="9525" cap="flat" cmpd="sng">
            <a:solidFill>
              <a:schemeClr val="tx1"/>
            </a:solidFill>
            <a:prstDash val="solid"/>
            <a:miter/>
            <a:headEnd type="none" w="med" len="med"/>
            <a:tailEnd type="none" w="med" len="med"/>
          </a:ln>
        </p:spPr>
        <p:txBody>
          <a:bodyPr/>
          <a:lstStyle/>
          <a:p>
            <a:pPr>
              <a:spcBef>
                <a:spcPct val="0"/>
              </a:spcBef>
            </a:pPr>
            <a:r>
              <a:rPr lang="en-US" altLang="zh-CN" sz="1200">
                <a:solidFill>
                  <a:srgbClr val="FFFF00"/>
                </a:solidFill>
                <a:latin typeface="Times New Roman" panose="02020603050405020304" pitchFamily="18" charset="0"/>
              </a:rPr>
              <a:t> </a:t>
            </a:r>
            <a:r>
              <a:rPr lang="en-US" altLang="zh-CN" sz="1500">
                <a:solidFill>
                  <a:srgbClr val="800080"/>
                </a:solidFill>
                <a:latin typeface="Times New Roman" panose="02020603050405020304" pitchFamily="18" charset="0"/>
              </a:rPr>
              <a:t>c</a:t>
            </a:r>
            <a:r>
              <a:rPr lang="en-US" altLang="zh-CN" sz="1350">
                <a:solidFill>
                  <a:srgbClr val="800080"/>
                </a:solidFill>
                <a:latin typeface="Times New Roman" panose="02020603050405020304" pitchFamily="18" charset="0"/>
              </a:rPr>
              <a:t>反馈线被称为置0维持线</a:t>
            </a:r>
            <a:endParaRPr lang="zh-CN" altLang="en-US" sz="1350" dirty="0">
              <a:solidFill>
                <a:srgbClr val="80008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1299"/>
                                        </p:tgtEl>
                                        <p:attrNameLst>
                                          <p:attrName>style.visibility</p:attrName>
                                        </p:attrNameLst>
                                      </p:cBhvr>
                                      <p:to>
                                        <p:strVal val="visible"/>
                                      </p:to>
                                    </p:set>
                                    <p:animEffect transition="in" filter="box(in)">
                                      <p:cBhvr>
                                        <p:cTn id="7" dur="500"/>
                                        <p:tgtEl>
                                          <p:spTgt spid="51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99"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p:nvPr/>
        </p:nvSpPr>
        <p:spPr>
          <a:xfrm>
            <a:off x="4463654" y="951310"/>
            <a:ext cx="2862263"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0179" name="Text Box 3"/>
          <p:cNvSpPr txBox="1"/>
          <p:nvPr/>
        </p:nvSpPr>
        <p:spPr>
          <a:xfrm>
            <a:off x="1385888"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0181" name="灯片编号占位符 4"/>
          <p:cNvSpPr txBox="1">
            <a:spLocks noGrp="1"/>
          </p:cNvSpPr>
          <p:nvPr/>
        </p:nvSpPr>
        <p:spPr>
          <a:xfrm>
            <a:off x="8532575" y="494863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50182" name="Rectangle 2"/>
          <p:cNvSpPr>
            <a:spLocks noGrp="1"/>
          </p:cNvSpPr>
          <p:nvPr>
            <p:ph type="title" idx="4294967295"/>
          </p:nvPr>
        </p:nvSpPr>
        <p:spPr>
          <a:xfrm>
            <a:off x="1543050" y="405448"/>
            <a:ext cx="4572000" cy="57150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(7)</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50183" name="Line 84"/>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50184" name="Line 85"/>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50185" name="Line 86"/>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50186" name="Line 87"/>
          <p:cNvSpPr/>
          <p:nvPr/>
        </p:nvSpPr>
        <p:spPr>
          <a:xfrm>
            <a:off x="6858000" y="1428750"/>
            <a:ext cx="0" cy="2159794"/>
          </a:xfrm>
          <a:prstGeom prst="line">
            <a:avLst/>
          </a:prstGeom>
          <a:ln w="9525" cap="flat" cmpd="sng">
            <a:solidFill>
              <a:schemeClr val="bg1"/>
            </a:solidFill>
            <a:prstDash val="dash"/>
            <a:headEnd type="none" w="med" len="med"/>
            <a:tailEnd type="none" w="med" len="med"/>
          </a:ln>
        </p:spPr>
      </p:sp>
      <p:sp>
        <p:nvSpPr>
          <p:cNvPr id="50187" name="Line 97"/>
          <p:cNvSpPr/>
          <p:nvPr/>
        </p:nvSpPr>
        <p:spPr>
          <a:xfrm>
            <a:off x="6858000" y="971550"/>
            <a:ext cx="0" cy="342900"/>
          </a:xfrm>
          <a:prstGeom prst="line">
            <a:avLst/>
          </a:prstGeom>
          <a:ln w="57150" cap="flat" cmpd="sng">
            <a:solidFill>
              <a:srgbClr val="FFFF00"/>
            </a:solidFill>
            <a:prstDash val="solid"/>
            <a:headEnd type="none" w="med" len="med"/>
            <a:tailEnd type="triangle" w="med" len="med"/>
          </a:ln>
        </p:spPr>
      </p:sp>
      <p:sp>
        <p:nvSpPr>
          <p:cNvPr id="50188" name="Line 70"/>
          <p:cNvSpPr/>
          <p:nvPr/>
        </p:nvSpPr>
        <p:spPr>
          <a:xfrm>
            <a:off x="6858000" y="1921669"/>
            <a:ext cx="377429" cy="0"/>
          </a:xfrm>
          <a:prstGeom prst="line">
            <a:avLst/>
          </a:prstGeom>
          <a:ln w="57150" cap="flat" cmpd="sng">
            <a:solidFill>
              <a:srgbClr val="99CCFF"/>
            </a:solidFill>
            <a:prstDash val="solid"/>
            <a:headEnd type="none" w="med" len="med"/>
            <a:tailEnd type="none" w="med" len="med"/>
          </a:ln>
        </p:spPr>
      </p:sp>
      <p:sp>
        <p:nvSpPr>
          <p:cNvPr id="50189" name="Line 74"/>
          <p:cNvSpPr/>
          <p:nvPr/>
        </p:nvSpPr>
        <p:spPr>
          <a:xfrm>
            <a:off x="6055519" y="1921669"/>
            <a:ext cx="394097" cy="0"/>
          </a:xfrm>
          <a:prstGeom prst="line">
            <a:avLst/>
          </a:prstGeom>
          <a:ln w="57150" cap="flat" cmpd="sng">
            <a:solidFill>
              <a:srgbClr val="99CCFF"/>
            </a:solidFill>
            <a:prstDash val="solid"/>
            <a:headEnd type="none" w="med" len="med"/>
            <a:tailEnd type="none" w="med" len="med"/>
          </a:ln>
        </p:spPr>
      </p:sp>
      <p:sp>
        <p:nvSpPr>
          <p:cNvPr id="50190" name="Line 75"/>
          <p:cNvSpPr/>
          <p:nvPr/>
        </p:nvSpPr>
        <p:spPr>
          <a:xfrm>
            <a:off x="6455569" y="1543050"/>
            <a:ext cx="0" cy="396479"/>
          </a:xfrm>
          <a:prstGeom prst="line">
            <a:avLst/>
          </a:prstGeom>
          <a:ln w="57150" cap="flat" cmpd="sng">
            <a:solidFill>
              <a:srgbClr val="99CCFF"/>
            </a:solidFill>
            <a:prstDash val="solid"/>
            <a:headEnd type="none" w="med" len="med"/>
            <a:tailEnd type="none" w="med" len="med"/>
          </a:ln>
        </p:spPr>
      </p:sp>
      <p:sp>
        <p:nvSpPr>
          <p:cNvPr id="50191" name="Line 76"/>
          <p:cNvSpPr/>
          <p:nvPr/>
        </p:nvSpPr>
        <p:spPr>
          <a:xfrm>
            <a:off x="6455569" y="1543050"/>
            <a:ext cx="394097" cy="0"/>
          </a:xfrm>
          <a:prstGeom prst="line">
            <a:avLst/>
          </a:prstGeom>
          <a:ln w="57150" cap="flat" cmpd="sng">
            <a:solidFill>
              <a:srgbClr val="99CCFF"/>
            </a:solidFill>
            <a:prstDash val="solid"/>
            <a:headEnd type="none" w="med" len="med"/>
            <a:tailEnd type="none" w="med" len="med"/>
          </a:ln>
        </p:spPr>
      </p:sp>
      <p:sp>
        <p:nvSpPr>
          <p:cNvPr id="50192" name="Line 77"/>
          <p:cNvSpPr/>
          <p:nvPr/>
        </p:nvSpPr>
        <p:spPr>
          <a:xfrm>
            <a:off x="6858000" y="1543050"/>
            <a:ext cx="0" cy="396479"/>
          </a:xfrm>
          <a:prstGeom prst="line">
            <a:avLst/>
          </a:prstGeom>
          <a:ln w="57150" cap="flat" cmpd="sng">
            <a:solidFill>
              <a:srgbClr val="99CCFF"/>
            </a:solidFill>
            <a:prstDash val="solid"/>
            <a:headEnd type="none" w="med" len="med"/>
            <a:tailEnd type="none" w="med" len="med"/>
          </a:ln>
        </p:spPr>
      </p:sp>
      <p:sp>
        <p:nvSpPr>
          <p:cNvPr id="50193" name="Line 78"/>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50194" name="Line 79"/>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50195" name="Line 80"/>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50196" name="Line 81"/>
          <p:cNvSpPr/>
          <p:nvPr/>
        </p:nvSpPr>
        <p:spPr>
          <a:xfrm>
            <a:off x="6060281" y="1543050"/>
            <a:ext cx="0" cy="396479"/>
          </a:xfrm>
          <a:prstGeom prst="line">
            <a:avLst/>
          </a:prstGeom>
          <a:ln w="57150" cap="flat" cmpd="sng">
            <a:solidFill>
              <a:srgbClr val="99CCFF"/>
            </a:solidFill>
            <a:prstDash val="solid"/>
            <a:headEnd type="none" w="med" len="med"/>
            <a:tailEnd type="none" w="med" len="med"/>
          </a:ln>
        </p:spPr>
      </p:sp>
      <p:sp>
        <p:nvSpPr>
          <p:cNvPr id="50197" name="Text Box 82"/>
          <p:cNvSpPr txBox="1"/>
          <p:nvPr/>
        </p:nvSpPr>
        <p:spPr>
          <a:xfrm>
            <a:off x="4463654" y="1600200"/>
            <a:ext cx="679847"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50198" name="Text Box 83"/>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50199" name="Line 90"/>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50200" name="Line 91"/>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50201" name="Line 92"/>
          <p:cNvSpPr/>
          <p:nvPr/>
        </p:nvSpPr>
        <p:spPr>
          <a:xfrm>
            <a:off x="5772150" y="2731294"/>
            <a:ext cx="971550" cy="0"/>
          </a:xfrm>
          <a:prstGeom prst="line">
            <a:avLst/>
          </a:prstGeom>
          <a:ln w="57150" cap="flat" cmpd="sng">
            <a:solidFill>
              <a:srgbClr val="FFFF00"/>
            </a:solidFill>
            <a:prstDash val="solid"/>
            <a:headEnd type="none" w="med" len="med"/>
            <a:tailEnd type="none" w="med" len="med"/>
          </a:ln>
        </p:spPr>
      </p:sp>
      <p:sp>
        <p:nvSpPr>
          <p:cNvPr id="50202" name="Line 93"/>
          <p:cNvSpPr/>
          <p:nvPr/>
        </p:nvSpPr>
        <p:spPr>
          <a:xfrm>
            <a:off x="6734175" y="2343150"/>
            <a:ext cx="0" cy="396479"/>
          </a:xfrm>
          <a:prstGeom prst="line">
            <a:avLst/>
          </a:prstGeom>
          <a:ln w="57150" cap="flat" cmpd="sng">
            <a:solidFill>
              <a:srgbClr val="FFFF00"/>
            </a:solidFill>
            <a:prstDash val="solid"/>
            <a:headEnd type="none" w="med" len="med"/>
            <a:tailEnd type="none" w="med" len="med"/>
          </a:ln>
        </p:spPr>
      </p:sp>
      <p:sp>
        <p:nvSpPr>
          <p:cNvPr id="50203" name="Line 94"/>
          <p:cNvSpPr/>
          <p:nvPr/>
        </p:nvSpPr>
        <p:spPr>
          <a:xfrm>
            <a:off x="6743700" y="2343150"/>
            <a:ext cx="432197" cy="0"/>
          </a:xfrm>
          <a:prstGeom prst="line">
            <a:avLst/>
          </a:prstGeom>
          <a:ln w="57150" cap="flat" cmpd="sng">
            <a:solidFill>
              <a:srgbClr val="FFFF00"/>
            </a:solidFill>
            <a:prstDash val="solid"/>
            <a:headEnd type="none" w="med" len="med"/>
            <a:tailEnd type="none" w="med" len="med"/>
          </a:ln>
        </p:spPr>
      </p:sp>
      <p:sp>
        <p:nvSpPr>
          <p:cNvPr id="50204" name="Text Box 95"/>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50205" name="Line 96"/>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50206" name="Line 98"/>
          <p:cNvSpPr/>
          <p:nvPr/>
        </p:nvSpPr>
        <p:spPr>
          <a:xfrm>
            <a:off x="5657850" y="2971800"/>
            <a:ext cx="0" cy="396479"/>
          </a:xfrm>
          <a:prstGeom prst="line">
            <a:avLst/>
          </a:prstGeom>
          <a:ln w="57150" cap="flat" cmpd="sng">
            <a:solidFill>
              <a:schemeClr val="bg1"/>
            </a:solidFill>
            <a:prstDash val="solid"/>
            <a:headEnd type="none" w="med" len="med"/>
            <a:tailEnd type="none" w="med" len="med"/>
          </a:ln>
        </p:spPr>
      </p:sp>
      <p:sp>
        <p:nvSpPr>
          <p:cNvPr id="50207" name="Line 99"/>
          <p:cNvSpPr/>
          <p:nvPr/>
        </p:nvSpPr>
        <p:spPr>
          <a:xfrm>
            <a:off x="5657850" y="2983706"/>
            <a:ext cx="809625" cy="0"/>
          </a:xfrm>
          <a:prstGeom prst="line">
            <a:avLst/>
          </a:prstGeom>
          <a:ln w="57150" cap="flat" cmpd="sng">
            <a:solidFill>
              <a:schemeClr val="bg1"/>
            </a:solidFill>
            <a:prstDash val="solid"/>
            <a:headEnd type="none" w="med" len="med"/>
            <a:tailEnd type="none" w="med" len="med"/>
          </a:ln>
        </p:spPr>
      </p:sp>
      <p:sp>
        <p:nvSpPr>
          <p:cNvPr id="50208" name="Line 100"/>
          <p:cNvSpPr/>
          <p:nvPr/>
        </p:nvSpPr>
        <p:spPr>
          <a:xfrm>
            <a:off x="6460331" y="2995613"/>
            <a:ext cx="0" cy="396479"/>
          </a:xfrm>
          <a:prstGeom prst="line">
            <a:avLst/>
          </a:prstGeom>
          <a:ln w="57150" cap="flat" cmpd="sng">
            <a:solidFill>
              <a:schemeClr val="bg1"/>
            </a:solidFill>
            <a:prstDash val="solid"/>
            <a:headEnd type="none" w="med" len="med"/>
            <a:tailEnd type="none" w="med" len="med"/>
          </a:ln>
        </p:spPr>
      </p:sp>
      <p:sp>
        <p:nvSpPr>
          <p:cNvPr id="50209" name="Line 101"/>
          <p:cNvSpPr/>
          <p:nvPr/>
        </p:nvSpPr>
        <p:spPr>
          <a:xfrm>
            <a:off x="6460331" y="3371850"/>
            <a:ext cx="701279" cy="0"/>
          </a:xfrm>
          <a:prstGeom prst="line">
            <a:avLst/>
          </a:prstGeom>
          <a:ln w="57150" cap="flat" cmpd="sng">
            <a:solidFill>
              <a:schemeClr val="bg1"/>
            </a:solidFill>
            <a:prstDash val="solid"/>
            <a:headEnd type="none" w="med" len="med"/>
            <a:tailEnd type="none" w="med" len="med"/>
          </a:ln>
        </p:spPr>
      </p:sp>
      <p:sp>
        <p:nvSpPr>
          <p:cNvPr id="50210" name="Line 5"/>
          <p:cNvSpPr/>
          <p:nvPr/>
        </p:nvSpPr>
        <p:spPr>
          <a:xfrm rot="-5400000">
            <a:off x="2220516" y="2191941"/>
            <a:ext cx="191690" cy="0"/>
          </a:xfrm>
          <a:prstGeom prst="line">
            <a:avLst/>
          </a:prstGeom>
          <a:ln w="28575" cap="flat" cmpd="sng">
            <a:solidFill>
              <a:schemeClr val="accent1"/>
            </a:solidFill>
            <a:prstDash val="solid"/>
            <a:headEnd type="none" w="med" len="med"/>
            <a:tailEnd type="none" w="med" len="med"/>
          </a:ln>
        </p:spPr>
      </p:sp>
      <p:sp>
        <p:nvSpPr>
          <p:cNvPr id="50211" name="Line 6"/>
          <p:cNvSpPr/>
          <p:nvPr/>
        </p:nvSpPr>
        <p:spPr>
          <a:xfrm rot="-5400000">
            <a:off x="2057400" y="1507331"/>
            <a:ext cx="342900" cy="0"/>
          </a:xfrm>
          <a:prstGeom prst="line">
            <a:avLst/>
          </a:prstGeom>
          <a:ln w="28575" cap="flat" cmpd="sng">
            <a:solidFill>
              <a:srgbClr val="FF5050"/>
            </a:solidFill>
            <a:prstDash val="solid"/>
            <a:headEnd type="none" w="med" len="med"/>
            <a:tailEnd type="none" w="med" len="med"/>
          </a:ln>
        </p:spPr>
      </p:sp>
      <p:sp>
        <p:nvSpPr>
          <p:cNvPr id="50212" name="AutoShape 7"/>
          <p:cNvSpPr/>
          <p:nvPr/>
        </p:nvSpPr>
        <p:spPr>
          <a:xfrm rot="-5400000">
            <a:off x="2052638" y="1752600"/>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13" name="Oval 8"/>
          <p:cNvSpPr/>
          <p:nvPr/>
        </p:nvSpPr>
        <p:spPr>
          <a:xfrm rot="-5400000">
            <a:off x="2190750" y="1672829"/>
            <a:ext cx="73819" cy="72628"/>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14" name="Line 9"/>
          <p:cNvSpPr/>
          <p:nvPr/>
        </p:nvSpPr>
        <p:spPr>
          <a:xfrm rot="-5400000">
            <a:off x="2971800" y="1510904"/>
            <a:ext cx="342900" cy="0"/>
          </a:xfrm>
          <a:prstGeom prst="line">
            <a:avLst/>
          </a:prstGeom>
          <a:ln w="28575" cap="flat" cmpd="sng">
            <a:solidFill>
              <a:schemeClr val="accent1"/>
            </a:solidFill>
            <a:prstDash val="solid"/>
            <a:headEnd type="none" w="med" len="med"/>
            <a:tailEnd type="none" w="med" len="med"/>
          </a:ln>
        </p:spPr>
      </p:sp>
      <p:sp>
        <p:nvSpPr>
          <p:cNvPr id="50215" name="AutoShape 10"/>
          <p:cNvSpPr/>
          <p:nvPr/>
        </p:nvSpPr>
        <p:spPr>
          <a:xfrm rot="-5400000">
            <a:off x="2967038" y="1756172"/>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16" name="Oval 11"/>
          <p:cNvSpPr/>
          <p:nvPr/>
        </p:nvSpPr>
        <p:spPr>
          <a:xfrm rot="-5400000">
            <a:off x="3105150" y="1664494"/>
            <a:ext cx="73819" cy="72629"/>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17" name="Line 12"/>
          <p:cNvSpPr/>
          <p:nvPr/>
        </p:nvSpPr>
        <p:spPr>
          <a:xfrm rot="-5400000">
            <a:off x="1965722" y="2346722"/>
            <a:ext cx="532209" cy="0"/>
          </a:xfrm>
          <a:prstGeom prst="line">
            <a:avLst/>
          </a:prstGeom>
          <a:ln w="28575" cap="flat" cmpd="sng">
            <a:solidFill>
              <a:srgbClr val="FF5050"/>
            </a:solidFill>
            <a:prstDash val="solid"/>
            <a:headEnd type="none" w="med" len="med"/>
            <a:tailEnd type="none" w="med" len="med"/>
          </a:ln>
        </p:spPr>
      </p:sp>
      <p:sp>
        <p:nvSpPr>
          <p:cNvPr id="50218" name="Line 13"/>
          <p:cNvSpPr/>
          <p:nvPr/>
        </p:nvSpPr>
        <p:spPr>
          <a:xfrm rot="-5400000">
            <a:off x="1963341" y="3202781"/>
            <a:ext cx="319088" cy="0"/>
          </a:xfrm>
          <a:prstGeom prst="line">
            <a:avLst/>
          </a:prstGeom>
          <a:ln w="28575" cap="flat" cmpd="sng">
            <a:solidFill>
              <a:schemeClr val="accent1"/>
            </a:solidFill>
            <a:prstDash val="solid"/>
            <a:headEnd type="none" w="med" len="med"/>
            <a:tailEnd type="none" w="med" len="med"/>
          </a:ln>
        </p:spPr>
      </p:sp>
      <p:sp>
        <p:nvSpPr>
          <p:cNvPr id="50219" name="AutoShape 14"/>
          <p:cNvSpPr/>
          <p:nvPr/>
        </p:nvSpPr>
        <p:spPr>
          <a:xfrm rot="-5400000">
            <a:off x="2047875" y="2703910"/>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20" name="Oval 15"/>
          <p:cNvSpPr/>
          <p:nvPr/>
        </p:nvSpPr>
        <p:spPr>
          <a:xfrm rot="-5400000">
            <a:off x="2196704" y="2615804"/>
            <a:ext cx="73819" cy="67865"/>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21" name="AutoShape 16"/>
          <p:cNvSpPr/>
          <p:nvPr/>
        </p:nvSpPr>
        <p:spPr>
          <a:xfrm rot="-5400000">
            <a:off x="2962275" y="2707481"/>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22" name="Oval 17"/>
          <p:cNvSpPr/>
          <p:nvPr/>
        </p:nvSpPr>
        <p:spPr>
          <a:xfrm rot="-5400000">
            <a:off x="3111104" y="2619375"/>
            <a:ext cx="73819" cy="67866"/>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23" name="Line 18"/>
          <p:cNvSpPr/>
          <p:nvPr/>
        </p:nvSpPr>
        <p:spPr>
          <a:xfrm rot="-5400000">
            <a:off x="2024063" y="4082654"/>
            <a:ext cx="183356" cy="0"/>
          </a:xfrm>
          <a:prstGeom prst="line">
            <a:avLst/>
          </a:prstGeom>
          <a:ln w="28575" cap="flat" cmpd="sng">
            <a:solidFill>
              <a:srgbClr val="FF5050"/>
            </a:solidFill>
            <a:prstDash val="solid"/>
            <a:headEnd type="none" w="med" len="med"/>
            <a:tailEnd type="none" w="med" len="med"/>
          </a:ln>
        </p:spPr>
      </p:sp>
      <p:sp>
        <p:nvSpPr>
          <p:cNvPr id="50224" name="Line 21"/>
          <p:cNvSpPr/>
          <p:nvPr/>
        </p:nvSpPr>
        <p:spPr>
          <a:xfrm rot="-5400000">
            <a:off x="2937272" y="4094560"/>
            <a:ext cx="183356" cy="0"/>
          </a:xfrm>
          <a:prstGeom prst="line">
            <a:avLst/>
          </a:prstGeom>
          <a:ln w="28575" cap="flat" cmpd="sng">
            <a:solidFill>
              <a:schemeClr val="accent1"/>
            </a:solidFill>
            <a:prstDash val="solid"/>
            <a:headEnd type="none" w="med" len="med"/>
            <a:tailEnd type="none" w="med" len="med"/>
          </a:ln>
        </p:spPr>
      </p:sp>
      <p:sp>
        <p:nvSpPr>
          <p:cNvPr id="50225" name="Line 24"/>
          <p:cNvSpPr/>
          <p:nvPr/>
        </p:nvSpPr>
        <p:spPr>
          <a:xfrm rot="-5400000">
            <a:off x="2932510" y="2190750"/>
            <a:ext cx="191690" cy="0"/>
          </a:xfrm>
          <a:prstGeom prst="line">
            <a:avLst/>
          </a:prstGeom>
          <a:ln w="28575" cap="flat" cmpd="sng">
            <a:solidFill>
              <a:srgbClr val="FF5050"/>
            </a:solidFill>
            <a:prstDash val="solid"/>
            <a:headEnd type="none" w="med" len="med"/>
            <a:tailEnd type="none" w="med" len="med"/>
          </a:ln>
        </p:spPr>
      </p:sp>
      <p:sp>
        <p:nvSpPr>
          <p:cNvPr id="50226" name="Line 25"/>
          <p:cNvSpPr/>
          <p:nvPr/>
        </p:nvSpPr>
        <p:spPr>
          <a:xfrm>
            <a:off x="2319338" y="2288381"/>
            <a:ext cx="180975" cy="0"/>
          </a:xfrm>
          <a:prstGeom prst="line">
            <a:avLst/>
          </a:prstGeom>
          <a:ln w="28575" cap="flat" cmpd="sng">
            <a:solidFill>
              <a:schemeClr val="accent1"/>
            </a:solidFill>
            <a:prstDash val="solid"/>
            <a:headEnd type="none" w="med" len="med"/>
            <a:tailEnd type="none" w="med" len="med"/>
          </a:ln>
        </p:spPr>
      </p:sp>
      <p:sp>
        <p:nvSpPr>
          <p:cNvPr id="50227" name="Line 26"/>
          <p:cNvSpPr/>
          <p:nvPr/>
        </p:nvSpPr>
        <p:spPr>
          <a:xfrm>
            <a:off x="2861072" y="2288381"/>
            <a:ext cx="167878" cy="0"/>
          </a:xfrm>
          <a:prstGeom prst="line">
            <a:avLst/>
          </a:prstGeom>
          <a:ln w="28575" cap="flat" cmpd="sng">
            <a:solidFill>
              <a:srgbClr val="FF5050"/>
            </a:solidFill>
            <a:prstDash val="solid"/>
            <a:headEnd type="none" w="med" len="med"/>
            <a:tailEnd type="none" w="med" len="med"/>
          </a:ln>
        </p:spPr>
      </p:sp>
      <p:sp>
        <p:nvSpPr>
          <p:cNvPr id="50228" name="Line 27"/>
          <p:cNvSpPr/>
          <p:nvPr/>
        </p:nvSpPr>
        <p:spPr>
          <a:xfrm>
            <a:off x="2228850" y="1545431"/>
            <a:ext cx="248841" cy="0"/>
          </a:xfrm>
          <a:prstGeom prst="line">
            <a:avLst/>
          </a:prstGeom>
          <a:ln w="28575" cap="flat" cmpd="sng">
            <a:solidFill>
              <a:srgbClr val="FF5050"/>
            </a:solidFill>
            <a:prstDash val="solid"/>
            <a:headEnd type="none" w="med" len="med"/>
            <a:tailEnd type="none" w="med" len="med"/>
          </a:ln>
        </p:spPr>
      </p:sp>
      <p:sp>
        <p:nvSpPr>
          <p:cNvPr id="50229" name="Line 28"/>
          <p:cNvSpPr/>
          <p:nvPr/>
        </p:nvSpPr>
        <p:spPr>
          <a:xfrm>
            <a:off x="2906316" y="1545431"/>
            <a:ext cx="248840" cy="0"/>
          </a:xfrm>
          <a:prstGeom prst="line">
            <a:avLst/>
          </a:prstGeom>
          <a:ln w="28575" cap="flat" cmpd="sng">
            <a:solidFill>
              <a:schemeClr val="accent1"/>
            </a:solidFill>
            <a:prstDash val="solid"/>
            <a:headEnd type="none" w="med" len="med"/>
            <a:tailEnd type="none" w="med" len="med"/>
          </a:ln>
        </p:spPr>
      </p:sp>
      <p:sp>
        <p:nvSpPr>
          <p:cNvPr id="50230" name="Line 29"/>
          <p:cNvSpPr/>
          <p:nvPr/>
        </p:nvSpPr>
        <p:spPr>
          <a:xfrm>
            <a:off x="2481263" y="1545431"/>
            <a:ext cx="388144" cy="750094"/>
          </a:xfrm>
          <a:prstGeom prst="line">
            <a:avLst/>
          </a:prstGeom>
          <a:ln w="28575" cap="flat" cmpd="sng">
            <a:solidFill>
              <a:srgbClr val="FF5050"/>
            </a:solidFill>
            <a:prstDash val="solid"/>
            <a:headEnd type="none" w="med" len="med"/>
            <a:tailEnd type="none" w="med" len="med"/>
          </a:ln>
        </p:spPr>
      </p:sp>
      <p:sp>
        <p:nvSpPr>
          <p:cNvPr id="50231" name="Line 30"/>
          <p:cNvSpPr/>
          <p:nvPr/>
        </p:nvSpPr>
        <p:spPr>
          <a:xfrm flipH="1">
            <a:off x="2490788" y="1545431"/>
            <a:ext cx="404813" cy="750094"/>
          </a:xfrm>
          <a:prstGeom prst="line">
            <a:avLst/>
          </a:prstGeom>
          <a:ln w="28575" cap="flat" cmpd="sng">
            <a:solidFill>
              <a:schemeClr val="accent1"/>
            </a:solidFill>
            <a:prstDash val="solid"/>
            <a:headEnd type="none" w="med" len="med"/>
            <a:tailEnd type="none" w="med" len="med"/>
          </a:ln>
        </p:spPr>
      </p:sp>
      <p:sp>
        <p:nvSpPr>
          <p:cNvPr id="50232" name="Line 31"/>
          <p:cNvSpPr/>
          <p:nvPr/>
        </p:nvSpPr>
        <p:spPr>
          <a:xfrm rot="-5400000">
            <a:off x="2876550" y="2346722"/>
            <a:ext cx="532210" cy="0"/>
          </a:xfrm>
          <a:prstGeom prst="line">
            <a:avLst/>
          </a:prstGeom>
          <a:ln w="28575" cap="flat" cmpd="sng">
            <a:solidFill>
              <a:srgbClr val="FF5050"/>
            </a:solidFill>
            <a:prstDash val="solid"/>
            <a:headEnd type="none" w="med" len="med"/>
            <a:tailEnd type="none" w="med" len="med"/>
          </a:ln>
        </p:spPr>
      </p:sp>
      <p:sp>
        <p:nvSpPr>
          <p:cNvPr id="50233" name="Oval 33"/>
          <p:cNvSpPr/>
          <p:nvPr/>
        </p:nvSpPr>
        <p:spPr>
          <a:xfrm>
            <a:off x="2205038" y="1521619"/>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34" name="Oval 34"/>
          <p:cNvSpPr/>
          <p:nvPr/>
        </p:nvSpPr>
        <p:spPr>
          <a:xfrm>
            <a:off x="3109913" y="1521619"/>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35" name="Text Box 35"/>
          <p:cNvSpPr txBox="1"/>
          <p:nvPr/>
        </p:nvSpPr>
        <p:spPr>
          <a:xfrm>
            <a:off x="3040856" y="2790825"/>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50236" name="Text Box 36"/>
          <p:cNvSpPr txBox="1"/>
          <p:nvPr/>
        </p:nvSpPr>
        <p:spPr>
          <a:xfrm>
            <a:off x="3028950" y="1821656"/>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50237" name="Text Box 37"/>
          <p:cNvSpPr txBox="1"/>
          <p:nvPr/>
        </p:nvSpPr>
        <p:spPr>
          <a:xfrm>
            <a:off x="2114550" y="1828800"/>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50238" name="Text Box 38"/>
          <p:cNvSpPr txBox="1"/>
          <p:nvPr/>
        </p:nvSpPr>
        <p:spPr>
          <a:xfrm>
            <a:off x="2114550" y="2790825"/>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50239" name="Line 41"/>
          <p:cNvSpPr/>
          <p:nvPr/>
        </p:nvSpPr>
        <p:spPr>
          <a:xfrm rot="-5400000">
            <a:off x="1962150" y="3300413"/>
            <a:ext cx="532210" cy="0"/>
          </a:xfrm>
          <a:prstGeom prst="line">
            <a:avLst/>
          </a:prstGeom>
          <a:ln w="28575" cap="flat" cmpd="sng">
            <a:solidFill>
              <a:schemeClr val="accent1"/>
            </a:solidFill>
            <a:prstDash val="solid"/>
            <a:headEnd type="none" w="med" len="med"/>
            <a:tailEnd type="none" w="med" len="med"/>
          </a:ln>
        </p:spPr>
      </p:sp>
      <p:sp>
        <p:nvSpPr>
          <p:cNvPr id="50240" name="Line 42"/>
          <p:cNvSpPr/>
          <p:nvPr/>
        </p:nvSpPr>
        <p:spPr>
          <a:xfrm rot="-5400000">
            <a:off x="2876550" y="3308747"/>
            <a:ext cx="532210" cy="0"/>
          </a:xfrm>
          <a:prstGeom prst="line">
            <a:avLst/>
          </a:prstGeom>
          <a:ln w="28575" cap="flat" cmpd="sng">
            <a:solidFill>
              <a:srgbClr val="FF5050"/>
            </a:solidFill>
            <a:prstDash val="solid"/>
            <a:headEnd type="none" w="med" len="med"/>
            <a:tailEnd type="none" w="med" len="med"/>
          </a:ln>
        </p:spPr>
      </p:sp>
      <p:sp>
        <p:nvSpPr>
          <p:cNvPr id="50241" name="Line 43"/>
          <p:cNvSpPr/>
          <p:nvPr/>
        </p:nvSpPr>
        <p:spPr>
          <a:xfrm rot="-5400000">
            <a:off x="2234804" y="3126581"/>
            <a:ext cx="191690" cy="0"/>
          </a:xfrm>
          <a:prstGeom prst="line">
            <a:avLst/>
          </a:prstGeom>
          <a:ln w="28575" cap="flat" cmpd="sng">
            <a:solidFill>
              <a:srgbClr val="FF5050"/>
            </a:solidFill>
            <a:prstDash val="solid"/>
            <a:headEnd type="none" w="med" len="med"/>
            <a:tailEnd type="none" w="med" len="med"/>
          </a:ln>
        </p:spPr>
      </p:sp>
      <p:sp>
        <p:nvSpPr>
          <p:cNvPr id="50242" name="Line 44"/>
          <p:cNvSpPr/>
          <p:nvPr/>
        </p:nvSpPr>
        <p:spPr>
          <a:xfrm>
            <a:off x="2331244" y="3226594"/>
            <a:ext cx="167879" cy="0"/>
          </a:xfrm>
          <a:prstGeom prst="line">
            <a:avLst/>
          </a:prstGeom>
          <a:ln w="28575" cap="flat" cmpd="sng">
            <a:solidFill>
              <a:srgbClr val="FF5050"/>
            </a:solidFill>
            <a:prstDash val="solid"/>
            <a:headEnd type="none" w="med" len="med"/>
            <a:tailEnd type="none" w="med" len="med"/>
          </a:ln>
        </p:spPr>
      </p:sp>
      <p:sp>
        <p:nvSpPr>
          <p:cNvPr id="50243" name="Line 45"/>
          <p:cNvSpPr/>
          <p:nvPr/>
        </p:nvSpPr>
        <p:spPr>
          <a:xfrm>
            <a:off x="2890838" y="2483644"/>
            <a:ext cx="517922" cy="0"/>
          </a:xfrm>
          <a:prstGeom prst="line">
            <a:avLst/>
          </a:prstGeom>
          <a:ln w="28575" cap="flat" cmpd="sng">
            <a:solidFill>
              <a:srgbClr val="FF5050"/>
            </a:solidFill>
            <a:prstDash val="solid"/>
            <a:headEnd type="none" w="med" len="med"/>
            <a:tailEnd type="none" w="med" len="med"/>
          </a:ln>
        </p:spPr>
      </p:sp>
      <p:sp>
        <p:nvSpPr>
          <p:cNvPr id="50244" name="Line 46"/>
          <p:cNvSpPr/>
          <p:nvPr/>
        </p:nvSpPr>
        <p:spPr>
          <a:xfrm flipH="1">
            <a:off x="2469356" y="2483644"/>
            <a:ext cx="404813" cy="750094"/>
          </a:xfrm>
          <a:prstGeom prst="line">
            <a:avLst/>
          </a:prstGeom>
          <a:ln w="28575" cap="flat" cmpd="sng">
            <a:solidFill>
              <a:srgbClr val="FF5050"/>
            </a:solidFill>
            <a:prstDash val="solid"/>
            <a:headEnd type="none" w="med" len="med"/>
            <a:tailEnd type="none" w="med" len="med"/>
          </a:ln>
        </p:spPr>
      </p:sp>
      <p:sp>
        <p:nvSpPr>
          <p:cNvPr id="50245" name="Line 47"/>
          <p:cNvSpPr/>
          <p:nvPr/>
        </p:nvSpPr>
        <p:spPr>
          <a:xfrm rot="-5400000">
            <a:off x="3084910" y="3202781"/>
            <a:ext cx="319088" cy="0"/>
          </a:xfrm>
          <a:prstGeom prst="line">
            <a:avLst/>
          </a:prstGeom>
          <a:ln w="28575" cap="flat" cmpd="sng">
            <a:solidFill>
              <a:schemeClr val="accent1"/>
            </a:solidFill>
            <a:prstDash val="solid"/>
            <a:headEnd type="none" w="med" len="med"/>
            <a:tailEnd type="none" w="med" len="med"/>
          </a:ln>
        </p:spPr>
      </p:sp>
      <p:sp>
        <p:nvSpPr>
          <p:cNvPr id="50246" name="Line 48"/>
          <p:cNvSpPr/>
          <p:nvPr/>
        </p:nvSpPr>
        <p:spPr>
          <a:xfrm>
            <a:off x="2126456" y="3362325"/>
            <a:ext cx="1574006" cy="0"/>
          </a:xfrm>
          <a:prstGeom prst="line">
            <a:avLst/>
          </a:prstGeom>
          <a:ln w="28575" cap="flat" cmpd="sng">
            <a:solidFill>
              <a:schemeClr val="accent1"/>
            </a:solidFill>
            <a:prstDash val="solid"/>
            <a:headEnd type="none" w="med" len="med"/>
            <a:tailEnd type="none" w="med" len="med"/>
          </a:ln>
        </p:spPr>
      </p:sp>
      <p:sp>
        <p:nvSpPr>
          <p:cNvPr id="50247" name="Line 49"/>
          <p:cNvSpPr/>
          <p:nvPr/>
        </p:nvSpPr>
        <p:spPr>
          <a:xfrm>
            <a:off x="1885950" y="2516981"/>
            <a:ext cx="0" cy="1659731"/>
          </a:xfrm>
          <a:prstGeom prst="line">
            <a:avLst/>
          </a:prstGeom>
          <a:ln w="28575" cap="flat" cmpd="sng">
            <a:solidFill>
              <a:srgbClr val="FF5050"/>
            </a:solidFill>
            <a:prstDash val="solid"/>
            <a:headEnd type="none" w="med" len="med"/>
            <a:tailEnd type="none" w="med" len="med"/>
          </a:ln>
        </p:spPr>
      </p:sp>
      <p:sp>
        <p:nvSpPr>
          <p:cNvPr id="50248" name="Line 50"/>
          <p:cNvSpPr/>
          <p:nvPr/>
        </p:nvSpPr>
        <p:spPr>
          <a:xfrm>
            <a:off x="1885950" y="2516981"/>
            <a:ext cx="342900" cy="0"/>
          </a:xfrm>
          <a:prstGeom prst="line">
            <a:avLst/>
          </a:prstGeom>
          <a:ln w="28575" cap="flat" cmpd="sng">
            <a:solidFill>
              <a:srgbClr val="FF5050"/>
            </a:solidFill>
            <a:prstDash val="solid"/>
            <a:headEnd type="none" w="med" len="med"/>
            <a:tailEnd type="none" w="med" len="med"/>
          </a:ln>
        </p:spPr>
      </p:sp>
      <p:sp>
        <p:nvSpPr>
          <p:cNvPr id="50249" name="Oval 51"/>
          <p:cNvSpPr/>
          <p:nvPr/>
        </p:nvSpPr>
        <p:spPr>
          <a:xfrm>
            <a:off x="2205038" y="2483644"/>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50" name="Line 52"/>
          <p:cNvSpPr/>
          <p:nvPr/>
        </p:nvSpPr>
        <p:spPr>
          <a:xfrm>
            <a:off x="1885950" y="4174331"/>
            <a:ext cx="228600" cy="0"/>
          </a:xfrm>
          <a:prstGeom prst="line">
            <a:avLst/>
          </a:prstGeom>
          <a:ln w="28575" cap="flat" cmpd="sng">
            <a:solidFill>
              <a:srgbClr val="FF5050"/>
            </a:solidFill>
            <a:prstDash val="solid"/>
            <a:headEnd type="none" w="med" len="med"/>
            <a:tailEnd type="none" w="med" len="med"/>
          </a:ln>
        </p:spPr>
      </p:sp>
      <p:sp>
        <p:nvSpPr>
          <p:cNvPr id="50251" name="Oval 53"/>
          <p:cNvSpPr/>
          <p:nvPr/>
        </p:nvSpPr>
        <p:spPr>
          <a:xfrm>
            <a:off x="3212306" y="3326606"/>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52" name="Line 54"/>
          <p:cNvSpPr/>
          <p:nvPr/>
        </p:nvSpPr>
        <p:spPr>
          <a:xfrm>
            <a:off x="2331244" y="4014788"/>
            <a:ext cx="0" cy="413147"/>
          </a:xfrm>
          <a:prstGeom prst="line">
            <a:avLst/>
          </a:prstGeom>
          <a:ln w="28575" cap="flat" cmpd="sng">
            <a:solidFill>
              <a:srgbClr val="FF5050"/>
            </a:solidFill>
            <a:prstDash val="solid"/>
            <a:headEnd type="none" w="med" len="med"/>
            <a:tailEnd type="none" w="med" len="med"/>
          </a:ln>
        </p:spPr>
      </p:sp>
      <p:sp>
        <p:nvSpPr>
          <p:cNvPr id="50253" name="Line 55"/>
          <p:cNvSpPr/>
          <p:nvPr/>
        </p:nvSpPr>
        <p:spPr>
          <a:xfrm>
            <a:off x="3395663" y="2471738"/>
            <a:ext cx="0" cy="1714500"/>
          </a:xfrm>
          <a:prstGeom prst="line">
            <a:avLst/>
          </a:prstGeom>
          <a:ln w="28575" cap="flat" cmpd="sng">
            <a:solidFill>
              <a:srgbClr val="FF5050"/>
            </a:solidFill>
            <a:prstDash val="solid"/>
            <a:headEnd type="none" w="med" len="med"/>
            <a:tailEnd type="none" w="med" len="med"/>
          </a:ln>
        </p:spPr>
      </p:sp>
      <p:sp>
        <p:nvSpPr>
          <p:cNvPr id="50254" name="Line 56"/>
          <p:cNvSpPr/>
          <p:nvPr/>
        </p:nvSpPr>
        <p:spPr>
          <a:xfrm rot="-5400000">
            <a:off x="3156347" y="4082654"/>
            <a:ext cx="183356" cy="0"/>
          </a:xfrm>
          <a:prstGeom prst="line">
            <a:avLst/>
          </a:prstGeom>
          <a:ln w="28575" cap="flat" cmpd="sng">
            <a:solidFill>
              <a:srgbClr val="FF5050"/>
            </a:solidFill>
            <a:prstDash val="solid"/>
            <a:headEnd type="none" w="med" len="med"/>
            <a:tailEnd type="none" w="med" len="med"/>
          </a:ln>
        </p:spPr>
      </p:sp>
      <p:sp>
        <p:nvSpPr>
          <p:cNvPr id="50255" name="Line 57"/>
          <p:cNvSpPr/>
          <p:nvPr/>
        </p:nvSpPr>
        <p:spPr>
          <a:xfrm>
            <a:off x="3257550" y="4174331"/>
            <a:ext cx="140494" cy="0"/>
          </a:xfrm>
          <a:prstGeom prst="line">
            <a:avLst/>
          </a:prstGeom>
          <a:ln w="28575" cap="flat" cmpd="sng">
            <a:solidFill>
              <a:srgbClr val="FF5050"/>
            </a:solidFill>
            <a:prstDash val="solid"/>
            <a:headEnd type="none" w="med" len="med"/>
            <a:tailEnd type="none" w="med" len="med"/>
          </a:ln>
        </p:spPr>
      </p:sp>
      <p:sp>
        <p:nvSpPr>
          <p:cNvPr id="50256" name="Oval 58"/>
          <p:cNvSpPr/>
          <p:nvPr/>
        </p:nvSpPr>
        <p:spPr>
          <a:xfrm>
            <a:off x="3109913" y="2447925"/>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57" name="Line 59"/>
          <p:cNvSpPr/>
          <p:nvPr/>
        </p:nvSpPr>
        <p:spPr>
          <a:xfrm>
            <a:off x="2228850" y="3488531"/>
            <a:ext cx="248841" cy="0"/>
          </a:xfrm>
          <a:prstGeom prst="line">
            <a:avLst/>
          </a:prstGeom>
          <a:ln w="28575" cap="flat" cmpd="sng">
            <a:solidFill>
              <a:schemeClr val="accent1"/>
            </a:solidFill>
            <a:prstDash val="solid"/>
            <a:headEnd type="none" w="med" len="med"/>
            <a:tailEnd type="none" w="med" len="med"/>
          </a:ln>
        </p:spPr>
      </p:sp>
      <p:sp>
        <p:nvSpPr>
          <p:cNvPr id="50258" name="Line 60"/>
          <p:cNvSpPr/>
          <p:nvPr/>
        </p:nvSpPr>
        <p:spPr>
          <a:xfrm>
            <a:off x="2845594" y="4186238"/>
            <a:ext cx="180975" cy="0"/>
          </a:xfrm>
          <a:prstGeom prst="line">
            <a:avLst/>
          </a:prstGeom>
          <a:ln w="28575" cap="flat" cmpd="sng">
            <a:solidFill>
              <a:schemeClr val="accent1"/>
            </a:solidFill>
            <a:prstDash val="solid"/>
            <a:headEnd type="none" w="med" len="med"/>
            <a:tailEnd type="none" w="med" len="med"/>
          </a:ln>
        </p:spPr>
      </p:sp>
      <p:sp>
        <p:nvSpPr>
          <p:cNvPr id="50259" name="Line 61"/>
          <p:cNvSpPr/>
          <p:nvPr/>
        </p:nvSpPr>
        <p:spPr>
          <a:xfrm>
            <a:off x="2469356" y="3488531"/>
            <a:ext cx="388144" cy="711994"/>
          </a:xfrm>
          <a:prstGeom prst="line">
            <a:avLst/>
          </a:prstGeom>
          <a:ln w="28575" cap="flat" cmpd="sng">
            <a:solidFill>
              <a:schemeClr val="accent1"/>
            </a:solidFill>
            <a:prstDash val="solid"/>
            <a:headEnd type="none" w="med" len="med"/>
            <a:tailEnd type="none" w="med" len="med"/>
          </a:ln>
        </p:spPr>
      </p:sp>
      <p:sp>
        <p:nvSpPr>
          <p:cNvPr id="50260" name="Text Box 62"/>
          <p:cNvSpPr txBox="1"/>
          <p:nvPr/>
        </p:nvSpPr>
        <p:spPr>
          <a:xfrm>
            <a:off x="3005138" y="1064419"/>
            <a:ext cx="2857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0261" name="Text Box 63"/>
          <p:cNvSpPr txBox="1"/>
          <p:nvPr/>
        </p:nvSpPr>
        <p:spPr>
          <a:xfrm>
            <a:off x="2081213" y="1064419"/>
            <a:ext cx="4000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0262" name="Text Box 65"/>
          <p:cNvSpPr txBox="1"/>
          <p:nvPr/>
        </p:nvSpPr>
        <p:spPr>
          <a:xfrm>
            <a:off x="3543300" y="3088481"/>
            <a:ext cx="57150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50263" name="Text Box 66"/>
          <p:cNvSpPr txBox="1"/>
          <p:nvPr/>
        </p:nvSpPr>
        <p:spPr>
          <a:xfrm>
            <a:off x="2207419" y="4388644"/>
            <a:ext cx="2857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50264" name="Text Box 67"/>
          <p:cNvSpPr txBox="1"/>
          <p:nvPr/>
        </p:nvSpPr>
        <p:spPr>
          <a:xfrm>
            <a:off x="2628900" y="251698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50265" name="Text Box 68"/>
          <p:cNvSpPr txBox="1"/>
          <p:nvPr/>
        </p:nvSpPr>
        <p:spPr>
          <a:xfrm>
            <a:off x="3371850" y="257413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50266" name="Text Box 69"/>
          <p:cNvSpPr txBox="1"/>
          <p:nvPr/>
        </p:nvSpPr>
        <p:spPr>
          <a:xfrm>
            <a:off x="1714500" y="257413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50267" name="AutoShape 19"/>
          <p:cNvSpPr/>
          <p:nvPr/>
        </p:nvSpPr>
        <p:spPr>
          <a:xfrm rot="-5400000">
            <a:off x="2047875" y="3663554"/>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68" name="AutoShape 22"/>
          <p:cNvSpPr/>
          <p:nvPr/>
        </p:nvSpPr>
        <p:spPr>
          <a:xfrm rot="-5400000">
            <a:off x="2962275" y="3667125"/>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69" name="Oval 23"/>
          <p:cNvSpPr/>
          <p:nvPr/>
        </p:nvSpPr>
        <p:spPr>
          <a:xfrm rot="-5400000">
            <a:off x="3100388" y="3587354"/>
            <a:ext cx="73819" cy="72628"/>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70" name="Text Box 39"/>
          <p:cNvSpPr txBox="1"/>
          <p:nvPr/>
        </p:nvSpPr>
        <p:spPr>
          <a:xfrm>
            <a:off x="3028950" y="3750469"/>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50271" name="Text Box 40"/>
          <p:cNvSpPr txBox="1"/>
          <p:nvPr/>
        </p:nvSpPr>
        <p:spPr>
          <a:xfrm>
            <a:off x="2114550" y="3750469"/>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50272" name="Oval 32"/>
          <p:cNvSpPr/>
          <p:nvPr/>
        </p:nvSpPr>
        <p:spPr>
          <a:xfrm>
            <a:off x="2205038" y="3455194"/>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73" name="Oval 20"/>
          <p:cNvSpPr/>
          <p:nvPr/>
        </p:nvSpPr>
        <p:spPr>
          <a:xfrm rot="-5400000">
            <a:off x="2197894" y="3571875"/>
            <a:ext cx="73819" cy="72629"/>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74" name="Line 108"/>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50275" name="Line 109"/>
          <p:cNvSpPr/>
          <p:nvPr/>
        </p:nvSpPr>
        <p:spPr>
          <a:xfrm>
            <a:off x="6724650" y="1428750"/>
            <a:ext cx="0" cy="2159794"/>
          </a:xfrm>
          <a:prstGeom prst="line">
            <a:avLst/>
          </a:prstGeom>
          <a:ln w="9525" cap="flat" cmpd="sng">
            <a:solidFill>
              <a:schemeClr val="bg1"/>
            </a:solidFill>
            <a:prstDash val="dash"/>
            <a:headEnd type="none" w="med" len="med"/>
            <a:tailEnd type="none" w="med" len="me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p:nvPr/>
        </p:nvSpPr>
        <p:spPr>
          <a:xfrm>
            <a:off x="1385888"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1203" name="Text Box 3"/>
          <p:cNvSpPr txBox="1"/>
          <p:nvPr/>
        </p:nvSpPr>
        <p:spPr>
          <a:xfrm>
            <a:off x="4463654" y="951310"/>
            <a:ext cx="3456384"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1205" name="灯片编号占位符 4"/>
          <p:cNvSpPr txBox="1">
            <a:spLocks noGrp="1"/>
          </p:cNvSpPr>
          <p:nvPr/>
        </p:nvSpPr>
        <p:spPr>
          <a:xfrm>
            <a:off x="8532575" y="4914980"/>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51206" name="Rectangle 3"/>
          <p:cNvSpPr>
            <a:spLocks noGrp="1"/>
          </p:cNvSpPr>
          <p:nvPr>
            <p:ph type="title" idx="4294967295"/>
          </p:nvPr>
        </p:nvSpPr>
        <p:spPr>
          <a:xfrm>
            <a:off x="1543050" y="405448"/>
            <a:ext cx="4572000" cy="57150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(8)</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51207" name="Line 39"/>
          <p:cNvSpPr/>
          <p:nvPr/>
        </p:nvSpPr>
        <p:spPr>
          <a:xfrm rot="-5400000">
            <a:off x="2220516" y="2191941"/>
            <a:ext cx="191690" cy="0"/>
          </a:xfrm>
          <a:prstGeom prst="line">
            <a:avLst/>
          </a:prstGeom>
          <a:ln w="28575" cap="flat" cmpd="sng">
            <a:solidFill>
              <a:srgbClr val="FF5050"/>
            </a:solidFill>
            <a:prstDash val="solid"/>
            <a:headEnd type="none" w="med" len="med"/>
            <a:tailEnd type="none" w="med" len="med"/>
          </a:ln>
        </p:spPr>
      </p:sp>
      <p:sp>
        <p:nvSpPr>
          <p:cNvPr id="51208" name="Line 40"/>
          <p:cNvSpPr/>
          <p:nvPr/>
        </p:nvSpPr>
        <p:spPr>
          <a:xfrm rot="-5400000">
            <a:off x="2057400" y="1507331"/>
            <a:ext cx="342900" cy="0"/>
          </a:xfrm>
          <a:prstGeom prst="line">
            <a:avLst/>
          </a:prstGeom>
          <a:ln w="28575" cap="flat" cmpd="sng">
            <a:solidFill>
              <a:schemeClr val="accent1"/>
            </a:solidFill>
            <a:prstDash val="solid"/>
            <a:headEnd type="none" w="med" len="med"/>
            <a:tailEnd type="none" w="med" len="med"/>
          </a:ln>
        </p:spPr>
      </p:sp>
      <p:sp>
        <p:nvSpPr>
          <p:cNvPr id="51209" name="AutoShape 41"/>
          <p:cNvSpPr/>
          <p:nvPr/>
        </p:nvSpPr>
        <p:spPr>
          <a:xfrm rot="-5400000">
            <a:off x="2052638" y="1752600"/>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0" name="Oval 42"/>
          <p:cNvSpPr/>
          <p:nvPr/>
        </p:nvSpPr>
        <p:spPr>
          <a:xfrm rot="-5400000">
            <a:off x="2190750" y="1672829"/>
            <a:ext cx="73819" cy="72628"/>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1" name="Line 43"/>
          <p:cNvSpPr/>
          <p:nvPr/>
        </p:nvSpPr>
        <p:spPr>
          <a:xfrm rot="-5400000">
            <a:off x="2971800" y="1510904"/>
            <a:ext cx="342900" cy="0"/>
          </a:xfrm>
          <a:prstGeom prst="line">
            <a:avLst/>
          </a:prstGeom>
          <a:ln w="28575" cap="flat" cmpd="sng">
            <a:solidFill>
              <a:srgbClr val="FF5050"/>
            </a:solidFill>
            <a:prstDash val="solid"/>
            <a:headEnd type="none" w="med" len="med"/>
            <a:tailEnd type="none" w="med" len="med"/>
          </a:ln>
        </p:spPr>
      </p:sp>
      <p:sp>
        <p:nvSpPr>
          <p:cNvPr id="51212" name="AutoShape 44"/>
          <p:cNvSpPr/>
          <p:nvPr/>
        </p:nvSpPr>
        <p:spPr>
          <a:xfrm rot="-5400000">
            <a:off x="2967038" y="1756172"/>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3" name="Oval 45"/>
          <p:cNvSpPr/>
          <p:nvPr/>
        </p:nvSpPr>
        <p:spPr>
          <a:xfrm rot="-5400000">
            <a:off x="3105150" y="1664494"/>
            <a:ext cx="73819" cy="72629"/>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4" name="Line 46"/>
          <p:cNvSpPr/>
          <p:nvPr/>
        </p:nvSpPr>
        <p:spPr>
          <a:xfrm rot="-5400000">
            <a:off x="1965722" y="2346722"/>
            <a:ext cx="532209" cy="0"/>
          </a:xfrm>
          <a:prstGeom prst="line">
            <a:avLst/>
          </a:prstGeom>
          <a:ln w="28575" cap="flat" cmpd="sng">
            <a:solidFill>
              <a:srgbClr val="FF5050"/>
            </a:solidFill>
            <a:prstDash val="solid"/>
            <a:headEnd type="none" w="med" len="med"/>
            <a:tailEnd type="none" w="med" len="med"/>
          </a:ln>
        </p:spPr>
      </p:sp>
      <p:sp>
        <p:nvSpPr>
          <p:cNvPr id="51215" name="Line 47"/>
          <p:cNvSpPr/>
          <p:nvPr/>
        </p:nvSpPr>
        <p:spPr>
          <a:xfrm rot="-5400000">
            <a:off x="1963341" y="3202781"/>
            <a:ext cx="319088" cy="0"/>
          </a:xfrm>
          <a:prstGeom prst="line">
            <a:avLst/>
          </a:prstGeom>
          <a:ln w="28575" cap="flat" cmpd="sng">
            <a:solidFill>
              <a:srgbClr val="FF5050"/>
            </a:solidFill>
            <a:prstDash val="solid"/>
            <a:headEnd type="none" w="med" len="med"/>
            <a:tailEnd type="none" w="med" len="med"/>
          </a:ln>
        </p:spPr>
      </p:sp>
      <p:sp>
        <p:nvSpPr>
          <p:cNvPr id="51216" name="AutoShape 48"/>
          <p:cNvSpPr/>
          <p:nvPr/>
        </p:nvSpPr>
        <p:spPr>
          <a:xfrm rot="-5400000">
            <a:off x="2047875" y="2703910"/>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7" name="Oval 49"/>
          <p:cNvSpPr/>
          <p:nvPr/>
        </p:nvSpPr>
        <p:spPr>
          <a:xfrm rot="-5400000">
            <a:off x="2196704" y="2615804"/>
            <a:ext cx="73819" cy="67865"/>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8" name="AutoShape 50"/>
          <p:cNvSpPr/>
          <p:nvPr/>
        </p:nvSpPr>
        <p:spPr>
          <a:xfrm rot="-5400000">
            <a:off x="2962275" y="2707481"/>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9" name="Oval 51"/>
          <p:cNvSpPr/>
          <p:nvPr/>
        </p:nvSpPr>
        <p:spPr>
          <a:xfrm rot="-5400000">
            <a:off x="3111104" y="2619375"/>
            <a:ext cx="73819" cy="67866"/>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20" name="Line 52"/>
          <p:cNvSpPr/>
          <p:nvPr/>
        </p:nvSpPr>
        <p:spPr>
          <a:xfrm rot="-5400000">
            <a:off x="2024063" y="4082654"/>
            <a:ext cx="183356" cy="0"/>
          </a:xfrm>
          <a:prstGeom prst="line">
            <a:avLst/>
          </a:prstGeom>
          <a:ln w="28575" cap="flat" cmpd="sng">
            <a:solidFill>
              <a:srgbClr val="FF5050"/>
            </a:solidFill>
            <a:prstDash val="solid"/>
            <a:headEnd type="none" w="med" len="med"/>
            <a:tailEnd type="none" w="med" len="med"/>
          </a:ln>
        </p:spPr>
      </p:sp>
      <p:sp>
        <p:nvSpPr>
          <p:cNvPr id="51221" name="Line 53"/>
          <p:cNvSpPr/>
          <p:nvPr/>
        </p:nvSpPr>
        <p:spPr>
          <a:xfrm rot="-5400000">
            <a:off x="2937272" y="4094560"/>
            <a:ext cx="183356" cy="0"/>
          </a:xfrm>
          <a:prstGeom prst="line">
            <a:avLst/>
          </a:prstGeom>
          <a:ln w="28575" cap="flat" cmpd="sng">
            <a:solidFill>
              <a:schemeClr val="accent1"/>
            </a:solidFill>
            <a:prstDash val="solid"/>
            <a:headEnd type="none" w="med" len="med"/>
            <a:tailEnd type="none" w="med" len="med"/>
          </a:ln>
        </p:spPr>
      </p:sp>
      <p:sp>
        <p:nvSpPr>
          <p:cNvPr id="51222" name="Line 54"/>
          <p:cNvSpPr/>
          <p:nvPr/>
        </p:nvSpPr>
        <p:spPr>
          <a:xfrm rot="-5400000">
            <a:off x="2932510" y="2190750"/>
            <a:ext cx="191690" cy="0"/>
          </a:xfrm>
          <a:prstGeom prst="line">
            <a:avLst/>
          </a:prstGeom>
          <a:ln w="28575" cap="flat" cmpd="sng">
            <a:solidFill>
              <a:schemeClr val="accent1"/>
            </a:solidFill>
            <a:prstDash val="solid"/>
            <a:headEnd type="none" w="med" len="med"/>
            <a:tailEnd type="none" w="med" len="med"/>
          </a:ln>
        </p:spPr>
      </p:sp>
      <p:sp>
        <p:nvSpPr>
          <p:cNvPr id="51223" name="Line 55"/>
          <p:cNvSpPr/>
          <p:nvPr/>
        </p:nvSpPr>
        <p:spPr>
          <a:xfrm>
            <a:off x="2319338" y="2288381"/>
            <a:ext cx="180975" cy="0"/>
          </a:xfrm>
          <a:prstGeom prst="line">
            <a:avLst/>
          </a:prstGeom>
          <a:ln w="28575" cap="flat" cmpd="sng">
            <a:solidFill>
              <a:srgbClr val="FF5050"/>
            </a:solidFill>
            <a:prstDash val="solid"/>
            <a:headEnd type="none" w="med" len="med"/>
            <a:tailEnd type="none" w="med" len="med"/>
          </a:ln>
        </p:spPr>
      </p:sp>
      <p:sp>
        <p:nvSpPr>
          <p:cNvPr id="51224" name="Line 56"/>
          <p:cNvSpPr/>
          <p:nvPr/>
        </p:nvSpPr>
        <p:spPr>
          <a:xfrm>
            <a:off x="2861072" y="2288381"/>
            <a:ext cx="167878" cy="0"/>
          </a:xfrm>
          <a:prstGeom prst="line">
            <a:avLst/>
          </a:prstGeom>
          <a:ln w="28575" cap="flat" cmpd="sng">
            <a:solidFill>
              <a:schemeClr val="accent1"/>
            </a:solidFill>
            <a:prstDash val="solid"/>
            <a:headEnd type="none" w="med" len="med"/>
            <a:tailEnd type="none" w="med" len="med"/>
          </a:ln>
        </p:spPr>
      </p:sp>
      <p:sp>
        <p:nvSpPr>
          <p:cNvPr id="51225" name="Line 57"/>
          <p:cNvSpPr/>
          <p:nvPr/>
        </p:nvSpPr>
        <p:spPr>
          <a:xfrm>
            <a:off x="2228850" y="1545431"/>
            <a:ext cx="248841" cy="0"/>
          </a:xfrm>
          <a:prstGeom prst="line">
            <a:avLst/>
          </a:prstGeom>
          <a:ln w="28575" cap="flat" cmpd="sng">
            <a:solidFill>
              <a:schemeClr val="accent1"/>
            </a:solidFill>
            <a:prstDash val="solid"/>
            <a:headEnd type="none" w="med" len="med"/>
            <a:tailEnd type="none" w="med" len="med"/>
          </a:ln>
        </p:spPr>
      </p:sp>
      <p:sp>
        <p:nvSpPr>
          <p:cNvPr id="51226" name="Line 58"/>
          <p:cNvSpPr/>
          <p:nvPr/>
        </p:nvSpPr>
        <p:spPr>
          <a:xfrm>
            <a:off x="2906316" y="1545431"/>
            <a:ext cx="248840" cy="0"/>
          </a:xfrm>
          <a:prstGeom prst="line">
            <a:avLst/>
          </a:prstGeom>
          <a:ln w="28575" cap="flat" cmpd="sng">
            <a:solidFill>
              <a:srgbClr val="FF5050"/>
            </a:solidFill>
            <a:prstDash val="solid"/>
            <a:headEnd type="none" w="med" len="med"/>
            <a:tailEnd type="none" w="med" len="med"/>
          </a:ln>
        </p:spPr>
      </p:sp>
      <p:sp>
        <p:nvSpPr>
          <p:cNvPr id="51227" name="Line 59"/>
          <p:cNvSpPr/>
          <p:nvPr/>
        </p:nvSpPr>
        <p:spPr>
          <a:xfrm>
            <a:off x="2481263" y="1545431"/>
            <a:ext cx="388144" cy="750094"/>
          </a:xfrm>
          <a:prstGeom prst="line">
            <a:avLst/>
          </a:prstGeom>
          <a:ln w="28575" cap="flat" cmpd="sng">
            <a:solidFill>
              <a:schemeClr val="accent1"/>
            </a:solidFill>
            <a:prstDash val="solid"/>
            <a:headEnd type="none" w="med" len="med"/>
            <a:tailEnd type="none" w="med" len="med"/>
          </a:ln>
        </p:spPr>
      </p:sp>
      <p:sp>
        <p:nvSpPr>
          <p:cNvPr id="51228" name="Line 60"/>
          <p:cNvSpPr/>
          <p:nvPr/>
        </p:nvSpPr>
        <p:spPr>
          <a:xfrm flipH="1">
            <a:off x="2490788" y="1545431"/>
            <a:ext cx="404813" cy="750094"/>
          </a:xfrm>
          <a:prstGeom prst="line">
            <a:avLst/>
          </a:prstGeom>
          <a:ln w="28575" cap="flat" cmpd="sng">
            <a:solidFill>
              <a:srgbClr val="FF5050"/>
            </a:solidFill>
            <a:prstDash val="solid"/>
            <a:headEnd type="none" w="med" len="med"/>
            <a:tailEnd type="none" w="med" len="med"/>
          </a:ln>
        </p:spPr>
      </p:sp>
      <p:sp>
        <p:nvSpPr>
          <p:cNvPr id="51229" name="Line 61"/>
          <p:cNvSpPr/>
          <p:nvPr/>
        </p:nvSpPr>
        <p:spPr>
          <a:xfrm rot="-5400000">
            <a:off x="2876550" y="2346722"/>
            <a:ext cx="532210" cy="0"/>
          </a:xfrm>
          <a:prstGeom prst="line">
            <a:avLst/>
          </a:prstGeom>
          <a:ln w="28575" cap="flat" cmpd="sng">
            <a:solidFill>
              <a:schemeClr val="accent1"/>
            </a:solidFill>
            <a:prstDash val="solid"/>
            <a:headEnd type="none" w="med" len="med"/>
            <a:tailEnd type="none" w="med" len="med"/>
          </a:ln>
        </p:spPr>
      </p:sp>
      <p:sp>
        <p:nvSpPr>
          <p:cNvPr id="51230" name="Oval 62"/>
          <p:cNvSpPr/>
          <p:nvPr/>
        </p:nvSpPr>
        <p:spPr>
          <a:xfrm>
            <a:off x="2205038" y="1521619"/>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31" name="Oval 63"/>
          <p:cNvSpPr/>
          <p:nvPr/>
        </p:nvSpPr>
        <p:spPr>
          <a:xfrm>
            <a:off x="3109913" y="1521619"/>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32" name="Text Box 64"/>
          <p:cNvSpPr txBox="1"/>
          <p:nvPr/>
        </p:nvSpPr>
        <p:spPr>
          <a:xfrm>
            <a:off x="3040856" y="2790825"/>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51233" name="Text Box 65"/>
          <p:cNvSpPr txBox="1"/>
          <p:nvPr/>
        </p:nvSpPr>
        <p:spPr>
          <a:xfrm>
            <a:off x="3028950" y="1821656"/>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51234" name="Text Box 66"/>
          <p:cNvSpPr txBox="1"/>
          <p:nvPr/>
        </p:nvSpPr>
        <p:spPr>
          <a:xfrm>
            <a:off x="2114550" y="1828800"/>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51235" name="Text Box 67"/>
          <p:cNvSpPr txBox="1"/>
          <p:nvPr/>
        </p:nvSpPr>
        <p:spPr>
          <a:xfrm>
            <a:off x="2114550" y="2790825"/>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51236" name="Line 68"/>
          <p:cNvSpPr/>
          <p:nvPr/>
        </p:nvSpPr>
        <p:spPr>
          <a:xfrm rot="-5400000">
            <a:off x="1962150" y="3300413"/>
            <a:ext cx="532210" cy="0"/>
          </a:xfrm>
          <a:prstGeom prst="line">
            <a:avLst/>
          </a:prstGeom>
          <a:ln w="28575" cap="flat" cmpd="sng">
            <a:solidFill>
              <a:schemeClr val="accent1"/>
            </a:solidFill>
            <a:prstDash val="solid"/>
            <a:headEnd type="none" w="med" len="med"/>
            <a:tailEnd type="none" w="med" len="med"/>
          </a:ln>
        </p:spPr>
      </p:sp>
      <p:sp>
        <p:nvSpPr>
          <p:cNvPr id="51237" name="Line 69"/>
          <p:cNvSpPr/>
          <p:nvPr/>
        </p:nvSpPr>
        <p:spPr>
          <a:xfrm rot="-5400000">
            <a:off x="2876550" y="3308747"/>
            <a:ext cx="532210" cy="0"/>
          </a:xfrm>
          <a:prstGeom prst="line">
            <a:avLst/>
          </a:prstGeom>
          <a:ln w="28575" cap="flat" cmpd="sng">
            <a:solidFill>
              <a:srgbClr val="FF5050"/>
            </a:solidFill>
            <a:prstDash val="solid"/>
            <a:headEnd type="none" w="med" len="med"/>
            <a:tailEnd type="none" w="med" len="med"/>
          </a:ln>
        </p:spPr>
      </p:sp>
      <p:sp>
        <p:nvSpPr>
          <p:cNvPr id="51238" name="Line 70"/>
          <p:cNvSpPr/>
          <p:nvPr/>
        </p:nvSpPr>
        <p:spPr>
          <a:xfrm rot="-5400000">
            <a:off x="2234804" y="3126581"/>
            <a:ext cx="191690" cy="0"/>
          </a:xfrm>
          <a:prstGeom prst="line">
            <a:avLst/>
          </a:prstGeom>
          <a:ln w="28575" cap="flat" cmpd="sng">
            <a:solidFill>
              <a:schemeClr val="accent1"/>
            </a:solidFill>
            <a:prstDash val="solid"/>
            <a:headEnd type="none" w="med" len="med"/>
            <a:tailEnd type="none" w="med" len="med"/>
          </a:ln>
        </p:spPr>
      </p:sp>
      <p:sp>
        <p:nvSpPr>
          <p:cNvPr id="51239" name="Line 71"/>
          <p:cNvSpPr/>
          <p:nvPr/>
        </p:nvSpPr>
        <p:spPr>
          <a:xfrm>
            <a:off x="2331244" y="3226594"/>
            <a:ext cx="167879" cy="0"/>
          </a:xfrm>
          <a:prstGeom prst="line">
            <a:avLst/>
          </a:prstGeom>
          <a:ln w="28575" cap="flat" cmpd="sng">
            <a:solidFill>
              <a:schemeClr val="accent1"/>
            </a:solidFill>
            <a:prstDash val="solid"/>
            <a:headEnd type="none" w="med" len="med"/>
            <a:tailEnd type="none" w="med" len="med"/>
          </a:ln>
        </p:spPr>
      </p:sp>
      <p:sp>
        <p:nvSpPr>
          <p:cNvPr id="51240" name="Line 72"/>
          <p:cNvSpPr/>
          <p:nvPr/>
        </p:nvSpPr>
        <p:spPr>
          <a:xfrm>
            <a:off x="2890838" y="2483644"/>
            <a:ext cx="517922" cy="0"/>
          </a:xfrm>
          <a:prstGeom prst="line">
            <a:avLst/>
          </a:prstGeom>
          <a:ln w="28575" cap="flat" cmpd="sng">
            <a:solidFill>
              <a:schemeClr val="accent1"/>
            </a:solidFill>
            <a:prstDash val="solid"/>
            <a:headEnd type="none" w="med" len="med"/>
            <a:tailEnd type="none" w="med" len="med"/>
          </a:ln>
        </p:spPr>
      </p:sp>
      <p:sp>
        <p:nvSpPr>
          <p:cNvPr id="51241" name="Line 73"/>
          <p:cNvSpPr/>
          <p:nvPr/>
        </p:nvSpPr>
        <p:spPr>
          <a:xfrm flipH="1">
            <a:off x="2469356" y="2483644"/>
            <a:ext cx="404813" cy="750094"/>
          </a:xfrm>
          <a:prstGeom prst="line">
            <a:avLst/>
          </a:prstGeom>
          <a:ln w="28575" cap="flat" cmpd="sng">
            <a:solidFill>
              <a:schemeClr val="accent1"/>
            </a:solidFill>
            <a:prstDash val="solid"/>
            <a:headEnd type="none" w="med" len="med"/>
            <a:tailEnd type="none" w="med" len="med"/>
          </a:ln>
        </p:spPr>
      </p:sp>
      <p:sp>
        <p:nvSpPr>
          <p:cNvPr id="51242" name="Line 74"/>
          <p:cNvSpPr/>
          <p:nvPr/>
        </p:nvSpPr>
        <p:spPr>
          <a:xfrm rot="-5400000">
            <a:off x="3084910" y="3202781"/>
            <a:ext cx="319088" cy="0"/>
          </a:xfrm>
          <a:prstGeom prst="line">
            <a:avLst/>
          </a:prstGeom>
          <a:ln w="28575" cap="flat" cmpd="sng">
            <a:solidFill>
              <a:srgbClr val="FF5050"/>
            </a:solidFill>
            <a:prstDash val="solid"/>
            <a:headEnd type="none" w="med" len="med"/>
            <a:tailEnd type="none" w="med" len="med"/>
          </a:ln>
        </p:spPr>
      </p:sp>
      <p:sp>
        <p:nvSpPr>
          <p:cNvPr id="51243" name="Line 75"/>
          <p:cNvSpPr/>
          <p:nvPr/>
        </p:nvSpPr>
        <p:spPr>
          <a:xfrm>
            <a:off x="2126456" y="3362325"/>
            <a:ext cx="1574006" cy="0"/>
          </a:xfrm>
          <a:prstGeom prst="line">
            <a:avLst/>
          </a:prstGeom>
          <a:ln w="28575" cap="flat" cmpd="sng">
            <a:solidFill>
              <a:srgbClr val="FF5050"/>
            </a:solidFill>
            <a:prstDash val="solid"/>
            <a:headEnd type="none" w="med" len="med"/>
            <a:tailEnd type="none" w="med" len="med"/>
          </a:ln>
        </p:spPr>
      </p:sp>
      <p:sp>
        <p:nvSpPr>
          <p:cNvPr id="51244" name="Line 76"/>
          <p:cNvSpPr/>
          <p:nvPr/>
        </p:nvSpPr>
        <p:spPr>
          <a:xfrm>
            <a:off x="1885950" y="2516981"/>
            <a:ext cx="0" cy="1659731"/>
          </a:xfrm>
          <a:prstGeom prst="line">
            <a:avLst/>
          </a:prstGeom>
          <a:ln w="28575" cap="flat" cmpd="sng">
            <a:solidFill>
              <a:srgbClr val="FF5050"/>
            </a:solidFill>
            <a:prstDash val="solid"/>
            <a:headEnd type="none" w="med" len="med"/>
            <a:tailEnd type="none" w="med" len="med"/>
          </a:ln>
        </p:spPr>
      </p:sp>
      <p:sp>
        <p:nvSpPr>
          <p:cNvPr id="51245" name="Line 77"/>
          <p:cNvSpPr/>
          <p:nvPr/>
        </p:nvSpPr>
        <p:spPr>
          <a:xfrm>
            <a:off x="1885950" y="2516981"/>
            <a:ext cx="342900" cy="0"/>
          </a:xfrm>
          <a:prstGeom prst="line">
            <a:avLst/>
          </a:prstGeom>
          <a:ln w="28575" cap="flat" cmpd="sng">
            <a:solidFill>
              <a:srgbClr val="FF5050"/>
            </a:solidFill>
            <a:prstDash val="solid"/>
            <a:headEnd type="none" w="med" len="med"/>
            <a:tailEnd type="none" w="med" len="med"/>
          </a:ln>
        </p:spPr>
      </p:sp>
      <p:sp>
        <p:nvSpPr>
          <p:cNvPr id="51246" name="Oval 78"/>
          <p:cNvSpPr/>
          <p:nvPr/>
        </p:nvSpPr>
        <p:spPr>
          <a:xfrm>
            <a:off x="2205038" y="2483644"/>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47" name="Line 79"/>
          <p:cNvSpPr/>
          <p:nvPr/>
        </p:nvSpPr>
        <p:spPr>
          <a:xfrm>
            <a:off x="1885950" y="4174331"/>
            <a:ext cx="228600" cy="0"/>
          </a:xfrm>
          <a:prstGeom prst="line">
            <a:avLst/>
          </a:prstGeom>
          <a:ln w="28575" cap="flat" cmpd="sng">
            <a:solidFill>
              <a:srgbClr val="FF5050"/>
            </a:solidFill>
            <a:prstDash val="solid"/>
            <a:headEnd type="none" w="med" len="med"/>
            <a:tailEnd type="none" w="med" len="med"/>
          </a:ln>
        </p:spPr>
      </p:sp>
      <p:sp>
        <p:nvSpPr>
          <p:cNvPr id="51248" name="Oval 80"/>
          <p:cNvSpPr/>
          <p:nvPr/>
        </p:nvSpPr>
        <p:spPr>
          <a:xfrm>
            <a:off x="3212306" y="3326606"/>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49" name="Line 81"/>
          <p:cNvSpPr/>
          <p:nvPr/>
        </p:nvSpPr>
        <p:spPr>
          <a:xfrm>
            <a:off x="2331244" y="4014788"/>
            <a:ext cx="0" cy="413147"/>
          </a:xfrm>
          <a:prstGeom prst="line">
            <a:avLst/>
          </a:prstGeom>
          <a:ln w="28575" cap="flat" cmpd="sng">
            <a:solidFill>
              <a:srgbClr val="FF5050"/>
            </a:solidFill>
            <a:prstDash val="solid"/>
            <a:headEnd type="none" w="med" len="med"/>
            <a:tailEnd type="none" w="med" len="med"/>
          </a:ln>
        </p:spPr>
      </p:sp>
      <p:sp>
        <p:nvSpPr>
          <p:cNvPr id="51250" name="Line 82"/>
          <p:cNvSpPr/>
          <p:nvPr/>
        </p:nvSpPr>
        <p:spPr>
          <a:xfrm>
            <a:off x="3395663" y="2471738"/>
            <a:ext cx="0" cy="1714500"/>
          </a:xfrm>
          <a:prstGeom prst="line">
            <a:avLst/>
          </a:prstGeom>
          <a:ln w="28575" cap="flat" cmpd="sng">
            <a:solidFill>
              <a:schemeClr val="accent1"/>
            </a:solidFill>
            <a:prstDash val="solid"/>
            <a:headEnd type="none" w="med" len="med"/>
            <a:tailEnd type="none" w="med" len="med"/>
          </a:ln>
        </p:spPr>
      </p:sp>
      <p:sp>
        <p:nvSpPr>
          <p:cNvPr id="51251" name="Line 83"/>
          <p:cNvSpPr/>
          <p:nvPr/>
        </p:nvSpPr>
        <p:spPr>
          <a:xfrm rot="-5400000">
            <a:off x="3156347" y="4082654"/>
            <a:ext cx="183356" cy="0"/>
          </a:xfrm>
          <a:prstGeom prst="line">
            <a:avLst/>
          </a:prstGeom>
          <a:ln w="28575" cap="flat" cmpd="sng">
            <a:solidFill>
              <a:schemeClr val="accent1"/>
            </a:solidFill>
            <a:prstDash val="solid"/>
            <a:headEnd type="none" w="med" len="med"/>
            <a:tailEnd type="none" w="med" len="med"/>
          </a:ln>
        </p:spPr>
      </p:sp>
      <p:sp>
        <p:nvSpPr>
          <p:cNvPr id="51252" name="Line 84"/>
          <p:cNvSpPr/>
          <p:nvPr/>
        </p:nvSpPr>
        <p:spPr>
          <a:xfrm>
            <a:off x="3257550" y="4174331"/>
            <a:ext cx="140494" cy="0"/>
          </a:xfrm>
          <a:prstGeom prst="line">
            <a:avLst/>
          </a:prstGeom>
          <a:ln w="28575" cap="flat" cmpd="sng">
            <a:solidFill>
              <a:schemeClr val="accent1"/>
            </a:solidFill>
            <a:prstDash val="solid"/>
            <a:headEnd type="none" w="med" len="med"/>
            <a:tailEnd type="none" w="med" len="med"/>
          </a:ln>
        </p:spPr>
      </p:sp>
      <p:sp>
        <p:nvSpPr>
          <p:cNvPr id="51253" name="Oval 85"/>
          <p:cNvSpPr/>
          <p:nvPr/>
        </p:nvSpPr>
        <p:spPr>
          <a:xfrm>
            <a:off x="3109913" y="2447925"/>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54" name="Line 86"/>
          <p:cNvSpPr/>
          <p:nvPr/>
        </p:nvSpPr>
        <p:spPr>
          <a:xfrm>
            <a:off x="2228850" y="3488531"/>
            <a:ext cx="248841" cy="0"/>
          </a:xfrm>
          <a:prstGeom prst="line">
            <a:avLst/>
          </a:prstGeom>
          <a:ln w="28575" cap="flat" cmpd="sng">
            <a:solidFill>
              <a:schemeClr val="accent1"/>
            </a:solidFill>
            <a:prstDash val="solid"/>
            <a:headEnd type="none" w="med" len="med"/>
            <a:tailEnd type="none" w="med" len="med"/>
          </a:ln>
        </p:spPr>
      </p:sp>
      <p:sp>
        <p:nvSpPr>
          <p:cNvPr id="51255" name="Line 87"/>
          <p:cNvSpPr/>
          <p:nvPr/>
        </p:nvSpPr>
        <p:spPr>
          <a:xfrm>
            <a:off x="2845594" y="4186238"/>
            <a:ext cx="180975" cy="0"/>
          </a:xfrm>
          <a:prstGeom prst="line">
            <a:avLst/>
          </a:prstGeom>
          <a:ln w="28575" cap="flat" cmpd="sng">
            <a:solidFill>
              <a:schemeClr val="accent1"/>
            </a:solidFill>
            <a:prstDash val="solid"/>
            <a:headEnd type="none" w="med" len="med"/>
            <a:tailEnd type="none" w="med" len="med"/>
          </a:ln>
        </p:spPr>
      </p:sp>
      <p:sp>
        <p:nvSpPr>
          <p:cNvPr id="51256" name="Line 88"/>
          <p:cNvSpPr/>
          <p:nvPr/>
        </p:nvSpPr>
        <p:spPr>
          <a:xfrm>
            <a:off x="2469356" y="3488531"/>
            <a:ext cx="388144" cy="711994"/>
          </a:xfrm>
          <a:prstGeom prst="line">
            <a:avLst/>
          </a:prstGeom>
          <a:ln w="28575" cap="flat" cmpd="sng">
            <a:solidFill>
              <a:schemeClr val="accent1"/>
            </a:solidFill>
            <a:prstDash val="solid"/>
            <a:headEnd type="none" w="med" len="med"/>
            <a:tailEnd type="none" w="med" len="med"/>
          </a:ln>
        </p:spPr>
      </p:sp>
      <p:sp>
        <p:nvSpPr>
          <p:cNvPr id="51257" name="Text Box 89"/>
          <p:cNvSpPr txBox="1"/>
          <p:nvPr/>
        </p:nvSpPr>
        <p:spPr>
          <a:xfrm>
            <a:off x="3005138" y="1064419"/>
            <a:ext cx="2857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1258" name="Text Box 90"/>
          <p:cNvSpPr txBox="1"/>
          <p:nvPr/>
        </p:nvSpPr>
        <p:spPr>
          <a:xfrm>
            <a:off x="2081213" y="1064419"/>
            <a:ext cx="4000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1259" name="Text Box 92"/>
          <p:cNvSpPr txBox="1"/>
          <p:nvPr/>
        </p:nvSpPr>
        <p:spPr>
          <a:xfrm>
            <a:off x="3543300" y="3088481"/>
            <a:ext cx="57150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51260" name="Text Box 93"/>
          <p:cNvSpPr txBox="1"/>
          <p:nvPr/>
        </p:nvSpPr>
        <p:spPr>
          <a:xfrm>
            <a:off x="2207419" y="4388644"/>
            <a:ext cx="2857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51261" name="Text Box 94"/>
          <p:cNvSpPr txBox="1"/>
          <p:nvPr/>
        </p:nvSpPr>
        <p:spPr>
          <a:xfrm>
            <a:off x="2628900" y="251698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51262" name="Text Box 95"/>
          <p:cNvSpPr txBox="1"/>
          <p:nvPr/>
        </p:nvSpPr>
        <p:spPr>
          <a:xfrm>
            <a:off x="3371850" y="257413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51263" name="Text Box 96"/>
          <p:cNvSpPr txBox="1"/>
          <p:nvPr/>
        </p:nvSpPr>
        <p:spPr>
          <a:xfrm>
            <a:off x="1714500" y="257413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51264" name="AutoShape 97"/>
          <p:cNvSpPr/>
          <p:nvPr/>
        </p:nvSpPr>
        <p:spPr>
          <a:xfrm rot="-5400000">
            <a:off x="2047875" y="3663554"/>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65" name="AutoShape 98"/>
          <p:cNvSpPr/>
          <p:nvPr/>
        </p:nvSpPr>
        <p:spPr>
          <a:xfrm rot="-5400000">
            <a:off x="2962275" y="3667125"/>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66" name="Oval 99"/>
          <p:cNvSpPr/>
          <p:nvPr/>
        </p:nvSpPr>
        <p:spPr>
          <a:xfrm rot="-5400000">
            <a:off x="3100388" y="3587354"/>
            <a:ext cx="73819" cy="72628"/>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67" name="Text Box 100"/>
          <p:cNvSpPr txBox="1"/>
          <p:nvPr/>
        </p:nvSpPr>
        <p:spPr>
          <a:xfrm>
            <a:off x="3028950" y="3750469"/>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51268" name="Text Box 101"/>
          <p:cNvSpPr txBox="1"/>
          <p:nvPr/>
        </p:nvSpPr>
        <p:spPr>
          <a:xfrm>
            <a:off x="2114550" y="3750469"/>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51269" name="Oval 102"/>
          <p:cNvSpPr/>
          <p:nvPr/>
        </p:nvSpPr>
        <p:spPr>
          <a:xfrm>
            <a:off x="2205038" y="3455194"/>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70" name="Oval 103"/>
          <p:cNvSpPr/>
          <p:nvPr/>
        </p:nvSpPr>
        <p:spPr>
          <a:xfrm rot="-5400000">
            <a:off x="2197894" y="3571875"/>
            <a:ext cx="73819" cy="72629"/>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71" name="Line 19"/>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51272" name="Line 20"/>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51273" name="Line 21"/>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51274" name="Line 22"/>
          <p:cNvSpPr/>
          <p:nvPr/>
        </p:nvSpPr>
        <p:spPr>
          <a:xfrm>
            <a:off x="6858000" y="1428750"/>
            <a:ext cx="0" cy="2159794"/>
          </a:xfrm>
          <a:prstGeom prst="line">
            <a:avLst/>
          </a:prstGeom>
          <a:ln w="9525" cap="flat" cmpd="sng">
            <a:solidFill>
              <a:schemeClr val="bg1"/>
            </a:solidFill>
            <a:prstDash val="dash"/>
            <a:headEnd type="none" w="med" len="med"/>
            <a:tailEnd type="none" w="med" len="med"/>
          </a:ln>
        </p:spPr>
      </p:sp>
      <p:sp>
        <p:nvSpPr>
          <p:cNvPr id="51275" name="Line 23"/>
          <p:cNvSpPr/>
          <p:nvPr/>
        </p:nvSpPr>
        <p:spPr>
          <a:xfrm>
            <a:off x="7258050" y="1428750"/>
            <a:ext cx="0" cy="2159794"/>
          </a:xfrm>
          <a:prstGeom prst="line">
            <a:avLst/>
          </a:prstGeom>
          <a:ln w="9525" cap="flat" cmpd="sng">
            <a:solidFill>
              <a:schemeClr val="bg1"/>
            </a:solidFill>
            <a:prstDash val="dash"/>
            <a:headEnd type="none" w="med" len="med"/>
            <a:tailEnd type="none" w="med" len="med"/>
          </a:ln>
        </p:spPr>
      </p:sp>
      <p:sp>
        <p:nvSpPr>
          <p:cNvPr id="51276" name="Line 32"/>
          <p:cNvSpPr/>
          <p:nvPr/>
        </p:nvSpPr>
        <p:spPr>
          <a:xfrm>
            <a:off x="7258050" y="963216"/>
            <a:ext cx="0" cy="342900"/>
          </a:xfrm>
          <a:prstGeom prst="line">
            <a:avLst/>
          </a:prstGeom>
          <a:ln w="57150" cap="flat" cmpd="sng">
            <a:solidFill>
              <a:srgbClr val="FFFF00"/>
            </a:solidFill>
            <a:prstDash val="solid"/>
            <a:headEnd type="none" w="med" len="med"/>
            <a:tailEnd type="triangle" w="med" len="med"/>
          </a:ln>
        </p:spPr>
      </p:sp>
      <p:grpSp>
        <p:nvGrpSpPr>
          <p:cNvPr id="51277" name="Group 110"/>
          <p:cNvGrpSpPr/>
          <p:nvPr/>
        </p:nvGrpSpPr>
        <p:grpSpPr>
          <a:xfrm>
            <a:off x="4463653" y="1543050"/>
            <a:ext cx="3251597" cy="1910953"/>
            <a:chOff x="-43" y="0"/>
            <a:chExt cx="2731" cy="1605"/>
          </a:xfrm>
        </p:grpSpPr>
        <p:sp>
          <p:nvSpPr>
            <p:cNvPr id="51280" name="Line 5"/>
            <p:cNvSpPr/>
            <p:nvPr/>
          </p:nvSpPr>
          <p:spPr>
            <a:xfrm>
              <a:off x="1968" y="318"/>
              <a:ext cx="331" cy="0"/>
            </a:xfrm>
            <a:prstGeom prst="line">
              <a:avLst/>
            </a:prstGeom>
            <a:ln w="57150" cap="flat" cmpd="sng">
              <a:solidFill>
                <a:srgbClr val="99CCFF"/>
              </a:solidFill>
              <a:prstDash val="solid"/>
              <a:headEnd type="none" w="med" len="med"/>
              <a:tailEnd type="none" w="med" len="med"/>
            </a:ln>
          </p:spPr>
        </p:sp>
        <p:sp>
          <p:nvSpPr>
            <p:cNvPr id="51281" name="Line 6"/>
            <p:cNvSpPr/>
            <p:nvPr/>
          </p:nvSpPr>
          <p:spPr>
            <a:xfrm>
              <a:off x="2304" y="0"/>
              <a:ext cx="0" cy="333"/>
            </a:xfrm>
            <a:prstGeom prst="line">
              <a:avLst/>
            </a:prstGeom>
            <a:ln w="57150" cap="flat" cmpd="sng">
              <a:solidFill>
                <a:srgbClr val="99CCFF"/>
              </a:solidFill>
              <a:prstDash val="solid"/>
              <a:headEnd type="none" w="med" len="med"/>
              <a:tailEnd type="none" w="med" len="med"/>
            </a:ln>
          </p:spPr>
        </p:sp>
        <p:sp>
          <p:nvSpPr>
            <p:cNvPr id="51282" name="Line 7"/>
            <p:cNvSpPr/>
            <p:nvPr/>
          </p:nvSpPr>
          <p:spPr>
            <a:xfrm>
              <a:off x="2304" y="0"/>
              <a:ext cx="331" cy="0"/>
            </a:xfrm>
            <a:prstGeom prst="line">
              <a:avLst/>
            </a:prstGeom>
            <a:ln w="9525" cap="flat" cmpd="sng">
              <a:solidFill>
                <a:schemeClr val="bg1"/>
              </a:solidFill>
              <a:prstDash val="solid"/>
              <a:headEnd type="none" w="med" len="med"/>
              <a:tailEnd type="none" w="med" len="med"/>
            </a:ln>
          </p:spPr>
        </p:sp>
        <p:sp>
          <p:nvSpPr>
            <p:cNvPr id="51283" name="Line 9"/>
            <p:cNvSpPr/>
            <p:nvPr/>
          </p:nvSpPr>
          <p:spPr>
            <a:xfrm>
              <a:off x="1294" y="318"/>
              <a:ext cx="331" cy="0"/>
            </a:xfrm>
            <a:prstGeom prst="line">
              <a:avLst/>
            </a:prstGeom>
            <a:ln w="57150" cap="flat" cmpd="sng">
              <a:solidFill>
                <a:srgbClr val="99CCFF"/>
              </a:solidFill>
              <a:prstDash val="solid"/>
              <a:headEnd type="none" w="med" len="med"/>
              <a:tailEnd type="none" w="med" len="med"/>
            </a:ln>
          </p:spPr>
        </p:sp>
        <p:sp>
          <p:nvSpPr>
            <p:cNvPr id="51284" name="Line 10"/>
            <p:cNvSpPr/>
            <p:nvPr/>
          </p:nvSpPr>
          <p:spPr>
            <a:xfrm>
              <a:off x="1630" y="0"/>
              <a:ext cx="0" cy="333"/>
            </a:xfrm>
            <a:prstGeom prst="line">
              <a:avLst/>
            </a:prstGeom>
            <a:ln w="57150" cap="flat" cmpd="sng">
              <a:solidFill>
                <a:srgbClr val="99CCFF"/>
              </a:solidFill>
              <a:prstDash val="solid"/>
              <a:headEnd type="none" w="med" len="med"/>
              <a:tailEnd type="none" w="med" len="med"/>
            </a:ln>
          </p:spPr>
        </p:sp>
        <p:sp>
          <p:nvSpPr>
            <p:cNvPr id="51285" name="Line 11"/>
            <p:cNvSpPr/>
            <p:nvPr/>
          </p:nvSpPr>
          <p:spPr>
            <a:xfrm>
              <a:off x="1630" y="0"/>
              <a:ext cx="331" cy="0"/>
            </a:xfrm>
            <a:prstGeom prst="line">
              <a:avLst/>
            </a:prstGeom>
            <a:ln w="57150" cap="flat" cmpd="sng">
              <a:solidFill>
                <a:srgbClr val="99CCFF"/>
              </a:solidFill>
              <a:prstDash val="solid"/>
              <a:headEnd type="none" w="med" len="med"/>
              <a:tailEnd type="none" w="med" len="med"/>
            </a:ln>
          </p:spPr>
        </p:sp>
        <p:sp>
          <p:nvSpPr>
            <p:cNvPr id="51286" name="Line 12"/>
            <p:cNvSpPr/>
            <p:nvPr/>
          </p:nvSpPr>
          <p:spPr>
            <a:xfrm>
              <a:off x="1968" y="0"/>
              <a:ext cx="0" cy="333"/>
            </a:xfrm>
            <a:prstGeom prst="line">
              <a:avLst/>
            </a:prstGeom>
            <a:ln w="57150" cap="flat" cmpd="sng">
              <a:solidFill>
                <a:srgbClr val="99CCFF"/>
              </a:solidFill>
              <a:prstDash val="solid"/>
              <a:headEnd type="none" w="med" len="med"/>
              <a:tailEnd type="none" w="med" len="med"/>
            </a:ln>
          </p:spPr>
        </p:sp>
        <p:sp>
          <p:nvSpPr>
            <p:cNvPr id="51287" name="Line 13"/>
            <p:cNvSpPr/>
            <p:nvPr/>
          </p:nvSpPr>
          <p:spPr>
            <a:xfrm>
              <a:off x="624" y="318"/>
              <a:ext cx="331" cy="0"/>
            </a:xfrm>
            <a:prstGeom prst="line">
              <a:avLst/>
            </a:prstGeom>
            <a:ln w="57150" cap="flat" cmpd="sng">
              <a:solidFill>
                <a:srgbClr val="99CCFF"/>
              </a:solidFill>
              <a:prstDash val="solid"/>
              <a:headEnd type="none" w="med" len="med"/>
              <a:tailEnd type="none" w="med" len="med"/>
            </a:ln>
          </p:spPr>
        </p:sp>
        <p:sp>
          <p:nvSpPr>
            <p:cNvPr id="51288" name="Line 14"/>
            <p:cNvSpPr/>
            <p:nvPr/>
          </p:nvSpPr>
          <p:spPr>
            <a:xfrm>
              <a:off x="960" y="0"/>
              <a:ext cx="0" cy="333"/>
            </a:xfrm>
            <a:prstGeom prst="line">
              <a:avLst/>
            </a:prstGeom>
            <a:ln w="57150" cap="flat" cmpd="sng">
              <a:solidFill>
                <a:srgbClr val="99CCFF"/>
              </a:solidFill>
              <a:prstDash val="solid"/>
              <a:headEnd type="none" w="med" len="med"/>
              <a:tailEnd type="none" w="med" len="med"/>
            </a:ln>
          </p:spPr>
        </p:sp>
        <p:sp>
          <p:nvSpPr>
            <p:cNvPr id="51289" name="Line 15"/>
            <p:cNvSpPr/>
            <p:nvPr/>
          </p:nvSpPr>
          <p:spPr>
            <a:xfrm>
              <a:off x="960" y="0"/>
              <a:ext cx="331" cy="0"/>
            </a:xfrm>
            <a:prstGeom prst="line">
              <a:avLst/>
            </a:prstGeom>
            <a:ln w="57150" cap="flat" cmpd="sng">
              <a:solidFill>
                <a:srgbClr val="99CCFF"/>
              </a:solidFill>
              <a:prstDash val="solid"/>
              <a:headEnd type="none" w="med" len="med"/>
              <a:tailEnd type="none" w="med" len="med"/>
            </a:ln>
          </p:spPr>
        </p:sp>
        <p:sp>
          <p:nvSpPr>
            <p:cNvPr id="51290" name="Line 16"/>
            <p:cNvSpPr/>
            <p:nvPr/>
          </p:nvSpPr>
          <p:spPr>
            <a:xfrm>
              <a:off x="1298" y="0"/>
              <a:ext cx="0" cy="333"/>
            </a:xfrm>
            <a:prstGeom prst="line">
              <a:avLst/>
            </a:prstGeom>
            <a:ln w="57150" cap="flat" cmpd="sng">
              <a:solidFill>
                <a:srgbClr val="99CCFF"/>
              </a:solidFill>
              <a:prstDash val="solid"/>
              <a:headEnd type="none" w="med" len="med"/>
              <a:tailEnd type="none" w="med" len="med"/>
            </a:ln>
          </p:spPr>
        </p:sp>
        <p:sp>
          <p:nvSpPr>
            <p:cNvPr id="51291" name="Text Box 17"/>
            <p:cNvSpPr txBox="1"/>
            <p:nvPr/>
          </p:nvSpPr>
          <p:spPr>
            <a:xfrm>
              <a:off x="-43" y="48"/>
              <a:ext cx="571"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51292" name="Text Box 18"/>
            <p:cNvSpPr txBox="1"/>
            <p:nvPr/>
          </p:nvSpPr>
          <p:spPr>
            <a:xfrm>
              <a:off x="130" y="668"/>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51293" name="Line 25"/>
            <p:cNvSpPr/>
            <p:nvPr/>
          </p:nvSpPr>
          <p:spPr>
            <a:xfrm>
              <a:off x="624" y="662"/>
              <a:ext cx="426" cy="0"/>
            </a:xfrm>
            <a:prstGeom prst="line">
              <a:avLst/>
            </a:prstGeom>
            <a:ln w="57150" cap="flat" cmpd="sng">
              <a:solidFill>
                <a:srgbClr val="FFFF00"/>
              </a:solidFill>
              <a:prstDash val="solid"/>
              <a:headEnd type="none" w="med" len="med"/>
              <a:tailEnd type="none" w="med" len="med"/>
            </a:ln>
          </p:spPr>
        </p:sp>
        <p:sp>
          <p:nvSpPr>
            <p:cNvPr id="51294" name="Line 26"/>
            <p:cNvSpPr/>
            <p:nvPr/>
          </p:nvSpPr>
          <p:spPr>
            <a:xfrm>
              <a:off x="1056" y="655"/>
              <a:ext cx="0" cy="333"/>
            </a:xfrm>
            <a:prstGeom prst="line">
              <a:avLst/>
            </a:prstGeom>
            <a:ln w="57150" cap="flat" cmpd="sng">
              <a:solidFill>
                <a:srgbClr val="FFFF00"/>
              </a:solidFill>
              <a:prstDash val="solid"/>
              <a:headEnd type="none" w="med" len="med"/>
              <a:tailEnd type="none" w="med" len="med"/>
            </a:ln>
          </p:spPr>
        </p:sp>
        <p:sp>
          <p:nvSpPr>
            <p:cNvPr id="51295" name="Line 27"/>
            <p:cNvSpPr/>
            <p:nvPr/>
          </p:nvSpPr>
          <p:spPr>
            <a:xfrm>
              <a:off x="1056" y="998"/>
              <a:ext cx="816" cy="0"/>
            </a:xfrm>
            <a:prstGeom prst="line">
              <a:avLst/>
            </a:prstGeom>
            <a:ln w="57150" cap="flat" cmpd="sng">
              <a:solidFill>
                <a:srgbClr val="FFFF00"/>
              </a:solidFill>
              <a:prstDash val="solid"/>
              <a:headEnd type="none" w="med" len="med"/>
              <a:tailEnd type="none" w="med" len="med"/>
            </a:ln>
          </p:spPr>
        </p:sp>
        <p:sp>
          <p:nvSpPr>
            <p:cNvPr id="51296" name="Line 28"/>
            <p:cNvSpPr/>
            <p:nvPr/>
          </p:nvSpPr>
          <p:spPr>
            <a:xfrm>
              <a:off x="1864" y="672"/>
              <a:ext cx="0" cy="333"/>
            </a:xfrm>
            <a:prstGeom prst="line">
              <a:avLst/>
            </a:prstGeom>
            <a:ln w="57150" cap="flat" cmpd="sng">
              <a:solidFill>
                <a:srgbClr val="FFFF00"/>
              </a:solidFill>
              <a:prstDash val="solid"/>
              <a:headEnd type="none" w="med" len="med"/>
              <a:tailEnd type="none" w="med" len="med"/>
            </a:ln>
          </p:spPr>
        </p:sp>
        <p:sp>
          <p:nvSpPr>
            <p:cNvPr id="51297" name="Line 29"/>
            <p:cNvSpPr/>
            <p:nvPr/>
          </p:nvSpPr>
          <p:spPr>
            <a:xfrm>
              <a:off x="1872" y="672"/>
              <a:ext cx="816" cy="0"/>
            </a:xfrm>
            <a:prstGeom prst="line">
              <a:avLst/>
            </a:prstGeom>
            <a:ln w="57150" cap="flat" cmpd="sng">
              <a:solidFill>
                <a:srgbClr val="FFFF00"/>
              </a:solidFill>
              <a:prstDash val="solid"/>
              <a:headEnd type="none" w="med" len="med"/>
              <a:tailEnd type="none" w="med" len="med"/>
            </a:ln>
          </p:spPr>
        </p:sp>
        <p:sp>
          <p:nvSpPr>
            <p:cNvPr id="51298" name="Text Box 30"/>
            <p:cNvSpPr txBox="1"/>
            <p:nvPr/>
          </p:nvSpPr>
          <p:spPr>
            <a:xfrm>
              <a:off x="126" y="1296"/>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51299" name="Line 31"/>
            <p:cNvSpPr/>
            <p:nvPr/>
          </p:nvSpPr>
          <p:spPr>
            <a:xfrm>
              <a:off x="624" y="1536"/>
              <a:ext cx="336" cy="0"/>
            </a:xfrm>
            <a:prstGeom prst="line">
              <a:avLst/>
            </a:prstGeom>
            <a:ln w="57150" cap="flat" cmpd="sng">
              <a:solidFill>
                <a:schemeClr val="bg1"/>
              </a:solidFill>
              <a:prstDash val="solid"/>
              <a:headEnd type="none" w="med" len="med"/>
              <a:tailEnd type="none" w="med" len="med"/>
            </a:ln>
          </p:spPr>
        </p:sp>
        <p:sp>
          <p:nvSpPr>
            <p:cNvPr id="51300" name="Line 33"/>
            <p:cNvSpPr/>
            <p:nvPr/>
          </p:nvSpPr>
          <p:spPr>
            <a:xfrm>
              <a:off x="960" y="1200"/>
              <a:ext cx="0" cy="333"/>
            </a:xfrm>
            <a:prstGeom prst="line">
              <a:avLst/>
            </a:prstGeom>
            <a:ln w="57150" cap="flat" cmpd="sng">
              <a:solidFill>
                <a:schemeClr val="bg1"/>
              </a:solidFill>
              <a:prstDash val="solid"/>
              <a:headEnd type="none" w="med" len="med"/>
              <a:tailEnd type="none" w="med" len="med"/>
            </a:ln>
          </p:spPr>
        </p:sp>
        <p:sp>
          <p:nvSpPr>
            <p:cNvPr id="51301" name="Line 34"/>
            <p:cNvSpPr/>
            <p:nvPr/>
          </p:nvSpPr>
          <p:spPr>
            <a:xfrm>
              <a:off x="960" y="1210"/>
              <a:ext cx="680" cy="0"/>
            </a:xfrm>
            <a:prstGeom prst="line">
              <a:avLst/>
            </a:prstGeom>
            <a:ln w="57150" cap="flat" cmpd="sng">
              <a:solidFill>
                <a:schemeClr val="bg1"/>
              </a:solidFill>
              <a:prstDash val="solid"/>
              <a:headEnd type="none" w="med" len="med"/>
              <a:tailEnd type="none" w="med" len="med"/>
            </a:ln>
          </p:spPr>
        </p:sp>
        <p:sp>
          <p:nvSpPr>
            <p:cNvPr id="51302" name="Line 35"/>
            <p:cNvSpPr/>
            <p:nvPr/>
          </p:nvSpPr>
          <p:spPr>
            <a:xfrm>
              <a:off x="1634" y="1220"/>
              <a:ext cx="0" cy="333"/>
            </a:xfrm>
            <a:prstGeom prst="line">
              <a:avLst/>
            </a:prstGeom>
            <a:ln w="57150" cap="flat" cmpd="sng">
              <a:solidFill>
                <a:schemeClr val="bg1"/>
              </a:solidFill>
              <a:prstDash val="solid"/>
              <a:headEnd type="none" w="med" len="med"/>
              <a:tailEnd type="none" w="med" len="med"/>
            </a:ln>
          </p:spPr>
        </p:sp>
        <p:sp>
          <p:nvSpPr>
            <p:cNvPr id="51303" name="Line 36"/>
            <p:cNvSpPr/>
            <p:nvPr/>
          </p:nvSpPr>
          <p:spPr>
            <a:xfrm>
              <a:off x="1634" y="1536"/>
              <a:ext cx="680" cy="0"/>
            </a:xfrm>
            <a:prstGeom prst="line">
              <a:avLst/>
            </a:prstGeom>
            <a:ln w="57150" cap="flat" cmpd="sng">
              <a:solidFill>
                <a:schemeClr val="bg1"/>
              </a:solidFill>
              <a:prstDash val="solid"/>
              <a:headEnd type="none" w="med" len="med"/>
              <a:tailEnd type="none" w="med" len="med"/>
            </a:ln>
          </p:spPr>
        </p:sp>
        <p:sp>
          <p:nvSpPr>
            <p:cNvPr id="51304" name="Line 104"/>
            <p:cNvSpPr/>
            <p:nvPr/>
          </p:nvSpPr>
          <p:spPr>
            <a:xfrm>
              <a:off x="2304" y="1200"/>
              <a:ext cx="0" cy="333"/>
            </a:xfrm>
            <a:prstGeom prst="line">
              <a:avLst/>
            </a:prstGeom>
            <a:ln w="57150" cap="flat" cmpd="sng">
              <a:solidFill>
                <a:schemeClr val="bg1"/>
              </a:solidFill>
              <a:prstDash val="solid"/>
              <a:headEnd type="none" w="med" len="med"/>
              <a:tailEnd type="none" w="med" len="med"/>
            </a:ln>
          </p:spPr>
        </p:sp>
        <p:sp>
          <p:nvSpPr>
            <p:cNvPr id="51305" name="Line 105"/>
            <p:cNvSpPr/>
            <p:nvPr/>
          </p:nvSpPr>
          <p:spPr>
            <a:xfrm>
              <a:off x="2296" y="1200"/>
              <a:ext cx="363" cy="0"/>
            </a:xfrm>
            <a:prstGeom prst="line">
              <a:avLst/>
            </a:prstGeom>
            <a:ln w="57150" cap="flat" cmpd="sng">
              <a:solidFill>
                <a:schemeClr val="bg1"/>
              </a:solidFill>
              <a:prstDash val="solid"/>
              <a:headEnd type="none" w="med" len="med"/>
              <a:tailEnd type="none" w="med" len="med"/>
            </a:ln>
          </p:spPr>
        </p:sp>
        <p:sp>
          <p:nvSpPr>
            <p:cNvPr id="51306" name="Line 106"/>
            <p:cNvSpPr/>
            <p:nvPr/>
          </p:nvSpPr>
          <p:spPr>
            <a:xfrm>
              <a:off x="2309" y="0"/>
              <a:ext cx="331" cy="0"/>
            </a:xfrm>
            <a:prstGeom prst="line">
              <a:avLst/>
            </a:prstGeom>
            <a:ln w="57150" cap="flat" cmpd="sng">
              <a:solidFill>
                <a:srgbClr val="99CCFF"/>
              </a:solidFill>
              <a:prstDash val="solid"/>
              <a:headEnd type="none" w="med" len="med"/>
              <a:tailEnd type="none" w="med" len="med"/>
            </a:ln>
          </p:spPr>
        </p:sp>
      </p:grpSp>
      <p:sp>
        <p:nvSpPr>
          <p:cNvPr id="51278" name="Line 111"/>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51279" name="Line 112"/>
          <p:cNvSpPr/>
          <p:nvPr/>
        </p:nvSpPr>
        <p:spPr>
          <a:xfrm>
            <a:off x="6724650" y="1428750"/>
            <a:ext cx="0" cy="2159794"/>
          </a:xfrm>
          <a:prstGeom prst="line">
            <a:avLst/>
          </a:prstGeom>
          <a:ln w="9525" cap="flat" cmpd="sng">
            <a:solidFill>
              <a:schemeClr val="bg1"/>
            </a:solidFill>
            <a:prstDash val="dash"/>
            <a:headEnd type="none" w="med" len="med"/>
            <a:tailEnd type="none" w="med" len="med"/>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p:nvPr/>
        </p:nvSpPr>
        <p:spPr>
          <a:xfrm>
            <a:off x="4410075" y="951310"/>
            <a:ext cx="3511153"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2227" name="Text Box 3"/>
          <p:cNvSpPr txBox="1"/>
          <p:nvPr/>
        </p:nvSpPr>
        <p:spPr>
          <a:xfrm>
            <a:off x="1331119"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2229" name="灯片编号占位符 4"/>
          <p:cNvSpPr txBox="1">
            <a:spLocks noGrp="1"/>
          </p:cNvSpPr>
          <p:nvPr/>
        </p:nvSpPr>
        <p:spPr>
          <a:xfrm>
            <a:off x="8532575" y="488767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52230" name="Rectangle 3"/>
          <p:cNvSpPr>
            <a:spLocks noGrp="1"/>
          </p:cNvSpPr>
          <p:nvPr>
            <p:ph type="title" idx="4294967295"/>
          </p:nvPr>
        </p:nvSpPr>
        <p:spPr>
          <a:xfrm>
            <a:off x="1543050" y="405448"/>
            <a:ext cx="4572000" cy="57150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(9)</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grpSp>
        <p:nvGrpSpPr>
          <p:cNvPr id="52231" name="Group 112"/>
          <p:cNvGrpSpPr/>
          <p:nvPr/>
        </p:nvGrpSpPr>
        <p:grpSpPr>
          <a:xfrm>
            <a:off x="1714500" y="1064419"/>
            <a:ext cx="2400300" cy="3645694"/>
            <a:chOff x="0" y="0"/>
            <a:chExt cx="2016" cy="3062"/>
          </a:xfrm>
        </p:grpSpPr>
        <p:sp>
          <p:nvSpPr>
            <p:cNvPr id="52272" name="Line 38"/>
            <p:cNvSpPr/>
            <p:nvPr/>
          </p:nvSpPr>
          <p:spPr>
            <a:xfrm rot="-5400000">
              <a:off x="416" y="938"/>
              <a:ext cx="161" cy="0"/>
            </a:xfrm>
            <a:prstGeom prst="line">
              <a:avLst/>
            </a:prstGeom>
            <a:ln w="28575" cap="flat" cmpd="sng">
              <a:solidFill>
                <a:schemeClr val="accent1"/>
              </a:solidFill>
              <a:prstDash val="solid"/>
              <a:headEnd type="none" w="med" len="med"/>
              <a:tailEnd type="none" w="med" len="med"/>
            </a:ln>
          </p:spPr>
        </p:sp>
        <p:sp>
          <p:nvSpPr>
            <p:cNvPr id="52273" name="Line 39"/>
            <p:cNvSpPr/>
            <p:nvPr/>
          </p:nvSpPr>
          <p:spPr>
            <a:xfrm rot="-5400000">
              <a:off x="288" y="372"/>
              <a:ext cx="288" cy="0"/>
            </a:xfrm>
            <a:prstGeom prst="line">
              <a:avLst/>
            </a:prstGeom>
            <a:ln w="28575" cap="flat" cmpd="sng">
              <a:solidFill>
                <a:schemeClr val="accent1"/>
              </a:solidFill>
              <a:prstDash val="solid"/>
              <a:headEnd type="none" w="med" len="med"/>
              <a:tailEnd type="none" w="med" len="med"/>
            </a:ln>
          </p:spPr>
        </p:sp>
        <p:sp>
          <p:nvSpPr>
            <p:cNvPr id="52274" name="AutoShape 40"/>
            <p:cNvSpPr/>
            <p:nvPr/>
          </p:nvSpPr>
          <p:spPr>
            <a:xfrm rot="-5400000">
              <a:off x="284"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75" name="Oval 41"/>
            <p:cNvSpPr/>
            <p:nvPr/>
          </p:nvSpPr>
          <p:spPr>
            <a:xfrm rot="-5400000">
              <a:off x="391" y="502"/>
              <a:ext cx="62" cy="61"/>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76" name="Line 42"/>
            <p:cNvSpPr/>
            <p:nvPr/>
          </p:nvSpPr>
          <p:spPr>
            <a:xfrm rot="-5400000">
              <a:off x="1056" y="375"/>
              <a:ext cx="288" cy="0"/>
            </a:xfrm>
            <a:prstGeom prst="line">
              <a:avLst/>
            </a:prstGeom>
            <a:ln w="28575" cap="flat" cmpd="sng">
              <a:solidFill>
                <a:srgbClr val="FF5050"/>
              </a:solidFill>
              <a:prstDash val="solid"/>
              <a:headEnd type="none" w="med" len="med"/>
              <a:tailEnd type="none" w="med" len="med"/>
            </a:ln>
          </p:spPr>
        </p:sp>
        <p:sp>
          <p:nvSpPr>
            <p:cNvPr id="52277" name="AutoShape 43"/>
            <p:cNvSpPr/>
            <p:nvPr/>
          </p:nvSpPr>
          <p:spPr>
            <a:xfrm rot="-5400000">
              <a:off x="1052"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78" name="Oval 44"/>
            <p:cNvSpPr/>
            <p:nvPr/>
          </p:nvSpPr>
          <p:spPr>
            <a:xfrm rot="-5400000">
              <a:off x="1159" y="495"/>
              <a:ext cx="62" cy="61"/>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79" name="Line 45"/>
            <p:cNvSpPr/>
            <p:nvPr/>
          </p:nvSpPr>
          <p:spPr>
            <a:xfrm rot="-5400000">
              <a:off x="202" y="1068"/>
              <a:ext cx="447" cy="0"/>
            </a:xfrm>
            <a:prstGeom prst="line">
              <a:avLst/>
            </a:prstGeom>
            <a:ln w="28575" cap="flat" cmpd="sng">
              <a:solidFill>
                <a:srgbClr val="FF5050"/>
              </a:solidFill>
              <a:prstDash val="solid"/>
              <a:headEnd type="none" w="med" len="med"/>
              <a:tailEnd type="none" w="med" len="med"/>
            </a:ln>
          </p:spPr>
        </p:sp>
        <p:sp>
          <p:nvSpPr>
            <p:cNvPr id="52280" name="Line 46"/>
            <p:cNvSpPr/>
            <p:nvPr/>
          </p:nvSpPr>
          <p:spPr>
            <a:xfrm rot="-5400000">
              <a:off x="209" y="1796"/>
              <a:ext cx="268" cy="0"/>
            </a:xfrm>
            <a:prstGeom prst="line">
              <a:avLst/>
            </a:prstGeom>
            <a:ln w="28575" cap="flat" cmpd="sng">
              <a:solidFill>
                <a:schemeClr val="accent1"/>
              </a:solidFill>
              <a:prstDash val="solid"/>
              <a:headEnd type="none" w="med" len="med"/>
              <a:tailEnd type="none" w="med" len="med"/>
            </a:ln>
          </p:spPr>
        </p:sp>
        <p:sp>
          <p:nvSpPr>
            <p:cNvPr id="52281" name="AutoShape 47"/>
            <p:cNvSpPr/>
            <p:nvPr/>
          </p:nvSpPr>
          <p:spPr>
            <a:xfrm rot="-5400000">
              <a:off x="280"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82" name="Oval 48"/>
            <p:cNvSpPr/>
            <p:nvPr/>
          </p:nvSpPr>
          <p:spPr>
            <a:xfrm rot="-5400000">
              <a:off x="396" y="1294"/>
              <a:ext cx="62" cy="57"/>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83" name="AutoShape 49"/>
            <p:cNvSpPr/>
            <p:nvPr/>
          </p:nvSpPr>
          <p:spPr>
            <a:xfrm rot="-5400000">
              <a:off x="1048"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84" name="Oval 50"/>
            <p:cNvSpPr/>
            <p:nvPr/>
          </p:nvSpPr>
          <p:spPr>
            <a:xfrm rot="-5400000">
              <a:off x="1164" y="1297"/>
              <a:ext cx="62" cy="57"/>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85" name="Line 51"/>
            <p:cNvSpPr/>
            <p:nvPr/>
          </p:nvSpPr>
          <p:spPr>
            <a:xfrm rot="-5400000">
              <a:off x="260" y="2535"/>
              <a:ext cx="154" cy="0"/>
            </a:xfrm>
            <a:prstGeom prst="line">
              <a:avLst/>
            </a:prstGeom>
            <a:ln w="28575" cap="flat" cmpd="sng">
              <a:solidFill>
                <a:srgbClr val="FF5050"/>
              </a:solidFill>
              <a:prstDash val="solid"/>
              <a:headEnd type="none" w="med" len="med"/>
              <a:tailEnd type="none" w="med" len="med"/>
            </a:ln>
          </p:spPr>
        </p:sp>
        <p:sp>
          <p:nvSpPr>
            <p:cNvPr id="52286" name="Line 52"/>
            <p:cNvSpPr/>
            <p:nvPr/>
          </p:nvSpPr>
          <p:spPr>
            <a:xfrm rot="-5400000">
              <a:off x="1027" y="2545"/>
              <a:ext cx="154" cy="0"/>
            </a:xfrm>
            <a:prstGeom prst="line">
              <a:avLst/>
            </a:prstGeom>
            <a:ln w="28575" cap="flat" cmpd="sng">
              <a:solidFill>
                <a:schemeClr val="accent1"/>
              </a:solidFill>
              <a:prstDash val="solid"/>
              <a:headEnd type="none" w="med" len="med"/>
              <a:tailEnd type="none" w="med" len="med"/>
            </a:ln>
          </p:spPr>
        </p:sp>
        <p:sp>
          <p:nvSpPr>
            <p:cNvPr id="52287" name="Line 53"/>
            <p:cNvSpPr/>
            <p:nvPr/>
          </p:nvSpPr>
          <p:spPr>
            <a:xfrm rot="-5400000">
              <a:off x="1014" y="937"/>
              <a:ext cx="161" cy="0"/>
            </a:xfrm>
            <a:prstGeom prst="line">
              <a:avLst/>
            </a:prstGeom>
            <a:ln w="28575" cap="flat" cmpd="sng">
              <a:solidFill>
                <a:schemeClr val="accent1"/>
              </a:solidFill>
              <a:prstDash val="solid"/>
              <a:headEnd type="none" w="med" len="med"/>
              <a:tailEnd type="none" w="med" len="med"/>
            </a:ln>
          </p:spPr>
        </p:sp>
        <p:sp>
          <p:nvSpPr>
            <p:cNvPr id="52288" name="Line 54"/>
            <p:cNvSpPr/>
            <p:nvPr/>
          </p:nvSpPr>
          <p:spPr>
            <a:xfrm>
              <a:off x="508" y="1028"/>
              <a:ext cx="152" cy="0"/>
            </a:xfrm>
            <a:prstGeom prst="line">
              <a:avLst/>
            </a:prstGeom>
            <a:ln w="28575" cap="flat" cmpd="sng">
              <a:solidFill>
                <a:srgbClr val="FF5050"/>
              </a:solidFill>
              <a:prstDash val="solid"/>
              <a:headEnd type="none" w="med" len="med"/>
              <a:tailEnd type="none" w="med" len="med"/>
            </a:ln>
          </p:spPr>
        </p:sp>
        <p:sp>
          <p:nvSpPr>
            <p:cNvPr id="52289" name="Line 55"/>
            <p:cNvSpPr/>
            <p:nvPr/>
          </p:nvSpPr>
          <p:spPr>
            <a:xfrm>
              <a:off x="963" y="1028"/>
              <a:ext cx="141" cy="0"/>
            </a:xfrm>
            <a:prstGeom prst="line">
              <a:avLst/>
            </a:prstGeom>
            <a:ln w="28575" cap="flat" cmpd="sng">
              <a:solidFill>
                <a:schemeClr val="accent1"/>
              </a:solidFill>
              <a:prstDash val="solid"/>
              <a:headEnd type="none" w="med" len="med"/>
              <a:tailEnd type="none" w="med" len="med"/>
            </a:ln>
          </p:spPr>
        </p:sp>
        <p:sp>
          <p:nvSpPr>
            <p:cNvPr id="52290" name="Line 56"/>
            <p:cNvSpPr/>
            <p:nvPr/>
          </p:nvSpPr>
          <p:spPr>
            <a:xfrm>
              <a:off x="432" y="404"/>
              <a:ext cx="209" cy="0"/>
            </a:xfrm>
            <a:prstGeom prst="line">
              <a:avLst/>
            </a:prstGeom>
            <a:ln w="28575" cap="flat" cmpd="sng">
              <a:solidFill>
                <a:schemeClr val="accent1"/>
              </a:solidFill>
              <a:prstDash val="solid"/>
              <a:headEnd type="none" w="med" len="med"/>
              <a:tailEnd type="none" w="med" len="med"/>
            </a:ln>
          </p:spPr>
        </p:sp>
        <p:sp>
          <p:nvSpPr>
            <p:cNvPr id="52291" name="Line 57"/>
            <p:cNvSpPr/>
            <p:nvPr/>
          </p:nvSpPr>
          <p:spPr>
            <a:xfrm>
              <a:off x="1001" y="404"/>
              <a:ext cx="209" cy="0"/>
            </a:xfrm>
            <a:prstGeom prst="line">
              <a:avLst/>
            </a:prstGeom>
            <a:ln w="28575" cap="flat" cmpd="sng">
              <a:solidFill>
                <a:srgbClr val="FF5050"/>
              </a:solidFill>
              <a:prstDash val="solid"/>
              <a:headEnd type="none" w="med" len="med"/>
              <a:tailEnd type="none" w="med" len="med"/>
            </a:ln>
          </p:spPr>
        </p:sp>
        <p:sp>
          <p:nvSpPr>
            <p:cNvPr id="52292" name="Line 58"/>
            <p:cNvSpPr/>
            <p:nvPr/>
          </p:nvSpPr>
          <p:spPr>
            <a:xfrm>
              <a:off x="644" y="404"/>
              <a:ext cx="326" cy="630"/>
            </a:xfrm>
            <a:prstGeom prst="line">
              <a:avLst/>
            </a:prstGeom>
            <a:ln w="28575" cap="flat" cmpd="sng">
              <a:solidFill>
                <a:schemeClr val="accent1"/>
              </a:solidFill>
              <a:prstDash val="solid"/>
              <a:headEnd type="none" w="med" len="med"/>
              <a:tailEnd type="none" w="med" len="med"/>
            </a:ln>
          </p:spPr>
        </p:sp>
        <p:sp>
          <p:nvSpPr>
            <p:cNvPr id="52293" name="Line 59"/>
            <p:cNvSpPr/>
            <p:nvPr/>
          </p:nvSpPr>
          <p:spPr>
            <a:xfrm flipH="1">
              <a:off x="652" y="404"/>
              <a:ext cx="340" cy="630"/>
            </a:xfrm>
            <a:prstGeom prst="line">
              <a:avLst/>
            </a:prstGeom>
            <a:ln w="28575" cap="flat" cmpd="sng">
              <a:solidFill>
                <a:srgbClr val="FF5050"/>
              </a:solidFill>
              <a:prstDash val="solid"/>
              <a:headEnd type="none" w="med" len="med"/>
              <a:tailEnd type="none" w="med" len="med"/>
            </a:ln>
          </p:spPr>
        </p:sp>
        <p:sp>
          <p:nvSpPr>
            <p:cNvPr id="52294" name="Line 60"/>
            <p:cNvSpPr/>
            <p:nvPr/>
          </p:nvSpPr>
          <p:spPr>
            <a:xfrm rot="-5400000">
              <a:off x="967" y="1068"/>
              <a:ext cx="447" cy="0"/>
            </a:xfrm>
            <a:prstGeom prst="line">
              <a:avLst/>
            </a:prstGeom>
            <a:ln w="28575" cap="flat" cmpd="sng">
              <a:solidFill>
                <a:srgbClr val="FF5050"/>
              </a:solidFill>
              <a:prstDash val="solid"/>
              <a:headEnd type="none" w="med" len="med"/>
              <a:tailEnd type="none" w="med" len="med"/>
            </a:ln>
          </p:spPr>
        </p:sp>
        <p:sp>
          <p:nvSpPr>
            <p:cNvPr id="52295" name="Oval 61"/>
            <p:cNvSpPr/>
            <p:nvPr/>
          </p:nvSpPr>
          <p:spPr>
            <a:xfrm>
              <a:off x="412"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96" name="Oval 62"/>
            <p:cNvSpPr/>
            <p:nvPr/>
          </p:nvSpPr>
          <p:spPr>
            <a:xfrm>
              <a:off x="1172"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97" name="Text Box 63"/>
            <p:cNvSpPr txBox="1"/>
            <p:nvPr/>
          </p:nvSpPr>
          <p:spPr>
            <a:xfrm>
              <a:off x="111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52298" name="Text Box 64"/>
            <p:cNvSpPr txBox="1"/>
            <p:nvPr/>
          </p:nvSpPr>
          <p:spPr>
            <a:xfrm>
              <a:off x="1104"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52299" name="Text Box 65"/>
            <p:cNvSpPr txBox="1"/>
            <p:nvPr/>
          </p:nvSpPr>
          <p:spPr>
            <a:xfrm>
              <a:off x="336"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52300" name="Text Box 66"/>
            <p:cNvSpPr txBox="1"/>
            <p:nvPr/>
          </p:nvSpPr>
          <p:spPr>
            <a:xfrm>
              <a:off x="336"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52301" name="Line 67"/>
            <p:cNvSpPr/>
            <p:nvPr/>
          </p:nvSpPr>
          <p:spPr>
            <a:xfrm rot="-5400000">
              <a:off x="199" y="1869"/>
              <a:ext cx="447" cy="0"/>
            </a:xfrm>
            <a:prstGeom prst="line">
              <a:avLst/>
            </a:prstGeom>
            <a:ln w="28575" cap="flat" cmpd="sng">
              <a:solidFill>
                <a:schemeClr val="accent1"/>
              </a:solidFill>
              <a:prstDash val="solid"/>
              <a:headEnd type="none" w="med" len="med"/>
              <a:tailEnd type="none" w="med" len="med"/>
            </a:ln>
          </p:spPr>
        </p:sp>
        <p:sp>
          <p:nvSpPr>
            <p:cNvPr id="52302" name="Line 68"/>
            <p:cNvSpPr/>
            <p:nvPr/>
          </p:nvSpPr>
          <p:spPr>
            <a:xfrm rot="-5400000">
              <a:off x="967" y="1876"/>
              <a:ext cx="447" cy="0"/>
            </a:xfrm>
            <a:prstGeom prst="line">
              <a:avLst/>
            </a:prstGeom>
            <a:ln w="28575" cap="flat" cmpd="sng">
              <a:solidFill>
                <a:srgbClr val="FF5050"/>
              </a:solidFill>
              <a:prstDash val="solid"/>
              <a:headEnd type="none" w="med" len="med"/>
              <a:tailEnd type="none" w="med" len="med"/>
            </a:ln>
          </p:spPr>
        </p:sp>
        <p:sp>
          <p:nvSpPr>
            <p:cNvPr id="52303" name="Line 69"/>
            <p:cNvSpPr/>
            <p:nvPr/>
          </p:nvSpPr>
          <p:spPr>
            <a:xfrm rot="-5400000">
              <a:off x="428" y="1723"/>
              <a:ext cx="161" cy="0"/>
            </a:xfrm>
            <a:prstGeom prst="line">
              <a:avLst/>
            </a:prstGeom>
            <a:ln w="28575" cap="flat" cmpd="sng">
              <a:solidFill>
                <a:srgbClr val="FF5050"/>
              </a:solidFill>
              <a:prstDash val="solid"/>
              <a:headEnd type="none" w="med" len="med"/>
              <a:tailEnd type="none" w="med" len="med"/>
            </a:ln>
          </p:spPr>
        </p:sp>
        <p:sp>
          <p:nvSpPr>
            <p:cNvPr id="52304" name="Line 70"/>
            <p:cNvSpPr/>
            <p:nvPr/>
          </p:nvSpPr>
          <p:spPr>
            <a:xfrm>
              <a:off x="518" y="1816"/>
              <a:ext cx="141" cy="0"/>
            </a:xfrm>
            <a:prstGeom prst="line">
              <a:avLst/>
            </a:prstGeom>
            <a:ln w="28575" cap="flat" cmpd="sng">
              <a:solidFill>
                <a:srgbClr val="FF5050"/>
              </a:solidFill>
              <a:prstDash val="solid"/>
              <a:headEnd type="none" w="med" len="med"/>
              <a:tailEnd type="none" w="med" len="med"/>
            </a:ln>
          </p:spPr>
        </p:sp>
        <p:sp>
          <p:nvSpPr>
            <p:cNvPr id="52305" name="Line 71"/>
            <p:cNvSpPr/>
            <p:nvPr/>
          </p:nvSpPr>
          <p:spPr>
            <a:xfrm>
              <a:off x="988" y="1192"/>
              <a:ext cx="435" cy="0"/>
            </a:xfrm>
            <a:prstGeom prst="line">
              <a:avLst/>
            </a:prstGeom>
            <a:ln w="28575" cap="flat" cmpd="sng">
              <a:solidFill>
                <a:srgbClr val="FF5050"/>
              </a:solidFill>
              <a:prstDash val="solid"/>
              <a:headEnd type="none" w="med" len="med"/>
              <a:tailEnd type="none" w="med" len="med"/>
            </a:ln>
          </p:spPr>
        </p:sp>
        <p:sp>
          <p:nvSpPr>
            <p:cNvPr id="52306" name="Line 72"/>
            <p:cNvSpPr/>
            <p:nvPr/>
          </p:nvSpPr>
          <p:spPr>
            <a:xfrm flipH="1">
              <a:off x="634" y="1192"/>
              <a:ext cx="340" cy="630"/>
            </a:xfrm>
            <a:prstGeom prst="line">
              <a:avLst/>
            </a:prstGeom>
            <a:ln w="28575" cap="flat" cmpd="sng">
              <a:solidFill>
                <a:srgbClr val="FF5050"/>
              </a:solidFill>
              <a:prstDash val="solid"/>
              <a:headEnd type="none" w="med" len="med"/>
              <a:tailEnd type="none" w="med" len="med"/>
            </a:ln>
          </p:spPr>
        </p:sp>
        <p:sp>
          <p:nvSpPr>
            <p:cNvPr id="52307" name="Line 73"/>
            <p:cNvSpPr/>
            <p:nvPr/>
          </p:nvSpPr>
          <p:spPr>
            <a:xfrm rot="-5400000">
              <a:off x="1151" y="1796"/>
              <a:ext cx="268" cy="0"/>
            </a:xfrm>
            <a:prstGeom prst="line">
              <a:avLst/>
            </a:prstGeom>
            <a:ln w="28575" cap="flat" cmpd="sng">
              <a:solidFill>
                <a:schemeClr val="accent1"/>
              </a:solidFill>
              <a:prstDash val="solid"/>
              <a:headEnd type="none" w="med" len="med"/>
              <a:tailEnd type="none" w="med" len="med"/>
            </a:ln>
          </p:spPr>
        </p:sp>
        <p:sp>
          <p:nvSpPr>
            <p:cNvPr id="52308" name="Line 74"/>
            <p:cNvSpPr/>
            <p:nvPr/>
          </p:nvSpPr>
          <p:spPr>
            <a:xfrm>
              <a:off x="346" y="1930"/>
              <a:ext cx="1322" cy="0"/>
            </a:xfrm>
            <a:prstGeom prst="line">
              <a:avLst/>
            </a:prstGeom>
            <a:ln w="28575" cap="flat" cmpd="sng">
              <a:solidFill>
                <a:schemeClr val="accent1"/>
              </a:solidFill>
              <a:prstDash val="solid"/>
              <a:headEnd type="none" w="med" len="med"/>
              <a:tailEnd type="none" w="med" len="med"/>
            </a:ln>
          </p:spPr>
        </p:sp>
        <p:sp>
          <p:nvSpPr>
            <p:cNvPr id="52309" name="Line 75"/>
            <p:cNvSpPr/>
            <p:nvPr/>
          </p:nvSpPr>
          <p:spPr>
            <a:xfrm>
              <a:off x="144" y="1220"/>
              <a:ext cx="0" cy="1394"/>
            </a:xfrm>
            <a:prstGeom prst="line">
              <a:avLst/>
            </a:prstGeom>
            <a:ln w="28575" cap="flat" cmpd="sng">
              <a:solidFill>
                <a:srgbClr val="FF5050"/>
              </a:solidFill>
              <a:prstDash val="solid"/>
              <a:headEnd type="none" w="med" len="med"/>
              <a:tailEnd type="none" w="med" len="med"/>
            </a:ln>
          </p:spPr>
        </p:sp>
        <p:sp>
          <p:nvSpPr>
            <p:cNvPr id="52310" name="Line 76"/>
            <p:cNvSpPr/>
            <p:nvPr/>
          </p:nvSpPr>
          <p:spPr>
            <a:xfrm>
              <a:off x="144" y="1220"/>
              <a:ext cx="288" cy="0"/>
            </a:xfrm>
            <a:prstGeom prst="line">
              <a:avLst/>
            </a:prstGeom>
            <a:ln w="28575" cap="flat" cmpd="sng">
              <a:solidFill>
                <a:srgbClr val="FF5050"/>
              </a:solidFill>
              <a:prstDash val="solid"/>
              <a:headEnd type="none" w="med" len="med"/>
              <a:tailEnd type="none" w="med" len="med"/>
            </a:ln>
          </p:spPr>
        </p:sp>
        <p:sp>
          <p:nvSpPr>
            <p:cNvPr id="52311" name="Oval 77"/>
            <p:cNvSpPr/>
            <p:nvPr/>
          </p:nvSpPr>
          <p:spPr>
            <a:xfrm>
              <a:off x="412"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12" name="Line 78"/>
            <p:cNvSpPr/>
            <p:nvPr/>
          </p:nvSpPr>
          <p:spPr>
            <a:xfrm>
              <a:off x="144" y="2612"/>
              <a:ext cx="192" cy="0"/>
            </a:xfrm>
            <a:prstGeom prst="line">
              <a:avLst/>
            </a:prstGeom>
            <a:ln w="28575" cap="flat" cmpd="sng">
              <a:solidFill>
                <a:srgbClr val="FF5050"/>
              </a:solidFill>
              <a:prstDash val="solid"/>
              <a:headEnd type="none" w="med" len="med"/>
              <a:tailEnd type="none" w="med" len="med"/>
            </a:ln>
          </p:spPr>
        </p:sp>
        <p:sp>
          <p:nvSpPr>
            <p:cNvPr id="52313" name="Oval 79"/>
            <p:cNvSpPr/>
            <p:nvPr/>
          </p:nvSpPr>
          <p:spPr>
            <a:xfrm>
              <a:off x="1258"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14" name="Line 80"/>
            <p:cNvSpPr/>
            <p:nvPr/>
          </p:nvSpPr>
          <p:spPr>
            <a:xfrm>
              <a:off x="518" y="2478"/>
              <a:ext cx="0" cy="347"/>
            </a:xfrm>
            <a:prstGeom prst="line">
              <a:avLst/>
            </a:prstGeom>
            <a:ln w="28575" cap="flat" cmpd="sng">
              <a:solidFill>
                <a:srgbClr val="FF5050"/>
              </a:solidFill>
              <a:prstDash val="solid"/>
              <a:headEnd type="none" w="med" len="med"/>
              <a:tailEnd type="none" w="med" len="med"/>
            </a:ln>
          </p:spPr>
        </p:sp>
        <p:sp>
          <p:nvSpPr>
            <p:cNvPr id="52315" name="Line 81"/>
            <p:cNvSpPr/>
            <p:nvPr/>
          </p:nvSpPr>
          <p:spPr>
            <a:xfrm>
              <a:off x="1412" y="1182"/>
              <a:ext cx="0" cy="1440"/>
            </a:xfrm>
            <a:prstGeom prst="line">
              <a:avLst/>
            </a:prstGeom>
            <a:ln w="28575" cap="flat" cmpd="sng">
              <a:solidFill>
                <a:srgbClr val="FF5050"/>
              </a:solidFill>
              <a:prstDash val="solid"/>
              <a:headEnd type="none" w="med" len="med"/>
              <a:tailEnd type="none" w="med" len="med"/>
            </a:ln>
          </p:spPr>
        </p:sp>
        <p:sp>
          <p:nvSpPr>
            <p:cNvPr id="52316" name="Line 82"/>
            <p:cNvSpPr/>
            <p:nvPr/>
          </p:nvSpPr>
          <p:spPr>
            <a:xfrm rot="-5400000">
              <a:off x="1211" y="2535"/>
              <a:ext cx="154" cy="0"/>
            </a:xfrm>
            <a:prstGeom prst="line">
              <a:avLst/>
            </a:prstGeom>
            <a:ln w="28575" cap="flat" cmpd="sng">
              <a:solidFill>
                <a:srgbClr val="FF5050"/>
              </a:solidFill>
              <a:prstDash val="solid"/>
              <a:headEnd type="none" w="med" len="med"/>
              <a:tailEnd type="none" w="med" len="med"/>
            </a:ln>
          </p:spPr>
        </p:sp>
        <p:sp>
          <p:nvSpPr>
            <p:cNvPr id="52317" name="Line 83"/>
            <p:cNvSpPr/>
            <p:nvPr/>
          </p:nvSpPr>
          <p:spPr>
            <a:xfrm>
              <a:off x="1296" y="2612"/>
              <a:ext cx="118" cy="0"/>
            </a:xfrm>
            <a:prstGeom prst="line">
              <a:avLst/>
            </a:prstGeom>
            <a:ln w="28575" cap="flat" cmpd="sng">
              <a:solidFill>
                <a:srgbClr val="FF5050"/>
              </a:solidFill>
              <a:prstDash val="solid"/>
              <a:headEnd type="none" w="med" len="med"/>
              <a:tailEnd type="none" w="med" len="med"/>
            </a:ln>
          </p:spPr>
        </p:sp>
        <p:sp>
          <p:nvSpPr>
            <p:cNvPr id="52318" name="Oval 84"/>
            <p:cNvSpPr/>
            <p:nvPr/>
          </p:nvSpPr>
          <p:spPr>
            <a:xfrm>
              <a:off x="1172"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19" name="Line 85"/>
            <p:cNvSpPr/>
            <p:nvPr/>
          </p:nvSpPr>
          <p:spPr>
            <a:xfrm>
              <a:off x="432" y="2036"/>
              <a:ext cx="209" cy="0"/>
            </a:xfrm>
            <a:prstGeom prst="line">
              <a:avLst/>
            </a:prstGeom>
            <a:ln w="28575" cap="flat" cmpd="sng">
              <a:solidFill>
                <a:schemeClr val="accent1"/>
              </a:solidFill>
              <a:prstDash val="solid"/>
              <a:headEnd type="none" w="med" len="med"/>
              <a:tailEnd type="none" w="med" len="med"/>
            </a:ln>
          </p:spPr>
        </p:sp>
        <p:sp>
          <p:nvSpPr>
            <p:cNvPr id="52320" name="Line 86"/>
            <p:cNvSpPr/>
            <p:nvPr/>
          </p:nvSpPr>
          <p:spPr>
            <a:xfrm>
              <a:off x="950" y="2622"/>
              <a:ext cx="152" cy="0"/>
            </a:xfrm>
            <a:prstGeom prst="line">
              <a:avLst/>
            </a:prstGeom>
            <a:ln w="28575" cap="flat" cmpd="sng">
              <a:solidFill>
                <a:schemeClr val="accent1"/>
              </a:solidFill>
              <a:prstDash val="solid"/>
              <a:headEnd type="none" w="med" len="med"/>
              <a:tailEnd type="none" w="med" len="med"/>
            </a:ln>
          </p:spPr>
        </p:sp>
        <p:sp>
          <p:nvSpPr>
            <p:cNvPr id="52321" name="Line 87"/>
            <p:cNvSpPr/>
            <p:nvPr/>
          </p:nvSpPr>
          <p:spPr>
            <a:xfrm>
              <a:off x="634" y="2036"/>
              <a:ext cx="326" cy="598"/>
            </a:xfrm>
            <a:prstGeom prst="line">
              <a:avLst/>
            </a:prstGeom>
            <a:ln w="28575" cap="flat" cmpd="sng">
              <a:solidFill>
                <a:schemeClr val="accent1"/>
              </a:solidFill>
              <a:prstDash val="solid"/>
              <a:headEnd type="none" w="med" len="med"/>
              <a:tailEnd type="none" w="med" len="med"/>
            </a:ln>
          </p:spPr>
        </p:sp>
        <p:sp>
          <p:nvSpPr>
            <p:cNvPr id="52322" name="Text Box 88"/>
            <p:cNvSpPr txBox="1"/>
            <p:nvPr/>
          </p:nvSpPr>
          <p:spPr>
            <a:xfrm>
              <a:off x="1084"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2323" name="Text Box 89"/>
            <p:cNvSpPr txBox="1"/>
            <p:nvPr/>
          </p:nvSpPr>
          <p:spPr>
            <a:xfrm>
              <a:off x="308"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2324" name="Text Box 91"/>
            <p:cNvSpPr txBox="1"/>
            <p:nvPr/>
          </p:nvSpPr>
          <p:spPr>
            <a:xfrm>
              <a:off x="1536"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52325" name="Text Box 92"/>
            <p:cNvSpPr txBox="1"/>
            <p:nvPr/>
          </p:nvSpPr>
          <p:spPr>
            <a:xfrm>
              <a:off x="414"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52326" name="Text Box 93"/>
            <p:cNvSpPr txBox="1"/>
            <p:nvPr/>
          </p:nvSpPr>
          <p:spPr>
            <a:xfrm>
              <a:off x="768"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52327" name="Text Box 94"/>
            <p:cNvSpPr txBox="1"/>
            <p:nvPr/>
          </p:nvSpPr>
          <p:spPr>
            <a:xfrm>
              <a:off x="1392"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52328" name="Text Box 95"/>
            <p:cNvSpPr txBox="1"/>
            <p:nvPr/>
          </p:nvSpPr>
          <p:spPr>
            <a:xfrm>
              <a:off x="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52329" name="AutoShape 96"/>
            <p:cNvSpPr/>
            <p:nvPr/>
          </p:nvSpPr>
          <p:spPr>
            <a:xfrm rot="-5400000">
              <a:off x="280"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30" name="AutoShape 97"/>
            <p:cNvSpPr/>
            <p:nvPr/>
          </p:nvSpPr>
          <p:spPr>
            <a:xfrm rot="-5400000">
              <a:off x="1048"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31" name="Oval 98"/>
            <p:cNvSpPr/>
            <p:nvPr/>
          </p:nvSpPr>
          <p:spPr>
            <a:xfrm rot="-5400000">
              <a:off x="1155" y="2110"/>
              <a:ext cx="62" cy="61"/>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32" name="Text Box 99"/>
            <p:cNvSpPr txBox="1"/>
            <p:nvPr/>
          </p:nvSpPr>
          <p:spPr>
            <a:xfrm>
              <a:off x="110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52333" name="Text Box 100"/>
            <p:cNvSpPr txBox="1"/>
            <p:nvPr/>
          </p:nvSpPr>
          <p:spPr>
            <a:xfrm>
              <a:off x="336"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52334" name="Oval 101"/>
            <p:cNvSpPr/>
            <p:nvPr/>
          </p:nvSpPr>
          <p:spPr>
            <a:xfrm>
              <a:off x="412"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35" name="Oval 102"/>
            <p:cNvSpPr/>
            <p:nvPr/>
          </p:nvSpPr>
          <p:spPr>
            <a:xfrm rot="-5400000">
              <a:off x="397" y="2097"/>
              <a:ext cx="62" cy="61"/>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grpSp>
      <p:sp>
        <p:nvSpPr>
          <p:cNvPr id="52232" name="Line 18"/>
          <p:cNvSpPr/>
          <p:nvPr/>
        </p:nvSpPr>
        <p:spPr>
          <a:xfrm>
            <a:off x="5657850" y="1440656"/>
            <a:ext cx="0" cy="2159794"/>
          </a:xfrm>
          <a:prstGeom prst="line">
            <a:avLst/>
          </a:prstGeom>
          <a:ln w="9525" cap="flat" cmpd="sng">
            <a:solidFill>
              <a:schemeClr val="bg1"/>
            </a:solidFill>
            <a:prstDash val="dash"/>
            <a:headEnd type="none" w="med" len="med"/>
            <a:tailEnd type="none" w="med" len="med"/>
          </a:ln>
        </p:spPr>
      </p:sp>
      <p:sp>
        <p:nvSpPr>
          <p:cNvPr id="52233" name="Line 19"/>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52234" name="Line 20"/>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52235" name="Line 21"/>
          <p:cNvSpPr/>
          <p:nvPr/>
        </p:nvSpPr>
        <p:spPr>
          <a:xfrm>
            <a:off x="6858000" y="1428750"/>
            <a:ext cx="0" cy="2159794"/>
          </a:xfrm>
          <a:prstGeom prst="line">
            <a:avLst/>
          </a:prstGeom>
          <a:ln w="9525" cap="flat" cmpd="sng">
            <a:solidFill>
              <a:schemeClr val="bg1"/>
            </a:solidFill>
            <a:prstDash val="dash"/>
            <a:headEnd type="none" w="med" len="med"/>
            <a:tailEnd type="none" w="med" len="med"/>
          </a:ln>
        </p:spPr>
      </p:sp>
      <p:sp>
        <p:nvSpPr>
          <p:cNvPr id="52236" name="Line 22"/>
          <p:cNvSpPr/>
          <p:nvPr/>
        </p:nvSpPr>
        <p:spPr>
          <a:xfrm>
            <a:off x="7258050" y="1428750"/>
            <a:ext cx="0" cy="2159794"/>
          </a:xfrm>
          <a:prstGeom prst="line">
            <a:avLst/>
          </a:prstGeom>
          <a:ln w="9525" cap="flat" cmpd="sng">
            <a:solidFill>
              <a:schemeClr val="bg1"/>
            </a:solidFill>
            <a:prstDash val="dash"/>
            <a:headEnd type="none" w="med" len="med"/>
            <a:tailEnd type="none" w="med" len="med"/>
          </a:ln>
        </p:spPr>
      </p:sp>
      <p:sp>
        <p:nvSpPr>
          <p:cNvPr id="52237" name="Line 23"/>
          <p:cNvSpPr/>
          <p:nvPr/>
        </p:nvSpPr>
        <p:spPr>
          <a:xfrm>
            <a:off x="7670006" y="1428750"/>
            <a:ext cx="0" cy="2159794"/>
          </a:xfrm>
          <a:prstGeom prst="line">
            <a:avLst/>
          </a:prstGeom>
          <a:ln w="9525" cap="flat" cmpd="sng">
            <a:solidFill>
              <a:schemeClr val="bg1"/>
            </a:solidFill>
            <a:prstDash val="dash"/>
            <a:headEnd type="none" w="med" len="med"/>
            <a:tailEnd type="none" w="med" len="med"/>
          </a:ln>
        </p:spPr>
      </p:sp>
      <p:sp>
        <p:nvSpPr>
          <p:cNvPr id="52238" name="Line 31"/>
          <p:cNvSpPr/>
          <p:nvPr/>
        </p:nvSpPr>
        <p:spPr>
          <a:xfrm>
            <a:off x="7658100" y="963216"/>
            <a:ext cx="0" cy="342900"/>
          </a:xfrm>
          <a:prstGeom prst="line">
            <a:avLst/>
          </a:prstGeom>
          <a:ln w="57150" cap="flat" cmpd="sng">
            <a:solidFill>
              <a:srgbClr val="FFFF00"/>
            </a:solidFill>
            <a:prstDash val="solid"/>
            <a:headEnd type="none" w="med" len="med"/>
            <a:tailEnd type="triangle" w="med" len="med"/>
          </a:ln>
        </p:spPr>
      </p:sp>
      <p:grpSp>
        <p:nvGrpSpPr>
          <p:cNvPr id="52239" name="Group 109"/>
          <p:cNvGrpSpPr/>
          <p:nvPr/>
        </p:nvGrpSpPr>
        <p:grpSpPr>
          <a:xfrm>
            <a:off x="4410075" y="1543050"/>
            <a:ext cx="3388519" cy="1910953"/>
            <a:chOff x="-88" y="0"/>
            <a:chExt cx="2846" cy="1605"/>
          </a:xfrm>
        </p:grpSpPr>
        <p:sp>
          <p:nvSpPr>
            <p:cNvPr id="52242" name="Line 4"/>
            <p:cNvSpPr/>
            <p:nvPr/>
          </p:nvSpPr>
          <p:spPr>
            <a:xfrm>
              <a:off x="1968" y="318"/>
              <a:ext cx="331" cy="0"/>
            </a:xfrm>
            <a:prstGeom prst="line">
              <a:avLst/>
            </a:prstGeom>
            <a:ln w="57150" cap="flat" cmpd="sng">
              <a:solidFill>
                <a:srgbClr val="99CCFF"/>
              </a:solidFill>
              <a:prstDash val="solid"/>
              <a:headEnd type="none" w="med" len="med"/>
              <a:tailEnd type="none" w="med" len="med"/>
            </a:ln>
          </p:spPr>
        </p:sp>
        <p:sp>
          <p:nvSpPr>
            <p:cNvPr id="52243" name="Line 5"/>
            <p:cNvSpPr/>
            <p:nvPr/>
          </p:nvSpPr>
          <p:spPr>
            <a:xfrm>
              <a:off x="2304" y="0"/>
              <a:ext cx="0" cy="333"/>
            </a:xfrm>
            <a:prstGeom prst="line">
              <a:avLst/>
            </a:prstGeom>
            <a:ln w="57150" cap="flat" cmpd="sng">
              <a:solidFill>
                <a:srgbClr val="99CCFF"/>
              </a:solidFill>
              <a:prstDash val="solid"/>
              <a:headEnd type="none" w="med" len="med"/>
              <a:tailEnd type="none" w="med" len="med"/>
            </a:ln>
          </p:spPr>
        </p:sp>
        <p:sp>
          <p:nvSpPr>
            <p:cNvPr id="52244" name="Line 6"/>
            <p:cNvSpPr/>
            <p:nvPr/>
          </p:nvSpPr>
          <p:spPr>
            <a:xfrm>
              <a:off x="2304" y="0"/>
              <a:ext cx="331" cy="0"/>
            </a:xfrm>
            <a:prstGeom prst="line">
              <a:avLst/>
            </a:prstGeom>
            <a:ln w="9525" cap="flat" cmpd="sng">
              <a:solidFill>
                <a:schemeClr val="bg1"/>
              </a:solidFill>
              <a:prstDash val="solid"/>
              <a:headEnd type="none" w="med" len="med"/>
              <a:tailEnd type="none" w="med" len="med"/>
            </a:ln>
          </p:spPr>
        </p:sp>
        <p:sp>
          <p:nvSpPr>
            <p:cNvPr id="52245" name="Line 7"/>
            <p:cNvSpPr/>
            <p:nvPr/>
          </p:nvSpPr>
          <p:spPr>
            <a:xfrm>
              <a:off x="2642" y="0"/>
              <a:ext cx="0" cy="333"/>
            </a:xfrm>
            <a:prstGeom prst="line">
              <a:avLst/>
            </a:prstGeom>
            <a:ln w="9525" cap="flat" cmpd="sng">
              <a:solidFill>
                <a:schemeClr val="bg1"/>
              </a:solidFill>
              <a:prstDash val="solid"/>
              <a:headEnd type="none" w="med" len="med"/>
              <a:tailEnd type="none" w="med" len="med"/>
            </a:ln>
          </p:spPr>
        </p:sp>
        <p:sp>
          <p:nvSpPr>
            <p:cNvPr id="52246" name="Line 8"/>
            <p:cNvSpPr/>
            <p:nvPr/>
          </p:nvSpPr>
          <p:spPr>
            <a:xfrm>
              <a:off x="1294" y="318"/>
              <a:ext cx="331" cy="0"/>
            </a:xfrm>
            <a:prstGeom prst="line">
              <a:avLst/>
            </a:prstGeom>
            <a:ln w="57150" cap="flat" cmpd="sng">
              <a:solidFill>
                <a:srgbClr val="99CCFF"/>
              </a:solidFill>
              <a:prstDash val="solid"/>
              <a:headEnd type="none" w="med" len="med"/>
              <a:tailEnd type="none" w="med" len="med"/>
            </a:ln>
          </p:spPr>
        </p:sp>
        <p:sp>
          <p:nvSpPr>
            <p:cNvPr id="52247" name="Line 9"/>
            <p:cNvSpPr/>
            <p:nvPr/>
          </p:nvSpPr>
          <p:spPr>
            <a:xfrm>
              <a:off x="1630" y="0"/>
              <a:ext cx="0" cy="333"/>
            </a:xfrm>
            <a:prstGeom prst="line">
              <a:avLst/>
            </a:prstGeom>
            <a:ln w="57150" cap="flat" cmpd="sng">
              <a:solidFill>
                <a:srgbClr val="99CCFF"/>
              </a:solidFill>
              <a:prstDash val="solid"/>
              <a:headEnd type="none" w="med" len="med"/>
              <a:tailEnd type="none" w="med" len="med"/>
            </a:ln>
          </p:spPr>
        </p:sp>
        <p:sp>
          <p:nvSpPr>
            <p:cNvPr id="52248" name="Line 10"/>
            <p:cNvSpPr/>
            <p:nvPr/>
          </p:nvSpPr>
          <p:spPr>
            <a:xfrm>
              <a:off x="1630" y="0"/>
              <a:ext cx="331" cy="0"/>
            </a:xfrm>
            <a:prstGeom prst="line">
              <a:avLst/>
            </a:prstGeom>
            <a:ln w="57150" cap="flat" cmpd="sng">
              <a:solidFill>
                <a:srgbClr val="99CCFF"/>
              </a:solidFill>
              <a:prstDash val="solid"/>
              <a:headEnd type="none" w="med" len="med"/>
              <a:tailEnd type="none" w="med" len="med"/>
            </a:ln>
          </p:spPr>
        </p:sp>
        <p:sp>
          <p:nvSpPr>
            <p:cNvPr id="52249" name="Line 11"/>
            <p:cNvSpPr/>
            <p:nvPr/>
          </p:nvSpPr>
          <p:spPr>
            <a:xfrm>
              <a:off x="1968" y="0"/>
              <a:ext cx="0" cy="333"/>
            </a:xfrm>
            <a:prstGeom prst="line">
              <a:avLst/>
            </a:prstGeom>
            <a:ln w="57150" cap="flat" cmpd="sng">
              <a:solidFill>
                <a:srgbClr val="99CCFF"/>
              </a:solidFill>
              <a:prstDash val="solid"/>
              <a:headEnd type="none" w="med" len="med"/>
              <a:tailEnd type="none" w="med" len="med"/>
            </a:ln>
          </p:spPr>
        </p:sp>
        <p:sp>
          <p:nvSpPr>
            <p:cNvPr id="52250" name="Line 12"/>
            <p:cNvSpPr/>
            <p:nvPr/>
          </p:nvSpPr>
          <p:spPr>
            <a:xfrm>
              <a:off x="624" y="318"/>
              <a:ext cx="331" cy="0"/>
            </a:xfrm>
            <a:prstGeom prst="line">
              <a:avLst/>
            </a:prstGeom>
            <a:ln w="57150" cap="flat" cmpd="sng">
              <a:solidFill>
                <a:srgbClr val="99CCFF"/>
              </a:solidFill>
              <a:prstDash val="solid"/>
              <a:headEnd type="none" w="med" len="med"/>
              <a:tailEnd type="none" w="med" len="med"/>
            </a:ln>
          </p:spPr>
        </p:sp>
        <p:sp>
          <p:nvSpPr>
            <p:cNvPr id="52251" name="Line 13"/>
            <p:cNvSpPr/>
            <p:nvPr/>
          </p:nvSpPr>
          <p:spPr>
            <a:xfrm>
              <a:off x="960" y="0"/>
              <a:ext cx="0" cy="333"/>
            </a:xfrm>
            <a:prstGeom prst="line">
              <a:avLst/>
            </a:prstGeom>
            <a:ln w="57150" cap="flat" cmpd="sng">
              <a:solidFill>
                <a:srgbClr val="99CCFF"/>
              </a:solidFill>
              <a:prstDash val="solid"/>
              <a:headEnd type="none" w="med" len="med"/>
              <a:tailEnd type="none" w="med" len="med"/>
            </a:ln>
          </p:spPr>
        </p:sp>
        <p:sp>
          <p:nvSpPr>
            <p:cNvPr id="52252" name="Line 14"/>
            <p:cNvSpPr/>
            <p:nvPr/>
          </p:nvSpPr>
          <p:spPr>
            <a:xfrm>
              <a:off x="960" y="0"/>
              <a:ext cx="331" cy="0"/>
            </a:xfrm>
            <a:prstGeom prst="line">
              <a:avLst/>
            </a:prstGeom>
            <a:ln w="57150" cap="flat" cmpd="sng">
              <a:solidFill>
                <a:srgbClr val="99CCFF"/>
              </a:solidFill>
              <a:prstDash val="solid"/>
              <a:headEnd type="none" w="med" len="med"/>
              <a:tailEnd type="none" w="med" len="med"/>
            </a:ln>
          </p:spPr>
        </p:sp>
        <p:sp>
          <p:nvSpPr>
            <p:cNvPr id="52253" name="Line 15"/>
            <p:cNvSpPr/>
            <p:nvPr/>
          </p:nvSpPr>
          <p:spPr>
            <a:xfrm>
              <a:off x="1298" y="0"/>
              <a:ext cx="0" cy="333"/>
            </a:xfrm>
            <a:prstGeom prst="line">
              <a:avLst/>
            </a:prstGeom>
            <a:ln w="57150" cap="flat" cmpd="sng">
              <a:solidFill>
                <a:srgbClr val="99CCFF"/>
              </a:solidFill>
              <a:prstDash val="solid"/>
              <a:headEnd type="none" w="med" len="med"/>
              <a:tailEnd type="none" w="med" len="med"/>
            </a:ln>
          </p:spPr>
        </p:sp>
        <p:sp>
          <p:nvSpPr>
            <p:cNvPr id="52254" name="Text Box 16"/>
            <p:cNvSpPr txBox="1"/>
            <p:nvPr/>
          </p:nvSpPr>
          <p:spPr>
            <a:xfrm>
              <a:off x="-88" y="48"/>
              <a:ext cx="616"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52255" name="Text Box 17"/>
            <p:cNvSpPr txBox="1"/>
            <p:nvPr/>
          </p:nvSpPr>
          <p:spPr>
            <a:xfrm>
              <a:off x="130" y="668"/>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52256" name="Line 24"/>
            <p:cNvSpPr/>
            <p:nvPr/>
          </p:nvSpPr>
          <p:spPr>
            <a:xfrm>
              <a:off x="624" y="662"/>
              <a:ext cx="426" cy="0"/>
            </a:xfrm>
            <a:prstGeom prst="line">
              <a:avLst/>
            </a:prstGeom>
            <a:ln w="57150" cap="flat" cmpd="sng">
              <a:solidFill>
                <a:srgbClr val="FFFF00"/>
              </a:solidFill>
              <a:prstDash val="solid"/>
              <a:headEnd type="none" w="med" len="med"/>
              <a:tailEnd type="none" w="med" len="med"/>
            </a:ln>
          </p:spPr>
        </p:sp>
        <p:sp>
          <p:nvSpPr>
            <p:cNvPr id="52257" name="Line 25"/>
            <p:cNvSpPr/>
            <p:nvPr/>
          </p:nvSpPr>
          <p:spPr>
            <a:xfrm>
              <a:off x="1056" y="655"/>
              <a:ext cx="0" cy="333"/>
            </a:xfrm>
            <a:prstGeom prst="line">
              <a:avLst/>
            </a:prstGeom>
            <a:ln w="57150" cap="flat" cmpd="sng">
              <a:solidFill>
                <a:srgbClr val="FFFF00"/>
              </a:solidFill>
              <a:prstDash val="solid"/>
              <a:headEnd type="none" w="med" len="med"/>
              <a:tailEnd type="none" w="med" len="med"/>
            </a:ln>
          </p:spPr>
        </p:sp>
        <p:sp>
          <p:nvSpPr>
            <p:cNvPr id="52258" name="Line 26"/>
            <p:cNvSpPr/>
            <p:nvPr/>
          </p:nvSpPr>
          <p:spPr>
            <a:xfrm>
              <a:off x="1056" y="998"/>
              <a:ext cx="816" cy="0"/>
            </a:xfrm>
            <a:prstGeom prst="line">
              <a:avLst/>
            </a:prstGeom>
            <a:ln w="57150" cap="flat" cmpd="sng">
              <a:solidFill>
                <a:srgbClr val="FFFF00"/>
              </a:solidFill>
              <a:prstDash val="solid"/>
              <a:headEnd type="none" w="med" len="med"/>
              <a:tailEnd type="none" w="med" len="med"/>
            </a:ln>
          </p:spPr>
        </p:sp>
        <p:sp>
          <p:nvSpPr>
            <p:cNvPr id="52259" name="Line 27"/>
            <p:cNvSpPr/>
            <p:nvPr/>
          </p:nvSpPr>
          <p:spPr>
            <a:xfrm>
              <a:off x="1864" y="672"/>
              <a:ext cx="0" cy="333"/>
            </a:xfrm>
            <a:prstGeom prst="line">
              <a:avLst/>
            </a:prstGeom>
            <a:ln w="57150" cap="flat" cmpd="sng">
              <a:solidFill>
                <a:srgbClr val="FFFF00"/>
              </a:solidFill>
              <a:prstDash val="solid"/>
              <a:headEnd type="none" w="med" len="med"/>
              <a:tailEnd type="none" w="med" len="med"/>
            </a:ln>
          </p:spPr>
        </p:sp>
        <p:sp>
          <p:nvSpPr>
            <p:cNvPr id="52260" name="Line 28"/>
            <p:cNvSpPr/>
            <p:nvPr/>
          </p:nvSpPr>
          <p:spPr>
            <a:xfrm>
              <a:off x="1872" y="672"/>
              <a:ext cx="861" cy="0"/>
            </a:xfrm>
            <a:prstGeom prst="line">
              <a:avLst/>
            </a:prstGeom>
            <a:ln w="57150" cap="flat" cmpd="sng">
              <a:solidFill>
                <a:srgbClr val="FFFF00"/>
              </a:solidFill>
              <a:prstDash val="solid"/>
              <a:headEnd type="none" w="med" len="med"/>
              <a:tailEnd type="none" w="med" len="med"/>
            </a:ln>
          </p:spPr>
        </p:sp>
        <p:sp>
          <p:nvSpPr>
            <p:cNvPr id="52261" name="Text Box 29"/>
            <p:cNvSpPr txBox="1"/>
            <p:nvPr/>
          </p:nvSpPr>
          <p:spPr>
            <a:xfrm>
              <a:off x="126" y="1296"/>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52262" name="Line 30"/>
            <p:cNvSpPr/>
            <p:nvPr/>
          </p:nvSpPr>
          <p:spPr>
            <a:xfrm>
              <a:off x="624" y="1536"/>
              <a:ext cx="336" cy="0"/>
            </a:xfrm>
            <a:prstGeom prst="line">
              <a:avLst/>
            </a:prstGeom>
            <a:ln w="57150" cap="flat" cmpd="sng">
              <a:solidFill>
                <a:schemeClr val="bg1"/>
              </a:solidFill>
              <a:prstDash val="solid"/>
              <a:headEnd type="none" w="med" len="med"/>
              <a:tailEnd type="none" w="med" len="med"/>
            </a:ln>
          </p:spPr>
        </p:sp>
        <p:sp>
          <p:nvSpPr>
            <p:cNvPr id="52263" name="Line 32"/>
            <p:cNvSpPr/>
            <p:nvPr/>
          </p:nvSpPr>
          <p:spPr>
            <a:xfrm>
              <a:off x="960" y="1200"/>
              <a:ext cx="0" cy="333"/>
            </a:xfrm>
            <a:prstGeom prst="line">
              <a:avLst/>
            </a:prstGeom>
            <a:ln w="57150" cap="flat" cmpd="sng">
              <a:solidFill>
                <a:schemeClr val="bg1"/>
              </a:solidFill>
              <a:prstDash val="solid"/>
              <a:headEnd type="none" w="med" len="med"/>
              <a:tailEnd type="none" w="med" len="med"/>
            </a:ln>
          </p:spPr>
        </p:sp>
        <p:sp>
          <p:nvSpPr>
            <p:cNvPr id="52264" name="Line 33"/>
            <p:cNvSpPr/>
            <p:nvPr/>
          </p:nvSpPr>
          <p:spPr>
            <a:xfrm>
              <a:off x="960" y="1210"/>
              <a:ext cx="680" cy="0"/>
            </a:xfrm>
            <a:prstGeom prst="line">
              <a:avLst/>
            </a:prstGeom>
            <a:ln w="57150" cap="flat" cmpd="sng">
              <a:solidFill>
                <a:schemeClr val="bg1"/>
              </a:solidFill>
              <a:prstDash val="solid"/>
              <a:headEnd type="none" w="med" len="med"/>
              <a:tailEnd type="none" w="med" len="med"/>
            </a:ln>
          </p:spPr>
        </p:sp>
        <p:sp>
          <p:nvSpPr>
            <p:cNvPr id="52265" name="Line 34"/>
            <p:cNvSpPr/>
            <p:nvPr/>
          </p:nvSpPr>
          <p:spPr>
            <a:xfrm>
              <a:off x="1634" y="1220"/>
              <a:ext cx="0" cy="333"/>
            </a:xfrm>
            <a:prstGeom prst="line">
              <a:avLst/>
            </a:prstGeom>
            <a:ln w="57150" cap="flat" cmpd="sng">
              <a:solidFill>
                <a:schemeClr val="bg1"/>
              </a:solidFill>
              <a:prstDash val="solid"/>
              <a:headEnd type="none" w="med" len="med"/>
              <a:tailEnd type="none" w="med" len="med"/>
            </a:ln>
          </p:spPr>
        </p:sp>
        <p:sp>
          <p:nvSpPr>
            <p:cNvPr id="52266" name="Line 35"/>
            <p:cNvSpPr/>
            <p:nvPr/>
          </p:nvSpPr>
          <p:spPr>
            <a:xfrm>
              <a:off x="1634" y="1536"/>
              <a:ext cx="680" cy="0"/>
            </a:xfrm>
            <a:prstGeom prst="line">
              <a:avLst/>
            </a:prstGeom>
            <a:ln w="57150" cap="flat" cmpd="sng">
              <a:solidFill>
                <a:schemeClr val="bg1"/>
              </a:solidFill>
              <a:prstDash val="solid"/>
              <a:headEnd type="none" w="med" len="med"/>
              <a:tailEnd type="none" w="med" len="med"/>
            </a:ln>
          </p:spPr>
        </p:sp>
        <p:sp>
          <p:nvSpPr>
            <p:cNvPr id="52267" name="Line 103"/>
            <p:cNvSpPr/>
            <p:nvPr/>
          </p:nvSpPr>
          <p:spPr>
            <a:xfrm>
              <a:off x="2304" y="1200"/>
              <a:ext cx="0" cy="333"/>
            </a:xfrm>
            <a:prstGeom prst="line">
              <a:avLst/>
            </a:prstGeom>
            <a:ln w="57150" cap="flat" cmpd="sng">
              <a:solidFill>
                <a:schemeClr val="bg1"/>
              </a:solidFill>
              <a:prstDash val="solid"/>
              <a:headEnd type="none" w="med" len="med"/>
              <a:tailEnd type="none" w="med" len="med"/>
            </a:ln>
          </p:spPr>
        </p:sp>
        <p:sp>
          <p:nvSpPr>
            <p:cNvPr id="52268" name="Line 104"/>
            <p:cNvSpPr/>
            <p:nvPr/>
          </p:nvSpPr>
          <p:spPr>
            <a:xfrm>
              <a:off x="2296" y="1200"/>
              <a:ext cx="453" cy="0"/>
            </a:xfrm>
            <a:prstGeom prst="line">
              <a:avLst/>
            </a:prstGeom>
            <a:ln w="57150" cap="flat" cmpd="sng">
              <a:solidFill>
                <a:schemeClr val="bg1"/>
              </a:solidFill>
              <a:prstDash val="solid"/>
              <a:headEnd type="none" w="med" len="med"/>
              <a:tailEnd type="none" w="med" len="med"/>
            </a:ln>
          </p:spPr>
        </p:sp>
        <p:sp>
          <p:nvSpPr>
            <p:cNvPr id="52269" name="Line 105"/>
            <p:cNvSpPr/>
            <p:nvPr/>
          </p:nvSpPr>
          <p:spPr>
            <a:xfrm>
              <a:off x="2309" y="0"/>
              <a:ext cx="331" cy="0"/>
            </a:xfrm>
            <a:prstGeom prst="line">
              <a:avLst/>
            </a:prstGeom>
            <a:ln w="57150" cap="flat" cmpd="sng">
              <a:solidFill>
                <a:srgbClr val="99CCFF"/>
              </a:solidFill>
              <a:prstDash val="solid"/>
              <a:headEnd type="none" w="med" len="med"/>
              <a:tailEnd type="none" w="med" len="med"/>
            </a:ln>
          </p:spPr>
        </p:sp>
        <p:sp>
          <p:nvSpPr>
            <p:cNvPr id="52270" name="Line 106"/>
            <p:cNvSpPr/>
            <p:nvPr/>
          </p:nvSpPr>
          <p:spPr>
            <a:xfrm>
              <a:off x="2640" y="0"/>
              <a:ext cx="0" cy="333"/>
            </a:xfrm>
            <a:prstGeom prst="line">
              <a:avLst/>
            </a:prstGeom>
            <a:ln w="57150" cap="flat" cmpd="sng">
              <a:solidFill>
                <a:srgbClr val="99CCFF"/>
              </a:solidFill>
              <a:prstDash val="solid"/>
              <a:headEnd type="none" w="med" len="med"/>
              <a:tailEnd type="none" w="med" len="med"/>
            </a:ln>
          </p:spPr>
        </p:sp>
        <p:sp>
          <p:nvSpPr>
            <p:cNvPr id="52271" name="Line 107"/>
            <p:cNvSpPr/>
            <p:nvPr/>
          </p:nvSpPr>
          <p:spPr>
            <a:xfrm>
              <a:off x="2645" y="312"/>
              <a:ext cx="113" cy="0"/>
            </a:xfrm>
            <a:prstGeom prst="line">
              <a:avLst/>
            </a:prstGeom>
            <a:ln w="57150" cap="flat" cmpd="sng">
              <a:solidFill>
                <a:srgbClr val="99CCFF"/>
              </a:solidFill>
              <a:prstDash val="solid"/>
              <a:headEnd type="none" w="med" len="med"/>
              <a:tailEnd type="none" w="med" len="med"/>
            </a:ln>
          </p:spPr>
        </p:sp>
      </p:grpSp>
      <p:sp>
        <p:nvSpPr>
          <p:cNvPr id="52240" name="Line 110"/>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52241" name="Line 111"/>
          <p:cNvSpPr/>
          <p:nvPr/>
        </p:nvSpPr>
        <p:spPr>
          <a:xfrm>
            <a:off x="6724650" y="1428750"/>
            <a:ext cx="0" cy="2159794"/>
          </a:xfrm>
          <a:prstGeom prst="line">
            <a:avLst/>
          </a:prstGeom>
          <a:ln w="9525" cap="flat" cmpd="sng">
            <a:solidFill>
              <a:schemeClr val="bg1"/>
            </a:solidFill>
            <a:prstDash val="dash"/>
            <a:headEnd type="none" w="med" len="med"/>
            <a:tailEnd type="none" w="med" len="med"/>
          </a:ln>
        </p:spPr>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a:xfrm>
            <a:off x="304800" y="587375"/>
            <a:ext cx="3906838" cy="342900"/>
          </a:xfrm>
          <a:prstGeom prst="rect">
            <a:avLst/>
          </a:prstGeom>
          <a:noFill/>
          <a:ln>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触发器的功能分析：</a:t>
            </a:r>
            <a:endParaRPr lang="zh-CN" altLang="en-US" sz="2000" b="1" dirty="0">
              <a:latin typeface="华文新魏" panose="02010800040101010101" pitchFamily="2" charset="-122"/>
              <a:ea typeface="华文新魏" panose="02010800040101010101" pitchFamily="2" charset="-122"/>
            </a:endParaRPr>
          </a:p>
        </p:txBody>
      </p:sp>
      <p:sp>
        <p:nvSpPr>
          <p:cNvPr id="65539" name="Text Box 86"/>
          <p:cNvSpPr txBox="1"/>
          <p:nvPr/>
        </p:nvSpPr>
        <p:spPr>
          <a:xfrm>
            <a:off x="3810000" y="528638"/>
            <a:ext cx="4041775" cy="1889760"/>
          </a:xfrm>
          <a:prstGeom prst="rect">
            <a:avLst/>
          </a:prstGeom>
          <a:noFill/>
          <a:ln w="9525">
            <a:noFill/>
          </a:ln>
        </p:spPr>
        <p:txBody>
          <a:bodyPr>
            <a:spAutoFit/>
          </a:bodyPr>
          <a:lstStyle/>
          <a:p>
            <a:pPr eaLnBrk="1" hangingPunct="1">
              <a:lnSpc>
                <a:spcPct val="13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上述分析可以看出， </a:t>
            </a:r>
            <a:r>
              <a:rPr lang="en-US" altLang="zh-CN" sz="1800" b="1" dirty="0">
                <a:solidFill>
                  <a:schemeClr val="accent2"/>
                </a:solidFill>
                <a:latin typeface="华文新魏" panose="02010800040101010101" pitchFamily="2" charset="-122"/>
                <a:ea typeface="华文新魏" panose="02010800040101010101" pitchFamily="2" charset="-122"/>
              </a:rPr>
              <a:t>D</a:t>
            </a:r>
            <a:r>
              <a:rPr lang="zh-CN" altLang="en-US" sz="1800" b="1" dirty="0">
                <a:solidFill>
                  <a:schemeClr val="accent2"/>
                </a:solidFill>
                <a:latin typeface="华文新魏" panose="02010800040101010101" pitchFamily="2" charset="-122"/>
                <a:ea typeface="华文新魏" panose="02010800040101010101" pitchFamily="2" charset="-122"/>
              </a:rPr>
              <a:t>触发器的状态改变只发生在</a:t>
            </a:r>
            <a:r>
              <a:rPr lang="en-US" altLang="zh-CN" sz="1800" b="1" dirty="0">
                <a:solidFill>
                  <a:schemeClr val="accent2"/>
                </a:solidFill>
                <a:latin typeface="华文新魏" panose="02010800040101010101" pitchFamily="2" charset="-122"/>
                <a:ea typeface="华文新魏" panose="02010800040101010101" pitchFamily="2" charset="-122"/>
              </a:rPr>
              <a:t>CLK</a:t>
            </a:r>
            <a:r>
              <a:rPr lang="zh-CN" altLang="en-US" sz="1800" b="1" dirty="0">
                <a:solidFill>
                  <a:schemeClr val="accent2"/>
                </a:solidFill>
                <a:latin typeface="华文新魏" panose="02010800040101010101" pitchFamily="2" charset="-122"/>
                <a:ea typeface="华文新魏" panose="02010800040101010101" pitchFamily="2" charset="-122"/>
              </a:rPr>
              <a:t>脉冲的上升沿</a:t>
            </a:r>
            <a:r>
              <a:rPr lang="zh-CN" altLang="en-US" sz="1800" b="1" dirty="0">
                <a:solidFill>
                  <a:schemeClr val="tx1"/>
                </a:solidFill>
                <a:latin typeface="华文新魏" panose="02010800040101010101" pitchFamily="2" charset="-122"/>
                <a:ea typeface="华文新魏" panose="02010800040101010101" pitchFamily="2" charset="-122"/>
              </a:rPr>
              <a:t>，而</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脉冲保持高电平期间信号端</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的变化并不会影响</a:t>
            </a:r>
            <a:r>
              <a:rPr lang="en-US" altLang="zh-CN" sz="1800" b="1" dirty="0">
                <a:solidFill>
                  <a:schemeClr val="tx1"/>
                </a:solidFill>
                <a:latin typeface="华文新魏" panose="02010800040101010101" pitchFamily="2" charset="-122"/>
                <a:ea typeface="华文新魏" panose="02010800040101010101" pitchFamily="2" charset="-122"/>
              </a:rPr>
              <a:t>Q</a:t>
            </a:r>
            <a:r>
              <a:rPr lang="zh-CN" altLang="en-US" sz="1800" b="1" dirty="0">
                <a:solidFill>
                  <a:schemeClr val="tx1"/>
                </a:solidFill>
                <a:latin typeface="华文新魏" panose="02010800040101010101" pitchFamily="2" charset="-122"/>
                <a:ea typeface="华文新魏" panose="02010800040101010101" pitchFamily="2" charset="-122"/>
              </a:rPr>
              <a:t>端的输出。因此</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触发器被称为</a:t>
            </a:r>
            <a:r>
              <a:rPr lang="zh-CN" altLang="en-US" sz="1800" b="1" u="sng" dirty="0">
                <a:solidFill>
                  <a:schemeClr val="accent2"/>
                </a:solidFill>
                <a:latin typeface="华文新魏" panose="02010800040101010101" pitchFamily="2" charset="-122"/>
                <a:ea typeface="华文新魏" panose="02010800040101010101" pitchFamily="2" charset="-122"/>
              </a:rPr>
              <a:t>边沿触发的</a:t>
            </a:r>
            <a:r>
              <a:rPr lang="zh-CN" altLang="en-US" sz="1800" b="1" u="sng" dirty="0">
                <a:solidFill>
                  <a:srgbClr val="FF0000"/>
                </a:solidFill>
                <a:latin typeface="华文新魏" panose="02010800040101010101" pitchFamily="2" charset="-122"/>
                <a:ea typeface="华文新魏" panose="02010800040101010101" pitchFamily="2" charset="-122"/>
              </a:rPr>
              <a:t>维持</a:t>
            </a:r>
            <a:r>
              <a:rPr lang="en-US" altLang="zh-CN" sz="1800" b="1" u="sng" dirty="0">
                <a:solidFill>
                  <a:srgbClr val="FF0000"/>
                </a:solidFill>
                <a:latin typeface="华文新魏" panose="02010800040101010101" pitchFamily="2" charset="-122"/>
                <a:ea typeface="华文新魏" panose="02010800040101010101" pitchFamily="2" charset="-122"/>
              </a:rPr>
              <a:t>-</a:t>
            </a:r>
            <a:r>
              <a:rPr lang="zh-CN" altLang="en-US" sz="1800" b="1" u="sng" dirty="0">
                <a:solidFill>
                  <a:srgbClr val="FF0000"/>
                </a:solidFill>
                <a:latin typeface="华文新魏" panose="02010800040101010101" pitchFamily="2" charset="-122"/>
                <a:ea typeface="华文新魏" panose="02010800040101010101" pitchFamily="2" charset="-122"/>
              </a:rPr>
              <a:t>阻塞</a:t>
            </a:r>
            <a:r>
              <a:rPr lang="zh-CN" altLang="en-US" sz="1800" b="1" u="sng" dirty="0">
                <a:solidFill>
                  <a:schemeClr val="accent2"/>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65540" name="Group 170"/>
          <p:cNvGrpSpPr/>
          <p:nvPr/>
        </p:nvGrpSpPr>
        <p:grpSpPr>
          <a:xfrm>
            <a:off x="69850" y="884238"/>
            <a:ext cx="3725863" cy="3756025"/>
            <a:chOff x="-48" y="548"/>
            <a:chExt cx="2347" cy="3155"/>
          </a:xfrm>
        </p:grpSpPr>
        <p:sp>
          <p:nvSpPr>
            <p:cNvPr id="65542" name="Line 5"/>
            <p:cNvSpPr/>
            <p:nvPr/>
          </p:nvSpPr>
          <p:spPr>
            <a:xfrm rot="-5400000">
              <a:off x="710" y="1548"/>
              <a:ext cx="161" cy="0"/>
            </a:xfrm>
            <a:prstGeom prst="line">
              <a:avLst/>
            </a:prstGeom>
            <a:ln w="19050" cap="flat" cmpd="sng">
              <a:solidFill>
                <a:schemeClr val="tx1"/>
              </a:solidFill>
              <a:prstDash val="solid"/>
              <a:headEnd type="none" w="med" len="med"/>
              <a:tailEnd type="none" w="med" len="med"/>
            </a:ln>
          </p:spPr>
        </p:sp>
        <p:sp>
          <p:nvSpPr>
            <p:cNvPr id="65543" name="Line 6"/>
            <p:cNvSpPr/>
            <p:nvPr/>
          </p:nvSpPr>
          <p:spPr>
            <a:xfrm rot="-5400000">
              <a:off x="576" y="976"/>
              <a:ext cx="288" cy="0"/>
            </a:xfrm>
            <a:prstGeom prst="line">
              <a:avLst/>
            </a:prstGeom>
            <a:ln w="19050" cap="flat" cmpd="sng">
              <a:solidFill>
                <a:schemeClr val="tx1"/>
              </a:solidFill>
              <a:prstDash val="solid"/>
              <a:headEnd type="none" w="med" len="med"/>
              <a:tailEnd type="none" w="med" len="med"/>
            </a:ln>
          </p:spPr>
        </p:sp>
        <p:sp>
          <p:nvSpPr>
            <p:cNvPr id="65544" name="Line 7"/>
            <p:cNvSpPr/>
            <p:nvPr/>
          </p:nvSpPr>
          <p:spPr>
            <a:xfrm rot="-5400000">
              <a:off x="548" y="1545"/>
              <a:ext cx="161" cy="0"/>
            </a:xfrm>
            <a:prstGeom prst="line">
              <a:avLst/>
            </a:prstGeom>
            <a:ln w="19050" cap="flat" cmpd="sng">
              <a:solidFill>
                <a:schemeClr val="tx1"/>
              </a:solidFill>
              <a:prstDash val="solid"/>
              <a:headEnd type="none" w="med" len="med"/>
              <a:tailEnd type="none" w="med" len="med"/>
            </a:ln>
          </p:spPr>
        </p:sp>
        <p:sp>
          <p:nvSpPr>
            <p:cNvPr id="65545" name="AutoShape 8"/>
            <p:cNvSpPr/>
            <p:nvPr/>
          </p:nvSpPr>
          <p:spPr>
            <a:xfrm rot="-5400000">
              <a:off x="572" y="1182"/>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46" name="Oval 9"/>
            <p:cNvSpPr/>
            <p:nvPr/>
          </p:nvSpPr>
          <p:spPr>
            <a:xfrm rot="-5400000">
              <a:off x="685" y="1112"/>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47" name="Line 10"/>
            <p:cNvSpPr/>
            <p:nvPr/>
          </p:nvSpPr>
          <p:spPr>
            <a:xfrm rot="-5400000">
              <a:off x="1344" y="979"/>
              <a:ext cx="288" cy="0"/>
            </a:xfrm>
            <a:prstGeom prst="line">
              <a:avLst/>
            </a:prstGeom>
            <a:ln w="19050" cap="flat" cmpd="sng">
              <a:solidFill>
                <a:schemeClr val="tx1"/>
              </a:solidFill>
              <a:prstDash val="solid"/>
              <a:headEnd type="none" w="med" len="med"/>
              <a:tailEnd type="none" w="med" len="med"/>
            </a:ln>
          </p:spPr>
        </p:sp>
        <p:sp>
          <p:nvSpPr>
            <p:cNvPr id="65548" name="AutoShape 11"/>
            <p:cNvSpPr/>
            <p:nvPr/>
          </p:nvSpPr>
          <p:spPr>
            <a:xfrm rot="-5400000">
              <a:off x="1340" y="1185"/>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49" name="Oval 12"/>
            <p:cNvSpPr/>
            <p:nvPr/>
          </p:nvSpPr>
          <p:spPr>
            <a:xfrm rot="-5400000">
              <a:off x="1453" y="1105"/>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0" name="Line 13"/>
            <p:cNvSpPr/>
            <p:nvPr/>
          </p:nvSpPr>
          <p:spPr>
            <a:xfrm rot="-5400000">
              <a:off x="496" y="1678"/>
              <a:ext cx="447" cy="0"/>
            </a:xfrm>
            <a:prstGeom prst="line">
              <a:avLst/>
            </a:prstGeom>
            <a:ln w="19050" cap="flat" cmpd="sng">
              <a:solidFill>
                <a:schemeClr val="tx1"/>
              </a:solidFill>
              <a:prstDash val="solid"/>
              <a:headEnd type="none" w="med" len="med"/>
              <a:tailEnd type="none" w="med" len="med"/>
            </a:ln>
          </p:spPr>
        </p:sp>
        <p:sp>
          <p:nvSpPr>
            <p:cNvPr id="65551" name="Line 14"/>
            <p:cNvSpPr/>
            <p:nvPr/>
          </p:nvSpPr>
          <p:spPr>
            <a:xfrm rot="-5400000">
              <a:off x="497" y="2400"/>
              <a:ext cx="268" cy="0"/>
            </a:xfrm>
            <a:prstGeom prst="line">
              <a:avLst/>
            </a:prstGeom>
            <a:ln w="19050" cap="flat" cmpd="sng">
              <a:solidFill>
                <a:schemeClr val="tx1"/>
              </a:solidFill>
              <a:prstDash val="solid"/>
              <a:headEnd type="none" w="med" len="med"/>
              <a:tailEnd type="none" w="med" len="med"/>
            </a:ln>
          </p:spPr>
        </p:sp>
        <p:sp>
          <p:nvSpPr>
            <p:cNvPr id="65552" name="AutoShape 15"/>
            <p:cNvSpPr/>
            <p:nvPr/>
          </p:nvSpPr>
          <p:spPr>
            <a:xfrm rot="-5400000">
              <a:off x="568" y="1981"/>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3" name="Oval 16"/>
            <p:cNvSpPr/>
            <p:nvPr/>
          </p:nvSpPr>
          <p:spPr>
            <a:xfrm rot="-5400000">
              <a:off x="690" y="1904"/>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4" name="Line 17"/>
            <p:cNvSpPr/>
            <p:nvPr/>
          </p:nvSpPr>
          <p:spPr>
            <a:xfrm rot="-5400000">
              <a:off x="1284" y="2369"/>
              <a:ext cx="213" cy="0"/>
            </a:xfrm>
            <a:prstGeom prst="line">
              <a:avLst/>
            </a:prstGeom>
            <a:ln w="19050" cap="flat" cmpd="sng">
              <a:solidFill>
                <a:schemeClr val="tx1"/>
              </a:solidFill>
              <a:prstDash val="solid"/>
              <a:headEnd type="none" w="med" len="med"/>
              <a:tailEnd type="none" w="med" len="med"/>
            </a:ln>
          </p:spPr>
        </p:sp>
        <p:sp>
          <p:nvSpPr>
            <p:cNvPr id="65555" name="AutoShape 18"/>
            <p:cNvSpPr/>
            <p:nvPr/>
          </p:nvSpPr>
          <p:spPr>
            <a:xfrm rot="-5400000">
              <a:off x="1336" y="1984"/>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6" name="Oval 19"/>
            <p:cNvSpPr/>
            <p:nvPr/>
          </p:nvSpPr>
          <p:spPr>
            <a:xfrm rot="-5400000">
              <a:off x="1458" y="1907"/>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7" name="Line 20"/>
            <p:cNvSpPr/>
            <p:nvPr/>
          </p:nvSpPr>
          <p:spPr>
            <a:xfrm rot="-5400000">
              <a:off x="600" y="3191"/>
              <a:ext cx="238" cy="0"/>
            </a:xfrm>
            <a:prstGeom prst="line">
              <a:avLst/>
            </a:prstGeom>
            <a:ln w="19050" cap="flat" cmpd="sng">
              <a:solidFill>
                <a:schemeClr val="tx1"/>
              </a:solidFill>
              <a:prstDash val="solid"/>
              <a:headEnd type="none" w="med" len="med"/>
              <a:tailEnd type="none" w="med" len="med"/>
            </a:ln>
          </p:spPr>
        </p:sp>
        <p:sp>
          <p:nvSpPr>
            <p:cNvPr id="65558" name="Line 21"/>
            <p:cNvSpPr/>
            <p:nvPr/>
          </p:nvSpPr>
          <p:spPr>
            <a:xfrm rot="-5400000">
              <a:off x="548" y="3139"/>
              <a:ext cx="154" cy="0"/>
            </a:xfrm>
            <a:prstGeom prst="line">
              <a:avLst/>
            </a:prstGeom>
            <a:ln w="19050" cap="flat" cmpd="sng">
              <a:solidFill>
                <a:srgbClr val="00B050"/>
              </a:solidFill>
              <a:prstDash val="solid"/>
              <a:headEnd type="none" w="med" len="med"/>
              <a:tailEnd type="none" w="med" len="med"/>
            </a:ln>
          </p:spPr>
        </p:sp>
        <p:sp>
          <p:nvSpPr>
            <p:cNvPr id="65559" name="Line 24"/>
            <p:cNvSpPr/>
            <p:nvPr/>
          </p:nvSpPr>
          <p:spPr>
            <a:xfrm rot="-5400000">
              <a:off x="1347" y="3204"/>
              <a:ext cx="275" cy="0"/>
            </a:xfrm>
            <a:prstGeom prst="line">
              <a:avLst/>
            </a:prstGeom>
            <a:ln w="19050" cap="flat" cmpd="sng">
              <a:solidFill>
                <a:schemeClr val="tx1"/>
              </a:solidFill>
              <a:prstDash val="solid"/>
              <a:headEnd type="none" w="med" len="med"/>
              <a:tailEnd type="none" w="med" len="med"/>
            </a:ln>
          </p:spPr>
        </p:sp>
        <p:sp>
          <p:nvSpPr>
            <p:cNvPr id="65560" name="Line 25"/>
            <p:cNvSpPr/>
            <p:nvPr/>
          </p:nvSpPr>
          <p:spPr>
            <a:xfrm rot="-5400000">
              <a:off x="1315" y="3149"/>
              <a:ext cx="154" cy="0"/>
            </a:xfrm>
            <a:prstGeom prst="line">
              <a:avLst/>
            </a:prstGeom>
            <a:ln w="19050" cap="flat" cmpd="sng">
              <a:solidFill>
                <a:schemeClr val="tx1"/>
              </a:solidFill>
              <a:prstDash val="solid"/>
              <a:headEnd type="none" w="med" len="med"/>
              <a:tailEnd type="none" w="med" len="med"/>
            </a:ln>
          </p:spPr>
        </p:sp>
        <p:sp>
          <p:nvSpPr>
            <p:cNvPr id="65561" name="Line 28"/>
            <p:cNvSpPr/>
            <p:nvPr/>
          </p:nvSpPr>
          <p:spPr>
            <a:xfrm rot="-5400000">
              <a:off x="1308" y="1547"/>
              <a:ext cx="161" cy="0"/>
            </a:xfrm>
            <a:prstGeom prst="line">
              <a:avLst/>
            </a:prstGeom>
            <a:ln w="19050" cap="flat" cmpd="sng">
              <a:solidFill>
                <a:schemeClr val="tx1"/>
              </a:solidFill>
              <a:prstDash val="solid"/>
              <a:headEnd type="none" w="med" len="med"/>
              <a:tailEnd type="none" w="med" len="med"/>
            </a:ln>
          </p:spPr>
        </p:sp>
        <p:sp>
          <p:nvSpPr>
            <p:cNvPr id="65562" name="Line 29"/>
            <p:cNvSpPr/>
            <p:nvPr/>
          </p:nvSpPr>
          <p:spPr>
            <a:xfrm>
              <a:off x="796" y="1632"/>
              <a:ext cx="152" cy="0"/>
            </a:xfrm>
            <a:prstGeom prst="line">
              <a:avLst/>
            </a:prstGeom>
            <a:ln w="19050" cap="flat" cmpd="sng">
              <a:solidFill>
                <a:schemeClr val="tx1"/>
              </a:solidFill>
              <a:prstDash val="solid"/>
              <a:headEnd type="none" w="med" len="med"/>
              <a:tailEnd type="none" w="med" len="med"/>
            </a:ln>
          </p:spPr>
        </p:sp>
        <p:sp>
          <p:nvSpPr>
            <p:cNvPr id="65563" name="Line 30"/>
            <p:cNvSpPr/>
            <p:nvPr/>
          </p:nvSpPr>
          <p:spPr>
            <a:xfrm>
              <a:off x="1251" y="1632"/>
              <a:ext cx="141" cy="0"/>
            </a:xfrm>
            <a:prstGeom prst="line">
              <a:avLst/>
            </a:prstGeom>
            <a:ln w="19050" cap="flat" cmpd="sng">
              <a:solidFill>
                <a:schemeClr val="tx1"/>
              </a:solidFill>
              <a:prstDash val="solid"/>
              <a:headEnd type="none" w="med" len="med"/>
              <a:tailEnd type="none" w="med" len="med"/>
            </a:ln>
          </p:spPr>
        </p:sp>
        <p:sp>
          <p:nvSpPr>
            <p:cNvPr id="65564" name="Line 31"/>
            <p:cNvSpPr/>
            <p:nvPr/>
          </p:nvSpPr>
          <p:spPr>
            <a:xfrm>
              <a:off x="720" y="1008"/>
              <a:ext cx="209" cy="0"/>
            </a:xfrm>
            <a:prstGeom prst="line">
              <a:avLst/>
            </a:prstGeom>
            <a:ln w="19050" cap="flat" cmpd="sng">
              <a:solidFill>
                <a:schemeClr val="tx1"/>
              </a:solidFill>
              <a:prstDash val="solid"/>
              <a:headEnd type="none" w="med" len="med"/>
              <a:tailEnd type="none" w="med" len="med"/>
            </a:ln>
          </p:spPr>
        </p:sp>
        <p:sp>
          <p:nvSpPr>
            <p:cNvPr id="65565" name="Line 32"/>
            <p:cNvSpPr/>
            <p:nvPr/>
          </p:nvSpPr>
          <p:spPr>
            <a:xfrm>
              <a:off x="1281" y="1008"/>
              <a:ext cx="209" cy="0"/>
            </a:xfrm>
            <a:prstGeom prst="line">
              <a:avLst/>
            </a:prstGeom>
            <a:ln w="19050" cap="flat" cmpd="sng">
              <a:solidFill>
                <a:schemeClr val="tx1"/>
              </a:solidFill>
              <a:prstDash val="solid"/>
              <a:headEnd type="none" w="med" len="med"/>
              <a:tailEnd type="none" w="med" len="med"/>
            </a:ln>
          </p:spPr>
        </p:sp>
        <p:sp>
          <p:nvSpPr>
            <p:cNvPr id="65566" name="Line 33"/>
            <p:cNvSpPr/>
            <p:nvPr/>
          </p:nvSpPr>
          <p:spPr>
            <a:xfrm>
              <a:off x="932" y="1008"/>
              <a:ext cx="326" cy="630"/>
            </a:xfrm>
            <a:prstGeom prst="line">
              <a:avLst/>
            </a:prstGeom>
            <a:ln w="19050" cap="flat" cmpd="sng">
              <a:solidFill>
                <a:schemeClr val="tx1"/>
              </a:solidFill>
              <a:prstDash val="solid"/>
              <a:headEnd type="none" w="med" len="med"/>
              <a:tailEnd type="none" w="med" len="med"/>
            </a:ln>
          </p:spPr>
        </p:sp>
        <p:sp>
          <p:nvSpPr>
            <p:cNvPr id="65567" name="Line 34"/>
            <p:cNvSpPr/>
            <p:nvPr/>
          </p:nvSpPr>
          <p:spPr>
            <a:xfrm flipH="1">
              <a:off x="940" y="1008"/>
              <a:ext cx="340" cy="630"/>
            </a:xfrm>
            <a:prstGeom prst="line">
              <a:avLst/>
            </a:prstGeom>
            <a:ln w="19050" cap="flat" cmpd="sng">
              <a:solidFill>
                <a:schemeClr val="tx1"/>
              </a:solidFill>
              <a:prstDash val="solid"/>
              <a:headEnd type="none" w="med" len="med"/>
              <a:tailEnd type="none" w="med" len="med"/>
            </a:ln>
          </p:spPr>
        </p:sp>
        <p:sp>
          <p:nvSpPr>
            <p:cNvPr id="65568" name="Line 35"/>
            <p:cNvSpPr/>
            <p:nvPr/>
          </p:nvSpPr>
          <p:spPr>
            <a:xfrm>
              <a:off x="202" y="1632"/>
              <a:ext cx="428" cy="0"/>
            </a:xfrm>
            <a:prstGeom prst="line">
              <a:avLst/>
            </a:prstGeom>
            <a:ln w="19050" cap="flat" cmpd="sng">
              <a:solidFill>
                <a:schemeClr val="tx1"/>
              </a:solidFill>
              <a:prstDash val="solid"/>
              <a:headEnd type="none" w="med" len="med"/>
              <a:tailEnd type="none" w="med" len="med"/>
            </a:ln>
          </p:spPr>
        </p:sp>
        <p:sp>
          <p:nvSpPr>
            <p:cNvPr id="65569" name="Line 36"/>
            <p:cNvSpPr/>
            <p:nvPr/>
          </p:nvSpPr>
          <p:spPr>
            <a:xfrm rot="-5400000">
              <a:off x="1261" y="1678"/>
              <a:ext cx="447" cy="0"/>
            </a:xfrm>
            <a:prstGeom prst="line">
              <a:avLst/>
            </a:prstGeom>
            <a:ln w="19050" cap="flat" cmpd="sng">
              <a:solidFill>
                <a:schemeClr val="tx1"/>
              </a:solidFill>
              <a:prstDash val="solid"/>
              <a:headEnd type="none" w="med" len="med"/>
              <a:tailEnd type="none" w="med" len="med"/>
            </a:ln>
          </p:spPr>
        </p:sp>
        <p:sp>
          <p:nvSpPr>
            <p:cNvPr id="65570" name="Line 37"/>
            <p:cNvSpPr/>
            <p:nvPr/>
          </p:nvSpPr>
          <p:spPr>
            <a:xfrm rot="-5400000">
              <a:off x="1502" y="1537"/>
              <a:ext cx="161" cy="0"/>
            </a:xfrm>
            <a:prstGeom prst="line">
              <a:avLst/>
            </a:prstGeom>
            <a:ln w="19050" cap="flat" cmpd="sng">
              <a:solidFill>
                <a:schemeClr val="tx1"/>
              </a:solidFill>
              <a:prstDash val="solid"/>
              <a:headEnd type="none" w="med" len="med"/>
              <a:tailEnd type="none" w="med" len="med"/>
            </a:ln>
          </p:spPr>
        </p:sp>
        <p:sp>
          <p:nvSpPr>
            <p:cNvPr id="65571" name="Line 38"/>
            <p:cNvSpPr/>
            <p:nvPr/>
          </p:nvSpPr>
          <p:spPr>
            <a:xfrm>
              <a:off x="1580" y="1627"/>
              <a:ext cx="384" cy="0"/>
            </a:xfrm>
            <a:prstGeom prst="line">
              <a:avLst/>
            </a:prstGeom>
            <a:ln w="19050" cap="flat" cmpd="sng">
              <a:solidFill>
                <a:schemeClr val="tx1"/>
              </a:solidFill>
              <a:prstDash val="solid"/>
              <a:headEnd type="none" w="med" len="med"/>
              <a:tailEnd type="none" w="med" len="med"/>
            </a:ln>
          </p:spPr>
        </p:sp>
        <p:sp>
          <p:nvSpPr>
            <p:cNvPr id="65572" name="Oval 40"/>
            <p:cNvSpPr/>
            <p:nvPr/>
          </p:nvSpPr>
          <p:spPr>
            <a:xfrm>
              <a:off x="688"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73" name="Oval 41"/>
            <p:cNvSpPr/>
            <p:nvPr/>
          </p:nvSpPr>
          <p:spPr>
            <a:xfrm>
              <a:off x="1472"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74" name="Text Box 42"/>
            <p:cNvSpPr txBox="1"/>
            <p:nvPr/>
          </p:nvSpPr>
          <p:spPr>
            <a:xfrm>
              <a:off x="1402" y="1994"/>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3</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575" name="Text Box 43"/>
            <p:cNvSpPr txBox="1"/>
            <p:nvPr/>
          </p:nvSpPr>
          <p:spPr>
            <a:xfrm>
              <a:off x="1392" y="118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576" name="Text Box 44"/>
            <p:cNvSpPr txBox="1"/>
            <p:nvPr/>
          </p:nvSpPr>
          <p:spPr>
            <a:xfrm>
              <a:off x="624" y="1186"/>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2</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577" name="Text Box 45"/>
            <p:cNvSpPr txBox="1"/>
            <p:nvPr/>
          </p:nvSpPr>
          <p:spPr>
            <a:xfrm>
              <a:off x="624" y="1994"/>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4</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578" name="Line 48"/>
            <p:cNvSpPr/>
            <p:nvPr/>
          </p:nvSpPr>
          <p:spPr>
            <a:xfrm rot="-5400000">
              <a:off x="493" y="2479"/>
              <a:ext cx="447" cy="0"/>
            </a:xfrm>
            <a:prstGeom prst="line">
              <a:avLst/>
            </a:prstGeom>
            <a:ln w="19050" cap="flat" cmpd="sng">
              <a:solidFill>
                <a:schemeClr val="tx1"/>
              </a:solidFill>
              <a:prstDash val="solid"/>
              <a:headEnd type="none" w="med" len="med"/>
              <a:tailEnd type="none" w="med" len="med"/>
            </a:ln>
          </p:spPr>
        </p:sp>
        <p:sp>
          <p:nvSpPr>
            <p:cNvPr id="65579" name="Line 49"/>
            <p:cNvSpPr/>
            <p:nvPr/>
          </p:nvSpPr>
          <p:spPr>
            <a:xfrm rot="-5400000">
              <a:off x="1261" y="2486"/>
              <a:ext cx="447" cy="0"/>
            </a:xfrm>
            <a:prstGeom prst="line">
              <a:avLst/>
            </a:prstGeom>
            <a:ln w="19050" cap="flat" cmpd="sng">
              <a:solidFill>
                <a:schemeClr val="tx1"/>
              </a:solidFill>
              <a:prstDash val="solid"/>
              <a:headEnd type="none" w="med" len="med"/>
              <a:tailEnd type="none" w="med" len="med"/>
            </a:ln>
          </p:spPr>
        </p:sp>
        <p:sp>
          <p:nvSpPr>
            <p:cNvPr id="65580" name="Line 50"/>
            <p:cNvSpPr/>
            <p:nvPr/>
          </p:nvSpPr>
          <p:spPr>
            <a:xfrm rot="-5400000">
              <a:off x="722" y="2333"/>
              <a:ext cx="161" cy="0"/>
            </a:xfrm>
            <a:prstGeom prst="line">
              <a:avLst/>
            </a:prstGeom>
            <a:ln w="19050" cap="flat" cmpd="sng">
              <a:solidFill>
                <a:srgbClr val="00B050"/>
              </a:solidFill>
              <a:prstDash val="solid"/>
              <a:headEnd type="none" w="med" len="med"/>
              <a:tailEnd type="none" w="med" len="med"/>
            </a:ln>
          </p:spPr>
        </p:sp>
        <p:sp>
          <p:nvSpPr>
            <p:cNvPr id="65581" name="Line 51"/>
            <p:cNvSpPr/>
            <p:nvPr/>
          </p:nvSpPr>
          <p:spPr>
            <a:xfrm>
              <a:off x="802" y="2415"/>
              <a:ext cx="141" cy="0"/>
            </a:xfrm>
            <a:prstGeom prst="line">
              <a:avLst/>
            </a:prstGeom>
            <a:ln w="19050" cap="flat" cmpd="sng">
              <a:solidFill>
                <a:srgbClr val="00B050"/>
              </a:solidFill>
              <a:prstDash val="solid"/>
              <a:headEnd type="none" w="med" len="med"/>
              <a:tailEnd type="none" w="med" len="med"/>
            </a:ln>
          </p:spPr>
        </p:sp>
        <p:sp>
          <p:nvSpPr>
            <p:cNvPr id="65582" name="Line 52"/>
            <p:cNvSpPr/>
            <p:nvPr/>
          </p:nvSpPr>
          <p:spPr>
            <a:xfrm>
              <a:off x="1268" y="1796"/>
              <a:ext cx="435" cy="0"/>
            </a:xfrm>
            <a:prstGeom prst="line">
              <a:avLst/>
            </a:prstGeom>
            <a:ln w="19050" cap="flat" cmpd="sng">
              <a:solidFill>
                <a:srgbClr val="00B050"/>
              </a:solidFill>
              <a:prstDash val="solid"/>
              <a:headEnd type="none" w="med" len="med"/>
              <a:tailEnd type="none" w="med" len="med"/>
            </a:ln>
          </p:spPr>
        </p:sp>
        <p:sp>
          <p:nvSpPr>
            <p:cNvPr id="65583" name="Line 53"/>
            <p:cNvSpPr/>
            <p:nvPr/>
          </p:nvSpPr>
          <p:spPr>
            <a:xfrm flipH="1">
              <a:off x="930" y="1796"/>
              <a:ext cx="340" cy="630"/>
            </a:xfrm>
            <a:prstGeom prst="line">
              <a:avLst/>
            </a:prstGeom>
            <a:ln w="19050" cap="flat" cmpd="sng">
              <a:solidFill>
                <a:srgbClr val="00B050"/>
              </a:solidFill>
              <a:prstDash val="solid"/>
              <a:headEnd type="none" w="med" len="med"/>
              <a:tailEnd type="none" w="med" len="med"/>
            </a:ln>
          </p:spPr>
        </p:sp>
        <p:sp>
          <p:nvSpPr>
            <p:cNvPr id="65584" name="Line 54"/>
            <p:cNvSpPr/>
            <p:nvPr/>
          </p:nvSpPr>
          <p:spPr>
            <a:xfrm rot="-5400000">
              <a:off x="1439" y="2400"/>
              <a:ext cx="268" cy="0"/>
            </a:xfrm>
            <a:prstGeom prst="line">
              <a:avLst/>
            </a:prstGeom>
            <a:ln w="19050" cap="flat" cmpd="sng">
              <a:solidFill>
                <a:schemeClr val="tx1"/>
              </a:solidFill>
              <a:prstDash val="solid"/>
              <a:headEnd type="none" w="med" len="med"/>
              <a:tailEnd type="none" w="med" len="med"/>
            </a:ln>
          </p:spPr>
        </p:sp>
        <p:sp>
          <p:nvSpPr>
            <p:cNvPr id="65585" name="Line 55"/>
            <p:cNvSpPr/>
            <p:nvPr/>
          </p:nvSpPr>
          <p:spPr>
            <a:xfrm>
              <a:off x="634" y="2534"/>
              <a:ext cx="1322" cy="0"/>
            </a:xfrm>
            <a:prstGeom prst="line">
              <a:avLst/>
            </a:prstGeom>
            <a:ln w="19050" cap="flat" cmpd="sng">
              <a:solidFill>
                <a:schemeClr val="tx1"/>
              </a:solidFill>
              <a:prstDash val="solid"/>
              <a:headEnd type="none" w="med" len="med"/>
              <a:tailEnd type="none" w="med" len="med"/>
            </a:ln>
          </p:spPr>
        </p:sp>
        <p:sp>
          <p:nvSpPr>
            <p:cNvPr id="65586" name="Line 56"/>
            <p:cNvSpPr/>
            <p:nvPr/>
          </p:nvSpPr>
          <p:spPr>
            <a:xfrm>
              <a:off x="346" y="2486"/>
              <a:ext cx="1056" cy="0"/>
            </a:xfrm>
            <a:prstGeom prst="line">
              <a:avLst/>
            </a:prstGeom>
            <a:ln w="19050" cap="flat" cmpd="sng">
              <a:solidFill>
                <a:schemeClr val="tx1"/>
              </a:solidFill>
              <a:prstDash val="solid"/>
              <a:headEnd type="none" w="med" len="med"/>
              <a:tailEnd type="none" w="med" len="med"/>
            </a:ln>
          </p:spPr>
        </p:sp>
        <p:sp>
          <p:nvSpPr>
            <p:cNvPr id="65587" name="Line 57"/>
            <p:cNvSpPr/>
            <p:nvPr/>
          </p:nvSpPr>
          <p:spPr>
            <a:xfrm>
              <a:off x="336" y="1650"/>
              <a:ext cx="0" cy="1675"/>
            </a:xfrm>
            <a:prstGeom prst="line">
              <a:avLst/>
            </a:prstGeom>
            <a:ln w="19050" cap="flat" cmpd="sng">
              <a:solidFill>
                <a:schemeClr val="tx1"/>
              </a:solidFill>
              <a:prstDash val="solid"/>
              <a:headEnd type="none" w="med" len="med"/>
              <a:tailEnd type="none" w="med" len="med"/>
            </a:ln>
          </p:spPr>
        </p:sp>
        <p:sp>
          <p:nvSpPr>
            <p:cNvPr id="65588" name="Oval 58"/>
            <p:cNvSpPr/>
            <p:nvPr/>
          </p:nvSpPr>
          <p:spPr>
            <a:xfrm>
              <a:off x="316" y="161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89" name="Oval 59"/>
            <p:cNvSpPr/>
            <p:nvPr/>
          </p:nvSpPr>
          <p:spPr>
            <a:xfrm>
              <a:off x="316" y="245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90" name="Line 60"/>
            <p:cNvSpPr/>
            <p:nvPr/>
          </p:nvSpPr>
          <p:spPr>
            <a:xfrm>
              <a:off x="432" y="1824"/>
              <a:ext cx="0" cy="1394"/>
            </a:xfrm>
            <a:prstGeom prst="line">
              <a:avLst/>
            </a:prstGeom>
            <a:ln w="19050" cap="flat" cmpd="sng">
              <a:solidFill>
                <a:srgbClr val="00B050"/>
              </a:solidFill>
              <a:prstDash val="solid"/>
              <a:headEnd type="none" w="med" len="med"/>
              <a:tailEnd type="none" w="med" len="med"/>
            </a:ln>
          </p:spPr>
        </p:sp>
        <p:sp>
          <p:nvSpPr>
            <p:cNvPr id="65591" name="Line 61"/>
            <p:cNvSpPr/>
            <p:nvPr/>
          </p:nvSpPr>
          <p:spPr>
            <a:xfrm>
              <a:off x="432" y="1824"/>
              <a:ext cx="288" cy="0"/>
            </a:xfrm>
            <a:prstGeom prst="line">
              <a:avLst/>
            </a:prstGeom>
            <a:ln w="19050" cap="flat" cmpd="sng">
              <a:solidFill>
                <a:srgbClr val="00B050"/>
              </a:solidFill>
              <a:prstDash val="solid"/>
              <a:headEnd type="none" w="med" len="med"/>
              <a:tailEnd type="none" w="med" len="med"/>
            </a:ln>
          </p:spPr>
        </p:sp>
        <p:sp>
          <p:nvSpPr>
            <p:cNvPr id="65592" name="Oval 62"/>
            <p:cNvSpPr/>
            <p:nvPr/>
          </p:nvSpPr>
          <p:spPr>
            <a:xfrm>
              <a:off x="700" y="179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93" name="Line 63"/>
            <p:cNvSpPr/>
            <p:nvPr/>
          </p:nvSpPr>
          <p:spPr>
            <a:xfrm>
              <a:off x="432" y="3216"/>
              <a:ext cx="192" cy="0"/>
            </a:xfrm>
            <a:prstGeom prst="line">
              <a:avLst/>
            </a:prstGeom>
            <a:ln w="19050" cap="flat" cmpd="sng">
              <a:solidFill>
                <a:srgbClr val="00B050"/>
              </a:solidFill>
              <a:prstDash val="solid"/>
              <a:headEnd type="none" w="med" len="med"/>
              <a:tailEnd type="none" w="med" len="med"/>
            </a:ln>
          </p:spPr>
        </p:sp>
        <p:sp>
          <p:nvSpPr>
            <p:cNvPr id="65594" name="Oval 64"/>
            <p:cNvSpPr/>
            <p:nvPr/>
          </p:nvSpPr>
          <p:spPr>
            <a:xfrm>
              <a:off x="1546" y="250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95" name="Line 65"/>
            <p:cNvSpPr/>
            <p:nvPr/>
          </p:nvSpPr>
          <p:spPr>
            <a:xfrm>
              <a:off x="336" y="3312"/>
              <a:ext cx="384" cy="0"/>
            </a:xfrm>
            <a:prstGeom prst="line">
              <a:avLst/>
            </a:prstGeom>
            <a:ln w="19050" cap="flat" cmpd="sng">
              <a:solidFill>
                <a:schemeClr val="tx1"/>
              </a:solidFill>
              <a:prstDash val="solid"/>
              <a:headEnd type="none" w="med" len="med"/>
              <a:tailEnd type="none" w="med" len="med"/>
            </a:ln>
          </p:spPr>
        </p:sp>
        <p:sp>
          <p:nvSpPr>
            <p:cNvPr id="65596" name="Line 66"/>
            <p:cNvSpPr/>
            <p:nvPr/>
          </p:nvSpPr>
          <p:spPr>
            <a:xfrm>
              <a:off x="806" y="3072"/>
              <a:ext cx="0" cy="347"/>
            </a:xfrm>
            <a:prstGeom prst="line">
              <a:avLst/>
            </a:prstGeom>
            <a:ln w="19050" cap="flat" cmpd="sng">
              <a:solidFill>
                <a:schemeClr val="tx1"/>
              </a:solidFill>
              <a:prstDash val="solid"/>
              <a:headEnd type="none" w="med" len="med"/>
              <a:tailEnd type="none" w="med" len="med"/>
            </a:ln>
          </p:spPr>
        </p:sp>
        <p:sp>
          <p:nvSpPr>
            <p:cNvPr id="65597" name="Line 67"/>
            <p:cNvSpPr/>
            <p:nvPr/>
          </p:nvSpPr>
          <p:spPr>
            <a:xfrm>
              <a:off x="1700" y="1791"/>
              <a:ext cx="0" cy="1440"/>
            </a:xfrm>
            <a:prstGeom prst="line">
              <a:avLst/>
            </a:prstGeom>
            <a:ln w="19050" cap="flat" cmpd="sng">
              <a:solidFill>
                <a:srgbClr val="00B050"/>
              </a:solidFill>
              <a:prstDash val="solid"/>
              <a:headEnd type="none" w="med" len="med"/>
              <a:tailEnd type="none" w="med" len="med"/>
            </a:ln>
          </p:spPr>
        </p:sp>
        <p:sp>
          <p:nvSpPr>
            <p:cNvPr id="65598" name="Line 68"/>
            <p:cNvSpPr/>
            <p:nvPr/>
          </p:nvSpPr>
          <p:spPr>
            <a:xfrm rot="-5400000">
              <a:off x="1499" y="3139"/>
              <a:ext cx="154" cy="0"/>
            </a:xfrm>
            <a:prstGeom prst="line">
              <a:avLst/>
            </a:prstGeom>
            <a:ln w="19050" cap="flat" cmpd="sng">
              <a:solidFill>
                <a:srgbClr val="00B050"/>
              </a:solidFill>
              <a:prstDash val="solid"/>
              <a:headEnd type="none" w="med" len="med"/>
              <a:tailEnd type="none" w="med" len="med"/>
            </a:ln>
          </p:spPr>
        </p:sp>
        <p:sp>
          <p:nvSpPr>
            <p:cNvPr id="65599" name="Line 69"/>
            <p:cNvSpPr/>
            <p:nvPr/>
          </p:nvSpPr>
          <p:spPr>
            <a:xfrm>
              <a:off x="1584" y="3216"/>
              <a:ext cx="118" cy="0"/>
            </a:xfrm>
            <a:prstGeom prst="line">
              <a:avLst/>
            </a:prstGeom>
            <a:ln w="19050" cap="flat" cmpd="sng">
              <a:solidFill>
                <a:srgbClr val="00B050"/>
              </a:solidFill>
              <a:prstDash val="solid"/>
              <a:headEnd type="none" w="med" len="med"/>
              <a:tailEnd type="none" w="med" len="med"/>
            </a:ln>
          </p:spPr>
        </p:sp>
        <p:sp>
          <p:nvSpPr>
            <p:cNvPr id="65600" name="Line 70"/>
            <p:cNvSpPr/>
            <p:nvPr/>
          </p:nvSpPr>
          <p:spPr>
            <a:xfrm>
              <a:off x="1796" y="1632"/>
              <a:ext cx="0" cy="1716"/>
            </a:xfrm>
            <a:prstGeom prst="line">
              <a:avLst/>
            </a:prstGeom>
            <a:ln w="19050" cap="flat" cmpd="sng">
              <a:solidFill>
                <a:schemeClr val="tx1"/>
              </a:solidFill>
              <a:prstDash val="solid"/>
              <a:headEnd type="none" w="med" len="med"/>
              <a:tailEnd type="none" w="med" len="med"/>
            </a:ln>
          </p:spPr>
        </p:sp>
        <p:sp>
          <p:nvSpPr>
            <p:cNvPr id="65601" name="Oval 71"/>
            <p:cNvSpPr/>
            <p:nvPr/>
          </p:nvSpPr>
          <p:spPr>
            <a:xfrm>
              <a:off x="1766" y="161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02" name="Line 72"/>
            <p:cNvSpPr/>
            <p:nvPr/>
          </p:nvSpPr>
          <p:spPr>
            <a:xfrm>
              <a:off x="1488" y="3342"/>
              <a:ext cx="311" cy="0"/>
            </a:xfrm>
            <a:prstGeom prst="line">
              <a:avLst/>
            </a:prstGeom>
            <a:ln w="19050" cap="flat" cmpd="sng">
              <a:solidFill>
                <a:schemeClr val="tx1"/>
              </a:solidFill>
              <a:prstDash val="solid"/>
              <a:headEnd type="none" w="med" len="med"/>
              <a:tailEnd type="none" w="med" len="med"/>
            </a:ln>
          </p:spPr>
        </p:sp>
        <p:sp>
          <p:nvSpPr>
            <p:cNvPr id="65603" name="Oval 73"/>
            <p:cNvSpPr/>
            <p:nvPr/>
          </p:nvSpPr>
          <p:spPr>
            <a:xfrm>
              <a:off x="1472" y="176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04" name="Line 74"/>
            <p:cNvSpPr/>
            <p:nvPr/>
          </p:nvSpPr>
          <p:spPr>
            <a:xfrm>
              <a:off x="720" y="2640"/>
              <a:ext cx="209" cy="0"/>
            </a:xfrm>
            <a:prstGeom prst="line">
              <a:avLst/>
            </a:prstGeom>
            <a:ln w="19050" cap="flat" cmpd="sng">
              <a:solidFill>
                <a:schemeClr val="tx1"/>
              </a:solidFill>
              <a:prstDash val="solid"/>
              <a:headEnd type="none" w="med" len="med"/>
              <a:tailEnd type="none" w="med" len="med"/>
            </a:ln>
          </p:spPr>
        </p:sp>
        <p:sp>
          <p:nvSpPr>
            <p:cNvPr id="65605" name="Line 75"/>
            <p:cNvSpPr/>
            <p:nvPr/>
          </p:nvSpPr>
          <p:spPr>
            <a:xfrm>
              <a:off x="1238" y="3226"/>
              <a:ext cx="152" cy="0"/>
            </a:xfrm>
            <a:prstGeom prst="line">
              <a:avLst/>
            </a:prstGeom>
            <a:ln w="19050" cap="flat" cmpd="sng">
              <a:solidFill>
                <a:schemeClr val="tx1"/>
              </a:solidFill>
              <a:prstDash val="solid"/>
              <a:headEnd type="none" w="med" len="med"/>
              <a:tailEnd type="none" w="med" len="med"/>
            </a:ln>
          </p:spPr>
        </p:sp>
        <p:sp>
          <p:nvSpPr>
            <p:cNvPr id="65606" name="Line 76"/>
            <p:cNvSpPr/>
            <p:nvPr/>
          </p:nvSpPr>
          <p:spPr>
            <a:xfrm>
              <a:off x="922" y="2640"/>
              <a:ext cx="326" cy="598"/>
            </a:xfrm>
            <a:prstGeom prst="line">
              <a:avLst/>
            </a:prstGeom>
            <a:ln w="19050" cap="flat" cmpd="sng">
              <a:solidFill>
                <a:schemeClr val="tx1"/>
              </a:solidFill>
              <a:prstDash val="solid"/>
              <a:headEnd type="none" w="med" len="med"/>
              <a:tailEnd type="none" w="med" len="med"/>
            </a:ln>
          </p:spPr>
        </p:sp>
        <p:sp>
          <p:nvSpPr>
            <p:cNvPr id="65607" name="Text Box 77"/>
            <p:cNvSpPr txBox="1"/>
            <p:nvPr/>
          </p:nvSpPr>
          <p:spPr>
            <a:xfrm>
              <a:off x="1407" y="562"/>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08" name="Text Box 78"/>
            <p:cNvSpPr txBox="1"/>
            <p:nvPr/>
          </p:nvSpPr>
          <p:spPr>
            <a:xfrm>
              <a:off x="578" y="548"/>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09" name="Text Box 79"/>
            <p:cNvSpPr txBox="1"/>
            <p:nvPr/>
          </p:nvSpPr>
          <p:spPr>
            <a:xfrm>
              <a:off x="1814" y="1289"/>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0" name="Text Box 80"/>
            <p:cNvSpPr txBox="1"/>
            <p:nvPr/>
          </p:nvSpPr>
          <p:spPr>
            <a:xfrm>
              <a:off x="-48" y="1289"/>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1" name="Text Box 81"/>
            <p:cNvSpPr txBox="1"/>
            <p:nvPr/>
          </p:nvSpPr>
          <p:spPr>
            <a:xfrm>
              <a:off x="1819" y="2253"/>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2" name="Text Box 82"/>
            <p:cNvSpPr txBox="1"/>
            <p:nvPr/>
          </p:nvSpPr>
          <p:spPr>
            <a:xfrm>
              <a:off x="702" y="3396"/>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3" name="Text Box 83"/>
            <p:cNvSpPr txBox="1"/>
            <p:nvPr/>
          </p:nvSpPr>
          <p:spPr>
            <a:xfrm>
              <a:off x="1005" y="1821"/>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4" name="Text Box 84"/>
            <p:cNvSpPr txBox="1"/>
            <p:nvPr/>
          </p:nvSpPr>
          <p:spPr>
            <a:xfrm>
              <a:off x="1557" y="2541"/>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5" name="Text Box 85"/>
            <p:cNvSpPr txBox="1"/>
            <p:nvPr/>
          </p:nvSpPr>
          <p:spPr>
            <a:xfrm>
              <a:off x="399" y="2544"/>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6" name="AutoShape 22"/>
            <p:cNvSpPr/>
            <p:nvPr/>
          </p:nvSpPr>
          <p:spPr>
            <a:xfrm rot="-5400000">
              <a:off x="568" y="2787"/>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17" name="Oval 23"/>
            <p:cNvSpPr/>
            <p:nvPr/>
          </p:nvSpPr>
          <p:spPr>
            <a:xfrm rot="-5400000">
              <a:off x="691" y="2707"/>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18" name="AutoShape 26"/>
            <p:cNvSpPr/>
            <p:nvPr/>
          </p:nvSpPr>
          <p:spPr>
            <a:xfrm rot="-5400000">
              <a:off x="1336" y="2790"/>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19" name="Oval 27"/>
            <p:cNvSpPr/>
            <p:nvPr/>
          </p:nvSpPr>
          <p:spPr>
            <a:xfrm rot="-5400000">
              <a:off x="1449" y="2720"/>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20" name="Text Box 46"/>
            <p:cNvSpPr txBox="1"/>
            <p:nvPr/>
          </p:nvSpPr>
          <p:spPr>
            <a:xfrm>
              <a:off x="1392" y="280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5</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621" name="Text Box 47"/>
            <p:cNvSpPr txBox="1"/>
            <p:nvPr/>
          </p:nvSpPr>
          <p:spPr>
            <a:xfrm>
              <a:off x="624" y="280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6</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622" name="Oval 39"/>
            <p:cNvSpPr/>
            <p:nvPr/>
          </p:nvSpPr>
          <p:spPr>
            <a:xfrm>
              <a:off x="688" y="262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65541" name="Text Box 172"/>
          <p:cNvSpPr txBox="1"/>
          <p:nvPr/>
        </p:nvSpPr>
        <p:spPr>
          <a:xfrm>
            <a:off x="3859530" y="2495550"/>
            <a:ext cx="4886960" cy="2195830"/>
          </a:xfrm>
          <a:prstGeom prst="rect">
            <a:avLst/>
          </a:prstGeom>
          <a:noFill/>
          <a:ln w="9525">
            <a:noFill/>
          </a:ln>
        </p:spPr>
        <p:txBody>
          <a:bodyPr wrap="square">
            <a:spAutoFit/>
          </a:bodyPr>
          <a:lstStyle/>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图中：</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反馈线被称为</a:t>
            </a:r>
            <a:r>
              <a:rPr lang="zh-CN" altLang="en-US" sz="1800" b="1" dirty="0">
                <a:solidFill>
                  <a:schemeClr val="accent2"/>
                </a:solidFill>
                <a:latin typeface="华文新魏" panose="02010800040101010101" pitchFamily="2" charset="-122"/>
                <a:ea typeface="华文新魏" panose="02010800040101010101" pitchFamily="2" charset="-122"/>
              </a:rPr>
              <a:t>置</a:t>
            </a:r>
            <a:r>
              <a:rPr lang="en-US" altLang="zh-CN" sz="1800" b="1" dirty="0">
                <a:solidFill>
                  <a:schemeClr val="accent2"/>
                </a:solidFill>
                <a:latin typeface="华文新魏" panose="02010800040101010101" pitchFamily="2" charset="-122"/>
                <a:ea typeface="华文新魏" panose="02010800040101010101" pitchFamily="2" charset="-122"/>
              </a:rPr>
              <a:t>0</a:t>
            </a:r>
            <a:r>
              <a:rPr lang="zh-CN" altLang="en-US" sz="1800" b="1" dirty="0">
                <a:solidFill>
                  <a:schemeClr val="accent2"/>
                </a:solidFill>
                <a:latin typeface="华文新魏" panose="02010800040101010101" pitchFamily="2" charset="-122"/>
                <a:ea typeface="华文新魏" panose="02010800040101010101" pitchFamily="2" charset="-122"/>
              </a:rPr>
              <a:t>阻塞线</a:t>
            </a:r>
            <a:endParaRPr lang="zh-CN" altLang="en-US" sz="1800" b="1" dirty="0">
              <a:solidFill>
                <a:schemeClr val="accent2"/>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反馈线被称为</a:t>
            </a:r>
            <a:r>
              <a:rPr lang="zh-CN" altLang="en-US" sz="1800" b="1" dirty="0">
                <a:solidFill>
                  <a:schemeClr val="accent2"/>
                </a:solidFill>
                <a:latin typeface="华文新魏" panose="02010800040101010101" pitchFamily="2" charset="-122"/>
                <a:ea typeface="华文新魏" panose="02010800040101010101" pitchFamily="2" charset="-122"/>
              </a:rPr>
              <a:t>置</a:t>
            </a:r>
            <a:r>
              <a:rPr lang="en-US" altLang="zh-CN" sz="1800" b="1" dirty="0">
                <a:solidFill>
                  <a:schemeClr val="accent2"/>
                </a:solidFill>
                <a:latin typeface="华文新魏" panose="02010800040101010101" pitchFamily="2" charset="-122"/>
                <a:ea typeface="华文新魏" panose="02010800040101010101" pitchFamily="2" charset="-122"/>
              </a:rPr>
              <a:t>1</a:t>
            </a:r>
            <a:r>
              <a:rPr lang="zh-CN" altLang="en-US" sz="1800" b="1" dirty="0">
                <a:solidFill>
                  <a:schemeClr val="accent2"/>
                </a:solidFill>
                <a:latin typeface="华文新魏" panose="02010800040101010101" pitchFamily="2" charset="-122"/>
                <a:ea typeface="华文新魏" panose="02010800040101010101" pitchFamily="2" charset="-122"/>
              </a:rPr>
              <a:t>维持线</a:t>
            </a:r>
            <a:endParaRPr lang="zh-CN" altLang="en-US" sz="1800" b="1" dirty="0">
              <a:solidFill>
                <a:schemeClr val="accent2"/>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c</a:t>
            </a:r>
            <a:r>
              <a:rPr lang="zh-CN" altLang="en-US" sz="1800" b="1" dirty="0">
                <a:solidFill>
                  <a:schemeClr val="tx1"/>
                </a:solidFill>
                <a:latin typeface="华文新魏" panose="02010800040101010101" pitchFamily="2" charset="-122"/>
                <a:ea typeface="华文新魏" panose="02010800040101010101" pitchFamily="2" charset="-122"/>
              </a:rPr>
              <a:t>反馈线被称为</a:t>
            </a:r>
            <a:r>
              <a:rPr lang="zh-CN" altLang="en-US" sz="1800" b="1" dirty="0">
                <a:solidFill>
                  <a:schemeClr val="accent2"/>
                </a:solidFill>
                <a:latin typeface="华文新魏" panose="02010800040101010101" pitchFamily="2" charset="-122"/>
                <a:ea typeface="华文新魏" panose="02010800040101010101" pitchFamily="2" charset="-122"/>
              </a:rPr>
              <a:t>置</a:t>
            </a:r>
            <a:r>
              <a:rPr lang="en-US" altLang="zh-CN" sz="1800" b="1" dirty="0">
                <a:solidFill>
                  <a:schemeClr val="accent2"/>
                </a:solidFill>
                <a:latin typeface="华文新魏" panose="02010800040101010101" pitchFamily="2" charset="-122"/>
                <a:ea typeface="华文新魏" panose="02010800040101010101" pitchFamily="2" charset="-122"/>
              </a:rPr>
              <a:t>0</a:t>
            </a:r>
            <a:r>
              <a:rPr lang="zh-CN" altLang="en-US" sz="1800" b="1" dirty="0">
                <a:solidFill>
                  <a:schemeClr val="accent2"/>
                </a:solidFill>
                <a:latin typeface="华文新魏" panose="02010800040101010101" pitchFamily="2" charset="-122"/>
                <a:ea typeface="华文新魏" panose="02010800040101010101" pitchFamily="2" charset="-122"/>
              </a:rPr>
              <a:t>维持线</a:t>
            </a:r>
            <a:endParaRPr lang="zh-CN" altLang="en-US" sz="1800" b="1" dirty="0">
              <a:solidFill>
                <a:schemeClr val="accent2"/>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/PR</a:t>
            </a:r>
            <a:r>
              <a:rPr lang="zh-CN" altLang="en-US" sz="1800" b="1" dirty="0">
                <a:solidFill>
                  <a:schemeClr val="tx1"/>
                </a:solidFill>
                <a:latin typeface="华文新魏" panose="02010800040101010101" pitchFamily="2" charset="-122"/>
                <a:ea typeface="华文新魏" panose="02010800040101010101" pitchFamily="2" charset="-122"/>
              </a:rPr>
              <a:t>是</a:t>
            </a:r>
            <a:r>
              <a:rPr lang="zh-CN" altLang="en-US" sz="1800" b="1" dirty="0">
                <a:solidFill>
                  <a:schemeClr val="accent2"/>
                </a:solidFill>
                <a:latin typeface="华文新魏" panose="02010800040101010101" pitchFamily="2" charset="-122"/>
                <a:ea typeface="华文新魏" panose="02010800040101010101" pitchFamily="2" charset="-122"/>
              </a:rPr>
              <a:t>强制置 </a:t>
            </a:r>
            <a:r>
              <a:rPr lang="en-US" altLang="zh-CN" sz="1800" b="1" dirty="0">
                <a:solidFill>
                  <a:schemeClr val="accent2"/>
                </a:solidFill>
                <a:latin typeface="华文新魏" panose="02010800040101010101" pitchFamily="2" charset="-122"/>
                <a:ea typeface="华文新魏" panose="02010800040101010101" pitchFamily="2" charset="-122"/>
              </a:rPr>
              <a:t>1 </a:t>
            </a:r>
            <a:r>
              <a:rPr lang="zh-CN" altLang="en-US" sz="1800" b="1" dirty="0">
                <a:solidFill>
                  <a:schemeClr val="accent2"/>
                </a:solidFill>
                <a:latin typeface="华文新魏" panose="02010800040101010101" pitchFamily="2" charset="-122"/>
                <a:ea typeface="华文新魏" panose="02010800040101010101" pitchFamily="2" charset="-122"/>
              </a:rPr>
              <a:t>端</a:t>
            </a:r>
            <a:endParaRPr lang="zh-CN" altLang="en-US" sz="1800" b="1" dirty="0">
              <a:solidFill>
                <a:schemeClr val="accent2"/>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/CLR</a:t>
            </a:r>
            <a:r>
              <a:rPr lang="zh-CN" altLang="en-US" sz="1800" b="1" dirty="0">
                <a:solidFill>
                  <a:schemeClr val="tx1"/>
                </a:solidFill>
                <a:latin typeface="华文新魏" panose="02010800040101010101" pitchFamily="2" charset="-122"/>
                <a:ea typeface="华文新魏" panose="02010800040101010101" pitchFamily="2" charset="-122"/>
              </a:rPr>
              <a:t>是</a:t>
            </a:r>
            <a:r>
              <a:rPr lang="zh-CN" altLang="en-US" sz="1800" b="1" dirty="0">
                <a:solidFill>
                  <a:schemeClr val="accent2"/>
                </a:solidFill>
                <a:latin typeface="华文新魏" panose="02010800040101010101" pitchFamily="2" charset="-122"/>
                <a:ea typeface="华文新魏" panose="02010800040101010101" pitchFamily="2" charset="-122"/>
              </a:rPr>
              <a:t>强制置 </a:t>
            </a:r>
            <a:r>
              <a:rPr lang="en-US" altLang="zh-CN" sz="1800" b="1" dirty="0">
                <a:solidFill>
                  <a:schemeClr val="accent2"/>
                </a:solidFill>
                <a:latin typeface="华文新魏" panose="02010800040101010101" pitchFamily="2" charset="-122"/>
                <a:ea typeface="华文新魏" panose="02010800040101010101" pitchFamily="2" charset="-122"/>
              </a:rPr>
              <a:t>0 </a:t>
            </a:r>
            <a:r>
              <a:rPr lang="zh-CN" altLang="en-US" sz="1800" b="1" dirty="0">
                <a:solidFill>
                  <a:schemeClr val="accent2"/>
                </a:solidFill>
                <a:latin typeface="华文新魏" panose="02010800040101010101" pitchFamily="2" charset="-122"/>
                <a:ea typeface="华文新魏" panose="02010800040101010101" pitchFamily="2" charset="-122"/>
              </a:rPr>
              <a:t>端</a:t>
            </a:r>
            <a:endParaRPr lang="en-US" altLang="zh-CN" sz="1800" b="1" dirty="0">
              <a:solidFill>
                <a:schemeClr val="accent2"/>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(/PR </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一般在电路系统初始化时使用</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a:xfrm>
            <a:off x="533400" y="688975"/>
            <a:ext cx="2333625" cy="45720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D </a:t>
            </a:r>
            <a:r>
              <a:rPr lang="zh-CN" altLang="en-US" sz="1800" b="1" dirty="0">
                <a:latin typeface="华文新魏" panose="02010800040101010101" pitchFamily="2" charset="-122"/>
                <a:ea typeface="华文新魏" panose="02010800040101010101" pitchFamily="2" charset="-122"/>
              </a:rPr>
              <a:t>触发器</a:t>
            </a:r>
            <a:endParaRPr lang="zh-CN" altLang="en-US" sz="1800" b="1" dirty="0">
              <a:latin typeface="华文新魏" panose="02010800040101010101" pitchFamily="2" charset="-122"/>
              <a:ea typeface="华文新魏" panose="02010800040101010101" pitchFamily="2" charset="-122"/>
            </a:endParaRPr>
          </a:p>
        </p:txBody>
      </p:sp>
      <p:graphicFrame>
        <p:nvGraphicFramePr>
          <p:cNvPr id="58590" name="Group 222"/>
          <p:cNvGraphicFramePr>
            <a:graphicFrameLocks noGrp="1"/>
          </p:cNvGraphicFramePr>
          <p:nvPr/>
        </p:nvGraphicFramePr>
        <p:xfrm>
          <a:off x="7092950" y="2290763"/>
          <a:ext cx="1752600" cy="1085850"/>
        </p:xfrm>
        <a:graphic>
          <a:graphicData uri="http://schemas.openxmlformats.org/drawingml/2006/table">
            <a:tbl>
              <a:tblPr/>
              <a:tblGrid>
                <a:gridCol w="876300"/>
                <a:gridCol w="876300"/>
              </a:tblGrid>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D</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67601" name="Text Box 98"/>
          <p:cNvSpPr txBox="1"/>
          <p:nvPr/>
        </p:nvSpPr>
        <p:spPr>
          <a:xfrm>
            <a:off x="7208838" y="3651250"/>
            <a:ext cx="19812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67602" name="Text Box 146"/>
          <p:cNvSpPr txBox="1"/>
          <p:nvPr/>
        </p:nvSpPr>
        <p:spPr>
          <a:xfrm>
            <a:off x="169863" y="3648075"/>
            <a:ext cx="26670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前沿触发</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67603" name="Group 153"/>
          <p:cNvGrpSpPr/>
          <p:nvPr/>
        </p:nvGrpSpPr>
        <p:grpSpPr>
          <a:xfrm>
            <a:off x="434975" y="1635125"/>
            <a:ext cx="2008482" cy="1922463"/>
            <a:chOff x="596" y="559"/>
            <a:chExt cx="995" cy="1301"/>
          </a:xfrm>
        </p:grpSpPr>
        <p:sp>
          <p:nvSpPr>
            <p:cNvPr id="67632" name="Rectangle 51"/>
            <p:cNvSpPr/>
            <p:nvPr/>
          </p:nvSpPr>
          <p:spPr>
            <a:xfrm>
              <a:off x="817" y="863"/>
              <a:ext cx="506" cy="72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7633" name="Line 52"/>
            <p:cNvSpPr/>
            <p:nvPr/>
          </p:nvSpPr>
          <p:spPr>
            <a:xfrm>
              <a:off x="604" y="1063"/>
              <a:ext cx="223" cy="0"/>
            </a:xfrm>
            <a:prstGeom prst="line">
              <a:avLst/>
            </a:prstGeom>
            <a:ln w="19050" cap="flat" cmpd="sng">
              <a:solidFill>
                <a:schemeClr val="tx1"/>
              </a:solidFill>
              <a:prstDash val="solid"/>
              <a:headEnd type="none" w="med" len="med"/>
              <a:tailEnd type="none" w="med" len="med"/>
            </a:ln>
          </p:spPr>
        </p:sp>
        <p:sp>
          <p:nvSpPr>
            <p:cNvPr id="67634" name="Line 53"/>
            <p:cNvSpPr/>
            <p:nvPr/>
          </p:nvSpPr>
          <p:spPr>
            <a:xfrm>
              <a:off x="1335" y="1053"/>
              <a:ext cx="249" cy="0"/>
            </a:xfrm>
            <a:prstGeom prst="line">
              <a:avLst/>
            </a:prstGeom>
            <a:ln w="19050" cap="flat" cmpd="sng">
              <a:solidFill>
                <a:schemeClr val="tx1"/>
              </a:solidFill>
              <a:prstDash val="solid"/>
              <a:headEnd type="none" w="med" len="med"/>
              <a:tailEnd type="none" w="med" len="med"/>
            </a:ln>
          </p:spPr>
        </p:sp>
        <p:sp>
          <p:nvSpPr>
            <p:cNvPr id="67635" name="Line 54"/>
            <p:cNvSpPr/>
            <p:nvPr/>
          </p:nvSpPr>
          <p:spPr>
            <a:xfrm>
              <a:off x="1378" y="1373"/>
              <a:ext cx="213" cy="0"/>
            </a:xfrm>
            <a:prstGeom prst="line">
              <a:avLst/>
            </a:prstGeom>
            <a:ln w="19050" cap="flat" cmpd="sng">
              <a:solidFill>
                <a:schemeClr val="tx1"/>
              </a:solidFill>
              <a:prstDash val="solid"/>
              <a:headEnd type="none" w="med" len="med"/>
              <a:tailEnd type="none" w="med" len="med"/>
            </a:ln>
          </p:spPr>
        </p:sp>
        <p:sp>
          <p:nvSpPr>
            <p:cNvPr id="67636" name="Text Box 56"/>
            <p:cNvSpPr txBox="1"/>
            <p:nvPr/>
          </p:nvSpPr>
          <p:spPr>
            <a:xfrm>
              <a:off x="784" y="959"/>
              <a:ext cx="225" cy="24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37" name="Text Box 57"/>
            <p:cNvSpPr txBox="1"/>
            <p:nvPr/>
          </p:nvSpPr>
          <p:spPr>
            <a:xfrm>
              <a:off x="1167" y="941"/>
              <a:ext cx="225" cy="24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38" name="Text Box 58"/>
            <p:cNvSpPr txBox="1"/>
            <p:nvPr/>
          </p:nvSpPr>
          <p:spPr>
            <a:xfrm>
              <a:off x="1167" y="1248"/>
              <a:ext cx="225" cy="24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39" name="Line 59"/>
            <p:cNvSpPr/>
            <p:nvPr/>
          </p:nvSpPr>
          <p:spPr>
            <a:xfrm>
              <a:off x="596" y="1381"/>
              <a:ext cx="225" cy="0"/>
            </a:xfrm>
            <a:prstGeom prst="line">
              <a:avLst/>
            </a:prstGeom>
            <a:ln w="19050" cap="flat" cmpd="sng">
              <a:solidFill>
                <a:schemeClr val="tx1"/>
              </a:solidFill>
              <a:prstDash val="solid"/>
              <a:headEnd type="none" w="med" len="med"/>
              <a:tailEnd type="none" w="med" len="med"/>
            </a:ln>
          </p:spPr>
        </p:sp>
        <p:sp>
          <p:nvSpPr>
            <p:cNvPr id="67640" name="Text Box 60"/>
            <p:cNvSpPr txBox="1"/>
            <p:nvPr/>
          </p:nvSpPr>
          <p:spPr>
            <a:xfrm>
              <a:off x="771" y="1243"/>
              <a:ext cx="583" cy="24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&gt;</a:t>
              </a: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41" name="Oval 119"/>
            <p:cNvSpPr/>
            <p:nvPr/>
          </p:nvSpPr>
          <p:spPr>
            <a:xfrm>
              <a:off x="1026" y="795"/>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7642" name="Line 122"/>
            <p:cNvSpPr/>
            <p:nvPr/>
          </p:nvSpPr>
          <p:spPr>
            <a:xfrm>
              <a:off x="1056" y="559"/>
              <a:ext cx="0" cy="240"/>
            </a:xfrm>
            <a:prstGeom prst="line">
              <a:avLst/>
            </a:prstGeom>
            <a:ln w="19050" cap="flat" cmpd="sng">
              <a:solidFill>
                <a:schemeClr val="tx1"/>
              </a:solidFill>
              <a:prstDash val="solid"/>
              <a:headEnd type="none" w="med" len="med"/>
              <a:tailEnd type="none" w="med" len="med"/>
            </a:ln>
          </p:spPr>
        </p:sp>
        <p:sp>
          <p:nvSpPr>
            <p:cNvPr id="67643" name="Line 123"/>
            <p:cNvSpPr/>
            <p:nvPr/>
          </p:nvSpPr>
          <p:spPr>
            <a:xfrm>
              <a:off x="1054" y="1620"/>
              <a:ext cx="0" cy="240"/>
            </a:xfrm>
            <a:prstGeom prst="line">
              <a:avLst/>
            </a:prstGeom>
            <a:ln w="19050" cap="flat" cmpd="sng">
              <a:solidFill>
                <a:schemeClr val="tx1"/>
              </a:solidFill>
              <a:prstDash val="solid"/>
              <a:headEnd type="none" w="med" len="med"/>
              <a:tailEnd type="none" w="med" len="med"/>
            </a:ln>
          </p:spPr>
        </p:sp>
        <p:sp>
          <p:nvSpPr>
            <p:cNvPr id="67644" name="Text Box 124"/>
            <p:cNvSpPr txBox="1"/>
            <p:nvPr/>
          </p:nvSpPr>
          <p:spPr>
            <a:xfrm>
              <a:off x="962" y="817"/>
              <a:ext cx="336" cy="24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45" name="Text Box 125"/>
            <p:cNvSpPr txBox="1"/>
            <p:nvPr/>
          </p:nvSpPr>
          <p:spPr>
            <a:xfrm>
              <a:off x="934" y="1381"/>
              <a:ext cx="440" cy="24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CLR</a:t>
              </a:r>
              <a:endParaRPr lang="en-US" altLang="zh-CN" sz="1800" dirty="0">
                <a:solidFill>
                  <a:schemeClr val="tx1"/>
                </a:solidFill>
                <a:latin typeface="黑体" panose="02010609060101010101" pitchFamily="49" charset="-122"/>
                <a:ea typeface="黑体" panose="02010609060101010101" pitchFamily="49" charset="-122"/>
              </a:endParaRPr>
            </a:p>
          </p:txBody>
        </p:sp>
      </p:grpSp>
      <p:graphicFrame>
        <p:nvGraphicFramePr>
          <p:cNvPr id="58665" name="Group 297"/>
          <p:cNvGraphicFramePr>
            <a:graphicFrameLocks noGrp="1"/>
          </p:cNvGraphicFramePr>
          <p:nvPr>
            <p:custDataLst>
              <p:tags r:id="rId1"/>
            </p:custDataLst>
          </p:nvPr>
        </p:nvGraphicFramePr>
        <p:xfrm>
          <a:off x="3048000" y="1789113"/>
          <a:ext cx="3468688" cy="1879602"/>
        </p:xfrm>
        <a:graphic>
          <a:graphicData uri="http://schemas.openxmlformats.org/drawingml/2006/table">
            <a:tbl>
              <a:tblPr/>
              <a:tblGrid>
                <a:gridCol w="1760069"/>
                <a:gridCol w="1708619"/>
              </a:tblGrid>
              <a:tr h="50821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 D      CLK</a:t>
                      </a:r>
                      <a:endPar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4284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84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 </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84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84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7624" name="Group 296"/>
          <p:cNvGrpSpPr/>
          <p:nvPr/>
        </p:nvGrpSpPr>
        <p:grpSpPr>
          <a:xfrm>
            <a:off x="4168775" y="2379656"/>
            <a:ext cx="1343025" cy="1668469"/>
            <a:chOff x="2658" y="876"/>
            <a:chExt cx="846" cy="1401"/>
          </a:xfrm>
        </p:grpSpPr>
        <p:sp>
          <p:nvSpPr>
            <p:cNvPr id="67627" name="Text Box 290"/>
            <p:cNvSpPr txBox="1"/>
            <p:nvPr/>
          </p:nvSpPr>
          <p:spPr>
            <a:xfrm>
              <a:off x="2658" y="1752"/>
              <a:ext cx="846" cy="525"/>
            </a:xfrm>
            <a:prstGeom prst="rect">
              <a:avLst/>
            </a:prstGeom>
            <a:noFill/>
            <a:ln w="9525">
              <a:noFill/>
            </a:ln>
          </p:spPr>
          <p:txBody>
            <a:bodyPr>
              <a:spAutoFit/>
            </a:bodyPr>
            <a:lstStyle/>
            <a:p>
              <a:pPr eaLnBrk="1" hangingPunct="1">
                <a:spcBef>
                  <a:spcPct val="50000"/>
                </a:spcBef>
                <a:buFont typeface="Arial" panose="020B0604020202020204" pitchFamily="34" charset="0"/>
              </a:pPr>
              <a:endParaRPr lang="en-US" altLang="zh-CN" sz="800" b="1" dirty="0">
                <a:solidFill>
                  <a:schemeClr val="tx1"/>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67628" name="Line 291"/>
            <p:cNvSpPr/>
            <p:nvPr/>
          </p:nvSpPr>
          <p:spPr>
            <a:xfrm>
              <a:off x="2662" y="1032"/>
              <a:ext cx="96" cy="0"/>
            </a:xfrm>
            <a:prstGeom prst="line">
              <a:avLst/>
            </a:prstGeom>
            <a:ln w="25400" cap="flat" cmpd="sng">
              <a:solidFill>
                <a:schemeClr val="tx1"/>
              </a:solidFill>
              <a:prstDash val="solid"/>
              <a:headEnd type="none" w="med" len="med"/>
              <a:tailEnd type="none" w="med" len="med"/>
            </a:ln>
          </p:spPr>
        </p:sp>
        <p:sp>
          <p:nvSpPr>
            <p:cNvPr id="67629" name="Line 292"/>
            <p:cNvSpPr/>
            <p:nvPr/>
          </p:nvSpPr>
          <p:spPr>
            <a:xfrm>
              <a:off x="2754" y="876"/>
              <a:ext cx="96" cy="0"/>
            </a:xfrm>
            <a:prstGeom prst="line">
              <a:avLst/>
            </a:prstGeom>
            <a:ln w="25400" cap="flat" cmpd="sng">
              <a:solidFill>
                <a:schemeClr val="tx1"/>
              </a:solidFill>
              <a:prstDash val="solid"/>
              <a:headEnd type="none" w="med" len="med"/>
              <a:tailEnd type="none" w="med" len="med"/>
            </a:ln>
          </p:spPr>
        </p:sp>
        <p:sp>
          <p:nvSpPr>
            <p:cNvPr id="67630" name="Line 293"/>
            <p:cNvSpPr/>
            <p:nvPr/>
          </p:nvSpPr>
          <p:spPr>
            <a:xfrm>
              <a:off x="2658" y="1310"/>
              <a:ext cx="96" cy="0"/>
            </a:xfrm>
            <a:prstGeom prst="line">
              <a:avLst/>
            </a:prstGeom>
            <a:ln w="25400" cap="flat" cmpd="sng">
              <a:solidFill>
                <a:schemeClr val="tx1"/>
              </a:solidFill>
              <a:prstDash val="solid"/>
              <a:headEnd type="none" w="med" len="med"/>
              <a:tailEnd type="none" w="med" len="med"/>
            </a:ln>
          </p:spPr>
        </p:sp>
        <p:sp>
          <p:nvSpPr>
            <p:cNvPr id="67631" name="Line 294"/>
            <p:cNvSpPr/>
            <p:nvPr/>
          </p:nvSpPr>
          <p:spPr>
            <a:xfrm>
              <a:off x="2745" y="1164"/>
              <a:ext cx="96" cy="0"/>
            </a:xfrm>
            <a:prstGeom prst="line">
              <a:avLst/>
            </a:prstGeom>
            <a:ln w="25400" cap="flat" cmpd="sng">
              <a:solidFill>
                <a:schemeClr val="tx1"/>
              </a:solidFill>
              <a:prstDash val="solid"/>
              <a:headEnd type="none" w="med" len="med"/>
              <a:tailEnd type="none" w="med" len="med"/>
            </a:ln>
          </p:spPr>
        </p:sp>
      </p:grpSp>
      <p:sp>
        <p:nvSpPr>
          <p:cNvPr id="67625" name="Oval 119"/>
          <p:cNvSpPr/>
          <p:nvPr/>
        </p:nvSpPr>
        <p:spPr>
          <a:xfrm>
            <a:off x="1887538" y="2789238"/>
            <a:ext cx="114300" cy="8413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7626" name="Oval 119"/>
          <p:cNvSpPr/>
          <p:nvPr/>
        </p:nvSpPr>
        <p:spPr>
          <a:xfrm>
            <a:off x="1300163" y="3135313"/>
            <a:ext cx="114300" cy="857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 name="矩形标注 1"/>
          <p:cNvSpPr/>
          <p:nvPr/>
        </p:nvSpPr>
        <p:spPr>
          <a:xfrm>
            <a:off x="1897380" y="798830"/>
            <a:ext cx="1105535" cy="1224280"/>
          </a:xfrm>
          <a:prstGeom prst="wedgeRectCallout">
            <a:avLst>
              <a:gd name="adj1" fmla="val -131619"/>
              <a:gd name="adj2" fmla="val 10850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rPr>
              <a:t>输入限定性符号</a:t>
            </a:r>
            <a:r>
              <a:rPr lang="en-US" altLang="zh-CN"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rPr>
              <a:t>“&gt;”</a:t>
            </a:r>
            <a:endParaRPr lang="en-US" altLang="zh-CN"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a:xfrm>
            <a:off x="533400" y="615950"/>
            <a:ext cx="2333625" cy="45720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D </a:t>
            </a:r>
            <a:r>
              <a:rPr lang="zh-CN" altLang="en-US" sz="1800" b="1" dirty="0">
                <a:latin typeface="华文新魏" panose="02010800040101010101" pitchFamily="2" charset="-122"/>
                <a:ea typeface="华文新魏" panose="02010800040101010101" pitchFamily="2" charset="-122"/>
              </a:rPr>
              <a:t>触发器</a:t>
            </a:r>
            <a:endParaRPr lang="zh-CN" altLang="en-US" sz="1800" b="1" dirty="0">
              <a:latin typeface="华文新魏" panose="02010800040101010101" pitchFamily="2" charset="-122"/>
              <a:ea typeface="华文新魏" panose="02010800040101010101" pitchFamily="2" charset="-122"/>
            </a:endParaRPr>
          </a:p>
        </p:txBody>
      </p:sp>
      <p:sp>
        <p:nvSpPr>
          <p:cNvPr id="69635" name="Text Box 99"/>
          <p:cNvSpPr txBox="1"/>
          <p:nvPr/>
        </p:nvSpPr>
        <p:spPr>
          <a:xfrm>
            <a:off x="798513" y="3146425"/>
            <a:ext cx="2565400" cy="7016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C00000"/>
                </a:solidFill>
                <a:latin typeface="华文新魏" panose="02010800040101010101" pitchFamily="2" charset="-122"/>
                <a:ea typeface="华文新魏" panose="02010800040101010101" pitchFamily="2" charset="-122"/>
              </a:rPr>
              <a:t>d. </a:t>
            </a:r>
            <a:r>
              <a:rPr lang="zh-CN" altLang="en-US" sz="1800" b="1" dirty="0">
                <a:solidFill>
                  <a:srgbClr val="C00000"/>
                </a:solidFill>
                <a:latin typeface="华文新魏" panose="02010800040101010101" pitchFamily="2" charset="-122"/>
                <a:ea typeface="华文新魏" panose="02010800040101010101" pitchFamily="2" charset="-122"/>
              </a:rPr>
              <a:t>次态方程：</a:t>
            </a:r>
            <a:endParaRPr lang="zh-CN" altLang="en-US" sz="1800" b="1" dirty="0">
              <a:solidFill>
                <a:srgbClr val="C00000"/>
              </a:solidFill>
              <a:latin typeface="华文新魏" panose="02010800040101010101" pitchFamily="2" charset="-122"/>
              <a:ea typeface="华文新魏" panose="02010800040101010101" pitchFamily="2" charset="-122"/>
            </a:endParaRPr>
          </a:p>
          <a:p>
            <a:pPr eaLnBrk="1" hangingPunct="1">
              <a:spcBef>
                <a:spcPct val="20000"/>
              </a:spcBef>
              <a:buFont typeface="Arial" panose="020B0604020202020204" pitchFamily="34" charset="0"/>
            </a:pP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Q</a:t>
            </a:r>
            <a:r>
              <a:rPr lang="en-US" altLang="zh-CN" sz="1800" b="1" baseline="30000" dirty="0">
                <a:solidFill>
                  <a:srgbClr val="C00000"/>
                </a:solidFill>
                <a:latin typeface="华文新魏" panose="02010800040101010101" pitchFamily="2" charset="-122"/>
                <a:ea typeface="华文新魏" panose="02010800040101010101" pitchFamily="2" charset="-122"/>
              </a:rPr>
              <a:t>n+1</a:t>
            </a:r>
            <a:r>
              <a:rPr lang="en-US" altLang="zh-CN" sz="1800" b="1" dirty="0">
                <a:solidFill>
                  <a:srgbClr val="C00000"/>
                </a:solidFill>
                <a:latin typeface="华文新魏" panose="02010800040101010101" pitchFamily="2" charset="-122"/>
                <a:ea typeface="华文新魏" panose="02010800040101010101" pitchFamily="2" charset="-122"/>
              </a:rPr>
              <a:t> = D</a:t>
            </a:r>
            <a:endParaRPr lang="en-US" altLang="zh-CN" sz="1800" b="1" dirty="0">
              <a:solidFill>
                <a:srgbClr val="C00000"/>
              </a:solidFill>
              <a:latin typeface="华文新魏" panose="02010800040101010101" pitchFamily="2" charset="-122"/>
              <a:ea typeface="华文新魏" panose="02010800040101010101" pitchFamily="2" charset="-122"/>
            </a:endParaRPr>
          </a:p>
        </p:txBody>
      </p:sp>
      <p:grpSp>
        <p:nvGrpSpPr>
          <p:cNvPr id="69636" name="Group 259"/>
          <p:cNvGrpSpPr/>
          <p:nvPr/>
        </p:nvGrpSpPr>
        <p:grpSpPr>
          <a:xfrm>
            <a:off x="395288" y="1590675"/>
            <a:ext cx="825500" cy="730250"/>
            <a:chOff x="4224" y="1968"/>
            <a:chExt cx="432" cy="452"/>
          </a:xfrm>
        </p:grpSpPr>
        <p:sp>
          <p:nvSpPr>
            <p:cNvPr id="69683" name="Text Box 4"/>
            <p:cNvSpPr txBox="1"/>
            <p:nvPr/>
          </p:nvSpPr>
          <p:spPr>
            <a:xfrm>
              <a:off x="4416" y="1968"/>
              <a:ext cx="240"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9685" name="Text Box 113"/>
            <p:cNvSpPr txBox="1"/>
            <p:nvPr/>
          </p:nvSpPr>
          <p:spPr>
            <a:xfrm>
              <a:off x="4224" y="2112"/>
              <a:ext cx="240"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graphicFrame>
        <p:nvGraphicFramePr>
          <p:cNvPr id="58626" name="Group 258"/>
          <p:cNvGraphicFramePr>
            <a:graphicFrameLocks noGrp="1"/>
          </p:cNvGraphicFramePr>
          <p:nvPr/>
        </p:nvGraphicFramePr>
        <p:xfrm>
          <a:off x="347663" y="1563688"/>
          <a:ext cx="1974849" cy="1411453"/>
        </p:xfrm>
        <a:graphic>
          <a:graphicData uri="http://schemas.openxmlformats.org/drawingml/2006/table">
            <a:tbl>
              <a:tblPr/>
              <a:tblGrid>
                <a:gridCol w="658283"/>
                <a:gridCol w="658283"/>
                <a:gridCol w="658283"/>
              </a:tblGrid>
              <a:tr h="471170">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6928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71003">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9653" name="Group 327"/>
          <p:cNvGrpSpPr/>
          <p:nvPr/>
        </p:nvGrpSpPr>
        <p:grpSpPr>
          <a:xfrm>
            <a:off x="3197225" y="1106488"/>
            <a:ext cx="5832475" cy="3311525"/>
            <a:chOff x="2232" y="2200"/>
            <a:chExt cx="3681" cy="2331"/>
          </a:xfrm>
        </p:grpSpPr>
        <p:sp>
          <p:nvSpPr>
            <p:cNvPr id="69657" name="Text Box 298"/>
            <p:cNvSpPr txBox="1"/>
            <p:nvPr/>
          </p:nvSpPr>
          <p:spPr>
            <a:xfrm>
              <a:off x="2295" y="4182"/>
              <a:ext cx="2352" cy="34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e. D </a:t>
              </a:r>
              <a:r>
                <a:rPr lang="zh-CN" altLang="en-US" sz="1800" b="1" dirty="0">
                  <a:solidFill>
                    <a:schemeClr val="tx1"/>
                  </a:solidFill>
                  <a:latin typeface="华文新魏" panose="02010800040101010101" pitchFamily="2" charset="-122"/>
                  <a:ea typeface="华文新魏" panose="02010800040101010101" pitchFamily="2" charset="-122"/>
                </a:rPr>
                <a:t>触发器的两个工作时间</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69658" name="Line 299"/>
            <p:cNvSpPr/>
            <p:nvPr/>
          </p:nvSpPr>
          <p:spPr>
            <a:xfrm>
              <a:off x="2232" y="2880"/>
              <a:ext cx="624" cy="0"/>
            </a:xfrm>
            <a:prstGeom prst="line">
              <a:avLst/>
            </a:prstGeom>
            <a:ln w="19050" cap="flat" cmpd="sng">
              <a:solidFill>
                <a:schemeClr val="tx1"/>
              </a:solidFill>
              <a:prstDash val="solid"/>
              <a:headEnd type="none" w="med" len="med"/>
              <a:tailEnd type="none" w="med" len="med"/>
            </a:ln>
          </p:spPr>
        </p:sp>
        <p:sp>
          <p:nvSpPr>
            <p:cNvPr id="69659" name="Line 300"/>
            <p:cNvSpPr/>
            <p:nvPr/>
          </p:nvSpPr>
          <p:spPr>
            <a:xfrm flipV="1">
              <a:off x="2832" y="2592"/>
              <a:ext cx="272" cy="288"/>
            </a:xfrm>
            <a:prstGeom prst="line">
              <a:avLst/>
            </a:prstGeom>
            <a:ln w="19050" cap="flat" cmpd="sng">
              <a:solidFill>
                <a:schemeClr val="tx1"/>
              </a:solidFill>
              <a:prstDash val="solid"/>
              <a:headEnd type="none" w="med" len="med"/>
              <a:tailEnd type="none" w="med" len="med"/>
            </a:ln>
          </p:spPr>
        </p:sp>
        <p:sp>
          <p:nvSpPr>
            <p:cNvPr id="69660" name="Line 301"/>
            <p:cNvSpPr/>
            <p:nvPr/>
          </p:nvSpPr>
          <p:spPr>
            <a:xfrm>
              <a:off x="3120" y="2592"/>
              <a:ext cx="480" cy="0"/>
            </a:xfrm>
            <a:prstGeom prst="line">
              <a:avLst/>
            </a:prstGeom>
            <a:ln w="19050" cap="flat" cmpd="sng">
              <a:solidFill>
                <a:schemeClr val="tx1"/>
              </a:solidFill>
              <a:prstDash val="solid"/>
              <a:headEnd type="none" w="med" len="med"/>
              <a:tailEnd type="none" w="med" len="med"/>
            </a:ln>
          </p:spPr>
        </p:sp>
        <p:sp>
          <p:nvSpPr>
            <p:cNvPr id="69661" name="Line 302"/>
            <p:cNvSpPr/>
            <p:nvPr/>
          </p:nvSpPr>
          <p:spPr>
            <a:xfrm>
              <a:off x="2232" y="3408"/>
              <a:ext cx="432" cy="0"/>
            </a:xfrm>
            <a:prstGeom prst="line">
              <a:avLst/>
            </a:prstGeom>
            <a:ln w="19050" cap="flat" cmpd="sng">
              <a:solidFill>
                <a:schemeClr val="tx1"/>
              </a:solidFill>
              <a:prstDash val="solid"/>
              <a:headEnd type="none" w="med" len="med"/>
              <a:tailEnd type="none" w="med" len="med"/>
            </a:ln>
          </p:spPr>
        </p:sp>
        <p:sp>
          <p:nvSpPr>
            <p:cNvPr id="69662" name="Line 304"/>
            <p:cNvSpPr/>
            <p:nvPr/>
          </p:nvSpPr>
          <p:spPr>
            <a:xfrm flipV="1">
              <a:off x="2640" y="3120"/>
              <a:ext cx="272" cy="288"/>
            </a:xfrm>
            <a:prstGeom prst="line">
              <a:avLst/>
            </a:prstGeom>
            <a:ln w="19050" cap="flat" cmpd="sng">
              <a:solidFill>
                <a:schemeClr val="tx1"/>
              </a:solidFill>
              <a:prstDash val="solid"/>
              <a:headEnd type="none" w="med" len="med"/>
              <a:tailEnd type="none" w="med" len="med"/>
            </a:ln>
          </p:spPr>
        </p:sp>
        <p:sp>
          <p:nvSpPr>
            <p:cNvPr id="69663" name="Line 305"/>
            <p:cNvSpPr/>
            <p:nvPr/>
          </p:nvSpPr>
          <p:spPr>
            <a:xfrm>
              <a:off x="2916" y="3120"/>
              <a:ext cx="432" cy="0"/>
            </a:xfrm>
            <a:prstGeom prst="line">
              <a:avLst/>
            </a:prstGeom>
            <a:ln w="19050" cap="flat" cmpd="sng">
              <a:solidFill>
                <a:schemeClr val="tx1"/>
              </a:solidFill>
              <a:prstDash val="solid"/>
              <a:headEnd type="none" w="med" len="med"/>
              <a:tailEnd type="none" w="med" len="med"/>
            </a:ln>
          </p:spPr>
        </p:sp>
        <p:sp>
          <p:nvSpPr>
            <p:cNvPr id="69664" name="Line 306"/>
            <p:cNvSpPr/>
            <p:nvPr/>
          </p:nvSpPr>
          <p:spPr>
            <a:xfrm>
              <a:off x="3552" y="3408"/>
              <a:ext cx="240" cy="0"/>
            </a:xfrm>
            <a:prstGeom prst="line">
              <a:avLst/>
            </a:prstGeom>
            <a:ln w="19050" cap="flat" cmpd="sng">
              <a:solidFill>
                <a:schemeClr val="tx1"/>
              </a:solidFill>
              <a:prstDash val="solid"/>
              <a:headEnd type="none" w="med" len="med"/>
              <a:tailEnd type="none" w="med" len="med"/>
            </a:ln>
          </p:spPr>
        </p:sp>
        <p:sp>
          <p:nvSpPr>
            <p:cNvPr id="69665" name="Line 308"/>
            <p:cNvSpPr/>
            <p:nvPr/>
          </p:nvSpPr>
          <p:spPr>
            <a:xfrm>
              <a:off x="3360" y="3120"/>
              <a:ext cx="192" cy="288"/>
            </a:xfrm>
            <a:prstGeom prst="line">
              <a:avLst/>
            </a:prstGeom>
            <a:ln w="19050" cap="flat" cmpd="sng">
              <a:solidFill>
                <a:schemeClr val="tx1"/>
              </a:solidFill>
              <a:prstDash val="solid"/>
              <a:headEnd type="none" w="med" len="med"/>
              <a:tailEnd type="none" w="med" len="med"/>
            </a:ln>
          </p:spPr>
        </p:sp>
        <p:sp>
          <p:nvSpPr>
            <p:cNvPr id="69666" name="Line 309"/>
            <p:cNvSpPr/>
            <p:nvPr/>
          </p:nvSpPr>
          <p:spPr>
            <a:xfrm>
              <a:off x="2832" y="2256"/>
              <a:ext cx="0" cy="624"/>
            </a:xfrm>
            <a:prstGeom prst="line">
              <a:avLst/>
            </a:prstGeom>
            <a:ln w="19050" cap="flat" cmpd="sng">
              <a:solidFill>
                <a:schemeClr val="tx1"/>
              </a:solidFill>
              <a:prstDash val="dash"/>
              <a:headEnd type="none" w="med" len="med"/>
              <a:tailEnd type="none" w="med" len="med"/>
            </a:ln>
          </p:spPr>
        </p:sp>
        <p:sp>
          <p:nvSpPr>
            <p:cNvPr id="69667" name="Line 310"/>
            <p:cNvSpPr/>
            <p:nvPr/>
          </p:nvSpPr>
          <p:spPr>
            <a:xfrm>
              <a:off x="3120" y="2256"/>
              <a:ext cx="0" cy="336"/>
            </a:xfrm>
            <a:prstGeom prst="line">
              <a:avLst/>
            </a:prstGeom>
            <a:ln w="19050" cap="flat" cmpd="sng">
              <a:solidFill>
                <a:schemeClr val="tx1"/>
              </a:solidFill>
              <a:prstDash val="dash"/>
              <a:headEnd type="none" w="med" len="med"/>
              <a:tailEnd type="none" w="med" len="med"/>
            </a:ln>
          </p:spPr>
        </p:sp>
        <p:sp>
          <p:nvSpPr>
            <p:cNvPr id="69668" name="Line 311"/>
            <p:cNvSpPr/>
            <p:nvPr/>
          </p:nvSpPr>
          <p:spPr>
            <a:xfrm>
              <a:off x="2832" y="2352"/>
              <a:ext cx="288" cy="0"/>
            </a:xfrm>
            <a:prstGeom prst="line">
              <a:avLst/>
            </a:prstGeom>
            <a:ln w="19050" cap="flat" cmpd="sng">
              <a:solidFill>
                <a:srgbClr val="C00000"/>
              </a:solidFill>
              <a:prstDash val="solid"/>
              <a:headEnd type="triangle" w="med" len="med"/>
              <a:tailEnd type="triangle" w="med" len="med"/>
            </a:ln>
          </p:spPr>
        </p:sp>
        <p:sp>
          <p:nvSpPr>
            <p:cNvPr id="69669" name="Text Box 312"/>
            <p:cNvSpPr txBox="1"/>
            <p:nvPr/>
          </p:nvSpPr>
          <p:spPr>
            <a:xfrm>
              <a:off x="3168" y="2256"/>
              <a:ext cx="2133" cy="34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D </a:t>
              </a:r>
              <a:r>
                <a:rPr lang="zh-CN" altLang="en-US" sz="1800" b="1" dirty="0">
                  <a:solidFill>
                    <a:srgbClr val="C00000"/>
                  </a:solidFill>
                  <a:latin typeface="华文新魏" panose="02010800040101010101" pitchFamily="2" charset="-122"/>
                  <a:ea typeface="华文新魏" panose="02010800040101010101" pitchFamily="2" charset="-122"/>
                </a:rPr>
                <a:t>触发器接收数据期间</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sp>
          <p:nvSpPr>
            <p:cNvPr id="69670" name="Freeform 313"/>
            <p:cNvSpPr/>
            <p:nvPr/>
          </p:nvSpPr>
          <p:spPr>
            <a:xfrm>
              <a:off x="2976" y="2200"/>
              <a:ext cx="288" cy="152"/>
            </a:xfrm>
            <a:custGeom>
              <a:avLst/>
              <a:gdLst/>
              <a:ahLst/>
              <a:cxnLst>
                <a:cxn ang="0">
                  <a:pos x="0" y="152"/>
                </a:cxn>
                <a:cxn ang="0">
                  <a:pos x="144" y="8"/>
                </a:cxn>
                <a:cxn ang="0">
                  <a:pos x="288" y="104"/>
                </a:cxn>
              </a:cxnLst>
              <a:rect l="0" t="0" r="0" b="0"/>
              <a:pathLst>
                <a:path w="288" h="152">
                  <a:moveTo>
                    <a:pt x="0" y="152"/>
                  </a:moveTo>
                  <a:cubicBezTo>
                    <a:pt x="48" y="84"/>
                    <a:pt x="96" y="16"/>
                    <a:pt x="144" y="8"/>
                  </a:cubicBezTo>
                  <a:cubicBezTo>
                    <a:pt x="192" y="0"/>
                    <a:pt x="264" y="88"/>
                    <a:pt x="288" y="104"/>
                  </a:cubicBezTo>
                </a:path>
              </a:pathLst>
            </a:custGeom>
            <a:noFill/>
            <a:ln w="19050" cap="flat" cmpd="sng">
              <a:solidFill>
                <a:srgbClr val="C00000">
                  <a:alpha val="100000"/>
                </a:srgbClr>
              </a:solidFill>
              <a:prstDash val="solid"/>
              <a:round/>
              <a:headEnd type="triangle" w="med" len="med"/>
              <a:tailEnd type="none" w="med" len="med"/>
            </a:ln>
          </p:spPr>
          <p:txBody>
            <a:bodyPr/>
            <a:lstStyle/>
            <a:p>
              <a:endParaRPr lang="zh-CN" altLang="en-US"/>
            </a:p>
          </p:txBody>
        </p:sp>
        <p:sp>
          <p:nvSpPr>
            <p:cNvPr id="69671" name="Line 314"/>
            <p:cNvSpPr/>
            <p:nvPr/>
          </p:nvSpPr>
          <p:spPr>
            <a:xfrm>
              <a:off x="2784" y="2976"/>
              <a:ext cx="0" cy="528"/>
            </a:xfrm>
            <a:prstGeom prst="line">
              <a:avLst/>
            </a:prstGeom>
            <a:ln w="19050" cap="flat" cmpd="sng">
              <a:solidFill>
                <a:schemeClr val="tx1"/>
              </a:solidFill>
              <a:prstDash val="dash"/>
              <a:headEnd type="none" w="med" len="med"/>
              <a:tailEnd type="none" w="med" len="med"/>
            </a:ln>
          </p:spPr>
        </p:sp>
        <p:sp>
          <p:nvSpPr>
            <p:cNvPr id="69672" name="Line 315"/>
            <p:cNvSpPr/>
            <p:nvPr/>
          </p:nvSpPr>
          <p:spPr>
            <a:xfrm>
              <a:off x="2976" y="2544"/>
              <a:ext cx="0" cy="960"/>
            </a:xfrm>
            <a:prstGeom prst="line">
              <a:avLst/>
            </a:prstGeom>
            <a:ln w="19050" cap="flat" cmpd="sng">
              <a:solidFill>
                <a:srgbClr val="FF0066"/>
              </a:solidFill>
              <a:prstDash val="dash"/>
              <a:headEnd type="none" w="med" len="med"/>
              <a:tailEnd type="none" w="med" len="med"/>
            </a:ln>
          </p:spPr>
        </p:sp>
        <p:sp>
          <p:nvSpPr>
            <p:cNvPr id="69673" name="Line 316"/>
            <p:cNvSpPr/>
            <p:nvPr/>
          </p:nvSpPr>
          <p:spPr>
            <a:xfrm>
              <a:off x="3456" y="2976"/>
              <a:ext cx="0" cy="528"/>
            </a:xfrm>
            <a:prstGeom prst="line">
              <a:avLst/>
            </a:prstGeom>
            <a:ln w="19050" cap="flat" cmpd="sng">
              <a:solidFill>
                <a:schemeClr val="tx1"/>
              </a:solidFill>
              <a:prstDash val="dash"/>
              <a:headEnd type="none" w="med" len="med"/>
              <a:tailEnd type="none" w="med" len="med"/>
            </a:ln>
          </p:spPr>
        </p:sp>
        <p:sp>
          <p:nvSpPr>
            <p:cNvPr id="69674" name="Line 317"/>
            <p:cNvSpPr/>
            <p:nvPr/>
          </p:nvSpPr>
          <p:spPr>
            <a:xfrm>
              <a:off x="2784" y="3408"/>
              <a:ext cx="192" cy="0"/>
            </a:xfrm>
            <a:prstGeom prst="line">
              <a:avLst/>
            </a:prstGeom>
            <a:ln w="19050" cap="flat" cmpd="sng">
              <a:solidFill>
                <a:srgbClr val="7030A0"/>
              </a:solidFill>
              <a:prstDash val="solid"/>
              <a:headEnd type="triangle" w="med" len="med"/>
              <a:tailEnd type="triangle" w="med" len="med"/>
            </a:ln>
          </p:spPr>
        </p:sp>
        <p:sp>
          <p:nvSpPr>
            <p:cNvPr id="69675" name="Line 318"/>
            <p:cNvSpPr/>
            <p:nvPr/>
          </p:nvSpPr>
          <p:spPr>
            <a:xfrm>
              <a:off x="2976" y="3408"/>
              <a:ext cx="480" cy="0"/>
            </a:xfrm>
            <a:prstGeom prst="line">
              <a:avLst/>
            </a:prstGeom>
            <a:ln w="19050" cap="flat" cmpd="sng">
              <a:solidFill>
                <a:srgbClr val="7030A0"/>
              </a:solidFill>
              <a:prstDash val="solid"/>
              <a:headEnd type="triangle" w="med" len="med"/>
              <a:tailEnd type="triangle" w="med" len="med"/>
            </a:ln>
          </p:spPr>
        </p:sp>
        <p:sp>
          <p:nvSpPr>
            <p:cNvPr id="69676" name="Line 320"/>
            <p:cNvSpPr/>
            <p:nvPr/>
          </p:nvSpPr>
          <p:spPr>
            <a:xfrm flipV="1">
              <a:off x="2880" y="3408"/>
              <a:ext cx="0" cy="144"/>
            </a:xfrm>
            <a:prstGeom prst="line">
              <a:avLst/>
            </a:prstGeom>
            <a:ln w="19050" cap="flat" cmpd="sng">
              <a:solidFill>
                <a:srgbClr val="7030A0"/>
              </a:solidFill>
              <a:prstDash val="solid"/>
              <a:headEnd type="none" w="med" len="med"/>
              <a:tailEnd type="triangle" w="med" len="med"/>
            </a:ln>
          </p:spPr>
        </p:sp>
        <p:sp>
          <p:nvSpPr>
            <p:cNvPr id="69677" name="Line 321"/>
            <p:cNvSpPr/>
            <p:nvPr/>
          </p:nvSpPr>
          <p:spPr>
            <a:xfrm flipV="1">
              <a:off x="3216" y="3408"/>
              <a:ext cx="0" cy="144"/>
            </a:xfrm>
            <a:prstGeom prst="line">
              <a:avLst/>
            </a:prstGeom>
            <a:ln w="19050" cap="flat" cmpd="sng">
              <a:solidFill>
                <a:srgbClr val="7030A0"/>
              </a:solidFill>
              <a:prstDash val="solid"/>
              <a:headEnd type="none" w="med" len="med"/>
              <a:tailEnd type="triangle" w="med" len="med"/>
            </a:ln>
          </p:spPr>
        </p:sp>
        <p:sp>
          <p:nvSpPr>
            <p:cNvPr id="69678" name="Text Box 322"/>
            <p:cNvSpPr txBox="1"/>
            <p:nvPr/>
          </p:nvSpPr>
          <p:spPr>
            <a:xfrm>
              <a:off x="2737" y="3504"/>
              <a:ext cx="863" cy="378"/>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rgbClr val="7030A0"/>
                  </a:solidFill>
                  <a:latin typeface="黑体" panose="02010609060101010101" pitchFamily="49" charset="-122"/>
                  <a:ea typeface="黑体" panose="02010609060101010101" pitchFamily="49" charset="-122"/>
                </a:rPr>
                <a:t>t</a:t>
              </a:r>
              <a:r>
                <a:rPr lang="en-US" altLang="zh-CN" b="1" baseline="-25000" dirty="0">
                  <a:solidFill>
                    <a:srgbClr val="7030A0"/>
                  </a:solidFill>
                  <a:latin typeface="黑体" panose="02010609060101010101" pitchFamily="49" charset="-122"/>
                  <a:ea typeface="黑体" panose="02010609060101010101" pitchFamily="49" charset="-122"/>
                </a:rPr>
                <a:t>setup</a:t>
              </a:r>
              <a:endParaRPr lang="en-US" altLang="zh-CN" b="1" baseline="-25000" dirty="0">
                <a:solidFill>
                  <a:srgbClr val="7030A0"/>
                </a:solidFill>
                <a:latin typeface="黑体" panose="02010609060101010101" pitchFamily="49" charset="-122"/>
                <a:ea typeface="黑体" panose="02010609060101010101" pitchFamily="49" charset="-122"/>
              </a:endParaRPr>
            </a:p>
          </p:txBody>
        </p:sp>
        <p:sp>
          <p:nvSpPr>
            <p:cNvPr id="69679" name="Text Box 323"/>
            <p:cNvSpPr txBox="1"/>
            <p:nvPr/>
          </p:nvSpPr>
          <p:spPr>
            <a:xfrm>
              <a:off x="3121" y="3504"/>
              <a:ext cx="863" cy="378"/>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rgbClr val="7030A0"/>
                  </a:solidFill>
                  <a:latin typeface="黑体" panose="02010609060101010101" pitchFamily="49" charset="-122"/>
                  <a:ea typeface="黑体" panose="02010609060101010101" pitchFamily="49" charset="-122"/>
                </a:rPr>
                <a:t>t</a:t>
              </a:r>
              <a:r>
                <a:rPr lang="en-US" altLang="zh-CN" b="1" baseline="-25000" dirty="0">
                  <a:solidFill>
                    <a:srgbClr val="7030A0"/>
                  </a:solidFill>
                  <a:latin typeface="黑体" panose="02010609060101010101" pitchFamily="49" charset="-122"/>
                  <a:ea typeface="黑体" panose="02010609060101010101" pitchFamily="49" charset="-122"/>
                </a:rPr>
                <a:t>hold</a:t>
              </a:r>
              <a:endParaRPr lang="en-US" altLang="zh-CN" b="1" baseline="-25000" dirty="0">
                <a:solidFill>
                  <a:srgbClr val="7030A0"/>
                </a:solidFill>
                <a:latin typeface="黑体" panose="02010609060101010101" pitchFamily="49" charset="-122"/>
                <a:ea typeface="黑体" panose="02010609060101010101" pitchFamily="49" charset="-122"/>
              </a:endParaRPr>
            </a:p>
          </p:txBody>
        </p:sp>
        <p:sp>
          <p:nvSpPr>
            <p:cNvPr id="69680" name="Line 324"/>
            <p:cNvSpPr/>
            <p:nvPr/>
          </p:nvSpPr>
          <p:spPr>
            <a:xfrm>
              <a:off x="2784" y="3024"/>
              <a:ext cx="672" cy="0"/>
            </a:xfrm>
            <a:prstGeom prst="line">
              <a:avLst/>
            </a:prstGeom>
            <a:ln w="19050" cap="flat" cmpd="sng">
              <a:solidFill>
                <a:srgbClr val="0000FF"/>
              </a:solidFill>
              <a:prstDash val="solid"/>
              <a:headEnd type="triangle" w="med" len="med"/>
              <a:tailEnd type="triangle" w="med" len="med"/>
            </a:ln>
          </p:spPr>
        </p:sp>
        <p:sp>
          <p:nvSpPr>
            <p:cNvPr id="69681" name="Text Box 325"/>
            <p:cNvSpPr txBox="1"/>
            <p:nvPr/>
          </p:nvSpPr>
          <p:spPr>
            <a:xfrm>
              <a:off x="3600" y="2842"/>
              <a:ext cx="2313" cy="349"/>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这段时间输入数据不应变化</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
          <p:nvSpPr>
            <p:cNvPr id="69682" name="Freeform 326"/>
            <p:cNvSpPr/>
            <p:nvPr/>
          </p:nvSpPr>
          <p:spPr>
            <a:xfrm>
              <a:off x="3120" y="2816"/>
              <a:ext cx="528" cy="208"/>
            </a:xfrm>
            <a:custGeom>
              <a:avLst/>
              <a:gdLst/>
              <a:ahLst/>
              <a:cxnLst>
                <a:cxn ang="0">
                  <a:pos x="0" y="208"/>
                </a:cxn>
                <a:cxn ang="0">
                  <a:pos x="240" y="16"/>
                </a:cxn>
                <a:cxn ang="0">
                  <a:pos x="528" y="112"/>
                </a:cxn>
              </a:cxnLst>
              <a:rect l="0" t="0" r="0" b="0"/>
              <a:pathLst>
                <a:path w="528" h="208">
                  <a:moveTo>
                    <a:pt x="0" y="208"/>
                  </a:moveTo>
                  <a:cubicBezTo>
                    <a:pt x="76" y="120"/>
                    <a:pt x="152" y="32"/>
                    <a:pt x="240" y="16"/>
                  </a:cubicBezTo>
                  <a:cubicBezTo>
                    <a:pt x="328" y="0"/>
                    <a:pt x="428" y="56"/>
                    <a:pt x="528" y="112"/>
                  </a:cubicBezTo>
                </a:path>
              </a:pathLst>
            </a:custGeom>
            <a:noFill/>
            <a:ln w="19050" cap="flat" cmpd="sng">
              <a:solidFill>
                <a:srgbClr val="0000FF">
                  <a:alpha val="100000"/>
                </a:srgbClr>
              </a:solidFill>
              <a:prstDash val="solid"/>
              <a:round/>
              <a:headEnd type="triangle" w="med" len="med"/>
              <a:tailEnd type="none" w="med" len="med"/>
            </a:ln>
          </p:spPr>
          <p:txBody>
            <a:bodyPr/>
            <a:lstStyle/>
            <a:p>
              <a:endParaRPr lang="zh-CN" altLang="en-US"/>
            </a:p>
          </p:txBody>
        </p:sp>
      </p:grpSp>
      <p:sp>
        <p:nvSpPr>
          <p:cNvPr id="69654" name="Text Box 328"/>
          <p:cNvSpPr txBox="1"/>
          <p:nvPr/>
        </p:nvSpPr>
        <p:spPr>
          <a:xfrm>
            <a:off x="2709863" y="1881188"/>
            <a:ext cx="633412" cy="368300"/>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9655" name="Text Box 329"/>
          <p:cNvSpPr txBox="1"/>
          <p:nvPr/>
        </p:nvSpPr>
        <p:spPr>
          <a:xfrm>
            <a:off x="2827338" y="2620963"/>
            <a:ext cx="358775" cy="368300"/>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579438" y="1708150"/>
            <a:ext cx="463550" cy="327025"/>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Grp="1"/>
          </p:cNvSpPr>
          <p:nvPr>
            <p:ph type="title"/>
          </p:nvPr>
        </p:nvSpPr>
        <p:spPr>
          <a:xfrm>
            <a:off x="963613" y="544513"/>
            <a:ext cx="4724400" cy="45720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D </a:t>
            </a:r>
            <a:r>
              <a:rPr lang="zh-CN" altLang="en-US" sz="1800" b="1" dirty="0">
                <a:latin typeface="华文新魏" panose="02010800040101010101" pitchFamily="2" charset="-122"/>
                <a:ea typeface="华文新魏" panose="02010800040101010101" pitchFamily="2" charset="-122"/>
              </a:rPr>
              <a:t>触发器</a:t>
            </a:r>
            <a:endParaRPr lang="zh-CN" altLang="en-US" sz="1800" b="1" dirty="0">
              <a:latin typeface="华文新魏" panose="02010800040101010101" pitchFamily="2" charset="-122"/>
              <a:ea typeface="华文新魏" panose="02010800040101010101" pitchFamily="2" charset="-122"/>
            </a:endParaRPr>
          </a:p>
        </p:txBody>
      </p:sp>
      <p:sp>
        <p:nvSpPr>
          <p:cNvPr id="70659" name="Text Box 46"/>
          <p:cNvSpPr txBox="1"/>
          <p:nvPr/>
        </p:nvSpPr>
        <p:spPr>
          <a:xfrm>
            <a:off x="1260475" y="2379663"/>
            <a:ext cx="27432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后沿触发</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0660" name="Group 65"/>
          <p:cNvGrpSpPr/>
          <p:nvPr/>
        </p:nvGrpSpPr>
        <p:grpSpPr>
          <a:xfrm>
            <a:off x="1454150" y="793750"/>
            <a:ext cx="1701800" cy="1583532"/>
            <a:chOff x="1856" y="548"/>
            <a:chExt cx="1072" cy="1330"/>
          </a:xfrm>
        </p:grpSpPr>
        <p:sp>
          <p:nvSpPr>
            <p:cNvPr id="70726" name="Rectangle 66"/>
            <p:cNvSpPr/>
            <p:nvPr/>
          </p:nvSpPr>
          <p:spPr>
            <a:xfrm>
              <a:off x="2147" y="856"/>
              <a:ext cx="506" cy="72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0727" name="Line 67"/>
            <p:cNvSpPr/>
            <p:nvPr/>
          </p:nvSpPr>
          <p:spPr>
            <a:xfrm>
              <a:off x="1856" y="1043"/>
              <a:ext cx="301" cy="13"/>
            </a:xfrm>
            <a:prstGeom prst="line">
              <a:avLst/>
            </a:prstGeom>
            <a:ln w="19050" cap="flat" cmpd="sng">
              <a:solidFill>
                <a:schemeClr val="tx1"/>
              </a:solidFill>
              <a:prstDash val="solid"/>
              <a:headEnd type="none" w="med" len="med"/>
              <a:tailEnd type="none" w="med" len="med"/>
            </a:ln>
          </p:spPr>
        </p:sp>
        <p:sp>
          <p:nvSpPr>
            <p:cNvPr id="70728" name="Line 68"/>
            <p:cNvSpPr/>
            <p:nvPr/>
          </p:nvSpPr>
          <p:spPr>
            <a:xfrm>
              <a:off x="2665" y="1046"/>
              <a:ext cx="249" cy="0"/>
            </a:xfrm>
            <a:prstGeom prst="line">
              <a:avLst/>
            </a:prstGeom>
            <a:ln w="19050" cap="flat" cmpd="sng">
              <a:solidFill>
                <a:schemeClr val="tx1"/>
              </a:solidFill>
              <a:prstDash val="solid"/>
              <a:headEnd type="none" w="med" len="med"/>
              <a:tailEnd type="none" w="med" len="med"/>
            </a:ln>
          </p:spPr>
        </p:sp>
        <p:sp>
          <p:nvSpPr>
            <p:cNvPr id="70729" name="Line 69"/>
            <p:cNvSpPr/>
            <p:nvPr/>
          </p:nvSpPr>
          <p:spPr>
            <a:xfrm>
              <a:off x="2715" y="1371"/>
              <a:ext cx="213" cy="0"/>
            </a:xfrm>
            <a:prstGeom prst="line">
              <a:avLst/>
            </a:prstGeom>
            <a:ln w="19050" cap="flat" cmpd="sng">
              <a:solidFill>
                <a:schemeClr val="tx1"/>
              </a:solidFill>
              <a:prstDash val="solid"/>
              <a:headEnd type="none" w="med" len="med"/>
              <a:tailEnd type="none" w="med" len="med"/>
            </a:ln>
          </p:spPr>
        </p:sp>
        <p:sp>
          <p:nvSpPr>
            <p:cNvPr id="70730" name="Text Box 70"/>
            <p:cNvSpPr txBox="1"/>
            <p:nvPr/>
          </p:nvSpPr>
          <p:spPr>
            <a:xfrm>
              <a:off x="2114" y="892"/>
              <a:ext cx="225"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0731" name="Text Box 71"/>
            <p:cNvSpPr txBox="1"/>
            <p:nvPr/>
          </p:nvSpPr>
          <p:spPr>
            <a:xfrm>
              <a:off x="2497" y="934"/>
              <a:ext cx="225"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0732" name="Text Box 72"/>
            <p:cNvSpPr txBox="1"/>
            <p:nvPr/>
          </p:nvSpPr>
          <p:spPr>
            <a:xfrm>
              <a:off x="2497" y="1241"/>
              <a:ext cx="225"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0733" name="Line 73"/>
            <p:cNvSpPr/>
            <p:nvPr/>
          </p:nvSpPr>
          <p:spPr>
            <a:xfrm>
              <a:off x="1856" y="1356"/>
              <a:ext cx="225" cy="0"/>
            </a:xfrm>
            <a:prstGeom prst="line">
              <a:avLst/>
            </a:prstGeom>
            <a:ln w="19050" cap="flat" cmpd="sng">
              <a:solidFill>
                <a:schemeClr val="tx1"/>
              </a:solidFill>
              <a:prstDash val="solid"/>
              <a:headEnd type="none" w="med" len="med"/>
              <a:tailEnd type="none" w="med" len="med"/>
            </a:ln>
          </p:spPr>
        </p:sp>
        <p:sp>
          <p:nvSpPr>
            <p:cNvPr id="70734" name="Text Box 74"/>
            <p:cNvSpPr txBox="1"/>
            <p:nvPr/>
          </p:nvSpPr>
          <p:spPr>
            <a:xfrm>
              <a:off x="2088" y="1213"/>
              <a:ext cx="529"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&gt;</a:t>
              </a:r>
              <a:r>
                <a:rPr lang="en-US" altLang="zh-CN" sz="1600" dirty="0">
                  <a:solidFill>
                    <a:schemeClr val="tx1"/>
                  </a:solidFill>
                  <a:latin typeface="黑体" panose="02010609060101010101" pitchFamily="49" charset="-122"/>
                  <a:ea typeface="黑体" panose="02010609060101010101" pitchFamily="49" charset="-122"/>
                </a:rPr>
                <a:t>CLK</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70735" name="Oval 75"/>
            <p:cNvSpPr/>
            <p:nvPr/>
          </p:nvSpPr>
          <p:spPr>
            <a:xfrm>
              <a:off x="2356" y="788"/>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0736" name="Line 77"/>
            <p:cNvSpPr/>
            <p:nvPr/>
          </p:nvSpPr>
          <p:spPr>
            <a:xfrm>
              <a:off x="2386" y="548"/>
              <a:ext cx="0" cy="240"/>
            </a:xfrm>
            <a:prstGeom prst="line">
              <a:avLst/>
            </a:prstGeom>
            <a:ln w="19050" cap="flat" cmpd="sng">
              <a:solidFill>
                <a:schemeClr val="tx1"/>
              </a:solidFill>
              <a:prstDash val="solid"/>
              <a:headEnd type="none" w="med" len="med"/>
              <a:tailEnd type="none" w="med" len="med"/>
            </a:ln>
          </p:spPr>
        </p:sp>
        <p:sp>
          <p:nvSpPr>
            <p:cNvPr id="70737" name="Line 78"/>
            <p:cNvSpPr/>
            <p:nvPr/>
          </p:nvSpPr>
          <p:spPr>
            <a:xfrm>
              <a:off x="2376" y="1638"/>
              <a:ext cx="0" cy="240"/>
            </a:xfrm>
            <a:prstGeom prst="line">
              <a:avLst/>
            </a:prstGeom>
            <a:ln w="19050" cap="flat" cmpd="sng">
              <a:solidFill>
                <a:schemeClr val="tx1"/>
              </a:solidFill>
              <a:prstDash val="solid"/>
              <a:headEnd type="none" w="med" len="med"/>
              <a:tailEnd type="none" w="med" len="med"/>
            </a:ln>
          </p:spPr>
        </p:sp>
        <p:sp>
          <p:nvSpPr>
            <p:cNvPr id="70738" name="Text Box 79"/>
            <p:cNvSpPr txBox="1"/>
            <p:nvPr/>
          </p:nvSpPr>
          <p:spPr>
            <a:xfrm>
              <a:off x="2262" y="826"/>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0739" name="Text Box 80"/>
            <p:cNvSpPr txBox="1"/>
            <p:nvPr/>
          </p:nvSpPr>
          <p:spPr>
            <a:xfrm>
              <a:off x="2242" y="1356"/>
              <a:ext cx="440"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CLR</a:t>
              </a:r>
              <a:endParaRPr lang="en-US" altLang="zh-CN" sz="1600" dirty="0">
                <a:solidFill>
                  <a:schemeClr val="tx1"/>
                </a:solidFill>
                <a:latin typeface="黑体" panose="02010609060101010101" pitchFamily="49" charset="-122"/>
                <a:ea typeface="黑体" panose="02010609060101010101" pitchFamily="49" charset="-122"/>
              </a:endParaRPr>
            </a:p>
          </p:txBody>
        </p:sp>
      </p:grpSp>
      <p:graphicFrame>
        <p:nvGraphicFramePr>
          <p:cNvPr id="174259" name="Group 179"/>
          <p:cNvGraphicFramePr>
            <a:graphicFrameLocks noGrp="1"/>
          </p:cNvGraphicFramePr>
          <p:nvPr>
            <p:custDataLst>
              <p:tags r:id="rId1"/>
            </p:custDataLst>
          </p:nvPr>
        </p:nvGraphicFramePr>
        <p:xfrm>
          <a:off x="4643438" y="555625"/>
          <a:ext cx="2668587" cy="1989138"/>
        </p:xfrm>
        <a:graphic>
          <a:graphicData uri="http://schemas.openxmlformats.org/drawingml/2006/table">
            <a:tbl>
              <a:tblPr/>
              <a:tblGrid>
                <a:gridCol w="1354135"/>
                <a:gridCol w="1314452"/>
              </a:tblGrid>
              <a:tr h="61731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D    CLK</a:t>
                      </a:r>
                      <a:endPar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4295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5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 </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5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5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70681" name="Group 162"/>
          <p:cNvGrpSpPr/>
          <p:nvPr/>
        </p:nvGrpSpPr>
        <p:grpSpPr>
          <a:xfrm>
            <a:off x="5508625" y="1256506"/>
            <a:ext cx="1447800" cy="1702594"/>
            <a:chOff x="2592" y="872"/>
            <a:chExt cx="912" cy="1430"/>
          </a:xfrm>
        </p:grpSpPr>
        <p:sp>
          <p:nvSpPr>
            <p:cNvPr id="70721" name="Text Box 128"/>
            <p:cNvSpPr txBox="1"/>
            <p:nvPr/>
          </p:nvSpPr>
          <p:spPr>
            <a:xfrm>
              <a:off x="2592" y="1992"/>
              <a:ext cx="912"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0722" name="Line 129"/>
            <p:cNvSpPr/>
            <p:nvPr/>
          </p:nvSpPr>
          <p:spPr>
            <a:xfrm>
              <a:off x="2722" y="1019"/>
              <a:ext cx="96" cy="0"/>
            </a:xfrm>
            <a:prstGeom prst="line">
              <a:avLst/>
            </a:prstGeom>
            <a:ln w="28575" cap="flat" cmpd="sng">
              <a:solidFill>
                <a:schemeClr val="tx1"/>
              </a:solidFill>
              <a:prstDash val="solid"/>
              <a:headEnd type="none" w="med" len="med"/>
              <a:tailEnd type="none" w="med" len="med"/>
            </a:ln>
          </p:spPr>
        </p:sp>
        <p:sp>
          <p:nvSpPr>
            <p:cNvPr id="70723" name="Line 130"/>
            <p:cNvSpPr/>
            <p:nvPr/>
          </p:nvSpPr>
          <p:spPr>
            <a:xfrm>
              <a:off x="2637" y="872"/>
              <a:ext cx="96" cy="0"/>
            </a:xfrm>
            <a:prstGeom prst="line">
              <a:avLst/>
            </a:prstGeom>
            <a:ln w="28575" cap="flat" cmpd="sng">
              <a:solidFill>
                <a:schemeClr val="tx1"/>
              </a:solidFill>
              <a:prstDash val="solid"/>
              <a:headEnd type="none" w="med" len="med"/>
              <a:tailEnd type="none" w="med" len="med"/>
            </a:ln>
          </p:spPr>
        </p:sp>
        <p:sp>
          <p:nvSpPr>
            <p:cNvPr id="70724" name="Line 131"/>
            <p:cNvSpPr/>
            <p:nvPr/>
          </p:nvSpPr>
          <p:spPr>
            <a:xfrm>
              <a:off x="2722" y="1309"/>
              <a:ext cx="96" cy="0"/>
            </a:xfrm>
            <a:prstGeom prst="line">
              <a:avLst/>
            </a:prstGeom>
            <a:ln w="28575" cap="flat" cmpd="sng">
              <a:solidFill>
                <a:schemeClr val="tx1"/>
              </a:solidFill>
              <a:prstDash val="solid"/>
              <a:headEnd type="none" w="med" len="med"/>
              <a:tailEnd type="none" w="med" len="med"/>
            </a:ln>
          </p:spPr>
        </p:sp>
        <p:sp>
          <p:nvSpPr>
            <p:cNvPr id="70725" name="Line 132"/>
            <p:cNvSpPr/>
            <p:nvPr/>
          </p:nvSpPr>
          <p:spPr>
            <a:xfrm>
              <a:off x="2637" y="1147"/>
              <a:ext cx="96" cy="0"/>
            </a:xfrm>
            <a:prstGeom prst="line">
              <a:avLst/>
            </a:prstGeom>
            <a:ln w="28575" cap="flat" cmpd="sng">
              <a:solidFill>
                <a:schemeClr val="tx1"/>
              </a:solidFill>
              <a:prstDash val="solid"/>
              <a:headEnd type="none" w="med" len="med"/>
              <a:tailEnd type="none" w="med" len="med"/>
            </a:ln>
          </p:spPr>
        </p:sp>
      </p:grpSp>
      <p:sp>
        <p:nvSpPr>
          <p:cNvPr id="70682" name="Text Box 133"/>
          <p:cNvSpPr txBox="1"/>
          <p:nvPr/>
        </p:nvSpPr>
        <p:spPr>
          <a:xfrm>
            <a:off x="4716463" y="4281488"/>
            <a:ext cx="3157537"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次态方程：</a:t>
            </a:r>
            <a:r>
              <a:rPr lang="en-US" altLang="zh-CN" sz="1800" b="1" dirty="0">
                <a:solidFill>
                  <a:schemeClr val="tx1"/>
                </a:solidFill>
                <a:latin typeface="华文新魏" panose="02010800040101010101" pitchFamily="2" charset="-122"/>
                <a:ea typeface="华文新魏" panose="02010800040101010101" pitchFamily="2" charset="-122"/>
              </a:rPr>
              <a:t>Q</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 = D</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174218" name="Group 138"/>
          <p:cNvGraphicFramePr>
            <a:graphicFrameLocks noGrp="1"/>
          </p:cNvGraphicFramePr>
          <p:nvPr/>
        </p:nvGraphicFramePr>
        <p:xfrm>
          <a:off x="4873625" y="3027363"/>
          <a:ext cx="1790700" cy="1185861"/>
        </p:xfrm>
        <a:graphic>
          <a:graphicData uri="http://schemas.openxmlformats.org/drawingml/2006/table">
            <a:tbl>
              <a:tblPr/>
              <a:tblGrid>
                <a:gridCol w="596900"/>
                <a:gridCol w="596900"/>
                <a:gridCol w="596900"/>
              </a:tblGrid>
              <a:tr h="395287">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395287">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5287">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74243" name="Group 163"/>
          <p:cNvGraphicFramePr>
            <a:graphicFrameLocks noGrp="1"/>
          </p:cNvGraphicFramePr>
          <p:nvPr/>
        </p:nvGraphicFramePr>
        <p:xfrm>
          <a:off x="1268413" y="3165475"/>
          <a:ext cx="1752600" cy="1085850"/>
        </p:xfrm>
        <a:graphic>
          <a:graphicData uri="http://schemas.openxmlformats.org/drawingml/2006/table">
            <a:tbl>
              <a:tblPr/>
              <a:tblGrid>
                <a:gridCol w="876300"/>
                <a:gridCol w="876300"/>
              </a:tblGrid>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D</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70713" name="Text Box 177"/>
          <p:cNvSpPr txBox="1"/>
          <p:nvPr/>
        </p:nvSpPr>
        <p:spPr>
          <a:xfrm>
            <a:off x="1374775" y="4311650"/>
            <a:ext cx="19812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0714" name="Group 134"/>
          <p:cNvGrpSpPr/>
          <p:nvPr/>
        </p:nvGrpSpPr>
        <p:grpSpPr>
          <a:xfrm>
            <a:off x="5003800" y="3027363"/>
            <a:ext cx="587375" cy="468312"/>
            <a:chOff x="4320" y="2018"/>
            <a:chExt cx="370" cy="394"/>
          </a:xfrm>
        </p:grpSpPr>
        <p:sp>
          <p:nvSpPr>
            <p:cNvPr id="70718" name="Text Box 135"/>
            <p:cNvSpPr txBox="1"/>
            <p:nvPr/>
          </p:nvSpPr>
          <p:spPr>
            <a:xfrm>
              <a:off x="4450" y="2018"/>
              <a:ext cx="240" cy="308"/>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C00000"/>
                  </a:solidFill>
                  <a:latin typeface="黑体" panose="02010609060101010101" pitchFamily="49" charset="-122"/>
                  <a:ea typeface="黑体" panose="02010609060101010101" pitchFamily="49" charset="-122"/>
                </a:rPr>
                <a:t>D</a:t>
              </a:r>
              <a:endParaRPr lang="en-US" altLang="zh-CN" sz="1800" b="1" dirty="0">
                <a:solidFill>
                  <a:srgbClr val="C00000"/>
                </a:solidFill>
                <a:latin typeface="黑体" panose="02010609060101010101" pitchFamily="49" charset="-122"/>
                <a:ea typeface="黑体" panose="02010609060101010101" pitchFamily="49" charset="-122"/>
              </a:endParaRPr>
            </a:p>
          </p:txBody>
        </p:sp>
        <p:sp>
          <p:nvSpPr>
            <p:cNvPr id="70719" name="Line 136"/>
            <p:cNvSpPr/>
            <p:nvPr/>
          </p:nvSpPr>
          <p:spPr>
            <a:xfrm>
              <a:off x="4320" y="2064"/>
              <a:ext cx="288" cy="288"/>
            </a:xfrm>
            <a:prstGeom prst="line">
              <a:avLst/>
            </a:prstGeom>
            <a:ln w="19050" cap="flat" cmpd="sng">
              <a:solidFill>
                <a:schemeClr val="tx1"/>
              </a:solidFill>
              <a:prstDash val="solid"/>
              <a:headEnd type="none" w="med" len="med"/>
              <a:tailEnd type="none" w="med" len="med"/>
            </a:ln>
          </p:spPr>
        </p:sp>
        <p:sp>
          <p:nvSpPr>
            <p:cNvPr id="70720" name="Text Box 137"/>
            <p:cNvSpPr txBox="1"/>
            <p:nvPr/>
          </p:nvSpPr>
          <p:spPr>
            <a:xfrm>
              <a:off x="4320" y="2104"/>
              <a:ext cx="240" cy="308"/>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C00000"/>
                  </a:solidFill>
                  <a:latin typeface="黑体" panose="02010609060101010101" pitchFamily="49" charset="-122"/>
                  <a:ea typeface="黑体" panose="02010609060101010101" pitchFamily="49" charset="-122"/>
                </a:rPr>
                <a:t>Q</a:t>
              </a:r>
              <a:endParaRPr lang="en-US" altLang="zh-CN" sz="1800" b="1" dirty="0">
                <a:solidFill>
                  <a:srgbClr val="C00000"/>
                </a:solidFill>
                <a:latin typeface="黑体" panose="02010609060101010101" pitchFamily="49" charset="-122"/>
                <a:ea typeface="黑体" panose="02010609060101010101" pitchFamily="49" charset="-122"/>
              </a:endParaRPr>
            </a:p>
          </p:txBody>
        </p:sp>
      </p:grpSp>
      <p:sp>
        <p:nvSpPr>
          <p:cNvPr id="70715" name="Oval 119"/>
          <p:cNvSpPr/>
          <p:nvPr/>
        </p:nvSpPr>
        <p:spPr>
          <a:xfrm>
            <a:off x="2716213" y="1738313"/>
            <a:ext cx="115887" cy="8413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0716" name="Oval 119"/>
          <p:cNvSpPr/>
          <p:nvPr/>
        </p:nvSpPr>
        <p:spPr>
          <a:xfrm>
            <a:off x="2224088" y="2028825"/>
            <a:ext cx="115887" cy="8413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0717" name="Oval 119"/>
          <p:cNvSpPr/>
          <p:nvPr/>
        </p:nvSpPr>
        <p:spPr>
          <a:xfrm>
            <a:off x="1800225" y="1719263"/>
            <a:ext cx="115888" cy="8413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a:xfrm>
            <a:off x="457200" y="544513"/>
            <a:ext cx="8077200" cy="457200"/>
          </a:xfrm>
          <a:prstGeom prst="rect">
            <a:avLst/>
          </a:prstGeom>
          <a:noFill/>
          <a:ln>
            <a:noFill/>
          </a:ln>
        </p:spPr>
        <p:txBody>
          <a:bodyPr/>
          <a:lstStyle/>
          <a:p>
            <a:pPr eaLnBrk="1" hangingPunct="1"/>
            <a:r>
              <a:rPr lang="en-US" altLang="zh-CN" sz="1800" b="1" dirty="0">
                <a:solidFill>
                  <a:srgbClr val="C00000"/>
                </a:solidFill>
                <a:latin typeface="华文新魏" panose="02010800040101010101" pitchFamily="2" charset="-122"/>
                <a:ea typeface="华文新魏" panose="02010800040101010101" pitchFamily="2" charset="-122"/>
              </a:rPr>
              <a:t>6</a:t>
            </a:r>
            <a:r>
              <a:rPr lang="zh-CN" altLang="en-US" sz="1800" b="1" dirty="0">
                <a:solidFill>
                  <a:srgbClr val="C00000"/>
                </a:solidFill>
                <a:latin typeface="华文新魏" panose="02010800040101010101" pitchFamily="2" charset="-122"/>
                <a:ea typeface="华文新魏" panose="02010800040101010101" pitchFamily="2" charset="-122"/>
              </a:rPr>
              <a:t>）主从</a:t>
            </a:r>
            <a:r>
              <a:rPr lang="en-US" altLang="zh-CN" sz="1800" b="1" dirty="0">
                <a:solidFill>
                  <a:srgbClr val="C00000"/>
                </a:solidFill>
                <a:latin typeface="华文新魏" panose="02010800040101010101" pitchFamily="2" charset="-122"/>
                <a:ea typeface="华文新魏" panose="02010800040101010101" pitchFamily="2" charset="-122"/>
              </a:rPr>
              <a:t>S-R </a:t>
            </a:r>
            <a:r>
              <a:rPr lang="zh-CN" altLang="en-US" sz="1800" b="1" dirty="0">
                <a:solidFill>
                  <a:srgbClr val="C00000"/>
                </a:solidFill>
                <a:latin typeface="华文新魏" panose="02010800040101010101" pitchFamily="2" charset="-122"/>
                <a:ea typeface="华文新魏" panose="02010800040101010101" pitchFamily="2" charset="-122"/>
              </a:rPr>
              <a:t>触发器（ </a:t>
            </a:r>
            <a:r>
              <a:rPr lang="en-US" altLang="zh-CN" sz="1800" b="1" i="1" dirty="0">
                <a:solidFill>
                  <a:srgbClr val="C00000"/>
                </a:solidFill>
                <a:latin typeface="华文新魏" panose="02010800040101010101" pitchFamily="2" charset="-122"/>
                <a:ea typeface="华文新魏" panose="02010800040101010101" pitchFamily="2" charset="-122"/>
              </a:rPr>
              <a:t>Master/slave S-R Flip-flop</a:t>
            </a:r>
            <a:r>
              <a:rPr lang="zh-CN" altLang="en-US" sz="1800" b="1" i="1" dirty="0">
                <a:solidFill>
                  <a:srgbClr val="C00000"/>
                </a:solidFill>
                <a:latin typeface="华文新魏" panose="02010800040101010101" pitchFamily="2" charset="-122"/>
                <a:ea typeface="华文新魏" panose="02010800040101010101" pitchFamily="2" charset="-122"/>
              </a:rPr>
              <a:t>）</a:t>
            </a:r>
            <a:endParaRPr lang="zh-CN" altLang="en-US" sz="1800" b="1" i="1" dirty="0">
              <a:solidFill>
                <a:srgbClr val="C00000"/>
              </a:solidFill>
              <a:latin typeface="华文新魏" panose="02010800040101010101" pitchFamily="2" charset="-122"/>
              <a:ea typeface="华文新魏" panose="02010800040101010101" pitchFamily="2" charset="-122"/>
            </a:endParaRPr>
          </a:p>
        </p:txBody>
      </p:sp>
      <p:sp>
        <p:nvSpPr>
          <p:cNvPr id="71683" name="Text Box 4"/>
          <p:cNvSpPr txBox="1"/>
          <p:nvPr/>
        </p:nvSpPr>
        <p:spPr>
          <a:xfrm>
            <a:off x="692150" y="900430"/>
            <a:ext cx="7344410" cy="1614170"/>
          </a:xfrm>
          <a:prstGeom prst="rect">
            <a:avLst/>
          </a:prstGeom>
          <a:noFill/>
          <a:ln w="9525">
            <a:noFill/>
          </a:ln>
        </p:spPr>
        <p:txBody>
          <a:bodyPr wrap="square">
            <a:spAutoFit/>
          </a:bodyPr>
          <a:lstStyle/>
          <a:p>
            <a:pPr eaLnBrk="1" hangingPunct="1">
              <a:lnSpc>
                <a:spcPct val="11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主从触发器由</a:t>
            </a:r>
            <a:r>
              <a:rPr lang="zh-CN" altLang="en-US" sz="1800" b="1" dirty="0">
                <a:solidFill>
                  <a:srgbClr val="C00000"/>
                </a:solidFill>
                <a:latin typeface="华文新魏" panose="02010800040101010101" pitchFamily="2" charset="-122"/>
                <a:ea typeface="华文新魏" panose="02010800040101010101" pitchFamily="2" charset="-122"/>
              </a:rPr>
              <a:t>主触发器</a:t>
            </a:r>
            <a:r>
              <a:rPr lang="zh-CN" altLang="en-US" sz="1800" b="1" dirty="0">
                <a:solidFill>
                  <a:schemeClr val="tx1"/>
                </a:solidFill>
                <a:latin typeface="华文新魏" panose="02010800040101010101" pitchFamily="2" charset="-122"/>
                <a:ea typeface="华文新魏" panose="02010800040101010101" pitchFamily="2" charset="-122"/>
              </a:rPr>
              <a:t>和</a:t>
            </a:r>
            <a:r>
              <a:rPr lang="zh-CN" altLang="en-US" sz="1800" b="1" dirty="0">
                <a:solidFill>
                  <a:srgbClr val="C00000"/>
                </a:solidFill>
                <a:latin typeface="华文新魏" panose="02010800040101010101" pitchFamily="2" charset="-122"/>
                <a:ea typeface="华文新魏" panose="02010800040101010101" pitchFamily="2" charset="-122"/>
              </a:rPr>
              <a:t>从触发器</a:t>
            </a:r>
            <a:r>
              <a:rPr lang="zh-CN" altLang="en-US" sz="1800" b="1" dirty="0">
                <a:solidFill>
                  <a:schemeClr val="tx1"/>
                </a:solidFill>
                <a:latin typeface="华文新魏" panose="02010800040101010101" pitchFamily="2" charset="-122"/>
                <a:ea typeface="华文新魏" panose="02010800040101010101" pitchFamily="2" charset="-122"/>
              </a:rPr>
              <a:t>两部分构成。</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主从触发器是在</a:t>
            </a:r>
            <a:r>
              <a:rPr lang="zh-CN" altLang="en-US" sz="1800" b="1" dirty="0">
                <a:solidFill>
                  <a:srgbClr val="C00000"/>
                </a:solidFill>
                <a:latin typeface="华文新魏" panose="02010800040101010101" pitchFamily="2" charset="-122"/>
                <a:ea typeface="华文新魏" panose="02010800040101010101" pitchFamily="2" charset="-122"/>
              </a:rPr>
              <a:t>脉冲下降沿改变输出</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即 </a:t>
            </a:r>
            <a:r>
              <a:rPr lang="zh-CN" altLang="en-US" sz="1800" b="1" dirty="0">
                <a:solidFill>
                  <a:srgbClr val="C00000"/>
                </a:solidFill>
                <a:latin typeface="华文新魏" panose="02010800040101010101" pitchFamily="2" charset="-122"/>
                <a:ea typeface="华文新魏" panose="02010800040101010101" pitchFamily="2" charset="-122"/>
              </a:rPr>
              <a:t>①</a:t>
            </a:r>
            <a:r>
              <a:rPr lang="zh-CN" altLang="en-US" sz="1800" b="1" dirty="0">
                <a:solidFill>
                  <a:schemeClr val="tx1"/>
                </a:solidFill>
                <a:latin typeface="华文新魏" panose="02010800040101010101" pitchFamily="2" charset="-122"/>
                <a:ea typeface="华文新魏" panose="02010800040101010101" pitchFamily="2" charset="-122"/>
              </a:rPr>
              <a:t> 在触发脉冲</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作用时间</a:t>
            </a:r>
            <a:r>
              <a:rPr lang="en-US" altLang="zh-CN"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CLK</a:t>
            </a:r>
            <a:r>
              <a:rPr lang="zh-CN" altLang="en-US" sz="1800" b="1" dirty="0">
                <a:solidFill>
                  <a:srgbClr val="FF0000"/>
                </a:solidFill>
                <a:latin typeface="华文新魏" panose="02010800040101010101" pitchFamily="2" charset="-122"/>
                <a:ea typeface="华文新魏" panose="02010800040101010101" pitchFamily="2" charset="-122"/>
              </a:rPr>
              <a:t>为高电平期间</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a:t>
            </a:r>
            <a:r>
              <a:rPr lang="zh-CN" altLang="en-US" sz="1800" b="1" dirty="0">
                <a:solidFill>
                  <a:schemeClr val="tx1"/>
                </a:solidFill>
                <a:latin typeface="华文新魏" panose="02010800040101010101" pitchFamily="2" charset="-122"/>
                <a:ea typeface="华文新魏" panose="02010800040101010101" pitchFamily="2" charset="-122"/>
              </a:rPr>
              <a:t>状态的变化将记入主触发器；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C00000"/>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在</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下降沿时间，从触发器接收此时刻的主触发器状态。</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1684" name="Text Box 35"/>
          <p:cNvSpPr txBox="1"/>
          <p:nvPr/>
        </p:nvSpPr>
        <p:spPr>
          <a:xfrm>
            <a:off x="1205230" y="4429760"/>
            <a:ext cx="6419850" cy="368300"/>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用两个带使能端</a:t>
            </a:r>
            <a:r>
              <a:rPr lang="en-US" altLang="zh-CN" sz="1800" b="1" dirty="0">
                <a:solidFill>
                  <a:schemeClr val="tx1"/>
                </a:solidFill>
                <a:latin typeface="华文新魏" panose="02010800040101010101" pitchFamily="2" charset="-122"/>
                <a:ea typeface="华文新魏" panose="02010800040101010101" pitchFamily="2" charset="-122"/>
              </a:rPr>
              <a:t>S-R </a:t>
            </a:r>
            <a:r>
              <a:rPr lang="zh-CN" altLang="en-US" sz="1800" b="1" dirty="0">
                <a:solidFill>
                  <a:schemeClr val="tx1"/>
                </a:solidFill>
                <a:latin typeface="华文新魏" panose="02010800040101010101" pitchFamily="2" charset="-122"/>
                <a:ea typeface="华文新魏" panose="02010800040101010101" pitchFamily="2" charset="-122"/>
              </a:rPr>
              <a:t>锁存器构成的触发器及其逻辑符号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1685" name="Group 62"/>
          <p:cNvGrpSpPr/>
          <p:nvPr/>
        </p:nvGrpSpPr>
        <p:grpSpPr>
          <a:xfrm>
            <a:off x="6094413" y="2943225"/>
            <a:ext cx="1373187" cy="823913"/>
            <a:chOff x="4004" y="2352"/>
            <a:chExt cx="865" cy="691"/>
          </a:xfrm>
        </p:grpSpPr>
        <p:sp>
          <p:nvSpPr>
            <p:cNvPr id="71716" name="Rectangle 41"/>
            <p:cNvSpPr/>
            <p:nvPr/>
          </p:nvSpPr>
          <p:spPr>
            <a:xfrm>
              <a:off x="4193" y="2352"/>
              <a:ext cx="456" cy="621"/>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717" name="Line 42"/>
            <p:cNvSpPr/>
            <p:nvPr/>
          </p:nvSpPr>
          <p:spPr>
            <a:xfrm>
              <a:off x="4011" y="2496"/>
              <a:ext cx="190" cy="0"/>
            </a:xfrm>
            <a:prstGeom prst="line">
              <a:avLst/>
            </a:prstGeom>
            <a:ln w="19050" cap="flat" cmpd="sng">
              <a:solidFill>
                <a:schemeClr val="tx1"/>
              </a:solidFill>
              <a:prstDash val="solid"/>
              <a:headEnd type="none" w="med" len="med"/>
              <a:tailEnd type="none" w="med" len="med"/>
            </a:ln>
          </p:spPr>
        </p:sp>
        <p:sp>
          <p:nvSpPr>
            <p:cNvPr id="71718" name="Line 43"/>
            <p:cNvSpPr/>
            <p:nvPr/>
          </p:nvSpPr>
          <p:spPr>
            <a:xfrm>
              <a:off x="4011" y="2852"/>
              <a:ext cx="190" cy="0"/>
            </a:xfrm>
            <a:prstGeom prst="line">
              <a:avLst/>
            </a:prstGeom>
            <a:ln w="19050" cap="flat" cmpd="sng">
              <a:solidFill>
                <a:schemeClr val="tx1"/>
              </a:solidFill>
              <a:prstDash val="solid"/>
              <a:headEnd type="none" w="med" len="med"/>
              <a:tailEnd type="none" w="med" len="med"/>
            </a:ln>
          </p:spPr>
        </p:sp>
        <p:sp>
          <p:nvSpPr>
            <p:cNvPr id="71719" name="Line 44"/>
            <p:cNvSpPr/>
            <p:nvPr/>
          </p:nvSpPr>
          <p:spPr>
            <a:xfrm>
              <a:off x="4656" y="2496"/>
              <a:ext cx="213" cy="0"/>
            </a:xfrm>
            <a:prstGeom prst="line">
              <a:avLst/>
            </a:prstGeom>
            <a:ln w="19050" cap="flat" cmpd="sng">
              <a:solidFill>
                <a:schemeClr val="tx1"/>
              </a:solidFill>
              <a:prstDash val="solid"/>
              <a:headEnd type="none" w="med" len="med"/>
              <a:tailEnd type="none" w="med" len="med"/>
            </a:ln>
          </p:spPr>
        </p:sp>
        <p:sp>
          <p:nvSpPr>
            <p:cNvPr id="71720" name="Line 45"/>
            <p:cNvSpPr/>
            <p:nvPr/>
          </p:nvSpPr>
          <p:spPr>
            <a:xfrm>
              <a:off x="4724" y="2832"/>
              <a:ext cx="144" cy="0"/>
            </a:xfrm>
            <a:prstGeom prst="line">
              <a:avLst/>
            </a:prstGeom>
            <a:ln w="19050" cap="flat" cmpd="sng">
              <a:solidFill>
                <a:schemeClr val="tx1"/>
              </a:solidFill>
              <a:prstDash val="solid"/>
              <a:headEnd type="none" w="med" len="med"/>
              <a:tailEnd type="none" w="med" len="med"/>
            </a:ln>
          </p:spPr>
        </p:sp>
        <p:sp>
          <p:nvSpPr>
            <p:cNvPr id="71721" name="Oval 46"/>
            <p:cNvSpPr/>
            <p:nvPr/>
          </p:nvSpPr>
          <p:spPr>
            <a:xfrm>
              <a:off x="4656" y="2794"/>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722" name="Text Box 47"/>
            <p:cNvSpPr txBox="1"/>
            <p:nvPr/>
          </p:nvSpPr>
          <p:spPr>
            <a:xfrm>
              <a:off x="4165" y="2389"/>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23" name="Text Box 48"/>
            <p:cNvSpPr txBox="1"/>
            <p:nvPr/>
          </p:nvSpPr>
          <p:spPr>
            <a:xfrm>
              <a:off x="4163" y="2736"/>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24" name="Text Box 49"/>
            <p:cNvSpPr txBox="1"/>
            <p:nvPr/>
          </p:nvSpPr>
          <p:spPr>
            <a:xfrm>
              <a:off x="4464" y="2382"/>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25" name="Text Box 50"/>
            <p:cNvSpPr txBox="1"/>
            <p:nvPr/>
          </p:nvSpPr>
          <p:spPr>
            <a:xfrm>
              <a:off x="4464" y="2708"/>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26" name="Line 51"/>
            <p:cNvSpPr/>
            <p:nvPr/>
          </p:nvSpPr>
          <p:spPr>
            <a:xfrm>
              <a:off x="4004" y="2678"/>
              <a:ext cx="192" cy="0"/>
            </a:xfrm>
            <a:prstGeom prst="line">
              <a:avLst/>
            </a:prstGeom>
            <a:ln w="19050" cap="flat" cmpd="sng">
              <a:solidFill>
                <a:schemeClr val="tx1"/>
              </a:solidFill>
              <a:prstDash val="solid"/>
              <a:headEnd type="none" w="med" len="med"/>
              <a:tailEnd type="none" w="med" len="med"/>
            </a:ln>
          </p:spPr>
        </p:sp>
        <p:sp>
          <p:nvSpPr>
            <p:cNvPr id="71727" name="Text Box 52"/>
            <p:cNvSpPr txBox="1"/>
            <p:nvPr/>
          </p:nvSpPr>
          <p:spPr>
            <a:xfrm>
              <a:off x="4158" y="2554"/>
              <a:ext cx="17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71728" name="Group 55"/>
            <p:cNvGrpSpPr/>
            <p:nvPr/>
          </p:nvGrpSpPr>
          <p:grpSpPr>
            <a:xfrm>
              <a:off x="4414" y="2448"/>
              <a:ext cx="74" cy="141"/>
              <a:chOff x="4404" y="2448"/>
              <a:chExt cx="74" cy="141"/>
            </a:xfrm>
          </p:grpSpPr>
          <p:sp>
            <p:nvSpPr>
              <p:cNvPr id="71732" name="Line 53"/>
              <p:cNvSpPr/>
              <p:nvPr/>
            </p:nvSpPr>
            <p:spPr>
              <a:xfrm>
                <a:off x="4404" y="2448"/>
                <a:ext cx="70" cy="0"/>
              </a:xfrm>
              <a:prstGeom prst="line">
                <a:avLst/>
              </a:prstGeom>
              <a:ln w="19050" cap="flat" cmpd="sng">
                <a:solidFill>
                  <a:schemeClr val="tx1"/>
                </a:solidFill>
                <a:prstDash val="solid"/>
                <a:headEnd type="none" w="med" len="med"/>
                <a:tailEnd type="none" w="med" len="med"/>
              </a:ln>
            </p:spPr>
          </p:sp>
          <p:sp>
            <p:nvSpPr>
              <p:cNvPr id="71733" name="Line 54"/>
              <p:cNvSpPr/>
              <p:nvPr/>
            </p:nvSpPr>
            <p:spPr>
              <a:xfrm>
                <a:off x="4478" y="2448"/>
                <a:ext cx="0" cy="141"/>
              </a:xfrm>
              <a:prstGeom prst="line">
                <a:avLst/>
              </a:prstGeom>
              <a:ln w="19050" cap="flat" cmpd="sng">
                <a:solidFill>
                  <a:schemeClr val="tx1"/>
                </a:solidFill>
                <a:prstDash val="solid"/>
                <a:headEnd type="none" w="med" len="med"/>
                <a:tailEnd type="none" w="med" len="med"/>
              </a:ln>
            </p:spPr>
          </p:sp>
        </p:grpSp>
        <p:grpSp>
          <p:nvGrpSpPr>
            <p:cNvPr id="71729" name="Group 56"/>
            <p:cNvGrpSpPr/>
            <p:nvPr/>
          </p:nvGrpSpPr>
          <p:grpSpPr>
            <a:xfrm>
              <a:off x="4414" y="2774"/>
              <a:ext cx="74" cy="141"/>
              <a:chOff x="4404" y="2448"/>
              <a:chExt cx="74" cy="141"/>
            </a:xfrm>
          </p:grpSpPr>
          <p:sp>
            <p:nvSpPr>
              <p:cNvPr id="71730" name="Line 57"/>
              <p:cNvSpPr/>
              <p:nvPr/>
            </p:nvSpPr>
            <p:spPr>
              <a:xfrm>
                <a:off x="4404" y="2448"/>
                <a:ext cx="70" cy="0"/>
              </a:xfrm>
              <a:prstGeom prst="line">
                <a:avLst/>
              </a:prstGeom>
              <a:ln w="19050" cap="flat" cmpd="sng">
                <a:solidFill>
                  <a:schemeClr val="tx1"/>
                </a:solidFill>
                <a:prstDash val="solid"/>
                <a:headEnd type="none" w="med" len="med"/>
                <a:tailEnd type="none" w="med" len="med"/>
              </a:ln>
            </p:spPr>
          </p:sp>
          <p:sp>
            <p:nvSpPr>
              <p:cNvPr id="71731" name="Line 58"/>
              <p:cNvSpPr/>
              <p:nvPr/>
            </p:nvSpPr>
            <p:spPr>
              <a:xfrm>
                <a:off x="4478" y="2448"/>
                <a:ext cx="0" cy="141"/>
              </a:xfrm>
              <a:prstGeom prst="line">
                <a:avLst/>
              </a:prstGeom>
              <a:ln w="19050" cap="flat" cmpd="sng">
                <a:solidFill>
                  <a:schemeClr val="tx1"/>
                </a:solidFill>
                <a:prstDash val="solid"/>
                <a:headEnd type="none" w="med" len="med"/>
                <a:tailEnd type="none" w="med" len="med"/>
              </a:ln>
            </p:spPr>
          </p:sp>
        </p:grpSp>
      </p:grpSp>
      <p:grpSp>
        <p:nvGrpSpPr>
          <p:cNvPr id="71686" name="Group 63"/>
          <p:cNvGrpSpPr/>
          <p:nvPr/>
        </p:nvGrpSpPr>
        <p:grpSpPr>
          <a:xfrm>
            <a:off x="730250" y="2678113"/>
            <a:ext cx="4433888" cy="1557337"/>
            <a:chOff x="454" y="2121"/>
            <a:chExt cx="2793" cy="1307"/>
          </a:xfrm>
        </p:grpSpPr>
        <p:sp>
          <p:nvSpPr>
            <p:cNvPr id="71687" name="Line 7"/>
            <p:cNvSpPr/>
            <p:nvPr/>
          </p:nvSpPr>
          <p:spPr>
            <a:xfrm>
              <a:off x="1581" y="2416"/>
              <a:ext cx="612" cy="0"/>
            </a:xfrm>
            <a:prstGeom prst="line">
              <a:avLst/>
            </a:prstGeom>
            <a:ln w="19050" cap="flat" cmpd="sng">
              <a:solidFill>
                <a:schemeClr val="tx1"/>
              </a:solidFill>
              <a:prstDash val="solid"/>
              <a:headEnd type="none" w="med" len="med"/>
              <a:tailEnd type="none" w="med" len="med"/>
            </a:ln>
          </p:spPr>
        </p:sp>
        <p:sp>
          <p:nvSpPr>
            <p:cNvPr id="71688" name="Line 8"/>
            <p:cNvSpPr/>
            <p:nvPr/>
          </p:nvSpPr>
          <p:spPr>
            <a:xfrm>
              <a:off x="800" y="2416"/>
              <a:ext cx="427" cy="0"/>
            </a:xfrm>
            <a:prstGeom prst="line">
              <a:avLst/>
            </a:prstGeom>
            <a:ln w="19050" cap="flat" cmpd="sng">
              <a:solidFill>
                <a:schemeClr val="tx1"/>
              </a:solidFill>
              <a:prstDash val="solid"/>
              <a:headEnd type="none" w="med" len="med"/>
              <a:tailEnd type="none" w="med" len="med"/>
            </a:ln>
          </p:spPr>
        </p:sp>
        <p:sp>
          <p:nvSpPr>
            <p:cNvPr id="71689" name="Line 9"/>
            <p:cNvSpPr/>
            <p:nvPr/>
          </p:nvSpPr>
          <p:spPr>
            <a:xfrm>
              <a:off x="800" y="2848"/>
              <a:ext cx="427" cy="0"/>
            </a:xfrm>
            <a:prstGeom prst="line">
              <a:avLst/>
            </a:prstGeom>
            <a:ln w="19050" cap="flat" cmpd="sng">
              <a:solidFill>
                <a:schemeClr val="tx1"/>
              </a:solidFill>
              <a:prstDash val="solid"/>
              <a:headEnd type="none" w="med" len="med"/>
              <a:tailEnd type="none" w="med" len="med"/>
            </a:ln>
          </p:spPr>
        </p:sp>
        <p:sp>
          <p:nvSpPr>
            <p:cNvPr id="71690" name="Line 10"/>
            <p:cNvSpPr/>
            <p:nvPr/>
          </p:nvSpPr>
          <p:spPr>
            <a:xfrm>
              <a:off x="1639" y="2828"/>
              <a:ext cx="521" cy="0"/>
            </a:xfrm>
            <a:prstGeom prst="line">
              <a:avLst/>
            </a:prstGeom>
            <a:ln w="19050" cap="flat" cmpd="sng">
              <a:solidFill>
                <a:schemeClr val="tx1"/>
              </a:solidFill>
              <a:prstDash val="solid"/>
              <a:headEnd type="none" w="med" len="med"/>
              <a:tailEnd type="none" w="med" len="med"/>
            </a:ln>
          </p:spPr>
        </p:sp>
        <p:sp>
          <p:nvSpPr>
            <p:cNvPr id="71691" name="Line 14"/>
            <p:cNvSpPr/>
            <p:nvPr/>
          </p:nvSpPr>
          <p:spPr>
            <a:xfrm>
              <a:off x="2565" y="2406"/>
              <a:ext cx="427" cy="0"/>
            </a:xfrm>
            <a:prstGeom prst="line">
              <a:avLst/>
            </a:prstGeom>
            <a:ln w="19050" cap="flat" cmpd="sng">
              <a:solidFill>
                <a:schemeClr val="tx1"/>
              </a:solidFill>
              <a:prstDash val="solid"/>
              <a:headEnd type="none" w="med" len="med"/>
              <a:tailEnd type="none" w="med" len="med"/>
            </a:ln>
          </p:spPr>
        </p:sp>
        <p:sp>
          <p:nvSpPr>
            <p:cNvPr id="71692" name="Line 16"/>
            <p:cNvSpPr/>
            <p:nvPr/>
          </p:nvSpPr>
          <p:spPr>
            <a:xfrm>
              <a:off x="2618" y="2823"/>
              <a:ext cx="384" cy="0"/>
            </a:xfrm>
            <a:prstGeom prst="line">
              <a:avLst/>
            </a:prstGeom>
            <a:ln w="19050" cap="flat" cmpd="sng">
              <a:solidFill>
                <a:schemeClr val="tx1"/>
              </a:solidFill>
              <a:prstDash val="solid"/>
              <a:headEnd type="none" w="med" len="med"/>
              <a:tailEnd type="none" w="med" len="med"/>
            </a:ln>
          </p:spPr>
        </p:sp>
        <p:sp>
          <p:nvSpPr>
            <p:cNvPr id="71693" name="Oval 17"/>
            <p:cNvSpPr/>
            <p:nvPr/>
          </p:nvSpPr>
          <p:spPr>
            <a:xfrm flipH="1">
              <a:off x="2565" y="2790"/>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694" name="Line 18"/>
            <p:cNvSpPr/>
            <p:nvPr/>
          </p:nvSpPr>
          <p:spPr>
            <a:xfrm flipH="1">
              <a:off x="1890" y="2613"/>
              <a:ext cx="295" cy="0"/>
            </a:xfrm>
            <a:prstGeom prst="line">
              <a:avLst/>
            </a:prstGeom>
            <a:ln w="19050" cap="flat" cmpd="sng">
              <a:solidFill>
                <a:schemeClr val="tx1"/>
              </a:solidFill>
              <a:prstDash val="solid"/>
              <a:headEnd type="none" w="med" len="med"/>
              <a:tailEnd type="none" w="med" len="med"/>
            </a:ln>
          </p:spPr>
        </p:sp>
        <p:sp>
          <p:nvSpPr>
            <p:cNvPr id="71695" name="Rectangle 19"/>
            <p:cNvSpPr/>
            <p:nvPr/>
          </p:nvSpPr>
          <p:spPr>
            <a:xfrm>
              <a:off x="1312" y="3118"/>
              <a:ext cx="193" cy="29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1696" name="Oval 20"/>
            <p:cNvSpPr/>
            <p:nvPr/>
          </p:nvSpPr>
          <p:spPr>
            <a:xfrm flipH="1">
              <a:off x="1505" y="3242"/>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697" name="Line 21"/>
            <p:cNvSpPr/>
            <p:nvPr/>
          </p:nvSpPr>
          <p:spPr>
            <a:xfrm>
              <a:off x="1558" y="3270"/>
              <a:ext cx="346" cy="0"/>
            </a:xfrm>
            <a:prstGeom prst="line">
              <a:avLst/>
            </a:prstGeom>
            <a:ln w="19050" cap="flat" cmpd="sng">
              <a:solidFill>
                <a:schemeClr val="tx1"/>
              </a:solidFill>
              <a:prstDash val="solid"/>
              <a:headEnd type="none" w="med" len="med"/>
              <a:tailEnd type="none" w="med" len="med"/>
            </a:ln>
          </p:spPr>
        </p:sp>
        <p:sp>
          <p:nvSpPr>
            <p:cNvPr id="71698" name="Text Box 22"/>
            <p:cNvSpPr txBox="1"/>
            <p:nvPr/>
          </p:nvSpPr>
          <p:spPr>
            <a:xfrm>
              <a:off x="1298" y="3121"/>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699" name="Line 23"/>
            <p:cNvSpPr/>
            <p:nvPr/>
          </p:nvSpPr>
          <p:spPr>
            <a:xfrm>
              <a:off x="1894" y="2613"/>
              <a:ext cx="0" cy="657"/>
            </a:xfrm>
            <a:prstGeom prst="line">
              <a:avLst/>
            </a:prstGeom>
            <a:ln w="19050" cap="flat" cmpd="sng">
              <a:solidFill>
                <a:schemeClr val="tx1"/>
              </a:solidFill>
              <a:prstDash val="solid"/>
              <a:headEnd type="none" w="med" len="med"/>
              <a:tailEnd type="none" w="med" len="med"/>
            </a:ln>
          </p:spPr>
        </p:sp>
        <p:sp>
          <p:nvSpPr>
            <p:cNvPr id="71700" name="Line 24"/>
            <p:cNvSpPr/>
            <p:nvPr/>
          </p:nvSpPr>
          <p:spPr>
            <a:xfrm>
              <a:off x="1030" y="2633"/>
              <a:ext cx="0" cy="637"/>
            </a:xfrm>
            <a:prstGeom prst="line">
              <a:avLst/>
            </a:prstGeom>
            <a:ln w="19050" cap="flat" cmpd="sng">
              <a:solidFill>
                <a:schemeClr val="tx1"/>
              </a:solidFill>
              <a:prstDash val="solid"/>
              <a:headEnd type="none" w="med" len="med"/>
              <a:tailEnd type="none" w="med" len="med"/>
            </a:ln>
          </p:spPr>
        </p:sp>
        <p:sp>
          <p:nvSpPr>
            <p:cNvPr id="71701" name="Line 25"/>
            <p:cNvSpPr/>
            <p:nvPr/>
          </p:nvSpPr>
          <p:spPr>
            <a:xfrm>
              <a:off x="838" y="3270"/>
              <a:ext cx="480" cy="0"/>
            </a:xfrm>
            <a:prstGeom prst="line">
              <a:avLst/>
            </a:prstGeom>
            <a:ln w="19050" cap="flat" cmpd="sng">
              <a:solidFill>
                <a:schemeClr val="tx1"/>
              </a:solidFill>
              <a:prstDash val="solid"/>
              <a:headEnd type="none" w="med" len="med"/>
              <a:tailEnd type="none" w="med" len="med"/>
            </a:ln>
          </p:spPr>
        </p:sp>
        <p:sp>
          <p:nvSpPr>
            <p:cNvPr id="71702" name="Text Box 26"/>
            <p:cNvSpPr txBox="1"/>
            <p:nvPr/>
          </p:nvSpPr>
          <p:spPr>
            <a:xfrm>
              <a:off x="598" y="228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3" name="Text Box 27"/>
            <p:cNvSpPr txBox="1"/>
            <p:nvPr/>
          </p:nvSpPr>
          <p:spPr>
            <a:xfrm>
              <a:off x="598" y="2694"/>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4" name="Text Box 28"/>
            <p:cNvSpPr txBox="1"/>
            <p:nvPr/>
          </p:nvSpPr>
          <p:spPr>
            <a:xfrm>
              <a:off x="454" y="3116"/>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5" name="Text Box 29"/>
            <p:cNvSpPr txBox="1"/>
            <p:nvPr/>
          </p:nvSpPr>
          <p:spPr>
            <a:xfrm>
              <a:off x="1606" y="2121"/>
              <a:ext cx="236" cy="30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1706" name="Text Box 30"/>
            <p:cNvSpPr txBox="1"/>
            <p:nvPr/>
          </p:nvSpPr>
          <p:spPr>
            <a:xfrm>
              <a:off x="1575" y="2847"/>
              <a:ext cx="308" cy="30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1707" name="Text Box 31"/>
            <p:cNvSpPr txBox="1"/>
            <p:nvPr/>
          </p:nvSpPr>
          <p:spPr>
            <a:xfrm>
              <a:off x="3059" y="226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8" name="Text Box 32"/>
            <p:cNvSpPr txBox="1"/>
            <p:nvPr/>
          </p:nvSpPr>
          <p:spPr>
            <a:xfrm>
              <a:off x="2988" y="2694"/>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9" name="Line 36"/>
            <p:cNvSpPr/>
            <p:nvPr/>
          </p:nvSpPr>
          <p:spPr>
            <a:xfrm flipH="1">
              <a:off x="1023" y="2626"/>
              <a:ext cx="204" cy="0"/>
            </a:xfrm>
            <a:prstGeom prst="line">
              <a:avLst/>
            </a:prstGeom>
            <a:ln w="19050" cap="flat" cmpd="sng">
              <a:solidFill>
                <a:schemeClr val="tx1"/>
              </a:solidFill>
              <a:prstDash val="solid"/>
              <a:headEnd type="none" w="med" len="med"/>
              <a:tailEnd type="none" w="med" len="med"/>
            </a:ln>
          </p:spPr>
        </p:sp>
        <p:sp>
          <p:nvSpPr>
            <p:cNvPr id="71710" name="Oval 38"/>
            <p:cNvSpPr/>
            <p:nvPr/>
          </p:nvSpPr>
          <p:spPr>
            <a:xfrm>
              <a:off x="1002" y="3240"/>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711" name="Oval 11"/>
            <p:cNvSpPr/>
            <p:nvPr/>
          </p:nvSpPr>
          <p:spPr>
            <a:xfrm flipH="1">
              <a:off x="1586" y="2800"/>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712" name="Rectangle 5"/>
            <p:cNvSpPr/>
            <p:nvPr/>
          </p:nvSpPr>
          <p:spPr>
            <a:xfrm>
              <a:off x="1156" y="2320"/>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1713" name="Text Box 6"/>
            <p:cNvSpPr txBox="1"/>
            <p:nvPr/>
          </p:nvSpPr>
          <p:spPr>
            <a:xfrm>
              <a:off x="1139" y="2234"/>
              <a:ext cx="403" cy="76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14" name="Rectangle 12"/>
            <p:cNvSpPr/>
            <p:nvPr/>
          </p:nvSpPr>
          <p:spPr>
            <a:xfrm>
              <a:off x="2128" y="2310"/>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1715" name="Text Box 13"/>
            <p:cNvSpPr txBox="1"/>
            <p:nvPr/>
          </p:nvSpPr>
          <p:spPr>
            <a:xfrm>
              <a:off x="2112" y="2234"/>
              <a:ext cx="475" cy="76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2" name="矩形标注 1"/>
          <p:cNvSpPr/>
          <p:nvPr/>
        </p:nvSpPr>
        <p:spPr>
          <a:xfrm>
            <a:off x="7933690" y="2844165"/>
            <a:ext cx="1105535" cy="1224280"/>
          </a:xfrm>
          <a:prstGeom prst="wedgeRectCallout">
            <a:avLst>
              <a:gd name="adj1" fmla="val -149023"/>
              <a:gd name="adj2" fmla="val -2837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rPr>
              <a:t>输出限定性符号</a:t>
            </a:r>
            <a:r>
              <a:rPr lang="en-US" altLang="zh-CN"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rPr>
              <a:t>“┐”</a:t>
            </a:r>
            <a:endParaRPr lang="en-US" altLang="zh-CN"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5"/>
          <p:cNvSpPr txBox="1"/>
          <p:nvPr/>
        </p:nvSpPr>
        <p:spPr>
          <a:xfrm>
            <a:off x="425450" y="812800"/>
            <a:ext cx="2520950" cy="3136900"/>
          </a:xfrm>
          <a:prstGeom prst="rect">
            <a:avLst/>
          </a:prstGeom>
          <a:noFill/>
          <a:ln w="9525">
            <a:noFill/>
          </a:ln>
        </p:spPr>
        <p:txBody>
          <a:bodyPr>
            <a:spAutoFit/>
          </a:bodyPr>
          <a:lstStyle/>
          <a:p>
            <a:pPr eaLnBrk="1" hangingPunct="1">
              <a:lnSpc>
                <a:spcPct val="11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当触发信号</a:t>
            </a:r>
            <a:r>
              <a:rPr lang="en-US" altLang="zh-CN" sz="1800" b="1" dirty="0">
                <a:solidFill>
                  <a:srgbClr val="C00000"/>
                </a:solidFill>
                <a:latin typeface="华文新魏" panose="02010800040101010101" pitchFamily="2" charset="-122"/>
                <a:ea typeface="华文新魏" panose="02010800040101010101" pitchFamily="2" charset="-122"/>
              </a:rPr>
              <a:t>CLK</a:t>
            </a:r>
            <a:r>
              <a:rPr lang="zh-CN" altLang="en-US" sz="1800" b="1" dirty="0">
                <a:solidFill>
                  <a:srgbClr val="C00000"/>
                </a:solidFill>
                <a:latin typeface="华文新魏" panose="02010800040101010101" pitchFamily="2" charset="-122"/>
                <a:ea typeface="华文新魏" panose="02010800040101010101" pitchFamily="2" charset="-122"/>
              </a:rPr>
              <a:t>上跳</a:t>
            </a:r>
            <a:r>
              <a:rPr lang="zh-CN" altLang="en-US" sz="1800" b="1" dirty="0">
                <a:solidFill>
                  <a:schemeClr val="tx1"/>
                </a:solidFill>
                <a:latin typeface="华文新魏" panose="02010800040101010101" pitchFamily="2" charset="-122"/>
                <a:ea typeface="华文新魏" panose="02010800040101010101" pitchFamily="2" charset="-122"/>
              </a:rPr>
              <a:t>时，</a:t>
            </a:r>
            <a:r>
              <a:rPr lang="zh-CN" altLang="en-US" sz="1800" b="1" dirty="0">
                <a:solidFill>
                  <a:srgbClr val="C00000"/>
                </a:solidFill>
                <a:latin typeface="华文新魏" panose="02010800040101010101" pitchFamily="2" charset="-122"/>
                <a:ea typeface="华文新魏" panose="02010800040101010101" pitchFamily="2" charset="-122"/>
              </a:rPr>
              <a:t>主触发器接收数据；</a:t>
            </a:r>
            <a:r>
              <a:rPr lang="zh-CN" altLang="en-US" sz="1800" b="1" dirty="0">
                <a:solidFill>
                  <a:schemeClr val="tx1"/>
                </a:solidFill>
                <a:latin typeface="华文新魏" panose="02010800040101010101" pitchFamily="2" charset="-122"/>
                <a:ea typeface="华文新魏" panose="02010800040101010101" pitchFamily="2" charset="-122"/>
              </a:rPr>
              <a:t>此时，从触发器输出保持不变。</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只有当触发信号</a:t>
            </a:r>
            <a:r>
              <a:rPr lang="en-US" altLang="zh-CN" sz="1800" b="1" dirty="0">
                <a:solidFill>
                  <a:srgbClr val="C00000"/>
                </a:solidFill>
                <a:latin typeface="华文新魏" panose="02010800040101010101" pitchFamily="2" charset="-122"/>
                <a:ea typeface="华文新魏" panose="02010800040101010101" pitchFamily="2" charset="-122"/>
              </a:rPr>
              <a:t>CLK</a:t>
            </a:r>
            <a:r>
              <a:rPr lang="zh-CN" altLang="en-US" sz="1800" b="1" dirty="0">
                <a:solidFill>
                  <a:srgbClr val="C00000"/>
                </a:solidFill>
                <a:latin typeface="华文新魏" panose="02010800040101010101" pitchFamily="2" charset="-122"/>
                <a:ea typeface="华文新魏" panose="02010800040101010101" pitchFamily="2" charset="-122"/>
              </a:rPr>
              <a:t>下跳</a:t>
            </a:r>
            <a:r>
              <a:rPr lang="zh-CN" altLang="en-US" sz="1800" b="1" dirty="0">
                <a:solidFill>
                  <a:schemeClr val="tx1"/>
                </a:solidFill>
                <a:latin typeface="华文新魏" panose="02010800040101010101" pitchFamily="2" charset="-122"/>
                <a:ea typeface="华文新魏" panose="02010800040101010101" pitchFamily="2" charset="-122"/>
              </a:rPr>
              <a:t>时，主触发器才</a:t>
            </a:r>
            <a:r>
              <a:rPr lang="zh-CN" altLang="en-US" sz="1800" b="1" dirty="0">
                <a:solidFill>
                  <a:srgbClr val="C00000"/>
                </a:solidFill>
                <a:latin typeface="华文新魏" panose="02010800040101010101" pitchFamily="2" charset="-122"/>
                <a:ea typeface="华文新魏" panose="02010800040101010101" pitchFamily="2" charset="-122"/>
              </a:rPr>
              <a:t>把数据传给从触发器</a:t>
            </a:r>
            <a:r>
              <a:rPr lang="zh-CN" altLang="en-US" sz="1800" b="1" dirty="0">
                <a:solidFill>
                  <a:schemeClr val="tx1"/>
                </a:solidFill>
                <a:latin typeface="华文新魏" panose="02010800040101010101" pitchFamily="2" charset="-122"/>
                <a:ea typeface="华文新魏" panose="02010800040101010101" pitchFamily="2" charset="-122"/>
              </a:rPr>
              <a:t>从而引起其输出的变化，与此同时锁住了主触发器。如图（</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）所示。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3731" name="Text Box 6"/>
          <p:cNvSpPr txBox="1"/>
          <p:nvPr/>
        </p:nvSpPr>
        <p:spPr>
          <a:xfrm>
            <a:off x="5940425" y="671513"/>
            <a:ext cx="1209675" cy="584200"/>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rgbClr val="C00000"/>
                </a:solidFill>
                <a:latin typeface="华文新魏" panose="02010800040101010101" pitchFamily="2" charset="-122"/>
                <a:ea typeface="华文新魏" panose="02010800040101010101" pitchFamily="2" charset="-122"/>
              </a:rPr>
              <a:t>主触发器接</a:t>
            </a:r>
            <a:endParaRPr lang="zh-CN" altLang="en-US" sz="1600" b="1" dirty="0">
              <a:solidFill>
                <a:srgbClr val="C00000"/>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600" b="1" dirty="0">
                <a:solidFill>
                  <a:srgbClr val="C00000"/>
                </a:solidFill>
                <a:latin typeface="华文新魏" panose="02010800040101010101" pitchFamily="2" charset="-122"/>
                <a:ea typeface="华文新魏" panose="02010800040101010101" pitchFamily="2" charset="-122"/>
              </a:rPr>
              <a:t>受数据期间</a:t>
            </a:r>
            <a:endParaRPr lang="zh-CN" altLang="en-US" sz="1600" b="1" dirty="0">
              <a:solidFill>
                <a:srgbClr val="C00000"/>
              </a:solidFill>
              <a:latin typeface="华文新魏" panose="02010800040101010101" pitchFamily="2" charset="-122"/>
              <a:ea typeface="华文新魏" panose="02010800040101010101" pitchFamily="2" charset="-122"/>
            </a:endParaRPr>
          </a:p>
        </p:txBody>
      </p:sp>
      <p:grpSp>
        <p:nvGrpSpPr>
          <p:cNvPr id="73732" name="Group 7"/>
          <p:cNvGrpSpPr/>
          <p:nvPr/>
        </p:nvGrpSpPr>
        <p:grpSpPr>
          <a:xfrm>
            <a:off x="3059113" y="1257300"/>
            <a:ext cx="5202237" cy="1657350"/>
            <a:chOff x="2400" y="2516"/>
            <a:chExt cx="3277" cy="1392"/>
          </a:xfrm>
        </p:grpSpPr>
        <p:sp>
          <p:nvSpPr>
            <p:cNvPr id="73736" name="Line 8"/>
            <p:cNvSpPr/>
            <p:nvPr/>
          </p:nvSpPr>
          <p:spPr>
            <a:xfrm>
              <a:off x="3044" y="3908"/>
              <a:ext cx="384" cy="0"/>
            </a:xfrm>
            <a:prstGeom prst="line">
              <a:avLst/>
            </a:prstGeom>
            <a:ln w="28575" cap="flat" cmpd="sng">
              <a:solidFill>
                <a:srgbClr val="C00000"/>
              </a:solidFill>
              <a:prstDash val="solid"/>
              <a:headEnd type="none" w="med" len="med"/>
              <a:tailEnd type="none" w="med" len="med"/>
            </a:ln>
          </p:spPr>
        </p:sp>
        <p:sp>
          <p:nvSpPr>
            <p:cNvPr id="73737" name="Line 9"/>
            <p:cNvSpPr/>
            <p:nvPr/>
          </p:nvSpPr>
          <p:spPr>
            <a:xfrm flipV="1">
              <a:off x="3428" y="3188"/>
              <a:ext cx="336" cy="720"/>
            </a:xfrm>
            <a:prstGeom prst="line">
              <a:avLst/>
            </a:prstGeom>
            <a:ln w="28575" cap="flat" cmpd="sng">
              <a:solidFill>
                <a:srgbClr val="C00000"/>
              </a:solidFill>
              <a:prstDash val="solid"/>
              <a:headEnd type="none" w="med" len="med"/>
              <a:tailEnd type="none" w="med" len="med"/>
            </a:ln>
          </p:spPr>
        </p:sp>
        <p:sp>
          <p:nvSpPr>
            <p:cNvPr id="73738" name="Line 10"/>
            <p:cNvSpPr/>
            <p:nvPr/>
          </p:nvSpPr>
          <p:spPr>
            <a:xfrm>
              <a:off x="3764" y="3188"/>
              <a:ext cx="720" cy="0"/>
            </a:xfrm>
            <a:prstGeom prst="line">
              <a:avLst/>
            </a:prstGeom>
            <a:ln w="28575" cap="flat" cmpd="sng">
              <a:solidFill>
                <a:srgbClr val="C00000"/>
              </a:solidFill>
              <a:prstDash val="solid"/>
              <a:headEnd type="none" w="med" len="med"/>
              <a:tailEnd type="none" w="med" len="med"/>
            </a:ln>
          </p:spPr>
        </p:sp>
        <p:sp>
          <p:nvSpPr>
            <p:cNvPr id="73739" name="Line 11"/>
            <p:cNvSpPr/>
            <p:nvPr/>
          </p:nvSpPr>
          <p:spPr>
            <a:xfrm>
              <a:off x="4484" y="3188"/>
              <a:ext cx="240" cy="720"/>
            </a:xfrm>
            <a:prstGeom prst="line">
              <a:avLst/>
            </a:prstGeom>
            <a:ln w="28575" cap="flat" cmpd="sng">
              <a:solidFill>
                <a:srgbClr val="C00000"/>
              </a:solidFill>
              <a:prstDash val="solid"/>
              <a:headEnd type="none" w="med" len="med"/>
              <a:tailEnd type="none" w="med" len="med"/>
            </a:ln>
          </p:spPr>
        </p:sp>
        <p:sp>
          <p:nvSpPr>
            <p:cNvPr id="73740" name="Line 12"/>
            <p:cNvSpPr/>
            <p:nvPr/>
          </p:nvSpPr>
          <p:spPr>
            <a:xfrm>
              <a:off x="4724" y="3908"/>
              <a:ext cx="384" cy="0"/>
            </a:xfrm>
            <a:prstGeom prst="line">
              <a:avLst/>
            </a:prstGeom>
            <a:ln w="28575" cap="flat" cmpd="sng">
              <a:solidFill>
                <a:srgbClr val="C00000"/>
              </a:solidFill>
              <a:prstDash val="solid"/>
              <a:headEnd type="none" w="med" len="med"/>
              <a:tailEnd type="none" w="med" len="med"/>
            </a:ln>
          </p:spPr>
        </p:sp>
        <p:sp>
          <p:nvSpPr>
            <p:cNvPr id="73741" name="Line 13"/>
            <p:cNvSpPr/>
            <p:nvPr/>
          </p:nvSpPr>
          <p:spPr>
            <a:xfrm>
              <a:off x="3332" y="3620"/>
              <a:ext cx="144" cy="144"/>
            </a:xfrm>
            <a:prstGeom prst="line">
              <a:avLst/>
            </a:prstGeom>
            <a:ln w="28575" cap="flat" cmpd="sng">
              <a:solidFill>
                <a:schemeClr val="hlink"/>
              </a:solidFill>
              <a:prstDash val="solid"/>
              <a:headEnd type="none" w="med" len="med"/>
              <a:tailEnd type="triangle" w="med" len="med"/>
            </a:ln>
          </p:spPr>
        </p:sp>
        <p:sp>
          <p:nvSpPr>
            <p:cNvPr id="73742" name="Line 14"/>
            <p:cNvSpPr/>
            <p:nvPr/>
          </p:nvSpPr>
          <p:spPr>
            <a:xfrm flipH="1">
              <a:off x="2660" y="3620"/>
              <a:ext cx="672" cy="0"/>
            </a:xfrm>
            <a:prstGeom prst="line">
              <a:avLst/>
            </a:prstGeom>
            <a:ln w="28575" cap="flat" cmpd="sng">
              <a:solidFill>
                <a:schemeClr val="hlink"/>
              </a:solidFill>
              <a:prstDash val="solid"/>
              <a:headEnd type="none" w="med" len="med"/>
              <a:tailEnd type="none" w="med" len="med"/>
            </a:ln>
          </p:spPr>
        </p:sp>
        <p:sp>
          <p:nvSpPr>
            <p:cNvPr id="73743" name="Text Box 15"/>
            <p:cNvSpPr txBox="1"/>
            <p:nvPr/>
          </p:nvSpPr>
          <p:spPr>
            <a:xfrm>
              <a:off x="2476" y="3329"/>
              <a:ext cx="892" cy="284"/>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rgbClr val="0000FF"/>
                  </a:solidFill>
                  <a:latin typeface="华文新魏" panose="02010800040101010101" pitchFamily="2" charset="-122"/>
                  <a:ea typeface="华文新魏" panose="02010800040101010101" pitchFamily="2" charset="-122"/>
                </a:rPr>
                <a:t>封锁从触发器</a:t>
              </a:r>
              <a:endParaRPr lang="zh-CN" altLang="en-US" sz="1600" b="1" dirty="0">
                <a:solidFill>
                  <a:srgbClr val="0000FF"/>
                </a:solidFill>
                <a:latin typeface="华文新魏" panose="02010800040101010101" pitchFamily="2" charset="-122"/>
                <a:ea typeface="华文新魏" panose="02010800040101010101" pitchFamily="2" charset="-122"/>
              </a:endParaRPr>
            </a:p>
          </p:txBody>
        </p:sp>
        <p:sp>
          <p:nvSpPr>
            <p:cNvPr id="73744" name="Line 16"/>
            <p:cNvSpPr/>
            <p:nvPr/>
          </p:nvSpPr>
          <p:spPr>
            <a:xfrm>
              <a:off x="3524" y="3236"/>
              <a:ext cx="144" cy="144"/>
            </a:xfrm>
            <a:prstGeom prst="line">
              <a:avLst/>
            </a:prstGeom>
            <a:ln w="28575" cap="flat" cmpd="sng">
              <a:solidFill>
                <a:schemeClr val="hlink"/>
              </a:solidFill>
              <a:prstDash val="solid"/>
              <a:headEnd type="none" w="med" len="med"/>
              <a:tailEnd type="triangle" w="med" len="med"/>
            </a:ln>
          </p:spPr>
        </p:sp>
        <p:sp>
          <p:nvSpPr>
            <p:cNvPr id="73745" name="Line 17"/>
            <p:cNvSpPr/>
            <p:nvPr/>
          </p:nvSpPr>
          <p:spPr>
            <a:xfrm flipH="1">
              <a:off x="2660" y="3236"/>
              <a:ext cx="864" cy="0"/>
            </a:xfrm>
            <a:prstGeom prst="line">
              <a:avLst/>
            </a:prstGeom>
            <a:ln w="28575" cap="flat" cmpd="sng">
              <a:solidFill>
                <a:schemeClr val="hlink"/>
              </a:solidFill>
              <a:prstDash val="solid"/>
              <a:headEnd type="none" w="med" len="med"/>
              <a:tailEnd type="none" w="med" len="med"/>
            </a:ln>
          </p:spPr>
        </p:sp>
        <p:sp>
          <p:nvSpPr>
            <p:cNvPr id="73746" name="Text Box 18"/>
            <p:cNvSpPr txBox="1"/>
            <p:nvPr/>
          </p:nvSpPr>
          <p:spPr>
            <a:xfrm>
              <a:off x="2400" y="2772"/>
              <a:ext cx="768" cy="491"/>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主触发器开</a:t>
              </a:r>
              <a:endParaRPr lang="zh-CN" altLang="en-US" sz="16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始接受数据</a:t>
              </a:r>
              <a:endParaRPr lang="zh-CN" altLang="en-US" sz="1600" b="1" dirty="0">
                <a:solidFill>
                  <a:schemeClr val="tx1"/>
                </a:solidFill>
                <a:latin typeface="华文新魏" panose="02010800040101010101" pitchFamily="2" charset="-122"/>
                <a:ea typeface="华文新魏" panose="02010800040101010101" pitchFamily="2" charset="-122"/>
              </a:endParaRPr>
            </a:p>
          </p:txBody>
        </p:sp>
        <p:sp>
          <p:nvSpPr>
            <p:cNvPr id="73747" name="Line 19"/>
            <p:cNvSpPr/>
            <p:nvPr/>
          </p:nvSpPr>
          <p:spPr>
            <a:xfrm flipV="1">
              <a:off x="3667" y="2660"/>
              <a:ext cx="0" cy="720"/>
            </a:xfrm>
            <a:prstGeom prst="line">
              <a:avLst/>
            </a:prstGeom>
            <a:ln w="19050" cap="flat" cmpd="sng">
              <a:solidFill>
                <a:schemeClr val="hlink"/>
              </a:solidFill>
              <a:prstDash val="solid"/>
              <a:headEnd type="none" w="med" len="med"/>
              <a:tailEnd type="none" w="med" len="med"/>
            </a:ln>
          </p:spPr>
        </p:sp>
        <p:sp>
          <p:nvSpPr>
            <p:cNvPr id="73748" name="Line 20"/>
            <p:cNvSpPr/>
            <p:nvPr/>
          </p:nvSpPr>
          <p:spPr>
            <a:xfrm flipV="1">
              <a:off x="4560" y="2660"/>
              <a:ext cx="0" cy="720"/>
            </a:xfrm>
            <a:prstGeom prst="line">
              <a:avLst/>
            </a:prstGeom>
            <a:ln w="19050" cap="flat" cmpd="sng">
              <a:solidFill>
                <a:schemeClr val="hlink"/>
              </a:solidFill>
              <a:prstDash val="solid"/>
              <a:headEnd type="none" w="med" len="med"/>
              <a:tailEnd type="none" w="med" len="med"/>
            </a:ln>
          </p:spPr>
        </p:sp>
        <p:sp>
          <p:nvSpPr>
            <p:cNvPr id="73749" name="Line 21"/>
            <p:cNvSpPr/>
            <p:nvPr/>
          </p:nvSpPr>
          <p:spPr>
            <a:xfrm>
              <a:off x="3648" y="2948"/>
              <a:ext cx="912" cy="0"/>
            </a:xfrm>
            <a:prstGeom prst="line">
              <a:avLst/>
            </a:prstGeom>
            <a:ln w="19050" cap="flat" cmpd="sng">
              <a:solidFill>
                <a:schemeClr val="hlink"/>
              </a:solidFill>
              <a:prstDash val="solid"/>
              <a:headEnd type="triangle" w="med" len="med"/>
              <a:tailEnd type="triangle" w="med" len="med"/>
            </a:ln>
          </p:spPr>
        </p:sp>
        <p:sp>
          <p:nvSpPr>
            <p:cNvPr id="73750" name="Line 22"/>
            <p:cNvSpPr/>
            <p:nvPr/>
          </p:nvSpPr>
          <p:spPr>
            <a:xfrm>
              <a:off x="4080" y="2516"/>
              <a:ext cx="0" cy="432"/>
            </a:xfrm>
            <a:prstGeom prst="line">
              <a:avLst/>
            </a:prstGeom>
            <a:ln w="19050" cap="flat" cmpd="sng">
              <a:solidFill>
                <a:schemeClr val="hlink"/>
              </a:solidFill>
              <a:prstDash val="solid"/>
              <a:headEnd type="none" w="med" len="med"/>
              <a:tailEnd type="triangle" w="med" len="med"/>
            </a:ln>
          </p:spPr>
        </p:sp>
        <p:sp>
          <p:nvSpPr>
            <p:cNvPr id="73751" name="Line 23"/>
            <p:cNvSpPr/>
            <p:nvPr/>
          </p:nvSpPr>
          <p:spPr>
            <a:xfrm>
              <a:off x="4080" y="2516"/>
              <a:ext cx="672" cy="0"/>
            </a:xfrm>
            <a:prstGeom prst="line">
              <a:avLst/>
            </a:prstGeom>
            <a:ln w="19050" cap="flat" cmpd="sng">
              <a:solidFill>
                <a:schemeClr val="hlink"/>
              </a:solidFill>
              <a:prstDash val="solid"/>
              <a:headEnd type="none" w="med" len="med"/>
              <a:tailEnd type="none" w="med" len="med"/>
            </a:ln>
          </p:spPr>
        </p:sp>
        <p:sp>
          <p:nvSpPr>
            <p:cNvPr id="73752" name="Line 24"/>
            <p:cNvSpPr/>
            <p:nvPr/>
          </p:nvSpPr>
          <p:spPr>
            <a:xfrm flipH="1">
              <a:off x="4752" y="3236"/>
              <a:ext cx="864" cy="0"/>
            </a:xfrm>
            <a:prstGeom prst="line">
              <a:avLst/>
            </a:prstGeom>
            <a:ln w="28575" cap="flat" cmpd="sng">
              <a:solidFill>
                <a:schemeClr val="hlink"/>
              </a:solidFill>
              <a:prstDash val="solid"/>
              <a:headEnd type="none" w="med" len="med"/>
              <a:tailEnd type="none" w="med" len="med"/>
            </a:ln>
          </p:spPr>
        </p:sp>
        <p:sp>
          <p:nvSpPr>
            <p:cNvPr id="73753" name="Line 25"/>
            <p:cNvSpPr/>
            <p:nvPr/>
          </p:nvSpPr>
          <p:spPr>
            <a:xfrm flipH="1">
              <a:off x="4800" y="3620"/>
              <a:ext cx="672" cy="0"/>
            </a:xfrm>
            <a:prstGeom prst="line">
              <a:avLst/>
            </a:prstGeom>
            <a:ln w="28575" cap="flat" cmpd="sng">
              <a:solidFill>
                <a:schemeClr val="hlink"/>
              </a:solidFill>
              <a:prstDash val="solid"/>
              <a:headEnd type="none" w="med" len="med"/>
              <a:tailEnd type="none" w="med" len="med"/>
            </a:ln>
          </p:spPr>
        </p:sp>
        <p:sp>
          <p:nvSpPr>
            <p:cNvPr id="73754" name="Line 26"/>
            <p:cNvSpPr/>
            <p:nvPr/>
          </p:nvSpPr>
          <p:spPr>
            <a:xfrm flipH="1">
              <a:off x="4560" y="3236"/>
              <a:ext cx="192" cy="144"/>
            </a:xfrm>
            <a:prstGeom prst="line">
              <a:avLst/>
            </a:prstGeom>
            <a:ln w="19050" cap="flat" cmpd="sng">
              <a:solidFill>
                <a:schemeClr val="hlink"/>
              </a:solidFill>
              <a:prstDash val="solid"/>
              <a:headEnd type="none" w="med" len="med"/>
              <a:tailEnd type="triangle" w="med" len="med"/>
            </a:ln>
          </p:spPr>
        </p:sp>
        <p:sp>
          <p:nvSpPr>
            <p:cNvPr id="73755" name="Text Box 27"/>
            <p:cNvSpPr txBox="1"/>
            <p:nvPr/>
          </p:nvSpPr>
          <p:spPr>
            <a:xfrm>
              <a:off x="4684" y="2744"/>
              <a:ext cx="763" cy="491"/>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rgbClr val="0000FF"/>
                  </a:solidFill>
                  <a:latin typeface="华文新魏" panose="02010800040101010101" pitchFamily="2" charset="-122"/>
                  <a:ea typeface="华文新魏" panose="02010800040101010101" pitchFamily="2" charset="-122"/>
                </a:rPr>
                <a:t>封锁主触发</a:t>
              </a:r>
              <a:endParaRPr lang="zh-CN" altLang="en-US" sz="1600" b="1" dirty="0">
                <a:solidFill>
                  <a:srgbClr val="0000FF"/>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600" b="1" dirty="0">
                  <a:solidFill>
                    <a:srgbClr val="0000FF"/>
                  </a:solidFill>
                  <a:latin typeface="华文新魏" panose="02010800040101010101" pitchFamily="2" charset="-122"/>
                  <a:ea typeface="华文新魏" panose="02010800040101010101" pitchFamily="2" charset="-122"/>
                </a:rPr>
                <a:t>器数据输入</a:t>
              </a:r>
              <a:endParaRPr lang="zh-CN" altLang="en-US" sz="1600" b="1" dirty="0">
                <a:solidFill>
                  <a:srgbClr val="0000FF"/>
                </a:solidFill>
                <a:latin typeface="华文新魏" panose="02010800040101010101" pitchFamily="2" charset="-122"/>
                <a:ea typeface="华文新魏" panose="02010800040101010101" pitchFamily="2" charset="-122"/>
              </a:endParaRPr>
            </a:p>
          </p:txBody>
        </p:sp>
        <p:sp>
          <p:nvSpPr>
            <p:cNvPr id="73756" name="Line 28"/>
            <p:cNvSpPr/>
            <p:nvPr/>
          </p:nvSpPr>
          <p:spPr>
            <a:xfrm flipH="1">
              <a:off x="4656" y="3620"/>
              <a:ext cx="144" cy="144"/>
            </a:xfrm>
            <a:prstGeom prst="line">
              <a:avLst/>
            </a:prstGeom>
            <a:ln w="19050" cap="flat" cmpd="sng">
              <a:solidFill>
                <a:schemeClr val="hlink"/>
              </a:solidFill>
              <a:prstDash val="solid"/>
              <a:headEnd type="none" w="med" len="med"/>
              <a:tailEnd type="triangle" w="med" len="med"/>
            </a:ln>
          </p:spPr>
        </p:sp>
        <p:sp>
          <p:nvSpPr>
            <p:cNvPr id="73757" name="Text Box 29"/>
            <p:cNvSpPr txBox="1"/>
            <p:nvPr/>
          </p:nvSpPr>
          <p:spPr>
            <a:xfrm>
              <a:off x="4656" y="3176"/>
              <a:ext cx="1021" cy="491"/>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主触发器把数据</a:t>
              </a:r>
              <a:endParaRPr lang="zh-CN" altLang="en-US" sz="16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传给从触发器</a:t>
              </a:r>
              <a:endParaRPr lang="zh-CN" altLang="en-US" sz="1600" b="1" dirty="0">
                <a:solidFill>
                  <a:schemeClr val="tx1"/>
                </a:solidFill>
                <a:latin typeface="华文新魏" panose="02010800040101010101" pitchFamily="2" charset="-122"/>
                <a:ea typeface="华文新魏" panose="02010800040101010101" pitchFamily="2" charset="-122"/>
              </a:endParaRPr>
            </a:p>
          </p:txBody>
        </p:sp>
      </p:grpSp>
      <p:sp>
        <p:nvSpPr>
          <p:cNvPr id="73733" name="Text Box 30"/>
          <p:cNvSpPr txBox="1"/>
          <p:nvPr/>
        </p:nvSpPr>
        <p:spPr>
          <a:xfrm>
            <a:off x="4211638" y="3292475"/>
            <a:ext cx="3384550"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  </a:t>
            </a:r>
            <a:r>
              <a:rPr lang="zh-CN" altLang="en-US" sz="1800" dirty="0">
                <a:solidFill>
                  <a:schemeClr val="tx1"/>
                </a:solidFill>
                <a:latin typeface="华文新魏" panose="02010800040101010101" pitchFamily="2" charset="-122"/>
                <a:ea typeface="华文新魏" panose="02010800040101010101" pitchFamily="2" charset="-122"/>
              </a:rPr>
              <a:t>触发脉冲</a:t>
            </a:r>
            <a:r>
              <a:rPr lang="en-US" altLang="zh-CN" sz="1800" b="1" dirty="0">
                <a:solidFill>
                  <a:srgbClr val="C00000"/>
                </a:solidFill>
                <a:latin typeface="华文新魏" panose="02010800040101010101" pitchFamily="2" charset="-122"/>
                <a:ea typeface="华文新魏" panose="02010800040101010101" pitchFamily="2" charset="-122"/>
              </a:rPr>
              <a:t>C</a:t>
            </a:r>
            <a:r>
              <a:rPr lang="zh-CN" altLang="en-US" sz="1800" dirty="0">
                <a:solidFill>
                  <a:schemeClr val="tx1"/>
                </a:solidFill>
                <a:latin typeface="华文新魏" panose="02010800040101010101" pitchFamily="2" charset="-122"/>
                <a:ea typeface="华文新魏" panose="02010800040101010101" pitchFamily="2" charset="-122"/>
              </a:rPr>
              <a:t>作用期间的情况</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65542" name="Text Box 31"/>
          <p:cNvSpPr txBox="1"/>
          <p:nvPr/>
        </p:nvSpPr>
        <p:spPr>
          <a:xfrm>
            <a:off x="468313" y="4011613"/>
            <a:ext cx="8610600" cy="700405"/>
          </a:xfrm>
          <a:prstGeom prst="rect">
            <a:avLst/>
          </a:prstGeom>
          <a:noFill/>
          <a:ln w="9525">
            <a:noFill/>
          </a:ln>
        </p:spPr>
        <p:txBody>
          <a:bodyPr>
            <a:spAutoFit/>
          </a:bodyPr>
          <a:lstStyle/>
          <a:p>
            <a:pPr eaLnBrk="1" hangingPunct="1">
              <a:lnSpc>
                <a:spcPct val="11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受门的传输延迟时间的影响，为保证稳定地将 </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状态记入主从触发器，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要求在触发脉冲下降沿到达前一段时间，</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值已稳定。</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3735" name="Rectangle 32"/>
          <p:cNvSpPr>
            <a:spLocks noGrp="1"/>
          </p:cNvSpPr>
          <p:nvPr>
            <p:ph type="title"/>
          </p:nvPr>
        </p:nvSpPr>
        <p:spPr>
          <a:xfrm>
            <a:off x="381000" y="530225"/>
            <a:ext cx="5638800" cy="4000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触发脉冲作用期间的情况：</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pic>
        <p:nvPicPr>
          <p:cNvPr id="3" name="图片 2"/>
          <p:cNvPicPr>
            <a:picLocks noChangeAspect="1"/>
          </p:cNvPicPr>
          <p:nvPr/>
        </p:nvPicPr>
        <p:blipFill>
          <a:blip r:embed="rId1"/>
          <a:stretch>
            <a:fillRect/>
          </a:stretch>
        </p:blipFill>
        <p:spPr>
          <a:xfrm>
            <a:off x="98751" y="2699147"/>
            <a:ext cx="3479166" cy="12041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5542"/>
                                        </p:tgtEl>
                                        <p:attrNameLst>
                                          <p:attrName>style.visibility</p:attrName>
                                        </p:attrNameLst>
                                      </p:cBhvr>
                                      <p:to>
                                        <p:strVal val="visible"/>
                                      </p:to>
                                    </p:set>
                                    <p:anim calcmode="lin" valueType="num">
                                      <p:cBhvr additive="base">
                                        <p:cTn id="11" dur="500" fill="hold"/>
                                        <p:tgtEl>
                                          <p:spTgt spid="65542"/>
                                        </p:tgtEl>
                                        <p:attrNameLst>
                                          <p:attrName>ppt_x</p:attrName>
                                        </p:attrNameLst>
                                      </p:cBhvr>
                                      <p:tavLst>
                                        <p:tav tm="0">
                                          <p:val>
                                            <p:strVal val="#ppt_x"/>
                                          </p:val>
                                        </p:tav>
                                        <p:tav tm="100000">
                                          <p:val>
                                            <p:strVal val="#ppt_x"/>
                                          </p:val>
                                        </p:tav>
                                      </p:tavLst>
                                    </p:anim>
                                    <p:anim calcmode="lin" valueType="num">
                                      <p:cBhvr additive="base">
                                        <p:cTn id="12" dur="500" fill="hold"/>
                                        <p:tgtEl>
                                          <p:spTgt spid="655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p:cNvSpPr>
          <p:nvPr>
            <p:ph type="title"/>
          </p:nvPr>
        </p:nvSpPr>
        <p:spPr>
          <a:xfrm>
            <a:off x="381000" y="458788"/>
            <a:ext cx="4876800" cy="457200"/>
          </a:xfrm>
          <a:prstGeom prst="rect">
            <a:avLst/>
          </a:prstGeom>
          <a:noFill/>
          <a:ln>
            <a:noFill/>
          </a:ln>
        </p:spPr>
        <p:txBody>
          <a:bodyPr/>
          <a:lstStyle/>
          <a:p>
            <a:pPr eaLnBrk="1" hangingPunct="1"/>
            <a:r>
              <a:rPr lang="zh-CN" altLang="en-US" sz="1800" b="1" dirty="0">
                <a:latin typeface="华文新魏" panose="02010800040101010101" pitchFamily="2" charset="-122"/>
                <a:ea typeface="华文新魏" panose="02010800040101010101" pitchFamily="2" charset="-122"/>
              </a:rPr>
              <a:t>主从</a:t>
            </a:r>
            <a:r>
              <a:rPr lang="en-US" altLang="zh-CN" sz="1800" b="1" dirty="0">
                <a:latin typeface="华文新魏" panose="02010800040101010101" pitchFamily="2" charset="-122"/>
                <a:ea typeface="华文新魏" panose="02010800040101010101" pitchFamily="2" charset="-122"/>
              </a:rPr>
              <a:t>S-R </a:t>
            </a:r>
            <a:r>
              <a:rPr lang="zh-CN" altLang="en-US" sz="1800" b="1" dirty="0">
                <a:latin typeface="华文新魏" panose="02010800040101010101" pitchFamily="2" charset="-122"/>
                <a:ea typeface="华文新魏" panose="02010800040101010101" pitchFamily="2" charset="-122"/>
              </a:rPr>
              <a:t>触发器的特性：</a:t>
            </a:r>
            <a:endParaRPr lang="zh-CN" altLang="en-US" sz="1800" b="1" dirty="0">
              <a:latin typeface="华文新魏" panose="02010800040101010101" pitchFamily="2" charset="-122"/>
              <a:ea typeface="华文新魏" panose="02010800040101010101" pitchFamily="2" charset="-122"/>
            </a:endParaRPr>
          </a:p>
        </p:txBody>
      </p:sp>
      <p:grpSp>
        <p:nvGrpSpPr>
          <p:cNvPr id="74755" name="Group 94"/>
          <p:cNvGrpSpPr/>
          <p:nvPr/>
        </p:nvGrpSpPr>
        <p:grpSpPr>
          <a:xfrm>
            <a:off x="4791075" y="3040063"/>
            <a:ext cx="2667000" cy="1195387"/>
            <a:chOff x="3408" y="2724"/>
            <a:chExt cx="1680" cy="1004"/>
          </a:xfrm>
        </p:grpSpPr>
        <p:sp>
          <p:nvSpPr>
            <p:cNvPr id="74803" name="Rectangle 39"/>
            <p:cNvSpPr/>
            <p:nvPr/>
          </p:nvSpPr>
          <p:spPr>
            <a:xfrm>
              <a:off x="3983" y="2784"/>
              <a:ext cx="517"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4804" name="Text Box 40"/>
            <p:cNvSpPr txBox="1"/>
            <p:nvPr/>
          </p:nvSpPr>
          <p:spPr>
            <a:xfrm>
              <a:off x="3971" y="2724"/>
              <a:ext cx="547" cy="768"/>
            </a:xfrm>
            <a:prstGeom prst="rect">
              <a:avLst/>
            </a:prstGeom>
            <a:noFill/>
            <a:ln w="2857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4805" name="Line 41"/>
            <p:cNvSpPr/>
            <p:nvPr/>
          </p:nvSpPr>
          <p:spPr>
            <a:xfrm>
              <a:off x="4500" y="2890"/>
              <a:ext cx="575" cy="0"/>
            </a:xfrm>
            <a:prstGeom prst="line">
              <a:avLst/>
            </a:prstGeom>
            <a:ln w="28575" cap="flat" cmpd="sng">
              <a:solidFill>
                <a:schemeClr val="tx1"/>
              </a:solidFill>
              <a:prstDash val="solid"/>
              <a:headEnd type="none" w="med" len="med"/>
              <a:tailEnd type="none" w="med" len="med"/>
            </a:ln>
          </p:spPr>
        </p:sp>
        <p:sp>
          <p:nvSpPr>
            <p:cNvPr id="74806" name="Line 42"/>
            <p:cNvSpPr/>
            <p:nvPr/>
          </p:nvSpPr>
          <p:spPr>
            <a:xfrm>
              <a:off x="3408" y="2890"/>
              <a:ext cx="575" cy="0"/>
            </a:xfrm>
            <a:prstGeom prst="line">
              <a:avLst/>
            </a:prstGeom>
            <a:ln w="28575" cap="flat" cmpd="sng">
              <a:solidFill>
                <a:schemeClr val="tx1"/>
              </a:solidFill>
              <a:prstDash val="solid"/>
              <a:headEnd type="none" w="med" len="med"/>
              <a:tailEnd type="none" w="med" len="med"/>
            </a:ln>
          </p:spPr>
        </p:sp>
        <p:sp>
          <p:nvSpPr>
            <p:cNvPr id="74807" name="Line 43"/>
            <p:cNvSpPr/>
            <p:nvPr/>
          </p:nvSpPr>
          <p:spPr>
            <a:xfrm>
              <a:off x="3408" y="3322"/>
              <a:ext cx="575" cy="0"/>
            </a:xfrm>
            <a:prstGeom prst="line">
              <a:avLst/>
            </a:prstGeom>
            <a:ln w="28575" cap="flat" cmpd="sng">
              <a:solidFill>
                <a:schemeClr val="tx1"/>
              </a:solidFill>
              <a:prstDash val="solid"/>
              <a:headEnd type="none" w="med" len="med"/>
              <a:tailEnd type="none" w="med" len="med"/>
            </a:ln>
          </p:spPr>
        </p:sp>
        <p:grpSp>
          <p:nvGrpSpPr>
            <p:cNvPr id="74808" name="Group 44"/>
            <p:cNvGrpSpPr/>
            <p:nvPr/>
          </p:nvGrpSpPr>
          <p:grpSpPr>
            <a:xfrm>
              <a:off x="4500" y="3274"/>
              <a:ext cx="588" cy="68"/>
              <a:chOff x="4656" y="1968"/>
              <a:chExt cx="491" cy="68"/>
            </a:xfrm>
          </p:grpSpPr>
          <p:sp>
            <p:nvSpPr>
              <p:cNvPr id="74817" name="Line 45"/>
              <p:cNvSpPr/>
              <p:nvPr/>
            </p:nvSpPr>
            <p:spPr>
              <a:xfrm>
                <a:off x="4715" y="2001"/>
                <a:ext cx="432" cy="0"/>
              </a:xfrm>
              <a:prstGeom prst="line">
                <a:avLst/>
              </a:prstGeom>
              <a:ln w="28575" cap="flat" cmpd="sng">
                <a:solidFill>
                  <a:schemeClr val="tx1"/>
                </a:solidFill>
                <a:prstDash val="solid"/>
                <a:headEnd type="none" w="med" len="med"/>
                <a:tailEnd type="none" w="med" len="med"/>
              </a:ln>
            </p:spPr>
          </p:sp>
          <p:sp>
            <p:nvSpPr>
              <p:cNvPr id="74818" name="Oval 46"/>
              <p:cNvSpPr/>
              <p:nvPr/>
            </p:nvSpPr>
            <p:spPr>
              <a:xfrm flipH="1">
                <a:off x="4656" y="1968"/>
                <a:ext cx="68" cy="6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74809" name="Line 47"/>
            <p:cNvSpPr/>
            <p:nvPr/>
          </p:nvSpPr>
          <p:spPr>
            <a:xfrm flipH="1">
              <a:off x="3408" y="3107"/>
              <a:ext cx="582" cy="0"/>
            </a:xfrm>
            <a:prstGeom prst="line">
              <a:avLst/>
            </a:prstGeom>
            <a:ln w="28575" cap="flat" cmpd="sng">
              <a:solidFill>
                <a:schemeClr val="tx1"/>
              </a:solidFill>
              <a:prstDash val="solid"/>
              <a:headEnd type="none" w="med" len="med"/>
              <a:tailEnd type="none" w="med" len="med"/>
            </a:ln>
          </p:spPr>
        </p:sp>
        <p:grpSp>
          <p:nvGrpSpPr>
            <p:cNvPr id="74810" name="Group 48"/>
            <p:cNvGrpSpPr/>
            <p:nvPr/>
          </p:nvGrpSpPr>
          <p:grpSpPr>
            <a:xfrm>
              <a:off x="4272" y="2880"/>
              <a:ext cx="48" cy="96"/>
              <a:chOff x="2688" y="2304"/>
              <a:chExt cx="96" cy="96"/>
            </a:xfrm>
          </p:grpSpPr>
          <p:sp>
            <p:nvSpPr>
              <p:cNvPr id="74815" name="Line 49"/>
              <p:cNvSpPr/>
              <p:nvPr/>
            </p:nvSpPr>
            <p:spPr>
              <a:xfrm>
                <a:off x="2688" y="2304"/>
                <a:ext cx="96" cy="0"/>
              </a:xfrm>
              <a:prstGeom prst="line">
                <a:avLst/>
              </a:prstGeom>
              <a:ln w="28575" cap="flat" cmpd="sng">
                <a:solidFill>
                  <a:schemeClr val="tx1"/>
                </a:solidFill>
                <a:prstDash val="solid"/>
                <a:headEnd type="none" w="med" len="med"/>
                <a:tailEnd type="none" w="med" len="med"/>
              </a:ln>
            </p:spPr>
          </p:sp>
          <p:sp>
            <p:nvSpPr>
              <p:cNvPr id="74816" name="Line 50"/>
              <p:cNvSpPr/>
              <p:nvPr/>
            </p:nvSpPr>
            <p:spPr>
              <a:xfrm>
                <a:off x="2784" y="2304"/>
                <a:ext cx="0" cy="96"/>
              </a:xfrm>
              <a:prstGeom prst="line">
                <a:avLst/>
              </a:prstGeom>
              <a:ln w="28575" cap="flat" cmpd="sng">
                <a:solidFill>
                  <a:schemeClr val="tx1"/>
                </a:solidFill>
                <a:prstDash val="solid"/>
                <a:headEnd type="none" w="med" len="med"/>
                <a:tailEnd type="none" w="med" len="med"/>
              </a:ln>
            </p:spPr>
          </p:sp>
        </p:grpSp>
        <p:grpSp>
          <p:nvGrpSpPr>
            <p:cNvPr id="74811" name="Group 51"/>
            <p:cNvGrpSpPr/>
            <p:nvPr/>
          </p:nvGrpSpPr>
          <p:grpSpPr>
            <a:xfrm>
              <a:off x="4303" y="3253"/>
              <a:ext cx="48" cy="96"/>
              <a:chOff x="2688" y="2304"/>
              <a:chExt cx="96" cy="96"/>
            </a:xfrm>
          </p:grpSpPr>
          <p:sp>
            <p:nvSpPr>
              <p:cNvPr id="74813" name="Line 52"/>
              <p:cNvSpPr/>
              <p:nvPr/>
            </p:nvSpPr>
            <p:spPr>
              <a:xfrm>
                <a:off x="2688" y="2304"/>
                <a:ext cx="96" cy="0"/>
              </a:xfrm>
              <a:prstGeom prst="line">
                <a:avLst/>
              </a:prstGeom>
              <a:ln w="28575" cap="flat" cmpd="sng">
                <a:solidFill>
                  <a:schemeClr val="tx1"/>
                </a:solidFill>
                <a:prstDash val="solid"/>
                <a:headEnd type="none" w="med" len="med"/>
                <a:tailEnd type="none" w="med" len="med"/>
              </a:ln>
            </p:spPr>
          </p:sp>
          <p:sp>
            <p:nvSpPr>
              <p:cNvPr id="74814" name="Line 53"/>
              <p:cNvSpPr/>
              <p:nvPr/>
            </p:nvSpPr>
            <p:spPr>
              <a:xfrm>
                <a:off x="2784" y="2304"/>
                <a:ext cx="0" cy="96"/>
              </a:xfrm>
              <a:prstGeom prst="line">
                <a:avLst/>
              </a:prstGeom>
              <a:ln w="28575" cap="flat" cmpd="sng">
                <a:solidFill>
                  <a:schemeClr val="tx1"/>
                </a:solidFill>
                <a:prstDash val="solid"/>
                <a:headEnd type="none" w="med" len="med"/>
                <a:tailEnd type="none" w="med" len="med"/>
              </a:ln>
            </p:spPr>
          </p:sp>
        </p:grpSp>
        <p:sp>
          <p:nvSpPr>
            <p:cNvPr id="74812" name="Text Box 54"/>
            <p:cNvSpPr txBox="1"/>
            <p:nvPr/>
          </p:nvSpPr>
          <p:spPr>
            <a:xfrm>
              <a:off x="3685" y="3418"/>
              <a:ext cx="920" cy="310"/>
            </a:xfrm>
            <a:prstGeom prst="rect">
              <a:avLst/>
            </a:prstGeom>
            <a:noFill/>
            <a:ln w="2857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 </a:t>
              </a:r>
              <a:r>
                <a:rPr lang="zh-CN" altLang="en-US" sz="1800" dirty="0">
                  <a:solidFill>
                    <a:schemeClr val="tx1"/>
                  </a:solidFill>
                  <a:latin typeface="华文新魏" panose="02010800040101010101" pitchFamily="2" charset="-122"/>
                  <a:ea typeface="华文新魏" panose="02010800040101010101" pitchFamily="2" charset="-122"/>
                </a:rPr>
                <a:t>逻辑符号</a:t>
              </a: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74756" name="Group 96"/>
          <p:cNvGrpSpPr/>
          <p:nvPr/>
        </p:nvGrpSpPr>
        <p:grpSpPr>
          <a:xfrm>
            <a:off x="304800" y="696913"/>
            <a:ext cx="4333875" cy="3432571"/>
            <a:chOff x="192" y="585"/>
            <a:chExt cx="2730" cy="2883"/>
          </a:xfrm>
        </p:grpSpPr>
        <p:sp>
          <p:nvSpPr>
            <p:cNvPr id="74796" name="Text Box 55"/>
            <p:cNvSpPr txBox="1"/>
            <p:nvPr/>
          </p:nvSpPr>
          <p:spPr>
            <a:xfrm>
              <a:off x="192" y="585"/>
              <a:ext cx="2730" cy="2883"/>
            </a:xfrm>
            <a:prstGeom prst="rect">
              <a:avLst/>
            </a:prstGeom>
            <a:noFill/>
            <a:ln w="9525">
              <a:noFill/>
            </a:ln>
          </p:spPr>
          <p:txBody>
            <a:bodyPr wrap="none">
              <a:spAutoFit/>
            </a:bodyPr>
            <a:lstStyle/>
            <a:p>
              <a:pPr eaLnBrk="1" hangingPunct="1">
                <a:lnSpc>
                  <a:spcPct val="11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由于</a:t>
              </a:r>
              <a:r>
                <a:rPr lang="zh-CN" altLang="en-US" sz="1800" b="1" dirty="0">
                  <a:solidFill>
                    <a:srgbClr val="C00000"/>
                  </a:solidFill>
                  <a:latin typeface="华文新魏" panose="02010800040101010101" pitchFamily="2" charset="-122"/>
                  <a:ea typeface="华文新魏" panose="02010800040101010101" pitchFamily="2" charset="-122"/>
                </a:rPr>
                <a:t>主从触发器的输出</a:t>
              </a:r>
              <a:r>
                <a:rPr lang="zh-CN" altLang="en-US" sz="1800" b="1" dirty="0">
                  <a:solidFill>
                    <a:schemeClr val="tx1"/>
                  </a:solidFill>
                  <a:latin typeface="华文新魏" panose="02010800040101010101" pitchFamily="2" charset="-122"/>
                  <a:ea typeface="华文新魏" panose="02010800040101010101" pitchFamily="2" charset="-122"/>
                </a:rPr>
                <a:t>在触</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发脉冲上升边时并不马上改变，</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因此在逻辑符号上，输出端应加</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u="sng" dirty="0">
                  <a:solidFill>
                    <a:srgbClr val="C00000"/>
                  </a:solidFill>
                  <a:latin typeface="华文新魏" panose="02010800040101010101" pitchFamily="2" charset="-122"/>
                  <a:ea typeface="华文新魏" panose="02010800040101010101" pitchFamily="2" charset="-122"/>
                </a:rPr>
                <a:t>输出限定符号“    ”表示延迟输出</a:t>
              </a:r>
              <a:r>
                <a:rPr lang="zh-CN" altLang="en-US" sz="1800" b="1" dirty="0">
                  <a:solidFill>
                    <a:srgbClr val="C00000"/>
                  </a:solidFill>
                  <a:latin typeface="华文新魏" panose="02010800040101010101" pitchFamily="2" charset="-122"/>
                  <a:ea typeface="华文新魏" panose="02010800040101010101" pitchFamily="2" charset="-122"/>
                </a:rPr>
                <a:t>。</a:t>
              </a:r>
              <a:endParaRPr lang="zh-CN" altLang="en-US" sz="1800" b="1" dirty="0">
                <a:solidFill>
                  <a:srgbClr val="C00000"/>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此外，主从触发器虽然是在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触发信号的下降沿改变输出，但</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它并不是后沿触发的边沿触发器</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因此在逻辑符号中控制输入端 </a:t>
              </a: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上既没有</a:t>
              </a:r>
              <a:r>
                <a:rPr lang="zh-CN" altLang="en-US" sz="1800" b="1" u="sng" dirty="0">
                  <a:solidFill>
                    <a:srgbClr val="C00000"/>
                  </a:solidFill>
                  <a:latin typeface="华文新魏" panose="02010800040101010101" pitchFamily="2" charset="-122"/>
                  <a:ea typeface="华文新魏" panose="02010800040101010101" pitchFamily="2" charset="-122"/>
                </a:rPr>
                <a:t>动态输入限定符号</a:t>
              </a:r>
              <a:r>
                <a:rPr lang="zh-CN" altLang="en-US" sz="1800" b="1" dirty="0">
                  <a:solidFill>
                    <a:schemeClr val="tx1"/>
                  </a:solidFill>
                  <a:latin typeface="华文新魏" panose="02010800040101010101" pitchFamily="2" charset="-122"/>
                  <a:ea typeface="华文新魏" panose="02010800040101010101" pitchFamily="2" charset="-122"/>
                </a:rPr>
                <a:t>，也</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没有逻辑非符号</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（延迟输出符号</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”表示了下降沿改变输出的特性。）</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4797" name="Group 56"/>
            <p:cNvGrpSpPr/>
            <p:nvPr/>
          </p:nvGrpSpPr>
          <p:grpSpPr>
            <a:xfrm>
              <a:off x="1277" y="1418"/>
              <a:ext cx="96" cy="144"/>
              <a:chOff x="2429" y="2321"/>
              <a:chExt cx="96" cy="96"/>
            </a:xfrm>
          </p:grpSpPr>
          <p:sp>
            <p:nvSpPr>
              <p:cNvPr id="44054" name="Line 57"/>
              <p:cNvSpPr/>
              <p:nvPr/>
            </p:nvSpPr>
            <p:spPr>
              <a:xfrm>
                <a:off x="2429" y="2321"/>
                <a:ext cx="96" cy="0"/>
              </a:xfrm>
              <a:prstGeom prst="line">
                <a:avLst/>
              </a:prstGeom>
              <a:ln>
                <a:solidFill>
                  <a:srgbClr val="C00000"/>
                </a:solidFill>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4055" name="Line 58"/>
              <p:cNvSpPr/>
              <p:nvPr/>
            </p:nvSpPr>
            <p:spPr>
              <a:xfrm>
                <a:off x="2517" y="2321"/>
                <a:ext cx="0" cy="96"/>
              </a:xfrm>
              <a:prstGeom prst="line">
                <a:avLst/>
              </a:prstGeom>
              <a:ln>
                <a:solidFill>
                  <a:srgbClr val="C00000"/>
                </a:solidFill>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nvGrpSpPr>
            <p:cNvPr id="74798" name="Group 59"/>
            <p:cNvGrpSpPr/>
            <p:nvPr/>
          </p:nvGrpSpPr>
          <p:grpSpPr>
            <a:xfrm>
              <a:off x="425" y="3162"/>
              <a:ext cx="96" cy="146"/>
              <a:chOff x="2729" y="2291"/>
              <a:chExt cx="96" cy="97"/>
            </a:xfrm>
          </p:grpSpPr>
          <p:sp>
            <p:nvSpPr>
              <p:cNvPr id="44057" name="Line 60"/>
              <p:cNvSpPr/>
              <p:nvPr/>
            </p:nvSpPr>
            <p:spPr>
              <a:xfrm>
                <a:off x="2729" y="2291"/>
                <a:ext cx="96" cy="0"/>
              </a:xfrm>
              <a:prstGeom prst="line">
                <a:avLst/>
              </a:prstGeom>
              <a:ln>
                <a:solidFill>
                  <a:srgbClr val="C00000"/>
                </a:solidFill>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4058" name="Line 61"/>
              <p:cNvSpPr/>
              <p:nvPr/>
            </p:nvSpPr>
            <p:spPr>
              <a:xfrm>
                <a:off x="2821" y="2292"/>
                <a:ext cx="0" cy="96"/>
              </a:xfrm>
              <a:prstGeom prst="line">
                <a:avLst/>
              </a:prstGeom>
              <a:ln>
                <a:solidFill>
                  <a:srgbClr val="C00000"/>
                </a:solidFill>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graphicFrame>
        <p:nvGraphicFramePr>
          <p:cNvPr id="148572" name="Group 92"/>
          <p:cNvGraphicFramePr>
            <a:graphicFrameLocks noGrp="1"/>
          </p:cNvGraphicFramePr>
          <p:nvPr>
            <p:custDataLst>
              <p:tags r:id="rId1"/>
            </p:custDataLst>
          </p:nvPr>
        </p:nvGraphicFramePr>
        <p:xfrm>
          <a:off x="4643438" y="555625"/>
          <a:ext cx="3048000" cy="2059007"/>
        </p:xfrm>
        <a:graphic>
          <a:graphicData uri="http://schemas.openxmlformats.org/drawingml/2006/table">
            <a:tbl>
              <a:tblPr/>
              <a:tblGrid>
                <a:gridCol w="1524000"/>
                <a:gridCol w="1524000"/>
              </a:tblGrid>
              <a:tr h="3994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   C</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42" marB="34242"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42" marB="34242"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659521">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d    </a:t>
                      </a:r>
                      <a:r>
                        <a:rPr kumimoji="1" lang="en-US" altLang="zh-CN" sz="1800" b="0" i="0" u="none" strike="noStrike" cap="none" normalizeH="0" baseline="0" dirty="0" err="1">
                          <a:ln>
                            <a:noFill/>
                          </a:ln>
                          <a:solidFill>
                            <a:schemeClr val="tx1"/>
                          </a:solidFill>
                          <a:effectLst/>
                          <a:latin typeface="黑体" panose="02010609060101010101" pitchFamily="49" charset="-122"/>
                          <a:ea typeface="黑体" panose="02010609060101010101" pitchFamily="49" charset="-122"/>
                        </a:rPr>
                        <a:t>d</a:t>
                      </a: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0    0    </a:t>
                      </a:r>
                      <a:r>
                        <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    </a:t>
                      </a:r>
                      <a:r>
                        <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    </a:t>
                      </a:r>
                      <a:r>
                        <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1    1    </a:t>
                      </a:r>
                      <a:r>
                        <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endParaRPr>
                    </a:p>
                  </a:txBody>
                  <a:tcPr marT="34242" marB="34242"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不确定</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4242" marB="34242"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74768" name="Group 93"/>
          <p:cNvGrpSpPr/>
          <p:nvPr/>
        </p:nvGrpSpPr>
        <p:grpSpPr>
          <a:xfrm>
            <a:off x="5362575" y="1398588"/>
            <a:ext cx="1193800" cy="1665287"/>
            <a:chOff x="3717" y="1044"/>
            <a:chExt cx="752" cy="1400"/>
          </a:xfrm>
        </p:grpSpPr>
        <p:sp>
          <p:nvSpPr>
            <p:cNvPr id="74771" name="Text Box 37"/>
            <p:cNvSpPr txBox="1"/>
            <p:nvPr/>
          </p:nvSpPr>
          <p:spPr>
            <a:xfrm>
              <a:off x="3717" y="2134"/>
              <a:ext cx="752"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 </a:t>
              </a:r>
              <a:r>
                <a:rPr lang="zh-CN" altLang="en-US" sz="1800" dirty="0">
                  <a:solidFill>
                    <a:schemeClr val="tx1"/>
                  </a:solidFill>
                  <a:latin typeface="华文新魏" panose="02010800040101010101" pitchFamily="2" charset="-122"/>
                  <a:ea typeface="华文新魏" panose="02010800040101010101" pitchFamily="2" charset="-122"/>
                </a:rPr>
                <a:t>功能表</a:t>
              </a:r>
              <a:endParaRPr lang="zh-CN" altLang="en-US" sz="1800" dirty="0">
                <a:solidFill>
                  <a:schemeClr val="tx1"/>
                </a:solidFill>
                <a:latin typeface="华文新魏" panose="02010800040101010101" pitchFamily="2" charset="-122"/>
                <a:ea typeface="华文新魏" panose="02010800040101010101" pitchFamily="2" charset="-122"/>
              </a:endParaRPr>
            </a:p>
          </p:txBody>
        </p:sp>
        <p:grpSp>
          <p:nvGrpSpPr>
            <p:cNvPr id="74772" name="Group 13"/>
            <p:cNvGrpSpPr/>
            <p:nvPr/>
          </p:nvGrpSpPr>
          <p:grpSpPr>
            <a:xfrm>
              <a:off x="3936" y="1044"/>
              <a:ext cx="192" cy="96"/>
              <a:chOff x="960" y="3216"/>
              <a:chExt cx="336" cy="144"/>
            </a:xfrm>
          </p:grpSpPr>
          <p:sp>
            <p:nvSpPr>
              <p:cNvPr id="74791" name="Line 14"/>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4792" name="Line 15"/>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4793" name="Line 16"/>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4794" name="Line 17"/>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4795" name="Line 18"/>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4773" name="Group 19"/>
            <p:cNvGrpSpPr/>
            <p:nvPr/>
          </p:nvGrpSpPr>
          <p:grpSpPr>
            <a:xfrm>
              <a:off x="3936" y="1346"/>
              <a:ext cx="192" cy="96"/>
              <a:chOff x="960" y="3216"/>
              <a:chExt cx="336" cy="144"/>
            </a:xfrm>
          </p:grpSpPr>
          <p:sp>
            <p:nvSpPr>
              <p:cNvPr id="74786" name="Line 20"/>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4787" name="Line 21"/>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4788" name="Line 22"/>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4789" name="Line 23"/>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4790" name="Line 24"/>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4774" name="Group 25"/>
            <p:cNvGrpSpPr/>
            <p:nvPr/>
          </p:nvGrpSpPr>
          <p:grpSpPr>
            <a:xfrm>
              <a:off x="3936" y="1608"/>
              <a:ext cx="192" cy="96"/>
              <a:chOff x="960" y="3216"/>
              <a:chExt cx="336" cy="144"/>
            </a:xfrm>
          </p:grpSpPr>
          <p:sp>
            <p:nvSpPr>
              <p:cNvPr id="74781" name="Line 26"/>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4782" name="Line 27"/>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4783" name="Line 28"/>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4784" name="Line 29"/>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4785" name="Line 30"/>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4775" name="Group 31"/>
            <p:cNvGrpSpPr/>
            <p:nvPr/>
          </p:nvGrpSpPr>
          <p:grpSpPr>
            <a:xfrm>
              <a:off x="3936" y="1884"/>
              <a:ext cx="192" cy="96"/>
              <a:chOff x="960" y="3216"/>
              <a:chExt cx="336" cy="144"/>
            </a:xfrm>
          </p:grpSpPr>
          <p:sp>
            <p:nvSpPr>
              <p:cNvPr id="74776" name="Line 32"/>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4777" name="Line 33"/>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4778" name="Line 34"/>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4779" name="Line 35"/>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4780" name="Line 36"/>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sp>
        <p:nvSpPr>
          <p:cNvPr id="74769" name="Text Box 95"/>
          <p:cNvSpPr txBox="1"/>
          <p:nvPr/>
        </p:nvSpPr>
        <p:spPr>
          <a:xfrm>
            <a:off x="304800" y="4227513"/>
            <a:ext cx="8610600" cy="646112"/>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主从</a:t>
            </a:r>
            <a:r>
              <a:rPr lang="en-US" altLang="zh-CN" sz="1800" b="1" dirty="0">
                <a:solidFill>
                  <a:schemeClr val="tx1"/>
                </a:solidFill>
                <a:latin typeface="华文新魏" panose="02010800040101010101" pitchFamily="2" charset="-122"/>
                <a:ea typeface="华文新魏" panose="02010800040101010101" pitchFamily="2" charset="-122"/>
              </a:rPr>
              <a:t>S-R</a:t>
            </a:r>
            <a:r>
              <a:rPr lang="zh-CN" altLang="en-US" sz="1800" b="1" dirty="0">
                <a:solidFill>
                  <a:schemeClr val="tx1"/>
                </a:solidFill>
                <a:latin typeface="华文新魏" panose="02010800040101010101" pitchFamily="2" charset="-122"/>
                <a:ea typeface="华文新魏" panose="02010800040101010101" pitchFamily="2" charset="-122"/>
              </a:rPr>
              <a:t>触发器的次态真值表，即次态方程与带使能端的</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锁存器相同。</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57" name="AutoShape 123"/>
          <p:cNvSpPr/>
          <p:nvPr/>
        </p:nvSpPr>
        <p:spPr>
          <a:xfrm>
            <a:off x="6972300" y="3954463"/>
            <a:ext cx="1487488" cy="647700"/>
          </a:xfrm>
          <a:prstGeom prst="wedgeRoundRectCallout">
            <a:avLst>
              <a:gd name="adj1" fmla="val -93222"/>
              <a:gd name="adj2" fmla="val -83088"/>
              <a:gd name="adj3" fmla="val 16667"/>
            </a:avLst>
          </a:prstGeom>
          <a:solidFill>
            <a:schemeClr val="accent1"/>
          </a:solidFill>
          <a:ln w="9525" cap="flat" cmpd="sng">
            <a:solidFill>
              <a:schemeClr val="tx1"/>
            </a:solidFill>
            <a:prstDash val="solid"/>
            <a:miter/>
            <a:headEnd type="none" w="med" len="med"/>
            <a:tailEnd type="none" w="med" len="med"/>
          </a:ln>
        </p:spPr>
        <p:txBody>
          <a:bodyPr/>
          <a:lstStyle/>
          <a:p>
            <a:pPr algn="ctr" eaLnBrk="1" hangingPunct="1"/>
            <a:r>
              <a:rPr lang="zh-CN" altLang="en-US" sz="1800" i="1" dirty="0">
                <a:solidFill>
                  <a:schemeClr val="tx1"/>
                </a:solidFill>
                <a:latin typeface="Times New Roman" panose="02020603050405020304" pitchFamily="18" charset="0"/>
                <a:ea typeface="华文新魏" panose="02010800040101010101" pitchFamily="2" charset="-122"/>
              </a:rPr>
              <a:t>引入输出限定符号！</a:t>
            </a:r>
            <a:endParaRPr lang="zh-CN" altLang="en-US" sz="1800" i="1"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a:xfrm>
            <a:off x="739775" y="530225"/>
            <a:ext cx="6858000" cy="5143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主从</a:t>
            </a:r>
            <a:r>
              <a:rPr lang="en-US" altLang="zh-CN" sz="2000" b="1" dirty="0">
                <a:solidFill>
                  <a:srgbClr val="C00000"/>
                </a:solidFill>
                <a:latin typeface="华文新魏" panose="02010800040101010101" pitchFamily="2" charset="-122"/>
                <a:ea typeface="华文新魏" panose="02010800040101010101" pitchFamily="2" charset="-122"/>
              </a:rPr>
              <a:t>S-R </a:t>
            </a:r>
            <a:r>
              <a:rPr lang="zh-CN" altLang="en-US" sz="2000" b="1" dirty="0">
                <a:solidFill>
                  <a:srgbClr val="C00000"/>
                </a:solidFill>
                <a:latin typeface="华文新魏" panose="02010800040101010101" pitchFamily="2" charset="-122"/>
                <a:ea typeface="华文新魏" panose="02010800040101010101" pitchFamily="2" charset="-122"/>
              </a:rPr>
              <a:t>触发器工作过程时序图：</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grpSp>
        <p:nvGrpSpPr>
          <p:cNvPr id="75779" name="Group 121"/>
          <p:cNvGrpSpPr/>
          <p:nvPr/>
        </p:nvGrpSpPr>
        <p:grpSpPr>
          <a:xfrm>
            <a:off x="663575" y="2586038"/>
            <a:ext cx="6172200" cy="2317750"/>
            <a:chOff x="192" y="1920"/>
            <a:chExt cx="3888" cy="1947"/>
          </a:xfrm>
        </p:grpSpPr>
        <p:sp>
          <p:nvSpPr>
            <p:cNvPr id="45059" name="Line 35"/>
            <p:cNvSpPr/>
            <p:nvPr/>
          </p:nvSpPr>
          <p:spPr>
            <a:xfrm>
              <a:off x="672" y="2160"/>
              <a:ext cx="432"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0" name="Line 36"/>
            <p:cNvSpPr/>
            <p:nvPr/>
          </p:nvSpPr>
          <p:spPr>
            <a:xfrm flipV="1">
              <a:off x="1104" y="1920"/>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1" name="Line 37"/>
            <p:cNvSpPr/>
            <p:nvPr/>
          </p:nvSpPr>
          <p:spPr>
            <a:xfrm>
              <a:off x="1248" y="1920"/>
              <a:ext cx="28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2" name="Line 38"/>
            <p:cNvSpPr/>
            <p:nvPr/>
          </p:nvSpPr>
          <p:spPr>
            <a:xfrm>
              <a:off x="1536" y="1920"/>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3" name="Line 39"/>
            <p:cNvSpPr/>
            <p:nvPr/>
          </p:nvSpPr>
          <p:spPr>
            <a:xfrm>
              <a:off x="1680" y="2160"/>
              <a:ext cx="182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4" name="Line 40"/>
            <p:cNvSpPr/>
            <p:nvPr/>
          </p:nvSpPr>
          <p:spPr>
            <a:xfrm flipV="1">
              <a:off x="3504" y="1920"/>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5" name="Line 41"/>
            <p:cNvSpPr/>
            <p:nvPr/>
          </p:nvSpPr>
          <p:spPr>
            <a:xfrm>
              <a:off x="3648" y="1920"/>
              <a:ext cx="28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6" name="Line 42"/>
            <p:cNvSpPr/>
            <p:nvPr/>
          </p:nvSpPr>
          <p:spPr>
            <a:xfrm>
              <a:off x="672" y="2496"/>
              <a:ext cx="1392"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75819" name="Group 43"/>
            <p:cNvGrpSpPr/>
            <p:nvPr/>
          </p:nvGrpSpPr>
          <p:grpSpPr>
            <a:xfrm>
              <a:off x="2064" y="2256"/>
              <a:ext cx="384" cy="240"/>
              <a:chOff x="2064" y="2832"/>
              <a:chExt cx="576" cy="240"/>
            </a:xfrm>
          </p:grpSpPr>
          <p:sp>
            <p:nvSpPr>
              <p:cNvPr id="45068" name="Line 44"/>
              <p:cNvSpPr/>
              <p:nvPr/>
            </p:nvSpPr>
            <p:spPr>
              <a:xfrm flipV="1">
                <a:off x="2064" y="2832"/>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9" name="Line 45"/>
              <p:cNvSpPr/>
              <p:nvPr/>
            </p:nvSpPr>
            <p:spPr>
              <a:xfrm>
                <a:off x="2208" y="2832"/>
                <a:ext cx="28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70" name="Line 46"/>
              <p:cNvSpPr/>
              <p:nvPr/>
            </p:nvSpPr>
            <p:spPr>
              <a:xfrm>
                <a:off x="2496" y="2832"/>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45071" name="Line 47"/>
            <p:cNvSpPr/>
            <p:nvPr/>
          </p:nvSpPr>
          <p:spPr>
            <a:xfrm>
              <a:off x="2448" y="2496"/>
              <a:ext cx="336"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75821" name="Group 48"/>
            <p:cNvGrpSpPr/>
            <p:nvPr/>
          </p:nvGrpSpPr>
          <p:grpSpPr>
            <a:xfrm>
              <a:off x="2784" y="2256"/>
              <a:ext cx="384" cy="240"/>
              <a:chOff x="2064" y="2832"/>
              <a:chExt cx="576" cy="240"/>
            </a:xfrm>
          </p:grpSpPr>
          <p:sp>
            <p:nvSpPr>
              <p:cNvPr id="45073" name="Line 49"/>
              <p:cNvSpPr/>
              <p:nvPr/>
            </p:nvSpPr>
            <p:spPr>
              <a:xfrm flipV="1">
                <a:off x="2064" y="2832"/>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74" name="Line 50"/>
              <p:cNvSpPr/>
              <p:nvPr/>
            </p:nvSpPr>
            <p:spPr>
              <a:xfrm>
                <a:off x="2208" y="2832"/>
                <a:ext cx="28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75" name="Line 51"/>
              <p:cNvSpPr/>
              <p:nvPr/>
            </p:nvSpPr>
            <p:spPr>
              <a:xfrm>
                <a:off x="2496" y="2832"/>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45076" name="Line 52"/>
            <p:cNvSpPr/>
            <p:nvPr/>
          </p:nvSpPr>
          <p:spPr>
            <a:xfrm>
              <a:off x="3168" y="2496"/>
              <a:ext cx="76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77" name="Line 53"/>
            <p:cNvSpPr/>
            <p:nvPr/>
          </p:nvSpPr>
          <p:spPr>
            <a:xfrm>
              <a:off x="672" y="2880"/>
              <a:ext cx="240"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75824" name="Group 54"/>
            <p:cNvGrpSpPr/>
            <p:nvPr/>
          </p:nvGrpSpPr>
          <p:grpSpPr>
            <a:xfrm>
              <a:off x="912" y="2640"/>
              <a:ext cx="1008" cy="240"/>
              <a:chOff x="1152" y="3264"/>
              <a:chExt cx="1008" cy="240"/>
            </a:xfrm>
          </p:grpSpPr>
          <p:sp>
            <p:nvSpPr>
              <p:cNvPr id="45079" name="Line 55"/>
              <p:cNvSpPr/>
              <p:nvPr/>
            </p:nvSpPr>
            <p:spPr>
              <a:xfrm flipV="1">
                <a:off x="1152" y="3264"/>
                <a:ext cx="96"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0" name="Line 56"/>
              <p:cNvSpPr/>
              <p:nvPr/>
            </p:nvSpPr>
            <p:spPr>
              <a:xfrm>
                <a:off x="1248" y="3264"/>
                <a:ext cx="816"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1" name="Line 57"/>
              <p:cNvSpPr/>
              <p:nvPr/>
            </p:nvSpPr>
            <p:spPr>
              <a:xfrm>
                <a:off x="2064" y="3264"/>
                <a:ext cx="96"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45082" name="Line 58"/>
            <p:cNvSpPr/>
            <p:nvPr/>
          </p:nvSpPr>
          <p:spPr>
            <a:xfrm>
              <a:off x="1920" y="2880"/>
              <a:ext cx="672"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75826" name="Group 59"/>
            <p:cNvGrpSpPr/>
            <p:nvPr/>
          </p:nvGrpSpPr>
          <p:grpSpPr>
            <a:xfrm>
              <a:off x="2592" y="2640"/>
              <a:ext cx="1008" cy="240"/>
              <a:chOff x="1152" y="3264"/>
              <a:chExt cx="1008" cy="240"/>
            </a:xfrm>
          </p:grpSpPr>
          <p:sp>
            <p:nvSpPr>
              <p:cNvPr id="45084" name="Line 60"/>
              <p:cNvSpPr/>
              <p:nvPr/>
            </p:nvSpPr>
            <p:spPr>
              <a:xfrm flipV="1">
                <a:off x="1152" y="3264"/>
                <a:ext cx="96"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5" name="Line 61"/>
              <p:cNvSpPr/>
              <p:nvPr/>
            </p:nvSpPr>
            <p:spPr>
              <a:xfrm>
                <a:off x="1248" y="3264"/>
                <a:ext cx="816"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75854" name="Line 62"/>
              <p:cNvSpPr/>
              <p:nvPr/>
            </p:nvSpPr>
            <p:spPr>
              <a:xfrm>
                <a:off x="2064" y="3264"/>
                <a:ext cx="96" cy="240"/>
              </a:xfrm>
              <a:prstGeom prst="line">
                <a:avLst/>
              </a:prstGeom>
              <a:ln w="28575" cap="flat" cmpd="sng">
                <a:solidFill>
                  <a:schemeClr val="hlink"/>
                </a:solidFill>
                <a:prstDash val="solid"/>
                <a:headEnd type="none" w="med" len="med"/>
                <a:tailEnd type="none" w="med" len="med"/>
              </a:ln>
            </p:spPr>
          </p:sp>
        </p:grpSp>
        <p:sp>
          <p:nvSpPr>
            <p:cNvPr id="45087" name="Line 63"/>
            <p:cNvSpPr/>
            <p:nvPr/>
          </p:nvSpPr>
          <p:spPr>
            <a:xfrm>
              <a:off x="3600" y="2880"/>
              <a:ext cx="384"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8" name="Line 64"/>
            <p:cNvSpPr/>
            <p:nvPr/>
          </p:nvSpPr>
          <p:spPr>
            <a:xfrm>
              <a:off x="672" y="3264"/>
              <a:ext cx="432"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9" name="Line 65"/>
            <p:cNvSpPr/>
            <p:nvPr/>
          </p:nvSpPr>
          <p:spPr>
            <a:xfrm flipV="1">
              <a:off x="1104" y="3024"/>
              <a:ext cx="144"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0" name="Line 66"/>
            <p:cNvSpPr/>
            <p:nvPr/>
          </p:nvSpPr>
          <p:spPr>
            <a:xfrm>
              <a:off x="1248" y="3024"/>
              <a:ext cx="1536"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1" name="Line 67"/>
            <p:cNvSpPr/>
            <p:nvPr/>
          </p:nvSpPr>
          <p:spPr>
            <a:xfrm>
              <a:off x="2784" y="3024"/>
              <a:ext cx="144"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2" name="Line 68"/>
            <p:cNvSpPr/>
            <p:nvPr/>
          </p:nvSpPr>
          <p:spPr>
            <a:xfrm>
              <a:off x="2928" y="3264"/>
              <a:ext cx="1152"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3" name="Line 69"/>
            <p:cNvSpPr/>
            <p:nvPr/>
          </p:nvSpPr>
          <p:spPr>
            <a:xfrm>
              <a:off x="624" y="3648"/>
              <a:ext cx="1152"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4" name="Line 70"/>
            <p:cNvSpPr/>
            <p:nvPr/>
          </p:nvSpPr>
          <p:spPr>
            <a:xfrm flipV="1">
              <a:off x="1776" y="3408"/>
              <a:ext cx="144"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5" name="Line 71"/>
            <p:cNvSpPr/>
            <p:nvPr/>
          </p:nvSpPr>
          <p:spPr>
            <a:xfrm>
              <a:off x="1920" y="3408"/>
              <a:ext cx="1536"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6" name="Line 72"/>
            <p:cNvSpPr/>
            <p:nvPr/>
          </p:nvSpPr>
          <p:spPr>
            <a:xfrm>
              <a:off x="3456" y="3408"/>
              <a:ext cx="144"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7" name="Line 73"/>
            <p:cNvSpPr/>
            <p:nvPr/>
          </p:nvSpPr>
          <p:spPr>
            <a:xfrm>
              <a:off x="3600" y="3648"/>
              <a:ext cx="480"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75838" name="Text Box 74"/>
            <p:cNvSpPr txBox="1"/>
            <p:nvPr/>
          </p:nvSpPr>
          <p:spPr>
            <a:xfrm>
              <a:off x="384" y="1920"/>
              <a:ext cx="206" cy="336"/>
            </a:xfrm>
            <a:prstGeom prst="rect">
              <a:avLst/>
            </a:prstGeom>
            <a:noFill/>
            <a:ln w="9525">
              <a:noFill/>
            </a:ln>
          </p:spPr>
          <p:txBody>
            <a:bodyPr wrap="none">
              <a:spAutoFit/>
            </a:bodyPr>
            <a:lstStyle/>
            <a:p>
              <a:pPr eaLnBrk="1" hangingPunct="1">
                <a:buFont typeface="Arial" panose="020B0604020202020204" pitchFamily="34" charset="0"/>
              </a:pPr>
              <a:r>
                <a:rPr lang="en-US" altLang="zh-CN" dirty="0">
                  <a:solidFill>
                    <a:schemeClr val="tx1"/>
                  </a:solidFill>
                  <a:latin typeface="Times New Roman" panose="02020603050405020304" pitchFamily="18" charset="0"/>
                </a:rPr>
                <a:t>S</a:t>
              </a:r>
              <a:endParaRPr lang="en-US" altLang="zh-CN" dirty="0">
                <a:solidFill>
                  <a:schemeClr val="tx1"/>
                </a:solidFill>
                <a:latin typeface="Times New Roman" panose="02020603050405020304" pitchFamily="18" charset="0"/>
              </a:endParaRPr>
            </a:p>
          </p:txBody>
        </p:sp>
        <p:sp>
          <p:nvSpPr>
            <p:cNvPr id="75839" name="Text Box 75"/>
            <p:cNvSpPr txBox="1"/>
            <p:nvPr/>
          </p:nvSpPr>
          <p:spPr>
            <a:xfrm>
              <a:off x="384" y="2294"/>
              <a:ext cx="224" cy="336"/>
            </a:xfrm>
            <a:prstGeom prst="rect">
              <a:avLst/>
            </a:prstGeom>
            <a:noFill/>
            <a:ln w="9525">
              <a:noFill/>
            </a:ln>
          </p:spPr>
          <p:txBody>
            <a:bodyPr wrap="none">
              <a:spAutoFit/>
            </a:bodyPr>
            <a:lstStyle/>
            <a:p>
              <a:pPr eaLnBrk="1" hangingPunct="1">
                <a:buFont typeface="Arial" panose="020B0604020202020204" pitchFamily="34" charset="0"/>
              </a:pPr>
              <a:r>
                <a:rPr lang="en-US" altLang="zh-CN" dirty="0">
                  <a:solidFill>
                    <a:schemeClr val="tx1"/>
                  </a:solidFill>
                  <a:latin typeface="Times New Roman" panose="02020603050405020304" pitchFamily="18" charset="0"/>
                </a:rPr>
                <a:t>R</a:t>
              </a:r>
              <a:endParaRPr lang="en-US" altLang="zh-CN" dirty="0">
                <a:solidFill>
                  <a:schemeClr val="tx1"/>
                </a:solidFill>
                <a:latin typeface="Times New Roman" panose="02020603050405020304" pitchFamily="18" charset="0"/>
              </a:endParaRPr>
            </a:p>
          </p:txBody>
        </p:sp>
        <p:sp>
          <p:nvSpPr>
            <p:cNvPr id="75840" name="Text Box 76"/>
            <p:cNvSpPr txBox="1"/>
            <p:nvPr/>
          </p:nvSpPr>
          <p:spPr>
            <a:xfrm>
              <a:off x="192" y="2640"/>
              <a:ext cx="440" cy="336"/>
            </a:xfrm>
            <a:prstGeom prst="rect">
              <a:avLst/>
            </a:prstGeom>
            <a:noFill/>
            <a:ln w="9525">
              <a:noFill/>
            </a:ln>
          </p:spPr>
          <p:txBody>
            <a:bodyPr wrap="none">
              <a:spAutoFit/>
            </a:bodyPr>
            <a:lstStyle/>
            <a:p>
              <a:pPr eaLnBrk="1" hangingPunct="1">
                <a:buFont typeface="Arial" panose="020B0604020202020204" pitchFamily="34" charset="0"/>
              </a:pPr>
              <a:r>
                <a:rPr lang="en-US" altLang="zh-CN" dirty="0">
                  <a:solidFill>
                    <a:schemeClr val="tx1"/>
                  </a:solidFill>
                  <a:latin typeface="Times New Roman" panose="02020603050405020304" pitchFamily="18" charset="0"/>
                </a:rPr>
                <a:t>CLK</a:t>
              </a:r>
              <a:endParaRPr lang="en-US" altLang="zh-CN" dirty="0">
                <a:solidFill>
                  <a:schemeClr val="tx1"/>
                </a:solidFill>
                <a:latin typeface="Times New Roman" panose="02020603050405020304" pitchFamily="18" charset="0"/>
              </a:endParaRPr>
            </a:p>
          </p:txBody>
        </p:sp>
        <p:sp>
          <p:nvSpPr>
            <p:cNvPr id="75841" name="Text Box 77"/>
            <p:cNvSpPr txBox="1"/>
            <p:nvPr/>
          </p:nvSpPr>
          <p:spPr>
            <a:xfrm>
              <a:off x="384" y="3408"/>
              <a:ext cx="233" cy="336"/>
            </a:xfrm>
            <a:prstGeom prst="rect">
              <a:avLst/>
            </a:prstGeom>
            <a:noFill/>
            <a:ln w="9525">
              <a:noFill/>
            </a:ln>
          </p:spPr>
          <p:txBody>
            <a:bodyPr wrap="none">
              <a:spAutoFit/>
            </a:bodyPr>
            <a:lstStyle/>
            <a:p>
              <a:pPr eaLnBrk="1" hangingPunct="1">
                <a:buFont typeface="Arial" panose="020B0604020202020204" pitchFamily="34" charset="0"/>
              </a:pPr>
              <a:r>
                <a:rPr lang="en-US" altLang="zh-CN" dirty="0">
                  <a:solidFill>
                    <a:schemeClr val="tx1"/>
                  </a:solidFill>
                  <a:latin typeface="Times New Roman" panose="02020603050405020304" pitchFamily="18" charset="0"/>
                </a:rPr>
                <a:t>Q</a:t>
              </a:r>
              <a:endParaRPr lang="en-US" altLang="zh-CN" dirty="0">
                <a:solidFill>
                  <a:schemeClr val="tx1"/>
                </a:solidFill>
                <a:latin typeface="Times New Roman" panose="02020603050405020304" pitchFamily="18" charset="0"/>
              </a:endParaRPr>
            </a:p>
          </p:txBody>
        </p:sp>
        <p:sp>
          <p:nvSpPr>
            <p:cNvPr id="75842" name="Text Box 78"/>
            <p:cNvSpPr txBox="1"/>
            <p:nvPr/>
          </p:nvSpPr>
          <p:spPr>
            <a:xfrm>
              <a:off x="288" y="2985"/>
              <a:ext cx="307"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Times New Roman" panose="02020603050405020304" pitchFamily="18" charset="0"/>
                </a:rPr>
                <a:t>Q</a:t>
              </a:r>
              <a:r>
                <a:rPr lang="en-US" altLang="zh-CN" sz="1800" baseline="-25000" dirty="0">
                  <a:solidFill>
                    <a:schemeClr val="tx1"/>
                  </a:solidFill>
                  <a:latin typeface="Times New Roman" panose="02020603050405020304" pitchFamily="18" charset="0"/>
                </a:rPr>
                <a:t>M</a:t>
              </a:r>
              <a:endParaRPr lang="en-US" altLang="zh-CN" sz="1800" baseline="-25000" dirty="0">
                <a:solidFill>
                  <a:schemeClr val="tx1"/>
                </a:solidFill>
                <a:latin typeface="Times New Roman" panose="02020603050405020304" pitchFamily="18" charset="0"/>
              </a:endParaRPr>
            </a:p>
          </p:txBody>
        </p:sp>
        <p:sp>
          <p:nvSpPr>
            <p:cNvPr id="45103" name="Line 79"/>
            <p:cNvSpPr/>
            <p:nvPr/>
          </p:nvSpPr>
          <p:spPr>
            <a:xfrm>
              <a:off x="1104" y="3072"/>
              <a:ext cx="48" cy="96"/>
            </a:xfrm>
            <a:prstGeom prst="line">
              <a:avLst/>
            </a:prstGeom>
            <a:ln>
              <a:solidFill>
                <a:schemeClr val="accent2">
                  <a:lumMod val="75000"/>
                </a:schemeClr>
              </a:solidFill>
              <a:headEnd type="none" w="med" len="med"/>
              <a:tailEnd type="triangl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75844" name="Freeform 80"/>
            <p:cNvSpPr/>
            <p:nvPr/>
          </p:nvSpPr>
          <p:spPr>
            <a:xfrm>
              <a:off x="1040" y="2016"/>
              <a:ext cx="216" cy="1056"/>
            </a:xfrm>
            <a:custGeom>
              <a:avLst/>
              <a:gdLst/>
              <a:ahLst/>
              <a:cxnLst>
                <a:cxn ang="0">
                  <a:pos x="160" y="0"/>
                </a:cxn>
                <a:cxn ang="0">
                  <a:pos x="208" y="144"/>
                </a:cxn>
                <a:cxn ang="0">
                  <a:pos x="112" y="384"/>
                </a:cxn>
                <a:cxn ang="0">
                  <a:pos x="16" y="672"/>
                </a:cxn>
                <a:cxn ang="0">
                  <a:pos x="16" y="960"/>
                </a:cxn>
                <a:cxn ang="0">
                  <a:pos x="64" y="1056"/>
                </a:cxn>
              </a:cxnLst>
              <a:rect l="0" t="0" r="0" b="0"/>
              <a:pathLst>
                <a:path w="216" h="1056">
                  <a:moveTo>
                    <a:pt x="160" y="0"/>
                  </a:moveTo>
                  <a:cubicBezTo>
                    <a:pt x="188" y="40"/>
                    <a:pt x="216" y="80"/>
                    <a:pt x="208" y="144"/>
                  </a:cubicBezTo>
                  <a:cubicBezTo>
                    <a:pt x="200" y="208"/>
                    <a:pt x="144" y="296"/>
                    <a:pt x="112" y="384"/>
                  </a:cubicBezTo>
                  <a:cubicBezTo>
                    <a:pt x="80" y="472"/>
                    <a:pt x="32" y="576"/>
                    <a:pt x="16" y="672"/>
                  </a:cubicBezTo>
                  <a:cubicBezTo>
                    <a:pt x="0" y="768"/>
                    <a:pt x="8" y="896"/>
                    <a:pt x="16" y="960"/>
                  </a:cubicBezTo>
                  <a:cubicBezTo>
                    <a:pt x="24" y="1024"/>
                    <a:pt x="56" y="1040"/>
                    <a:pt x="64" y="1056"/>
                  </a:cubicBezTo>
                </a:path>
              </a:pathLst>
            </a:custGeom>
            <a:noFill/>
            <a:ln w="19050" cap="flat" cmpd="sng">
              <a:solidFill>
                <a:srgbClr val="C55A11">
                  <a:alpha val="100000"/>
                </a:srgbClr>
              </a:solidFill>
              <a:prstDash val="solid"/>
              <a:round/>
              <a:headEnd type="none" w="med" len="med"/>
              <a:tailEnd type="none" w="med" len="med"/>
            </a:ln>
          </p:spPr>
          <p:txBody>
            <a:bodyPr/>
            <a:lstStyle/>
            <a:p>
              <a:endParaRPr lang="zh-CN" altLang="en-US"/>
            </a:p>
          </p:txBody>
        </p:sp>
        <p:sp>
          <p:nvSpPr>
            <p:cNvPr id="75845" name="Line 81"/>
            <p:cNvSpPr/>
            <p:nvPr/>
          </p:nvSpPr>
          <p:spPr>
            <a:xfrm>
              <a:off x="1824" y="3408"/>
              <a:ext cx="48" cy="96"/>
            </a:xfrm>
            <a:prstGeom prst="line">
              <a:avLst/>
            </a:prstGeom>
            <a:ln w="19050" cap="flat" cmpd="sng">
              <a:solidFill>
                <a:srgbClr val="C55A11"/>
              </a:solidFill>
              <a:prstDash val="solid"/>
              <a:headEnd type="none" w="med" len="med"/>
              <a:tailEnd type="triangle" w="med" len="med"/>
            </a:ln>
          </p:spPr>
        </p:sp>
        <p:sp>
          <p:nvSpPr>
            <p:cNvPr id="75846" name="Freeform 82"/>
            <p:cNvSpPr/>
            <p:nvPr/>
          </p:nvSpPr>
          <p:spPr>
            <a:xfrm>
              <a:off x="1800" y="2784"/>
              <a:ext cx="176" cy="624"/>
            </a:xfrm>
            <a:custGeom>
              <a:avLst/>
              <a:gdLst/>
              <a:ahLst/>
              <a:cxnLst>
                <a:cxn ang="0">
                  <a:pos x="72" y="0"/>
                </a:cxn>
                <a:cxn ang="0">
                  <a:pos x="168" y="96"/>
                </a:cxn>
                <a:cxn ang="0">
                  <a:pos x="24" y="336"/>
                </a:cxn>
                <a:cxn ang="0">
                  <a:pos x="24" y="624"/>
                </a:cxn>
              </a:cxnLst>
              <a:rect l="0" t="0" r="0" b="0"/>
              <a:pathLst>
                <a:path w="176" h="624">
                  <a:moveTo>
                    <a:pt x="72" y="0"/>
                  </a:moveTo>
                  <a:cubicBezTo>
                    <a:pt x="124" y="20"/>
                    <a:pt x="176" y="40"/>
                    <a:pt x="168" y="96"/>
                  </a:cubicBezTo>
                  <a:cubicBezTo>
                    <a:pt x="160" y="152"/>
                    <a:pt x="48" y="248"/>
                    <a:pt x="24" y="336"/>
                  </a:cubicBezTo>
                  <a:cubicBezTo>
                    <a:pt x="0" y="424"/>
                    <a:pt x="12" y="524"/>
                    <a:pt x="24" y="624"/>
                  </a:cubicBezTo>
                </a:path>
              </a:pathLst>
            </a:custGeom>
            <a:noFill/>
            <a:ln w="19050" cap="flat" cmpd="sng">
              <a:solidFill>
                <a:srgbClr val="C55A11">
                  <a:alpha val="100000"/>
                </a:srgbClr>
              </a:solidFill>
              <a:prstDash val="solid"/>
              <a:round/>
              <a:headEnd type="none" w="med" len="med"/>
              <a:tailEnd type="none" w="med" len="med"/>
            </a:ln>
          </p:spPr>
          <p:txBody>
            <a:bodyPr/>
            <a:lstStyle/>
            <a:p>
              <a:endParaRPr lang="zh-CN" altLang="en-US"/>
            </a:p>
          </p:txBody>
        </p:sp>
        <p:sp>
          <p:nvSpPr>
            <p:cNvPr id="75847" name="Freeform 83"/>
            <p:cNvSpPr/>
            <p:nvPr/>
          </p:nvSpPr>
          <p:spPr>
            <a:xfrm>
              <a:off x="2736" y="2352"/>
              <a:ext cx="152" cy="768"/>
            </a:xfrm>
            <a:custGeom>
              <a:avLst/>
              <a:gdLst/>
              <a:ahLst/>
              <a:cxnLst>
                <a:cxn ang="0">
                  <a:pos x="96" y="0"/>
                </a:cxn>
                <a:cxn ang="0">
                  <a:pos x="144" y="144"/>
                </a:cxn>
                <a:cxn ang="0">
                  <a:pos x="48" y="432"/>
                </a:cxn>
                <a:cxn ang="0">
                  <a:pos x="0" y="576"/>
                </a:cxn>
                <a:cxn ang="0">
                  <a:pos x="48" y="768"/>
                </a:cxn>
              </a:cxnLst>
              <a:rect l="0" t="0" r="0" b="0"/>
              <a:pathLst>
                <a:path w="152" h="768">
                  <a:moveTo>
                    <a:pt x="96" y="0"/>
                  </a:moveTo>
                  <a:cubicBezTo>
                    <a:pt x="124" y="36"/>
                    <a:pt x="152" y="72"/>
                    <a:pt x="144" y="144"/>
                  </a:cubicBezTo>
                  <a:cubicBezTo>
                    <a:pt x="136" y="216"/>
                    <a:pt x="72" y="360"/>
                    <a:pt x="48" y="432"/>
                  </a:cubicBezTo>
                  <a:cubicBezTo>
                    <a:pt x="24" y="504"/>
                    <a:pt x="0" y="520"/>
                    <a:pt x="0" y="576"/>
                  </a:cubicBezTo>
                  <a:cubicBezTo>
                    <a:pt x="0" y="632"/>
                    <a:pt x="24" y="700"/>
                    <a:pt x="48" y="768"/>
                  </a:cubicBezTo>
                </a:path>
              </a:pathLst>
            </a:custGeom>
            <a:noFill/>
            <a:ln w="19050" cap="flat" cmpd="sng">
              <a:solidFill>
                <a:srgbClr val="C55A11">
                  <a:alpha val="100000"/>
                </a:srgbClr>
              </a:solidFill>
              <a:prstDash val="solid"/>
              <a:round/>
              <a:headEnd type="none" w="med" len="med"/>
              <a:tailEnd type="none" w="med" len="med"/>
            </a:ln>
          </p:spPr>
          <p:txBody>
            <a:bodyPr/>
            <a:lstStyle/>
            <a:p>
              <a:endParaRPr lang="zh-CN" altLang="en-US"/>
            </a:p>
          </p:txBody>
        </p:sp>
        <p:sp>
          <p:nvSpPr>
            <p:cNvPr id="75848" name="Line 84"/>
            <p:cNvSpPr/>
            <p:nvPr/>
          </p:nvSpPr>
          <p:spPr>
            <a:xfrm>
              <a:off x="3456" y="3504"/>
              <a:ext cx="48" cy="48"/>
            </a:xfrm>
            <a:prstGeom prst="line">
              <a:avLst/>
            </a:prstGeom>
            <a:ln w="19050" cap="flat" cmpd="sng">
              <a:solidFill>
                <a:srgbClr val="C55A11"/>
              </a:solidFill>
              <a:prstDash val="solid"/>
              <a:headEnd type="none" w="med" len="med"/>
              <a:tailEnd type="triangle" w="med" len="med"/>
            </a:ln>
          </p:spPr>
        </p:sp>
        <p:sp>
          <p:nvSpPr>
            <p:cNvPr id="75849" name="Freeform 85"/>
            <p:cNvSpPr/>
            <p:nvPr/>
          </p:nvSpPr>
          <p:spPr>
            <a:xfrm>
              <a:off x="3400" y="2784"/>
              <a:ext cx="264" cy="720"/>
            </a:xfrm>
            <a:custGeom>
              <a:avLst/>
              <a:gdLst/>
              <a:ahLst/>
              <a:cxnLst>
                <a:cxn ang="0">
                  <a:pos x="152" y="0"/>
                </a:cxn>
                <a:cxn ang="0">
                  <a:pos x="248" y="96"/>
                </a:cxn>
                <a:cxn ang="0">
                  <a:pos x="56" y="336"/>
                </a:cxn>
                <a:cxn ang="0">
                  <a:pos x="8" y="480"/>
                </a:cxn>
                <a:cxn ang="0">
                  <a:pos x="8" y="672"/>
                </a:cxn>
                <a:cxn ang="0">
                  <a:pos x="56" y="720"/>
                </a:cxn>
              </a:cxnLst>
              <a:rect l="0" t="0" r="0" b="0"/>
              <a:pathLst>
                <a:path w="264" h="720">
                  <a:moveTo>
                    <a:pt x="152" y="0"/>
                  </a:moveTo>
                  <a:cubicBezTo>
                    <a:pt x="208" y="20"/>
                    <a:pt x="264" y="40"/>
                    <a:pt x="248" y="96"/>
                  </a:cubicBezTo>
                  <a:cubicBezTo>
                    <a:pt x="232" y="152"/>
                    <a:pt x="96" y="272"/>
                    <a:pt x="56" y="336"/>
                  </a:cubicBezTo>
                  <a:cubicBezTo>
                    <a:pt x="16" y="400"/>
                    <a:pt x="16" y="424"/>
                    <a:pt x="8" y="480"/>
                  </a:cubicBezTo>
                  <a:cubicBezTo>
                    <a:pt x="0" y="536"/>
                    <a:pt x="0" y="632"/>
                    <a:pt x="8" y="672"/>
                  </a:cubicBezTo>
                  <a:cubicBezTo>
                    <a:pt x="16" y="712"/>
                    <a:pt x="36" y="716"/>
                    <a:pt x="56" y="720"/>
                  </a:cubicBezTo>
                </a:path>
              </a:pathLst>
            </a:custGeom>
            <a:noFill/>
            <a:ln w="19050" cap="flat" cmpd="sng">
              <a:solidFill>
                <a:srgbClr val="C55A11">
                  <a:alpha val="100000"/>
                </a:srgbClr>
              </a:solidFill>
              <a:prstDash val="solid"/>
              <a:round/>
              <a:headEnd type="none" w="med" len="med"/>
              <a:tailEnd type="none" w="med" len="med"/>
            </a:ln>
          </p:spPr>
          <p:txBody>
            <a:bodyPr/>
            <a:lstStyle/>
            <a:p>
              <a:endParaRPr lang="zh-CN" altLang="en-US"/>
            </a:p>
          </p:txBody>
        </p:sp>
        <p:sp>
          <p:nvSpPr>
            <p:cNvPr id="75850" name="Text Box 86"/>
            <p:cNvSpPr txBox="1"/>
            <p:nvPr/>
          </p:nvSpPr>
          <p:spPr>
            <a:xfrm>
              <a:off x="2058" y="3557"/>
              <a:ext cx="553" cy="310"/>
            </a:xfrm>
            <a:prstGeom prst="rect">
              <a:avLst/>
            </a:prstGeom>
            <a:noFill/>
            <a:ln w="9525">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时序图</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75851" name="Line 87"/>
            <p:cNvSpPr/>
            <p:nvPr/>
          </p:nvSpPr>
          <p:spPr>
            <a:xfrm>
              <a:off x="2784" y="3120"/>
              <a:ext cx="48" cy="48"/>
            </a:xfrm>
            <a:prstGeom prst="line">
              <a:avLst/>
            </a:prstGeom>
            <a:ln w="19050" cap="flat" cmpd="sng">
              <a:solidFill>
                <a:srgbClr val="C55A11"/>
              </a:solidFill>
              <a:prstDash val="solid"/>
              <a:headEnd type="none" w="med" len="med"/>
              <a:tailEnd type="triangle" w="med" len="med"/>
            </a:ln>
          </p:spPr>
        </p:sp>
      </p:grpSp>
      <p:sp>
        <p:nvSpPr>
          <p:cNvPr id="2" name="矩形 1"/>
          <p:cNvSpPr/>
          <p:nvPr/>
        </p:nvSpPr>
        <p:spPr>
          <a:xfrm>
            <a:off x="1918335" y="859155"/>
            <a:ext cx="2936240" cy="164084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780" name="Group 122"/>
          <p:cNvGrpSpPr/>
          <p:nvPr/>
        </p:nvGrpSpPr>
        <p:grpSpPr>
          <a:xfrm>
            <a:off x="1079500" y="798513"/>
            <a:ext cx="4572000" cy="1776412"/>
            <a:chOff x="454" y="489"/>
            <a:chExt cx="2793" cy="1344"/>
          </a:xfrm>
        </p:grpSpPr>
        <p:sp>
          <p:nvSpPr>
            <p:cNvPr id="75781" name="Text Box 34"/>
            <p:cNvSpPr txBox="1"/>
            <p:nvPr/>
          </p:nvSpPr>
          <p:spPr>
            <a:xfrm>
              <a:off x="2037" y="1523"/>
              <a:ext cx="553" cy="310"/>
            </a:xfrm>
            <a:prstGeom prst="rect">
              <a:avLst/>
            </a:prstGeom>
            <a:noFill/>
            <a:ln w="19050">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电路图</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75782" name="Line 91"/>
            <p:cNvSpPr/>
            <p:nvPr/>
          </p:nvSpPr>
          <p:spPr>
            <a:xfrm>
              <a:off x="1586" y="784"/>
              <a:ext cx="612" cy="0"/>
            </a:xfrm>
            <a:prstGeom prst="line">
              <a:avLst/>
            </a:prstGeom>
            <a:ln w="19050" cap="flat" cmpd="sng">
              <a:solidFill>
                <a:schemeClr val="tx1"/>
              </a:solidFill>
              <a:prstDash val="solid"/>
              <a:headEnd type="none" w="med" len="med"/>
              <a:tailEnd type="none" w="med" len="med"/>
            </a:ln>
          </p:spPr>
        </p:sp>
        <p:sp>
          <p:nvSpPr>
            <p:cNvPr id="75783" name="Line 92"/>
            <p:cNvSpPr/>
            <p:nvPr/>
          </p:nvSpPr>
          <p:spPr>
            <a:xfrm>
              <a:off x="800" y="784"/>
              <a:ext cx="427" cy="0"/>
            </a:xfrm>
            <a:prstGeom prst="line">
              <a:avLst/>
            </a:prstGeom>
            <a:ln w="19050" cap="flat" cmpd="sng">
              <a:solidFill>
                <a:schemeClr val="tx1"/>
              </a:solidFill>
              <a:prstDash val="solid"/>
              <a:headEnd type="none" w="med" len="med"/>
              <a:tailEnd type="none" w="med" len="med"/>
            </a:ln>
          </p:spPr>
        </p:sp>
        <p:sp>
          <p:nvSpPr>
            <p:cNvPr id="75784" name="Line 93"/>
            <p:cNvSpPr/>
            <p:nvPr/>
          </p:nvSpPr>
          <p:spPr>
            <a:xfrm>
              <a:off x="800" y="1216"/>
              <a:ext cx="427" cy="0"/>
            </a:xfrm>
            <a:prstGeom prst="line">
              <a:avLst/>
            </a:prstGeom>
            <a:ln w="19050" cap="flat" cmpd="sng">
              <a:solidFill>
                <a:schemeClr val="tx1"/>
              </a:solidFill>
              <a:prstDash val="solid"/>
              <a:headEnd type="none" w="med" len="med"/>
              <a:tailEnd type="none" w="med" len="med"/>
            </a:ln>
          </p:spPr>
        </p:sp>
        <p:sp>
          <p:nvSpPr>
            <p:cNvPr id="75785" name="Line 94"/>
            <p:cNvSpPr/>
            <p:nvPr/>
          </p:nvSpPr>
          <p:spPr>
            <a:xfrm>
              <a:off x="1649" y="1196"/>
              <a:ext cx="521" cy="0"/>
            </a:xfrm>
            <a:prstGeom prst="line">
              <a:avLst/>
            </a:prstGeom>
            <a:ln w="19050" cap="flat" cmpd="sng">
              <a:solidFill>
                <a:schemeClr val="tx1"/>
              </a:solidFill>
              <a:prstDash val="solid"/>
              <a:headEnd type="none" w="med" len="med"/>
              <a:tailEnd type="none" w="med" len="med"/>
            </a:ln>
          </p:spPr>
        </p:sp>
        <p:sp>
          <p:nvSpPr>
            <p:cNvPr id="75786" name="Line 95"/>
            <p:cNvSpPr/>
            <p:nvPr/>
          </p:nvSpPr>
          <p:spPr>
            <a:xfrm>
              <a:off x="2565" y="774"/>
              <a:ext cx="427" cy="0"/>
            </a:xfrm>
            <a:prstGeom prst="line">
              <a:avLst/>
            </a:prstGeom>
            <a:ln w="19050" cap="flat" cmpd="sng">
              <a:solidFill>
                <a:schemeClr val="tx1"/>
              </a:solidFill>
              <a:prstDash val="solid"/>
              <a:headEnd type="none" w="med" len="med"/>
              <a:tailEnd type="none" w="med" len="med"/>
            </a:ln>
          </p:spPr>
        </p:sp>
        <p:sp>
          <p:nvSpPr>
            <p:cNvPr id="75787" name="Line 96"/>
            <p:cNvSpPr/>
            <p:nvPr/>
          </p:nvSpPr>
          <p:spPr>
            <a:xfrm>
              <a:off x="2618" y="1191"/>
              <a:ext cx="384" cy="0"/>
            </a:xfrm>
            <a:prstGeom prst="line">
              <a:avLst/>
            </a:prstGeom>
            <a:ln w="19050" cap="flat" cmpd="sng">
              <a:solidFill>
                <a:schemeClr val="tx1"/>
              </a:solidFill>
              <a:prstDash val="solid"/>
              <a:headEnd type="none" w="med" len="med"/>
              <a:tailEnd type="none" w="med" len="med"/>
            </a:ln>
          </p:spPr>
        </p:sp>
        <p:sp>
          <p:nvSpPr>
            <p:cNvPr id="75788" name="Oval 97"/>
            <p:cNvSpPr/>
            <p:nvPr/>
          </p:nvSpPr>
          <p:spPr>
            <a:xfrm flipH="1">
              <a:off x="2565" y="1158"/>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5789" name="Line 98"/>
            <p:cNvSpPr/>
            <p:nvPr/>
          </p:nvSpPr>
          <p:spPr>
            <a:xfrm flipH="1">
              <a:off x="1890" y="981"/>
              <a:ext cx="295" cy="0"/>
            </a:xfrm>
            <a:prstGeom prst="line">
              <a:avLst/>
            </a:prstGeom>
            <a:ln w="19050" cap="flat" cmpd="sng">
              <a:solidFill>
                <a:schemeClr val="tx1"/>
              </a:solidFill>
              <a:prstDash val="solid"/>
              <a:headEnd type="none" w="med" len="med"/>
              <a:tailEnd type="none" w="med" len="med"/>
            </a:ln>
          </p:spPr>
        </p:sp>
        <p:sp>
          <p:nvSpPr>
            <p:cNvPr id="75790" name="Rectangle 99"/>
            <p:cNvSpPr/>
            <p:nvPr/>
          </p:nvSpPr>
          <p:spPr>
            <a:xfrm>
              <a:off x="1312" y="1486"/>
              <a:ext cx="193" cy="29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5791" name="Oval 100"/>
            <p:cNvSpPr/>
            <p:nvPr/>
          </p:nvSpPr>
          <p:spPr>
            <a:xfrm flipH="1">
              <a:off x="1505" y="1610"/>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5792" name="Line 101"/>
            <p:cNvSpPr/>
            <p:nvPr/>
          </p:nvSpPr>
          <p:spPr>
            <a:xfrm>
              <a:off x="1558" y="1638"/>
              <a:ext cx="346" cy="0"/>
            </a:xfrm>
            <a:prstGeom prst="line">
              <a:avLst/>
            </a:prstGeom>
            <a:ln w="19050" cap="flat" cmpd="sng">
              <a:solidFill>
                <a:schemeClr val="tx1"/>
              </a:solidFill>
              <a:prstDash val="solid"/>
              <a:headEnd type="none" w="med" len="med"/>
              <a:tailEnd type="none" w="med" len="med"/>
            </a:ln>
          </p:spPr>
        </p:sp>
        <p:sp>
          <p:nvSpPr>
            <p:cNvPr id="75793" name="Text Box 102"/>
            <p:cNvSpPr txBox="1"/>
            <p:nvPr/>
          </p:nvSpPr>
          <p:spPr>
            <a:xfrm>
              <a:off x="1298" y="1489"/>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794" name="Line 103"/>
            <p:cNvSpPr/>
            <p:nvPr/>
          </p:nvSpPr>
          <p:spPr>
            <a:xfrm>
              <a:off x="1894" y="981"/>
              <a:ext cx="0" cy="657"/>
            </a:xfrm>
            <a:prstGeom prst="line">
              <a:avLst/>
            </a:prstGeom>
            <a:ln w="19050" cap="flat" cmpd="sng">
              <a:solidFill>
                <a:schemeClr val="tx1"/>
              </a:solidFill>
              <a:prstDash val="solid"/>
              <a:headEnd type="none" w="med" len="med"/>
              <a:tailEnd type="none" w="med" len="med"/>
            </a:ln>
          </p:spPr>
        </p:sp>
        <p:sp>
          <p:nvSpPr>
            <p:cNvPr id="75795" name="Line 104"/>
            <p:cNvSpPr/>
            <p:nvPr/>
          </p:nvSpPr>
          <p:spPr>
            <a:xfrm>
              <a:off x="1030" y="1001"/>
              <a:ext cx="0" cy="637"/>
            </a:xfrm>
            <a:prstGeom prst="line">
              <a:avLst/>
            </a:prstGeom>
            <a:ln w="19050" cap="flat" cmpd="sng">
              <a:solidFill>
                <a:schemeClr val="tx1"/>
              </a:solidFill>
              <a:prstDash val="solid"/>
              <a:headEnd type="none" w="med" len="med"/>
              <a:tailEnd type="none" w="med" len="med"/>
            </a:ln>
          </p:spPr>
        </p:sp>
        <p:sp>
          <p:nvSpPr>
            <p:cNvPr id="75796" name="Line 105"/>
            <p:cNvSpPr/>
            <p:nvPr/>
          </p:nvSpPr>
          <p:spPr>
            <a:xfrm>
              <a:off x="838" y="1638"/>
              <a:ext cx="480" cy="0"/>
            </a:xfrm>
            <a:prstGeom prst="line">
              <a:avLst/>
            </a:prstGeom>
            <a:ln w="19050" cap="flat" cmpd="sng">
              <a:solidFill>
                <a:schemeClr val="tx1"/>
              </a:solidFill>
              <a:prstDash val="solid"/>
              <a:headEnd type="none" w="med" len="med"/>
              <a:tailEnd type="none" w="med" len="med"/>
            </a:ln>
          </p:spPr>
        </p:sp>
        <p:sp>
          <p:nvSpPr>
            <p:cNvPr id="75797" name="Text Box 106"/>
            <p:cNvSpPr txBox="1"/>
            <p:nvPr/>
          </p:nvSpPr>
          <p:spPr>
            <a:xfrm>
              <a:off x="598" y="650"/>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798" name="Text Box 107"/>
            <p:cNvSpPr txBox="1"/>
            <p:nvPr/>
          </p:nvSpPr>
          <p:spPr>
            <a:xfrm>
              <a:off x="598" y="106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799" name="Text Box 108"/>
            <p:cNvSpPr txBox="1"/>
            <p:nvPr/>
          </p:nvSpPr>
          <p:spPr>
            <a:xfrm>
              <a:off x="454" y="1484"/>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800" name="Text Box 109"/>
            <p:cNvSpPr txBox="1"/>
            <p:nvPr/>
          </p:nvSpPr>
          <p:spPr>
            <a:xfrm>
              <a:off x="1606" y="489"/>
              <a:ext cx="234"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5801" name="Text Box 110"/>
            <p:cNvSpPr txBox="1"/>
            <p:nvPr/>
          </p:nvSpPr>
          <p:spPr>
            <a:xfrm>
              <a:off x="1575" y="1215"/>
              <a:ext cx="306"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5802" name="Text Box 111"/>
            <p:cNvSpPr txBox="1"/>
            <p:nvPr/>
          </p:nvSpPr>
          <p:spPr>
            <a:xfrm>
              <a:off x="2975" y="630"/>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803" name="Text Box 112"/>
            <p:cNvSpPr txBox="1"/>
            <p:nvPr/>
          </p:nvSpPr>
          <p:spPr>
            <a:xfrm>
              <a:off x="2988" y="1062"/>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804" name="Line 113"/>
            <p:cNvSpPr/>
            <p:nvPr/>
          </p:nvSpPr>
          <p:spPr>
            <a:xfrm flipH="1">
              <a:off x="1023" y="994"/>
              <a:ext cx="204" cy="0"/>
            </a:xfrm>
            <a:prstGeom prst="line">
              <a:avLst/>
            </a:prstGeom>
            <a:ln w="19050" cap="flat" cmpd="sng">
              <a:solidFill>
                <a:schemeClr val="tx1"/>
              </a:solidFill>
              <a:prstDash val="solid"/>
              <a:headEnd type="none" w="med" len="med"/>
              <a:tailEnd type="none" w="med" len="med"/>
            </a:ln>
          </p:spPr>
        </p:sp>
        <p:sp>
          <p:nvSpPr>
            <p:cNvPr id="75805" name="Oval 114"/>
            <p:cNvSpPr/>
            <p:nvPr/>
          </p:nvSpPr>
          <p:spPr>
            <a:xfrm>
              <a:off x="1002" y="160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5806" name="Oval 115"/>
            <p:cNvSpPr/>
            <p:nvPr/>
          </p:nvSpPr>
          <p:spPr>
            <a:xfrm flipH="1">
              <a:off x="1591" y="1168"/>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5807" name="Rectangle 116"/>
            <p:cNvSpPr/>
            <p:nvPr/>
          </p:nvSpPr>
          <p:spPr>
            <a:xfrm>
              <a:off x="1156" y="688"/>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5808" name="Text Box 117"/>
            <p:cNvSpPr txBox="1"/>
            <p:nvPr/>
          </p:nvSpPr>
          <p:spPr>
            <a:xfrm>
              <a:off x="1175" y="641"/>
              <a:ext cx="403" cy="76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809" name="Rectangle 118"/>
            <p:cNvSpPr/>
            <p:nvPr/>
          </p:nvSpPr>
          <p:spPr>
            <a:xfrm>
              <a:off x="2128" y="678"/>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5810" name="Text Box 119"/>
            <p:cNvSpPr txBox="1"/>
            <p:nvPr/>
          </p:nvSpPr>
          <p:spPr>
            <a:xfrm>
              <a:off x="2112" y="662"/>
              <a:ext cx="505" cy="776"/>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3" name="文本框 2"/>
          <p:cNvSpPr txBox="1"/>
          <p:nvPr/>
        </p:nvSpPr>
        <p:spPr>
          <a:xfrm>
            <a:off x="6965581" y="3023365"/>
            <a:ext cx="2183829" cy="646331"/>
          </a:xfrm>
          <a:prstGeom prst="rect">
            <a:avLst/>
          </a:prstGeom>
          <a:noFill/>
        </p:spPr>
        <p:txBody>
          <a:bodyPr wrap="square" rtlCol="0">
            <a:spAutoFit/>
          </a:bodyPr>
          <a:lstStyle/>
          <a:p>
            <a:r>
              <a:rPr lang="en-US" altLang="zh-CN" sz="1800" dirty="0">
                <a:solidFill>
                  <a:srgbClr val="0000FF"/>
                </a:solidFill>
                <a:latin typeface="+mn-ea"/>
                <a:ea typeface="+mn-ea"/>
              </a:rPr>
              <a:t>CLK</a:t>
            </a:r>
            <a:r>
              <a:rPr lang="zh-CN" altLang="en-US" sz="1800" dirty="0">
                <a:solidFill>
                  <a:srgbClr val="0000FF"/>
                </a:solidFill>
                <a:latin typeface="+mn-ea"/>
                <a:ea typeface="+mn-ea"/>
              </a:rPr>
              <a:t>的脉冲宽度影响</a:t>
            </a:r>
            <a:r>
              <a:rPr lang="en-US" altLang="zh-CN" sz="1800" dirty="0">
                <a:solidFill>
                  <a:srgbClr val="0000FF"/>
                </a:solidFill>
                <a:latin typeface="+mn-ea"/>
                <a:ea typeface="+mn-ea"/>
              </a:rPr>
              <a:t>Q</a:t>
            </a:r>
            <a:r>
              <a:rPr lang="en-US" altLang="zh-CN" sz="1800" baseline="-25000" dirty="0">
                <a:solidFill>
                  <a:srgbClr val="0000FF"/>
                </a:solidFill>
                <a:latin typeface="+mn-ea"/>
                <a:ea typeface="+mn-ea"/>
              </a:rPr>
              <a:t>M</a:t>
            </a:r>
            <a:r>
              <a:rPr lang="zh-CN" altLang="en-US" sz="1800" dirty="0">
                <a:solidFill>
                  <a:srgbClr val="0000FF"/>
                </a:solidFill>
                <a:latin typeface="+mn-ea"/>
                <a:ea typeface="+mn-ea"/>
              </a:rPr>
              <a:t>和</a:t>
            </a:r>
            <a:r>
              <a:rPr lang="en-US" altLang="zh-CN" sz="1800" dirty="0">
                <a:solidFill>
                  <a:srgbClr val="0000FF"/>
                </a:solidFill>
                <a:latin typeface="+mn-ea"/>
                <a:ea typeface="+mn-ea"/>
              </a:rPr>
              <a:t>Q</a:t>
            </a:r>
            <a:r>
              <a:rPr lang="zh-CN" altLang="en-US" sz="1800" dirty="0">
                <a:solidFill>
                  <a:srgbClr val="0000FF"/>
                </a:solidFill>
                <a:latin typeface="+mn-ea"/>
                <a:ea typeface="+mn-ea"/>
              </a:rPr>
              <a:t>的时延</a:t>
            </a:r>
            <a:endParaRPr lang="zh-CN" altLang="en-US" sz="1800" dirty="0">
              <a:solidFill>
                <a:srgbClr val="0000FF"/>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p:cNvSpPr>
          <p:nvPr>
            <p:ph type="title"/>
          </p:nvPr>
        </p:nvSpPr>
        <p:spPr>
          <a:xfrm>
            <a:off x="722313" y="615950"/>
            <a:ext cx="8458200" cy="514350"/>
          </a:xfrm>
          <a:prstGeom prst="rect">
            <a:avLst/>
          </a:prstGeom>
          <a:noFill/>
          <a:ln>
            <a:noFill/>
          </a:ln>
        </p:spPr>
        <p:txBody>
          <a:bodyPr/>
          <a:lstStyle/>
          <a:p>
            <a:pPr eaLnBrk="1" hangingPunct="1"/>
            <a:r>
              <a:rPr lang="en-US" altLang="zh-CN" sz="2000" b="1" dirty="0">
                <a:solidFill>
                  <a:srgbClr val="C00000"/>
                </a:solidFill>
                <a:latin typeface="华文新魏" panose="02010800040101010101" pitchFamily="2" charset="-122"/>
                <a:ea typeface="华文新魏" panose="02010800040101010101" pitchFamily="2" charset="-122"/>
              </a:rPr>
              <a:t>7</a:t>
            </a:r>
            <a:r>
              <a:rPr lang="zh-CN" altLang="en-US" sz="2000" b="1" dirty="0">
                <a:solidFill>
                  <a:srgbClr val="C00000"/>
                </a:solidFill>
                <a:latin typeface="华文新魏" panose="02010800040101010101" pitchFamily="2" charset="-122"/>
                <a:ea typeface="华文新魏" panose="02010800040101010101" pitchFamily="2" charset="-122"/>
              </a:rPr>
              <a:t>）</a:t>
            </a:r>
            <a:r>
              <a:rPr lang="en-US" altLang="zh-CN" sz="2000" b="1" dirty="0">
                <a:solidFill>
                  <a:srgbClr val="C00000"/>
                </a:solidFill>
                <a:latin typeface="华文新魏" panose="02010800040101010101" pitchFamily="2" charset="-122"/>
                <a:ea typeface="华文新魏" panose="02010800040101010101" pitchFamily="2" charset="-122"/>
              </a:rPr>
              <a:t> </a:t>
            </a:r>
            <a:r>
              <a:rPr lang="zh-CN" altLang="en-US" sz="2000" b="1" dirty="0">
                <a:solidFill>
                  <a:srgbClr val="C00000"/>
                </a:solidFill>
                <a:latin typeface="华文新魏" panose="02010800040101010101" pitchFamily="2" charset="-122"/>
                <a:ea typeface="华文新魏" panose="02010800040101010101" pitchFamily="2" charset="-122"/>
              </a:rPr>
              <a:t>主从</a:t>
            </a:r>
            <a:r>
              <a:rPr lang="en-US" altLang="zh-CN" sz="2000" b="1" dirty="0">
                <a:solidFill>
                  <a:srgbClr val="C00000"/>
                </a:solidFill>
                <a:latin typeface="华文新魏" panose="02010800040101010101" pitchFamily="2" charset="-122"/>
                <a:ea typeface="华文新魏" panose="02010800040101010101" pitchFamily="2" charset="-122"/>
              </a:rPr>
              <a:t>J-K </a:t>
            </a:r>
            <a:r>
              <a:rPr lang="zh-CN" altLang="en-US" sz="2000" b="1" dirty="0">
                <a:solidFill>
                  <a:srgbClr val="C00000"/>
                </a:solidFill>
                <a:latin typeface="华文新魏" panose="02010800040101010101" pitchFamily="2" charset="-122"/>
                <a:ea typeface="华文新魏" panose="02010800040101010101" pitchFamily="2" charset="-122"/>
              </a:rPr>
              <a:t>触发器（</a:t>
            </a:r>
            <a:r>
              <a:rPr lang="en-US" altLang="zh-CN" sz="2000" b="1" i="1" dirty="0">
                <a:solidFill>
                  <a:srgbClr val="C00000"/>
                </a:solidFill>
                <a:latin typeface="华文新魏" panose="02010800040101010101" pitchFamily="2" charset="-122"/>
                <a:ea typeface="华文新魏" panose="02010800040101010101" pitchFamily="2" charset="-122"/>
              </a:rPr>
              <a:t>Master/slave J-K Flip-flop</a:t>
            </a:r>
            <a:r>
              <a:rPr lang="zh-CN" altLang="en-US" sz="2000" b="1" i="1" dirty="0">
                <a:solidFill>
                  <a:srgbClr val="C00000"/>
                </a:solidFill>
                <a:latin typeface="华文新魏" panose="02010800040101010101" pitchFamily="2" charset="-122"/>
                <a:ea typeface="华文新魏" panose="02010800040101010101" pitchFamily="2" charset="-122"/>
              </a:rPr>
              <a:t>）</a:t>
            </a:r>
            <a:endParaRPr lang="zh-CN" altLang="en-US" sz="2000" b="1" i="1" dirty="0">
              <a:solidFill>
                <a:srgbClr val="C00000"/>
              </a:solidFill>
              <a:latin typeface="华文新魏" panose="02010800040101010101" pitchFamily="2" charset="-122"/>
              <a:ea typeface="华文新魏" panose="02010800040101010101" pitchFamily="2" charset="-122"/>
            </a:endParaRPr>
          </a:p>
        </p:txBody>
      </p:sp>
      <p:sp>
        <p:nvSpPr>
          <p:cNvPr id="76803" name="Text Box 6"/>
          <p:cNvSpPr txBox="1"/>
          <p:nvPr/>
        </p:nvSpPr>
        <p:spPr>
          <a:xfrm>
            <a:off x="790575" y="1001713"/>
            <a:ext cx="7813675" cy="1309370"/>
          </a:xfrm>
          <a:prstGeom prst="rect">
            <a:avLst/>
          </a:prstGeom>
          <a:noFill/>
          <a:ln w="9525">
            <a:noFill/>
          </a:ln>
        </p:spPr>
        <p:txBody>
          <a:bodyPr>
            <a:spAutoFit/>
          </a:bodyPr>
          <a:lstStyle/>
          <a:p>
            <a:pPr eaLnBrk="1" hangingPunct="1">
              <a:lnSpc>
                <a:spcPct val="11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在主从 </a:t>
            </a:r>
            <a:r>
              <a:rPr lang="en-US" altLang="zh-CN" sz="1800" b="1" dirty="0">
                <a:solidFill>
                  <a:schemeClr val="tx1"/>
                </a:solidFill>
                <a:latin typeface="华文新魏" panose="02010800040101010101" pitchFamily="2" charset="-122"/>
                <a:ea typeface="华文新魏" panose="02010800040101010101" pitchFamily="2" charset="-122"/>
              </a:rPr>
              <a:t>S-R </a:t>
            </a:r>
            <a:r>
              <a:rPr lang="zh-CN" altLang="en-US" sz="1800" b="1" dirty="0">
                <a:solidFill>
                  <a:schemeClr val="tx1"/>
                </a:solidFill>
                <a:latin typeface="华文新魏" panose="02010800040101010101" pitchFamily="2" charset="-122"/>
                <a:ea typeface="华文新魏" panose="02010800040101010101" pitchFamily="2" charset="-122"/>
              </a:rPr>
              <a:t>触发器的使用过程中</a:t>
            </a:r>
            <a:r>
              <a:rPr lang="zh-CN" altLang="en-US" sz="1800" b="1" dirty="0">
                <a:solidFill>
                  <a:schemeClr val="accent2"/>
                </a:solidFill>
                <a:latin typeface="华文新魏" panose="02010800040101010101" pitchFamily="2" charset="-122"/>
                <a:ea typeface="华文新魏" panose="02010800040101010101" pitchFamily="2" charset="-122"/>
              </a:rPr>
              <a:t>不允许</a:t>
            </a:r>
            <a:r>
              <a:rPr lang="en-US" altLang="zh-CN" sz="1800" b="1" dirty="0">
                <a:solidFill>
                  <a:schemeClr val="accent2"/>
                </a:solidFill>
                <a:latin typeface="华文新魏" panose="02010800040101010101" pitchFamily="2" charset="-122"/>
                <a:ea typeface="华文新魏" panose="02010800040101010101" pitchFamily="2" charset="-122"/>
              </a:rPr>
              <a:t>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a:t>
            </a:r>
            <a:r>
              <a:rPr lang="zh-CN" altLang="en-US" sz="1800" b="1" dirty="0">
                <a:solidFill>
                  <a:schemeClr val="accent2"/>
                </a:solidFill>
                <a:latin typeface="华文新魏" panose="02010800040101010101" pitchFamily="2" charset="-122"/>
                <a:ea typeface="华文新魏" panose="02010800040101010101" pitchFamily="2" charset="-122"/>
              </a:rPr>
              <a:t>信号同时有效</a:t>
            </a:r>
            <a:r>
              <a:rPr lang="zh-CN" altLang="en-US" sz="1800" b="1" dirty="0">
                <a:solidFill>
                  <a:schemeClr val="tx1"/>
                </a:solidFill>
                <a:latin typeface="华文新魏" panose="02010800040101010101" pitchFamily="2" charset="-122"/>
                <a:ea typeface="华文新魏" panose="02010800040101010101" pitchFamily="2" charset="-122"/>
              </a:rPr>
              <a:t>，这给应用带来不便。</a:t>
            </a:r>
            <a:r>
              <a:rPr lang="en-US" altLang="zh-CN" sz="1800" b="1" dirty="0">
                <a:solidFill>
                  <a:srgbClr val="FF0000"/>
                </a:solidFill>
                <a:latin typeface="华文新魏" panose="02010800040101010101" pitchFamily="2" charset="-122"/>
                <a:ea typeface="华文新魏" panose="02010800040101010101" pitchFamily="2" charset="-122"/>
              </a:rPr>
              <a:t>J-K </a:t>
            </a:r>
            <a:r>
              <a:rPr lang="zh-CN" altLang="en-US" sz="1800" b="1" dirty="0">
                <a:solidFill>
                  <a:srgbClr val="FF0000"/>
                </a:solidFill>
                <a:latin typeface="华文新魏" panose="02010800040101010101" pitchFamily="2" charset="-122"/>
                <a:ea typeface="华文新魏" panose="02010800040101010101" pitchFamily="2" charset="-122"/>
              </a:rPr>
              <a:t>触发器利用输出</a:t>
            </a:r>
            <a:r>
              <a:rPr lang="en-US" altLang="zh-CN" sz="1800" b="1" dirty="0">
                <a:solidFill>
                  <a:srgbClr val="FF0000"/>
                </a:solidFill>
                <a:latin typeface="华文新魏" panose="02010800040101010101" pitchFamily="2" charset="-122"/>
                <a:ea typeface="华文新魏" panose="02010800040101010101" pitchFamily="2" charset="-122"/>
              </a:rPr>
              <a:t>Q</a:t>
            </a:r>
            <a:r>
              <a:rPr lang="zh-CN" altLang="en-US" sz="1800" b="1" dirty="0">
                <a:solidFill>
                  <a:srgbClr val="FF0000"/>
                </a:solidFill>
                <a:latin typeface="华文新魏" panose="02010800040101010101" pitchFamily="2" charset="-122"/>
                <a:ea typeface="华文新魏" panose="02010800040101010101" pitchFamily="2" charset="-122"/>
              </a:rPr>
              <a:t>及</a:t>
            </a:r>
            <a:r>
              <a:rPr lang="en-US" altLang="zh-CN" sz="1800" b="1" dirty="0">
                <a:solidFill>
                  <a:srgbClr val="FF0000"/>
                </a:solidFill>
                <a:latin typeface="华文新魏" panose="02010800040101010101" pitchFamily="2" charset="-122"/>
                <a:ea typeface="华文新魏" panose="02010800040101010101" pitchFamily="2" charset="-122"/>
              </a:rPr>
              <a:t>/Q</a:t>
            </a:r>
            <a:r>
              <a:rPr lang="zh-CN" altLang="en-US" sz="1800" b="1" dirty="0">
                <a:solidFill>
                  <a:srgbClr val="FF0000"/>
                </a:solidFill>
                <a:latin typeface="华文新魏" panose="02010800040101010101" pitchFamily="2" charset="-122"/>
                <a:ea typeface="华文新魏" panose="02010800040101010101" pitchFamily="2" charset="-122"/>
              </a:rPr>
              <a:t>不会同时为</a:t>
            </a:r>
            <a:r>
              <a:rPr lang="en-US" altLang="zh-CN" sz="1800" b="1" dirty="0">
                <a:solidFill>
                  <a:srgbClr val="FF0000"/>
                </a:solidFill>
                <a:latin typeface="华文新魏" panose="02010800040101010101" pitchFamily="2" charset="-122"/>
                <a:ea typeface="华文新魏" panose="02010800040101010101" pitchFamily="2" charset="-122"/>
              </a:rPr>
              <a:t>1</a:t>
            </a:r>
            <a:r>
              <a:rPr lang="zh-CN" altLang="en-US" sz="1800" b="1" dirty="0">
                <a:solidFill>
                  <a:srgbClr val="FF0000"/>
                </a:solidFill>
                <a:latin typeface="华文新魏" panose="02010800040101010101" pitchFamily="2" charset="-122"/>
                <a:ea typeface="华文新魏" panose="02010800040101010101" pitchFamily="2" charset="-122"/>
              </a:rPr>
              <a:t>或</a:t>
            </a:r>
            <a:r>
              <a:rPr lang="en-US" altLang="zh-CN" sz="1800" b="1" dirty="0">
                <a:solidFill>
                  <a:srgbClr val="FF0000"/>
                </a:solidFill>
                <a:latin typeface="华文新魏" panose="02010800040101010101" pitchFamily="2" charset="-122"/>
                <a:ea typeface="华文新魏" panose="02010800040101010101" pitchFamily="2" charset="-122"/>
              </a:rPr>
              <a:t>0</a:t>
            </a:r>
            <a:r>
              <a:rPr lang="zh-CN" altLang="en-US" sz="1800" b="1" dirty="0">
                <a:solidFill>
                  <a:srgbClr val="FF0000"/>
                </a:solidFill>
                <a:latin typeface="华文新魏" panose="02010800040101010101" pitchFamily="2" charset="-122"/>
                <a:ea typeface="华文新魏" panose="02010800040101010101" pitchFamily="2" charset="-122"/>
              </a:rPr>
              <a:t>这一特性</a:t>
            </a:r>
            <a:r>
              <a:rPr lang="zh-CN" altLang="en-US" sz="1800" b="1" dirty="0">
                <a:solidFill>
                  <a:schemeClr val="tx1"/>
                </a:solidFill>
                <a:latin typeface="华文新魏" panose="02010800040101010101" pitchFamily="2" charset="-122"/>
                <a:ea typeface="华文新魏" panose="02010800040101010101" pitchFamily="2" charset="-122"/>
              </a:rPr>
              <a:t>，将</a:t>
            </a:r>
            <a:r>
              <a:rPr lang="zh-CN" altLang="en-US" sz="1800" b="1" dirty="0">
                <a:solidFill>
                  <a:schemeClr val="accent2"/>
                </a:solidFill>
                <a:latin typeface="华文新魏" panose="02010800040101010101" pitchFamily="2" charset="-122"/>
                <a:ea typeface="华文新魏" panose="02010800040101010101" pitchFamily="2" charset="-122"/>
              </a:rPr>
              <a:t>输入</a:t>
            </a:r>
            <a:r>
              <a:rPr lang="en-US" altLang="zh-CN" sz="1800" b="1" dirty="0">
                <a:solidFill>
                  <a:schemeClr val="accent2"/>
                </a:solidFill>
                <a:latin typeface="华文新魏" panose="02010800040101010101" pitchFamily="2" charset="-122"/>
                <a:ea typeface="华文新魏" panose="02010800040101010101" pitchFamily="2" charset="-122"/>
              </a:rPr>
              <a:t>J</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K</a:t>
            </a:r>
            <a:r>
              <a:rPr lang="zh-CN" altLang="en-US" sz="1800" b="1" dirty="0">
                <a:solidFill>
                  <a:schemeClr val="accent2"/>
                </a:solidFill>
                <a:latin typeface="华文新魏" panose="02010800040101010101" pitchFamily="2" charset="-122"/>
                <a:ea typeface="华文新魏" panose="02010800040101010101" pitchFamily="2" charset="-122"/>
              </a:rPr>
              <a:t>先分别同</a:t>
            </a:r>
            <a:r>
              <a:rPr lang="en-US" altLang="zh-CN" sz="1800" b="1" dirty="0">
                <a:solidFill>
                  <a:schemeClr val="accent2"/>
                </a:solidFill>
                <a:latin typeface="华文新魏" panose="02010800040101010101" pitchFamily="2" charset="-122"/>
                <a:ea typeface="华文新魏" panose="02010800040101010101" pitchFamily="2" charset="-122"/>
              </a:rPr>
              <a:t>/Q</a:t>
            </a:r>
            <a:r>
              <a:rPr lang="zh-CN" altLang="en-US" sz="1800" b="1" dirty="0">
                <a:solidFill>
                  <a:schemeClr val="accent2"/>
                </a:solidFill>
                <a:latin typeface="华文新魏" panose="02010800040101010101" pitchFamily="2" charset="-122"/>
                <a:ea typeface="华文新魏" panose="02010800040101010101" pitchFamily="2" charset="-122"/>
              </a:rPr>
              <a:t>及</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相与” </a:t>
            </a:r>
            <a:r>
              <a:rPr lang="zh-CN" altLang="en-US" sz="1800" b="1" dirty="0">
                <a:solidFill>
                  <a:schemeClr val="tx1"/>
                </a:solidFill>
                <a:latin typeface="华文新魏" panose="02010800040101010101" pitchFamily="2" charset="-122"/>
                <a:ea typeface="华文新魏" panose="02010800040101010101" pitchFamily="2" charset="-122"/>
              </a:rPr>
              <a:t>后再输入到主触发器的</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及</a:t>
            </a:r>
            <a:r>
              <a:rPr lang="en-US" altLang="zh-CN" sz="1800" b="1" dirty="0">
                <a:solidFill>
                  <a:schemeClr val="tx1"/>
                </a:solidFill>
                <a:latin typeface="华文新魏" panose="02010800040101010101" pitchFamily="2" charset="-122"/>
                <a:ea typeface="华文新魏" panose="02010800040101010101" pitchFamily="2" charset="-122"/>
              </a:rPr>
              <a:t>R</a:t>
            </a:r>
            <a:r>
              <a:rPr lang="zh-CN" altLang="en-US" sz="1800" b="1" dirty="0">
                <a:solidFill>
                  <a:schemeClr val="tx1"/>
                </a:solidFill>
                <a:latin typeface="华文新魏" panose="02010800040101010101" pitchFamily="2" charset="-122"/>
                <a:ea typeface="华文新魏" panose="02010800040101010101" pitchFamily="2" charset="-122"/>
              </a:rPr>
              <a:t>输入端，从而保证主触发器的</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及</a:t>
            </a:r>
            <a:r>
              <a:rPr lang="en-US" altLang="zh-CN" sz="1800" b="1" dirty="0">
                <a:solidFill>
                  <a:schemeClr val="tx1"/>
                </a:solidFill>
                <a:latin typeface="华文新魏" panose="02010800040101010101" pitchFamily="2" charset="-122"/>
                <a:ea typeface="华文新魏" panose="02010800040101010101" pitchFamily="2" charset="-122"/>
              </a:rPr>
              <a:t>R</a:t>
            </a:r>
            <a:r>
              <a:rPr lang="zh-CN" altLang="en-US" sz="1800" b="1" dirty="0">
                <a:solidFill>
                  <a:schemeClr val="tx1"/>
                </a:solidFill>
                <a:latin typeface="华文新魏" panose="02010800040101010101" pitchFamily="2" charset="-122"/>
                <a:ea typeface="华文新魏" panose="02010800040101010101" pitchFamily="2" charset="-122"/>
              </a:rPr>
              <a:t>端不会同时有效，见图</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6804" name="Group 59"/>
          <p:cNvGrpSpPr/>
          <p:nvPr/>
        </p:nvGrpSpPr>
        <p:grpSpPr>
          <a:xfrm>
            <a:off x="1340168" y="2300288"/>
            <a:ext cx="6473825" cy="2439192"/>
            <a:chOff x="302" y="1959"/>
            <a:chExt cx="4078" cy="2050"/>
          </a:xfrm>
        </p:grpSpPr>
        <p:sp>
          <p:nvSpPr>
            <p:cNvPr id="76807" name="Line 4"/>
            <p:cNvSpPr/>
            <p:nvPr/>
          </p:nvSpPr>
          <p:spPr>
            <a:xfrm>
              <a:off x="2595" y="2832"/>
              <a:ext cx="553" cy="0"/>
            </a:xfrm>
            <a:prstGeom prst="line">
              <a:avLst/>
            </a:prstGeom>
            <a:ln w="19050" cap="flat" cmpd="sng">
              <a:solidFill>
                <a:schemeClr val="tx1"/>
              </a:solidFill>
              <a:prstDash val="solid"/>
              <a:headEnd type="none" w="med" len="med"/>
              <a:tailEnd type="none" w="med" len="med"/>
            </a:ln>
          </p:spPr>
        </p:sp>
        <p:sp>
          <p:nvSpPr>
            <p:cNvPr id="76808" name="Line 7"/>
            <p:cNvSpPr/>
            <p:nvPr/>
          </p:nvSpPr>
          <p:spPr>
            <a:xfrm flipV="1">
              <a:off x="3783" y="1959"/>
              <a:ext cx="0" cy="873"/>
            </a:xfrm>
            <a:prstGeom prst="line">
              <a:avLst/>
            </a:prstGeom>
            <a:ln w="19050" cap="flat" cmpd="sng">
              <a:solidFill>
                <a:schemeClr val="tx1"/>
              </a:solidFill>
              <a:prstDash val="solid"/>
              <a:headEnd type="none" w="med" len="med"/>
              <a:tailEnd type="none" w="med" len="med"/>
            </a:ln>
          </p:spPr>
        </p:sp>
        <p:sp>
          <p:nvSpPr>
            <p:cNvPr id="76809" name="Line 8"/>
            <p:cNvSpPr/>
            <p:nvPr/>
          </p:nvSpPr>
          <p:spPr>
            <a:xfrm flipV="1">
              <a:off x="3650" y="2400"/>
              <a:ext cx="0" cy="1152"/>
            </a:xfrm>
            <a:prstGeom prst="line">
              <a:avLst/>
            </a:prstGeom>
            <a:ln w="19050" cap="flat" cmpd="sng">
              <a:solidFill>
                <a:schemeClr val="tx1"/>
              </a:solidFill>
              <a:prstDash val="solid"/>
              <a:headEnd type="none" w="med" len="med"/>
              <a:tailEnd type="none" w="med" len="med"/>
            </a:ln>
          </p:spPr>
        </p:sp>
        <p:sp>
          <p:nvSpPr>
            <p:cNvPr id="76810" name="Line 11"/>
            <p:cNvSpPr/>
            <p:nvPr/>
          </p:nvSpPr>
          <p:spPr>
            <a:xfrm>
              <a:off x="2523" y="2410"/>
              <a:ext cx="612" cy="0"/>
            </a:xfrm>
            <a:prstGeom prst="line">
              <a:avLst/>
            </a:prstGeom>
            <a:ln w="19050" cap="flat" cmpd="sng">
              <a:solidFill>
                <a:schemeClr val="tx1"/>
              </a:solidFill>
              <a:prstDash val="solid"/>
              <a:headEnd type="none" w="med" len="med"/>
              <a:tailEnd type="none" w="med" len="med"/>
            </a:ln>
          </p:spPr>
        </p:sp>
        <p:sp>
          <p:nvSpPr>
            <p:cNvPr id="76811" name="Line 12"/>
            <p:cNvSpPr/>
            <p:nvPr/>
          </p:nvSpPr>
          <p:spPr>
            <a:xfrm>
              <a:off x="1847" y="2409"/>
              <a:ext cx="331" cy="3"/>
            </a:xfrm>
            <a:prstGeom prst="line">
              <a:avLst/>
            </a:prstGeom>
            <a:ln w="19050" cap="flat" cmpd="sng">
              <a:solidFill>
                <a:schemeClr val="tx1"/>
              </a:solidFill>
              <a:prstDash val="solid"/>
              <a:headEnd type="none" w="med" len="med"/>
              <a:tailEnd type="none" w="med" len="med"/>
            </a:ln>
          </p:spPr>
        </p:sp>
        <p:sp>
          <p:nvSpPr>
            <p:cNvPr id="76812" name="Line 14"/>
            <p:cNvSpPr/>
            <p:nvPr/>
          </p:nvSpPr>
          <p:spPr>
            <a:xfrm flipH="1">
              <a:off x="1948" y="2628"/>
              <a:ext cx="253" cy="3"/>
            </a:xfrm>
            <a:prstGeom prst="line">
              <a:avLst/>
            </a:prstGeom>
            <a:ln w="28575" cap="flat" cmpd="sng">
              <a:solidFill>
                <a:srgbClr val="C00000"/>
              </a:solidFill>
              <a:prstDash val="solid"/>
              <a:headEnd type="none" w="med" len="med"/>
              <a:tailEnd type="none" w="med" len="med"/>
            </a:ln>
          </p:spPr>
        </p:sp>
        <p:sp>
          <p:nvSpPr>
            <p:cNvPr id="76813" name="Line 17"/>
            <p:cNvSpPr/>
            <p:nvPr/>
          </p:nvSpPr>
          <p:spPr>
            <a:xfrm>
              <a:off x="3497" y="2400"/>
              <a:ext cx="651" cy="0"/>
            </a:xfrm>
            <a:prstGeom prst="line">
              <a:avLst/>
            </a:prstGeom>
            <a:ln w="19050" cap="flat" cmpd="sng">
              <a:solidFill>
                <a:schemeClr val="tx1"/>
              </a:solidFill>
              <a:prstDash val="solid"/>
              <a:headEnd type="none" w="med" len="med"/>
              <a:tailEnd type="none" w="med" len="med"/>
            </a:ln>
          </p:spPr>
        </p:sp>
        <p:sp>
          <p:nvSpPr>
            <p:cNvPr id="76814" name="Line 19"/>
            <p:cNvSpPr/>
            <p:nvPr/>
          </p:nvSpPr>
          <p:spPr>
            <a:xfrm flipH="1">
              <a:off x="2824" y="2622"/>
              <a:ext cx="295" cy="0"/>
            </a:xfrm>
            <a:prstGeom prst="line">
              <a:avLst/>
            </a:prstGeom>
            <a:ln w="19050" cap="flat" cmpd="sng">
              <a:solidFill>
                <a:schemeClr val="tx1"/>
              </a:solidFill>
              <a:prstDash val="solid"/>
              <a:headEnd type="none" w="med" len="med"/>
              <a:tailEnd type="none" w="med" len="med"/>
            </a:ln>
          </p:spPr>
        </p:sp>
        <p:sp>
          <p:nvSpPr>
            <p:cNvPr id="76815" name="Rectangle 20"/>
            <p:cNvSpPr/>
            <p:nvPr/>
          </p:nvSpPr>
          <p:spPr>
            <a:xfrm>
              <a:off x="2244" y="3122"/>
              <a:ext cx="193" cy="29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16" name="Oval 21"/>
            <p:cNvSpPr/>
            <p:nvPr/>
          </p:nvSpPr>
          <p:spPr>
            <a:xfrm flipH="1">
              <a:off x="2427" y="323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17" name="Line 22"/>
            <p:cNvSpPr/>
            <p:nvPr/>
          </p:nvSpPr>
          <p:spPr>
            <a:xfrm>
              <a:off x="2495" y="3263"/>
              <a:ext cx="333" cy="1"/>
            </a:xfrm>
            <a:prstGeom prst="line">
              <a:avLst/>
            </a:prstGeom>
            <a:ln w="19050" cap="flat" cmpd="sng">
              <a:solidFill>
                <a:schemeClr val="tx1"/>
              </a:solidFill>
              <a:prstDash val="solid"/>
              <a:headEnd type="none" w="med" len="med"/>
              <a:tailEnd type="none" w="med" len="med"/>
            </a:ln>
          </p:spPr>
        </p:sp>
        <p:sp>
          <p:nvSpPr>
            <p:cNvPr id="76818" name="Text Box 23"/>
            <p:cNvSpPr txBox="1"/>
            <p:nvPr/>
          </p:nvSpPr>
          <p:spPr>
            <a:xfrm>
              <a:off x="2230" y="3105"/>
              <a:ext cx="20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19" name="Line 24"/>
            <p:cNvSpPr/>
            <p:nvPr/>
          </p:nvSpPr>
          <p:spPr>
            <a:xfrm>
              <a:off x="2820" y="2617"/>
              <a:ext cx="0" cy="657"/>
            </a:xfrm>
            <a:prstGeom prst="line">
              <a:avLst/>
            </a:prstGeom>
            <a:ln w="19050" cap="flat" cmpd="sng">
              <a:solidFill>
                <a:schemeClr val="tx1"/>
              </a:solidFill>
              <a:prstDash val="solid"/>
              <a:headEnd type="none" w="med" len="med"/>
              <a:tailEnd type="none" w="med" len="med"/>
            </a:ln>
          </p:spPr>
        </p:sp>
        <p:sp>
          <p:nvSpPr>
            <p:cNvPr id="76820" name="Line 25"/>
            <p:cNvSpPr/>
            <p:nvPr/>
          </p:nvSpPr>
          <p:spPr>
            <a:xfrm>
              <a:off x="1948" y="2627"/>
              <a:ext cx="0" cy="637"/>
            </a:xfrm>
            <a:prstGeom prst="line">
              <a:avLst/>
            </a:prstGeom>
            <a:ln w="28575" cap="flat" cmpd="sng">
              <a:solidFill>
                <a:srgbClr val="C00000"/>
              </a:solidFill>
              <a:prstDash val="solid"/>
              <a:headEnd type="none" w="med" len="med"/>
              <a:tailEnd type="none" w="med" len="med"/>
            </a:ln>
          </p:spPr>
        </p:sp>
        <p:sp>
          <p:nvSpPr>
            <p:cNvPr id="76821" name="Line 26"/>
            <p:cNvSpPr/>
            <p:nvPr/>
          </p:nvSpPr>
          <p:spPr>
            <a:xfrm>
              <a:off x="692" y="3264"/>
              <a:ext cx="1548" cy="0"/>
            </a:xfrm>
            <a:prstGeom prst="line">
              <a:avLst/>
            </a:prstGeom>
            <a:ln w="28575" cap="flat" cmpd="sng">
              <a:solidFill>
                <a:srgbClr val="C00000"/>
              </a:solidFill>
              <a:prstDash val="solid"/>
              <a:headEnd type="none" w="med" len="med"/>
              <a:tailEnd type="none" w="med" len="med"/>
            </a:ln>
          </p:spPr>
        </p:sp>
        <p:sp>
          <p:nvSpPr>
            <p:cNvPr id="76822" name="Text Box 27"/>
            <p:cNvSpPr txBox="1"/>
            <p:nvPr/>
          </p:nvSpPr>
          <p:spPr>
            <a:xfrm>
              <a:off x="2543" y="2112"/>
              <a:ext cx="248" cy="325"/>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6823" name="Text Box 28"/>
            <p:cNvSpPr txBox="1"/>
            <p:nvPr/>
          </p:nvSpPr>
          <p:spPr>
            <a:xfrm>
              <a:off x="2487" y="2804"/>
              <a:ext cx="32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6824" name="Text Box 29"/>
            <p:cNvSpPr txBox="1"/>
            <p:nvPr/>
          </p:nvSpPr>
          <p:spPr>
            <a:xfrm>
              <a:off x="4173" y="2257"/>
              <a:ext cx="20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25" name="Text Box 30"/>
            <p:cNvSpPr txBox="1"/>
            <p:nvPr/>
          </p:nvSpPr>
          <p:spPr>
            <a:xfrm>
              <a:off x="4108" y="2650"/>
              <a:ext cx="272"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26" name="Rectangle 31"/>
            <p:cNvSpPr/>
            <p:nvPr/>
          </p:nvSpPr>
          <p:spPr>
            <a:xfrm>
              <a:off x="1315" y="2122"/>
              <a:ext cx="241" cy="33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27" name="Rectangle 32"/>
            <p:cNvSpPr/>
            <p:nvPr/>
          </p:nvSpPr>
          <p:spPr>
            <a:xfrm>
              <a:off x="1316" y="2784"/>
              <a:ext cx="241" cy="33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28" name="Text Box 33"/>
            <p:cNvSpPr txBox="1"/>
            <p:nvPr/>
          </p:nvSpPr>
          <p:spPr>
            <a:xfrm>
              <a:off x="1296" y="2104"/>
              <a:ext cx="200" cy="325"/>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29" name="Text Box 34"/>
            <p:cNvSpPr txBox="1"/>
            <p:nvPr/>
          </p:nvSpPr>
          <p:spPr>
            <a:xfrm>
              <a:off x="1296" y="2756"/>
              <a:ext cx="20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30" name="Line 35"/>
            <p:cNvSpPr/>
            <p:nvPr/>
          </p:nvSpPr>
          <p:spPr>
            <a:xfrm>
              <a:off x="1844" y="2831"/>
              <a:ext cx="308" cy="2"/>
            </a:xfrm>
            <a:prstGeom prst="line">
              <a:avLst/>
            </a:prstGeom>
            <a:ln w="19050" cap="flat" cmpd="sng">
              <a:solidFill>
                <a:schemeClr val="tx1"/>
              </a:solidFill>
              <a:prstDash val="solid"/>
              <a:headEnd type="none" w="med" len="med"/>
              <a:tailEnd type="none" w="med" len="med"/>
            </a:ln>
          </p:spPr>
        </p:sp>
        <p:sp>
          <p:nvSpPr>
            <p:cNvPr id="76831" name="Line 36"/>
            <p:cNvSpPr/>
            <p:nvPr/>
          </p:nvSpPr>
          <p:spPr>
            <a:xfrm flipV="1">
              <a:off x="1844" y="2295"/>
              <a:ext cx="0" cy="118"/>
            </a:xfrm>
            <a:prstGeom prst="line">
              <a:avLst/>
            </a:prstGeom>
            <a:ln w="19050" cap="flat" cmpd="sng">
              <a:solidFill>
                <a:schemeClr val="tx1"/>
              </a:solidFill>
              <a:prstDash val="solid"/>
              <a:headEnd type="none" w="med" len="med"/>
              <a:tailEnd type="none" w="med" len="med"/>
            </a:ln>
          </p:spPr>
        </p:sp>
        <p:sp>
          <p:nvSpPr>
            <p:cNvPr id="76832" name="Line 37"/>
            <p:cNvSpPr/>
            <p:nvPr/>
          </p:nvSpPr>
          <p:spPr>
            <a:xfrm>
              <a:off x="1556" y="2304"/>
              <a:ext cx="295" cy="0"/>
            </a:xfrm>
            <a:prstGeom prst="line">
              <a:avLst/>
            </a:prstGeom>
            <a:ln w="19050" cap="flat" cmpd="sng">
              <a:solidFill>
                <a:schemeClr val="tx1"/>
              </a:solidFill>
              <a:prstDash val="solid"/>
              <a:headEnd type="none" w="med" len="med"/>
              <a:tailEnd type="none" w="med" len="med"/>
            </a:ln>
          </p:spPr>
        </p:sp>
        <p:sp>
          <p:nvSpPr>
            <p:cNvPr id="76833" name="Line 38"/>
            <p:cNvSpPr/>
            <p:nvPr/>
          </p:nvSpPr>
          <p:spPr>
            <a:xfrm flipV="1">
              <a:off x="1844" y="2832"/>
              <a:ext cx="0" cy="96"/>
            </a:xfrm>
            <a:prstGeom prst="line">
              <a:avLst/>
            </a:prstGeom>
            <a:ln w="19050" cap="flat" cmpd="sng">
              <a:solidFill>
                <a:schemeClr val="tx1"/>
              </a:solidFill>
              <a:prstDash val="solid"/>
              <a:headEnd type="none" w="med" len="med"/>
              <a:tailEnd type="none" w="med" len="med"/>
            </a:ln>
          </p:spPr>
        </p:sp>
        <p:sp>
          <p:nvSpPr>
            <p:cNvPr id="76834" name="Line 39"/>
            <p:cNvSpPr/>
            <p:nvPr/>
          </p:nvSpPr>
          <p:spPr>
            <a:xfrm>
              <a:off x="1556" y="2928"/>
              <a:ext cx="295" cy="0"/>
            </a:xfrm>
            <a:prstGeom prst="line">
              <a:avLst/>
            </a:prstGeom>
            <a:ln w="19050" cap="flat" cmpd="sng">
              <a:solidFill>
                <a:schemeClr val="tx1"/>
              </a:solidFill>
              <a:prstDash val="solid"/>
              <a:headEnd type="none" w="med" len="med"/>
              <a:tailEnd type="none" w="med" len="med"/>
            </a:ln>
          </p:spPr>
        </p:sp>
        <p:sp>
          <p:nvSpPr>
            <p:cNvPr id="76835" name="Oval 40"/>
            <p:cNvSpPr/>
            <p:nvPr/>
          </p:nvSpPr>
          <p:spPr>
            <a:xfrm flipH="1">
              <a:off x="3624" y="2376"/>
              <a:ext cx="54" cy="47"/>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36" name="Oval 41"/>
            <p:cNvSpPr/>
            <p:nvPr/>
          </p:nvSpPr>
          <p:spPr>
            <a:xfrm flipH="1">
              <a:off x="3758" y="2793"/>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37" name="Line 42"/>
            <p:cNvSpPr/>
            <p:nvPr/>
          </p:nvSpPr>
          <p:spPr>
            <a:xfrm flipH="1">
              <a:off x="980" y="1968"/>
              <a:ext cx="2800" cy="0"/>
            </a:xfrm>
            <a:prstGeom prst="line">
              <a:avLst/>
            </a:prstGeom>
            <a:ln w="19050" cap="flat" cmpd="sng">
              <a:solidFill>
                <a:schemeClr val="tx1"/>
              </a:solidFill>
              <a:prstDash val="solid"/>
              <a:headEnd type="none" w="med" len="med"/>
              <a:tailEnd type="none" w="med" len="med"/>
            </a:ln>
          </p:spPr>
        </p:sp>
        <p:sp>
          <p:nvSpPr>
            <p:cNvPr id="76838" name="Line 43"/>
            <p:cNvSpPr/>
            <p:nvPr/>
          </p:nvSpPr>
          <p:spPr>
            <a:xfrm>
              <a:off x="980" y="1968"/>
              <a:ext cx="0" cy="247"/>
            </a:xfrm>
            <a:prstGeom prst="line">
              <a:avLst/>
            </a:prstGeom>
            <a:ln w="19050" cap="flat" cmpd="sng">
              <a:solidFill>
                <a:schemeClr val="tx1"/>
              </a:solidFill>
              <a:prstDash val="solid"/>
              <a:headEnd type="none" w="med" len="med"/>
              <a:tailEnd type="none" w="med" len="med"/>
            </a:ln>
          </p:spPr>
        </p:sp>
        <p:sp>
          <p:nvSpPr>
            <p:cNvPr id="76839" name="Line 44"/>
            <p:cNvSpPr/>
            <p:nvPr/>
          </p:nvSpPr>
          <p:spPr>
            <a:xfrm>
              <a:off x="980" y="2208"/>
              <a:ext cx="336" cy="0"/>
            </a:xfrm>
            <a:prstGeom prst="line">
              <a:avLst/>
            </a:prstGeom>
            <a:ln w="19050" cap="flat" cmpd="sng">
              <a:solidFill>
                <a:schemeClr val="tx1"/>
              </a:solidFill>
              <a:prstDash val="solid"/>
              <a:headEnd type="none" w="med" len="med"/>
              <a:tailEnd type="none" w="med" len="med"/>
            </a:ln>
          </p:spPr>
        </p:sp>
        <p:sp>
          <p:nvSpPr>
            <p:cNvPr id="76840" name="Line 45"/>
            <p:cNvSpPr/>
            <p:nvPr/>
          </p:nvSpPr>
          <p:spPr>
            <a:xfrm flipH="1">
              <a:off x="980" y="3552"/>
              <a:ext cx="2666" cy="0"/>
            </a:xfrm>
            <a:prstGeom prst="line">
              <a:avLst/>
            </a:prstGeom>
            <a:ln w="19050" cap="flat" cmpd="sng">
              <a:solidFill>
                <a:schemeClr val="tx1"/>
              </a:solidFill>
              <a:prstDash val="solid"/>
              <a:headEnd type="none" w="med" len="med"/>
              <a:tailEnd type="none" w="med" len="med"/>
            </a:ln>
          </p:spPr>
        </p:sp>
        <p:sp>
          <p:nvSpPr>
            <p:cNvPr id="76841" name="Line 46"/>
            <p:cNvSpPr/>
            <p:nvPr/>
          </p:nvSpPr>
          <p:spPr>
            <a:xfrm>
              <a:off x="990" y="3024"/>
              <a:ext cx="0" cy="528"/>
            </a:xfrm>
            <a:prstGeom prst="line">
              <a:avLst/>
            </a:prstGeom>
            <a:ln w="19050" cap="flat" cmpd="sng">
              <a:solidFill>
                <a:schemeClr val="tx1"/>
              </a:solidFill>
              <a:prstDash val="solid"/>
              <a:headEnd type="none" w="med" len="med"/>
              <a:tailEnd type="none" w="med" len="med"/>
            </a:ln>
          </p:spPr>
        </p:sp>
        <p:sp>
          <p:nvSpPr>
            <p:cNvPr id="76842" name="Line 47"/>
            <p:cNvSpPr/>
            <p:nvPr/>
          </p:nvSpPr>
          <p:spPr>
            <a:xfrm>
              <a:off x="990" y="3024"/>
              <a:ext cx="336" cy="0"/>
            </a:xfrm>
            <a:prstGeom prst="line">
              <a:avLst/>
            </a:prstGeom>
            <a:ln w="19050" cap="flat" cmpd="sng">
              <a:solidFill>
                <a:schemeClr val="tx1"/>
              </a:solidFill>
              <a:prstDash val="solid"/>
              <a:headEnd type="none" w="med" len="med"/>
              <a:tailEnd type="none" w="med" len="med"/>
            </a:ln>
          </p:spPr>
        </p:sp>
        <p:sp>
          <p:nvSpPr>
            <p:cNvPr id="76843" name="Line 48"/>
            <p:cNvSpPr/>
            <p:nvPr/>
          </p:nvSpPr>
          <p:spPr>
            <a:xfrm>
              <a:off x="704" y="2352"/>
              <a:ext cx="612" cy="0"/>
            </a:xfrm>
            <a:prstGeom prst="line">
              <a:avLst/>
            </a:prstGeom>
            <a:ln w="28575" cap="flat" cmpd="sng">
              <a:solidFill>
                <a:srgbClr val="C00000"/>
              </a:solidFill>
              <a:prstDash val="solid"/>
              <a:headEnd type="none" w="med" len="med"/>
              <a:tailEnd type="none" w="med" len="med"/>
            </a:ln>
          </p:spPr>
        </p:sp>
        <p:sp>
          <p:nvSpPr>
            <p:cNvPr id="76844" name="Line 49"/>
            <p:cNvSpPr/>
            <p:nvPr/>
          </p:nvSpPr>
          <p:spPr>
            <a:xfrm>
              <a:off x="704" y="2880"/>
              <a:ext cx="612" cy="0"/>
            </a:xfrm>
            <a:prstGeom prst="line">
              <a:avLst/>
            </a:prstGeom>
            <a:ln w="28575" cap="flat" cmpd="sng">
              <a:solidFill>
                <a:srgbClr val="C00000"/>
              </a:solidFill>
              <a:prstDash val="solid"/>
              <a:headEnd type="none" w="med" len="med"/>
              <a:tailEnd type="none" w="med" len="med"/>
            </a:ln>
          </p:spPr>
        </p:sp>
        <p:sp>
          <p:nvSpPr>
            <p:cNvPr id="76845" name="Text Box 50"/>
            <p:cNvSpPr txBox="1"/>
            <p:nvPr/>
          </p:nvSpPr>
          <p:spPr>
            <a:xfrm>
              <a:off x="452" y="2175"/>
              <a:ext cx="20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46" name="Text Box 51"/>
            <p:cNvSpPr txBox="1"/>
            <p:nvPr/>
          </p:nvSpPr>
          <p:spPr>
            <a:xfrm>
              <a:off x="447" y="2707"/>
              <a:ext cx="200" cy="325"/>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47" name="Text Box 52"/>
            <p:cNvSpPr txBox="1"/>
            <p:nvPr/>
          </p:nvSpPr>
          <p:spPr>
            <a:xfrm>
              <a:off x="302" y="3102"/>
              <a:ext cx="344" cy="325"/>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48" name="Text Box 53"/>
            <p:cNvSpPr txBox="1"/>
            <p:nvPr/>
          </p:nvSpPr>
          <p:spPr>
            <a:xfrm>
              <a:off x="1158" y="3699"/>
              <a:ext cx="2332" cy="310"/>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用双</a:t>
              </a:r>
              <a:r>
                <a:rPr lang="en-US" altLang="zh-CN" sz="1800" b="1" dirty="0">
                  <a:solidFill>
                    <a:schemeClr val="tx1"/>
                  </a:solidFill>
                  <a:latin typeface="华文新魏" panose="02010800040101010101" pitchFamily="2" charset="-122"/>
                  <a:ea typeface="华文新魏" panose="02010800040101010101" pitchFamily="2" charset="-122"/>
                </a:rPr>
                <a:t>S-R </a:t>
              </a:r>
              <a:r>
                <a:rPr lang="zh-CN" altLang="en-US" sz="1800" b="1" dirty="0">
                  <a:solidFill>
                    <a:schemeClr val="tx1"/>
                  </a:solidFill>
                  <a:latin typeface="华文新魏" panose="02010800040101010101" pitchFamily="2" charset="-122"/>
                  <a:ea typeface="华文新魏" panose="02010800040101010101" pitchFamily="2" charset="-122"/>
                </a:rPr>
                <a:t>锁存器构成的</a:t>
              </a:r>
              <a:r>
                <a:rPr lang="en-US" altLang="zh-CN" sz="1800" b="1" dirty="0">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6849" name="Line 54"/>
            <p:cNvSpPr/>
            <p:nvPr/>
          </p:nvSpPr>
          <p:spPr>
            <a:xfrm>
              <a:off x="3574" y="2820"/>
              <a:ext cx="576" cy="0"/>
            </a:xfrm>
            <a:prstGeom prst="line">
              <a:avLst/>
            </a:prstGeom>
            <a:ln w="19050" cap="flat" cmpd="sng">
              <a:solidFill>
                <a:schemeClr val="tx1"/>
              </a:solidFill>
              <a:prstDash val="solid"/>
              <a:headEnd type="none" w="med" len="med"/>
              <a:tailEnd type="none" w="med" len="med"/>
            </a:ln>
          </p:spPr>
        </p:sp>
        <p:sp>
          <p:nvSpPr>
            <p:cNvPr id="76850" name="Oval 55"/>
            <p:cNvSpPr/>
            <p:nvPr/>
          </p:nvSpPr>
          <p:spPr>
            <a:xfrm flipH="1">
              <a:off x="1922" y="3236"/>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51" name="Rectangle 9"/>
            <p:cNvSpPr/>
            <p:nvPr/>
          </p:nvSpPr>
          <p:spPr>
            <a:xfrm>
              <a:off x="2151" y="2314"/>
              <a:ext cx="384"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52" name="Text Box 10"/>
            <p:cNvSpPr txBox="1"/>
            <p:nvPr/>
          </p:nvSpPr>
          <p:spPr>
            <a:xfrm>
              <a:off x="2145" y="2236"/>
              <a:ext cx="479" cy="786"/>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53" name="Oval 13"/>
            <p:cNvSpPr/>
            <p:nvPr/>
          </p:nvSpPr>
          <p:spPr>
            <a:xfrm flipH="1">
              <a:off x="1930" y="3238"/>
              <a:ext cx="41" cy="3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54" name="Rectangle 15"/>
            <p:cNvSpPr/>
            <p:nvPr/>
          </p:nvSpPr>
          <p:spPr>
            <a:xfrm>
              <a:off x="3125" y="2304"/>
              <a:ext cx="384"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55" name="Text Box 16"/>
            <p:cNvSpPr txBox="1"/>
            <p:nvPr/>
          </p:nvSpPr>
          <p:spPr>
            <a:xfrm>
              <a:off x="3104" y="2231"/>
              <a:ext cx="416" cy="786"/>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56" name="Oval 18"/>
            <p:cNvSpPr/>
            <p:nvPr/>
          </p:nvSpPr>
          <p:spPr>
            <a:xfrm flipH="1">
              <a:off x="3752" y="2784"/>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76805" name="Oval 119"/>
          <p:cNvSpPr/>
          <p:nvPr/>
        </p:nvSpPr>
        <p:spPr>
          <a:xfrm>
            <a:off x="4879975" y="3302000"/>
            <a:ext cx="115888" cy="8413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06" name="Oval 119"/>
          <p:cNvSpPr/>
          <p:nvPr/>
        </p:nvSpPr>
        <p:spPr>
          <a:xfrm>
            <a:off x="6430963" y="3279775"/>
            <a:ext cx="114300" cy="8413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 name="文本框 2"/>
          <p:cNvSpPr txBox="1"/>
          <p:nvPr/>
        </p:nvSpPr>
        <p:spPr>
          <a:xfrm>
            <a:off x="2195830" y="2503170"/>
            <a:ext cx="251460" cy="337185"/>
          </a:xfrm>
          <a:prstGeom prst="rect">
            <a:avLst/>
          </a:prstGeom>
          <a:noFill/>
        </p:spPr>
        <p:txBody>
          <a:bodyPr wrap="square" rtlCol="0">
            <a:spAutoFit/>
          </a:bodyPr>
          <a:lstStyle/>
          <a:p>
            <a:r>
              <a:rPr lang="en-US" altLang="zh-CN" sz="1600">
                <a:solidFill>
                  <a:srgbClr val="0000FF"/>
                </a:solidFill>
                <a:latin typeface="华文新魏" panose="02010800040101010101" pitchFamily="2" charset="-122"/>
                <a:ea typeface="华文新魏" panose="02010800040101010101" pitchFamily="2" charset="-122"/>
              </a:rPr>
              <a:t>1</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4" name="文本框 3"/>
          <p:cNvSpPr txBox="1"/>
          <p:nvPr/>
        </p:nvSpPr>
        <p:spPr>
          <a:xfrm>
            <a:off x="2195830" y="3115945"/>
            <a:ext cx="251460" cy="337185"/>
          </a:xfrm>
          <a:prstGeom prst="rect">
            <a:avLst/>
          </a:prstGeom>
          <a:noFill/>
        </p:spPr>
        <p:txBody>
          <a:bodyPr wrap="square" rtlCol="0">
            <a:spAutoFit/>
          </a:bodyPr>
          <a:lstStyle/>
          <a:p>
            <a:r>
              <a:rPr lang="en-US" altLang="zh-CN" sz="1600">
                <a:solidFill>
                  <a:srgbClr val="0000FF"/>
                </a:solidFill>
                <a:latin typeface="华文新魏" panose="02010800040101010101" pitchFamily="2" charset="-122"/>
                <a:ea typeface="华文新魏" panose="02010800040101010101" pitchFamily="2" charset="-122"/>
              </a:rPr>
              <a:t>1</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5" name="文本框 4"/>
          <p:cNvSpPr txBox="1"/>
          <p:nvPr/>
        </p:nvSpPr>
        <p:spPr>
          <a:xfrm>
            <a:off x="6826885" y="2531745"/>
            <a:ext cx="251460" cy="337185"/>
          </a:xfrm>
          <a:prstGeom prst="rect">
            <a:avLst/>
          </a:prstGeom>
          <a:noFill/>
        </p:spPr>
        <p:txBody>
          <a:bodyPr wrap="square" rtlCol="0">
            <a:spAutoFit/>
          </a:bodyPr>
          <a:lstStyle/>
          <a:p>
            <a:r>
              <a:rPr lang="en-US" altLang="zh-CN" sz="1600">
                <a:solidFill>
                  <a:srgbClr val="0000FF"/>
                </a:solidFill>
                <a:latin typeface="华文新魏" panose="02010800040101010101" pitchFamily="2" charset="-122"/>
                <a:ea typeface="华文新魏" panose="02010800040101010101" pitchFamily="2" charset="-122"/>
              </a:rPr>
              <a:t>1</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6" name="文本框 5"/>
          <p:cNvSpPr txBox="1"/>
          <p:nvPr/>
        </p:nvSpPr>
        <p:spPr>
          <a:xfrm>
            <a:off x="3439160" y="2362835"/>
            <a:ext cx="251460" cy="337185"/>
          </a:xfrm>
          <a:prstGeom prst="rect">
            <a:avLst/>
          </a:prstGeom>
          <a:noFill/>
        </p:spPr>
        <p:txBody>
          <a:bodyPr wrap="square" rtlCol="0">
            <a:spAutoFit/>
          </a:bodyPr>
          <a:lstStyle/>
          <a:p>
            <a:r>
              <a:rPr lang="en-US" altLang="zh-CN" sz="1600">
                <a:solidFill>
                  <a:srgbClr val="0000FF"/>
                </a:solidFill>
                <a:latin typeface="华文新魏" panose="02010800040101010101" pitchFamily="2" charset="-122"/>
                <a:ea typeface="华文新魏" panose="02010800040101010101" pitchFamily="2" charset="-122"/>
              </a:rPr>
              <a:t>0</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7" name="文本框 6"/>
          <p:cNvSpPr txBox="1"/>
          <p:nvPr/>
        </p:nvSpPr>
        <p:spPr>
          <a:xfrm>
            <a:off x="3439160" y="3122295"/>
            <a:ext cx="251460" cy="337185"/>
          </a:xfrm>
          <a:prstGeom prst="rect">
            <a:avLst/>
          </a:prstGeom>
          <a:noFill/>
        </p:spPr>
        <p:txBody>
          <a:bodyPr wrap="square" rtlCol="0">
            <a:spAutoFit/>
          </a:bodyPr>
          <a:lstStyle/>
          <a:p>
            <a:r>
              <a:rPr lang="en-US" altLang="zh-CN" sz="1600">
                <a:solidFill>
                  <a:srgbClr val="0000FF"/>
                </a:solidFill>
                <a:latin typeface="华文新魏" panose="02010800040101010101" pitchFamily="2" charset="-122"/>
                <a:ea typeface="华文新魏" panose="02010800040101010101" pitchFamily="2" charset="-122"/>
              </a:rPr>
              <a:t>1</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8" name="文本框 7"/>
          <p:cNvSpPr txBox="1"/>
          <p:nvPr/>
        </p:nvSpPr>
        <p:spPr>
          <a:xfrm>
            <a:off x="5065395" y="2987675"/>
            <a:ext cx="251460" cy="337185"/>
          </a:xfrm>
          <a:prstGeom prst="rect">
            <a:avLst/>
          </a:prstGeom>
          <a:noFill/>
        </p:spPr>
        <p:txBody>
          <a:bodyPr wrap="square" rtlCol="0">
            <a:spAutoFit/>
          </a:bodyPr>
          <a:lstStyle/>
          <a:p>
            <a:r>
              <a:rPr lang="en-US" altLang="zh-CN" sz="1600">
                <a:solidFill>
                  <a:srgbClr val="0000FF"/>
                </a:solidFill>
                <a:latin typeface="华文新魏" panose="02010800040101010101" pitchFamily="2" charset="-122"/>
                <a:ea typeface="华文新魏" panose="02010800040101010101" pitchFamily="2" charset="-122"/>
              </a:rPr>
              <a:t>1</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9" name="文本框 8"/>
          <p:cNvSpPr txBox="1"/>
          <p:nvPr/>
        </p:nvSpPr>
        <p:spPr>
          <a:xfrm>
            <a:off x="5291455" y="2487930"/>
            <a:ext cx="251460" cy="337185"/>
          </a:xfrm>
          <a:prstGeom prst="rect">
            <a:avLst/>
          </a:prstGeom>
          <a:noFill/>
        </p:spPr>
        <p:txBody>
          <a:bodyPr wrap="square" rtlCol="0">
            <a:spAutoFit/>
          </a:bodyPr>
          <a:lstStyle/>
          <a:p>
            <a:r>
              <a:rPr lang="en-US" altLang="zh-CN" sz="1600">
                <a:solidFill>
                  <a:srgbClr val="0000FF"/>
                </a:solidFill>
                <a:latin typeface="华文新魏" panose="02010800040101010101" pitchFamily="2" charset="-122"/>
                <a:ea typeface="华文新魏" panose="02010800040101010101" pitchFamily="2" charset="-122"/>
              </a:rPr>
              <a:t>0</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10" name="矩形 9"/>
          <p:cNvSpPr/>
          <p:nvPr/>
        </p:nvSpPr>
        <p:spPr>
          <a:xfrm>
            <a:off x="6790690" y="2508250"/>
            <a:ext cx="287655" cy="28829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a:solidFill>
                  <a:srgbClr val="0000FF"/>
                </a:solidFill>
                <a:latin typeface="华文新魏" panose="02010800040101010101" pitchFamily="2" charset="-122"/>
                <a:ea typeface="华文新魏" panose="02010800040101010101" pitchFamily="2" charset="-122"/>
              </a:rPr>
              <a:t>0</a:t>
            </a:r>
            <a:endParaRPr lang="en-US" altLang="zh-CN" sz="160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5" grpId="0"/>
      <p:bldP spid="5" grpId="1"/>
      <p:bldP spid="6" grpId="0"/>
      <p:bldP spid="6" grpId="1"/>
      <p:bldP spid="7" grpId="0"/>
      <p:bldP spid="7" grpId="1"/>
      <p:bldP spid="8" grpId="0"/>
      <p:bldP spid="8" grpId="1"/>
      <p:bldP spid="9" grpId="0"/>
      <p:bldP spid="9" grpId="1"/>
      <p:bldP spid="10" grpId="0" bldLvl="0" animBg="1"/>
      <p:bldP spid="10"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p:cNvSpPr>
          <p:nvPr>
            <p:ph type="title"/>
          </p:nvPr>
        </p:nvSpPr>
        <p:spPr>
          <a:xfrm>
            <a:off x="827088" y="700088"/>
            <a:ext cx="2908300" cy="514350"/>
          </a:xfrm>
          <a:prstGeom prst="rect">
            <a:avLst/>
          </a:prstGeom>
          <a:noFill/>
          <a:ln>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主从</a:t>
            </a:r>
            <a:r>
              <a:rPr lang="en-US" altLang="zh-CN" sz="2000" b="1" dirty="0">
                <a:latin typeface="华文新魏" panose="02010800040101010101" pitchFamily="2" charset="-122"/>
                <a:ea typeface="华文新魏" panose="02010800040101010101" pitchFamily="2" charset="-122"/>
              </a:rPr>
              <a:t>J-K</a:t>
            </a:r>
            <a:r>
              <a:rPr lang="zh-CN" altLang="en-US" sz="2000" b="1" dirty="0">
                <a:latin typeface="华文新魏" panose="02010800040101010101" pitchFamily="2" charset="-122"/>
                <a:ea typeface="华文新魏" panose="02010800040101010101" pitchFamily="2" charset="-122"/>
              </a:rPr>
              <a:t>触发器的特性</a:t>
            </a:r>
            <a:endParaRPr lang="zh-CN" altLang="en-US" sz="2000" b="1" dirty="0">
              <a:latin typeface="华文新魏" panose="02010800040101010101" pitchFamily="2" charset="-122"/>
              <a:ea typeface="华文新魏" panose="02010800040101010101" pitchFamily="2" charset="-122"/>
            </a:endParaRPr>
          </a:p>
        </p:txBody>
      </p:sp>
      <p:sp>
        <p:nvSpPr>
          <p:cNvPr id="77827" name="Text Box 39"/>
          <p:cNvSpPr txBox="1"/>
          <p:nvPr/>
        </p:nvSpPr>
        <p:spPr>
          <a:xfrm>
            <a:off x="5581650" y="3843338"/>
            <a:ext cx="1655763" cy="369887"/>
          </a:xfrm>
          <a:prstGeom prst="rect">
            <a:avLst/>
          </a:prstGeom>
          <a:noFill/>
          <a:ln w="9525">
            <a:noFill/>
          </a:ln>
        </p:spPr>
        <p:txBody>
          <a:bodyPr wrap="none">
            <a:spAutoFit/>
          </a:bodyPr>
          <a:lstStyle/>
          <a:p>
            <a:pPr algn="ctr" eaLnBrk="1" hangingPunct="1">
              <a:buFont typeface="Arial" panose="020B0604020202020204" pitchFamily="34" charset="0"/>
            </a:pPr>
            <a:r>
              <a:rPr lang="en-US" altLang="zh-CN" sz="1800" b="1" dirty="0">
                <a:solidFill>
                  <a:srgbClr val="C00000"/>
                </a:solidFill>
                <a:latin typeface="华文新魏" panose="02010800040101010101" pitchFamily="2" charset="-122"/>
                <a:ea typeface="华文新魏" panose="02010800040101010101" pitchFamily="2" charset="-122"/>
              </a:rPr>
              <a:t>(c) </a:t>
            </a:r>
            <a:r>
              <a:rPr lang="zh-CN" altLang="en-US" sz="1800" b="1" dirty="0">
                <a:solidFill>
                  <a:srgbClr val="C00000"/>
                </a:solidFill>
                <a:latin typeface="华文新魏" panose="02010800040101010101" pitchFamily="2" charset="-122"/>
                <a:ea typeface="华文新魏" panose="02010800040101010101" pitchFamily="2" charset="-122"/>
              </a:rPr>
              <a:t>次态真值表</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graphicFrame>
        <p:nvGraphicFramePr>
          <p:cNvPr id="151713" name="Group 161"/>
          <p:cNvGraphicFramePr>
            <a:graphicFrameLocks noGrp="1"/>
          </p:cNvGraphicFramePr>
          <p:nvPr>
            <p:custDataLst>
              <p:tags r:id="rId1"/>
            </p:custDataLst>
          </p:nvPr>
        </p:nvGraphicFramePr>
        <p:xfrm>
          <a:off x="989013" y="1809750"/>
          <a:ext cx="3048000" cy="1817688"/>
        </p:xfrm>
        <a:graphic>
          <a:graphicData uri="http://schemas.openxmlformats.org/drawingml/2006/table">
            <a:tbl>
              <a:tblPr/>
              <a:tblGrid>
                <a:gridCol w="1524000"/>
                <a:gridCol w="1524000"/>
              </a:tblGrid>
              <a:tr h="352579">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J    K   C</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305" marB="34305"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305" marB="34305"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465109">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305" marB="34305"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变反（翻转）</a:t>
                      </a:r>
                      <a:endParaRPr kumimoji="1" lang="zh-CN" altLang="en-US" sz="18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txBody>
                  <a:tcPr marT="34305" marB="34305"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77839" name="Text Box 101"/>
          <p:cNvSpPr txBox="1"/>
          <p:nvPr/>
        </p:nvSpPr>
        <p:spPr>
          <a:xfrm>
            <a:off x="1522413" y="3857625"/>
            <a:ext cx="1466850" cy="369888"/>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rgbClr val="C00000"/>
                </a:solidFill>
                <a:latin typeface="华文新魏" panose="02010800040101010101" pitchFamily="2" charset="-122"/>
                <a:ea typeface="华文新魏" panose="02010800040101010101" pitchFamily="2" charset="-122"/>
              </a:rPr>
              <a:t>（</a:t>
            </a:r>
            <a:r>
              <a:rPr lang="en-US" altLang="zh-CN" sz="1800" b="1" dirty="0">
                <a:solidFill>
                  <a:srgbClr val="C00000"/>
                </a:solidFill>
                <a:latin typeface="华文新魏" panose="02010800040101010101" pitchFamily="2" charset="-122"/>
                <a:ea typeface="华文新魏" panose="02010800040101010101" pitchFamily="2" charset="-122"/>
              </a:rPr>
              <a:t>b</a:t>
            </a:r>
            <a:r>
              <a:rPr lang="zh-CN" altLang="en-US" sz="1800" b="1" dirty="0">
                <a:solidFill>
                  <a:srgbClr val="C00000"/>
                </a:solidFill>
                <a:latin typeface="华文新魏" panose="02010800040101010101" pitchFamily="2" charset="-122"/>
                <a:ea typeface="华文新魏" panose="02010800040101010101" pitchFamily="2" charset="-122"/>
              </a:rPr>
              <a:t>）功能表</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grpSp>
        <p:nvGrpSpPr>
          <p:cNvPr id="77840" name="Group 102"/>
          <p:cNvGrpSpPr/>
          <p:nvPr/>
        </p:nvGrpSpPr>
        <p:grpSpPr>
          <a:xfrm>
            <a:off x="2055813" y="2595563"/>
            <a:ext cx="304800" cy="114300"/>
            <a:chOff x="960" y="3216"/>
            <a:chExt cx="336" cy="144"/>
          </a:xfrm>
        </p:grpSpPr>
        <p:sp>
          <p:nvSpPr>
            <p:cNvPr id="77870" name="Line 103"/>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7871" name="Line 104"/>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7872" name="Line 105"/>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7873" name="Line 106"/>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7874" name="Line 107"/>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7841" name="Group 108"/>
          <p:cNvGrpSpPr/>
          <p:nvPr/>
        </p:nvGrpSpPr>
        <p:grpSpPr>
          <a:xfrm>
            <a:off x="2055813" y="2852738"/>
            <a:ext cx="304800" cy="114300"/>
            <a:chOff x="960" y="3216"/>
            <a:chExt cx="336" cy="144"/>
          </a:xfrm>
        </p:grpSpPr>
        <p:sp>
          <p:nvSpPr>
            <p:cNvPr id="77865" name="Line 109"/>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7866" name="Line 110"/>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7867" name="Line 111"/>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7868" name="Line 112"/>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7869" name="Line 113"/>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7842" name="Group 114"/>
          <p:cNvGrpSpPr/>
          <p:nvPr/>
        </p:nvGrpSpPr>
        <p:grpSpPr>
          <a:xfrm>
            <a:off x="2055813" y="3138488"/>
            <a:ext cx="304800" cy="114300"/>
            <a:chOff x="960" y="3216"/>
            <a:chExt cx="336" cy="144"/>
          </a:xfrm>
        </p:grpSpPr>
        <p:sp>
          <p:nvSpPr>
            <p:cNvPr id="77860" name="Line 115"/>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7861" name="Line 116"/>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7862" name="Line 117"/>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7863" name="Line 118"/>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7864" name="Line 119"/>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7843" name="Group 120"/>
          <p:cNvGrpSpPr/>
          <p:nvPr/>
        </p:nvGrpSpPr>
        <p:grpSpPr>
          <a:xfrm>
            <a:off x="2055813" y="3409950"/>
            <a:ext cx="304800" cy="114300"/>
            <a:chOff x="960" y="3216"/>
            <a:chExt cx="336" cy="144"/>
          </a:xfrm>
        </p:grpSpPr>
        <p:sp>
          <p:nvSpPr>
            <p:cNvPr id="77855" name="Line 121"/>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7856" name="Line 122"/>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7857" name="Line 123"/>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7858" name="Line 124"/>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7859" name="Line 125"/>
            <p:cNvSpPr/>
            <p:nvPr/>
          </p:nvSpPr>
          <p:spPr>
            <a:xfrm>
              <a:off x="1200" y="3360"/>
              <a:ext cx="96" cy="0"/>
            </a:xfrm>
            <a:prstGeom prst="line">
              <a:avLst/>
            </a:prstGeom>
            <a:ln w="19050" cap="flat" cmpd="sng">
              <a:solidFill>
                <a:schemeClr val="tx1"/>
              </a:solidFill>
              <a:prstDash val="solid"/>
              <a:headEnd type="none" w="med" len="med"/>
              <a:tailEnd type="none" w="med" len="med"/>
            </a:ln>
          </p:spPr>
        </p:sp>
      </p:grpSp>
      <p:graphicFrame>
        <p:nvGraphicFramePr>
          <p:cNvPr id="75828" name="Group 52"/>
          <p:cNvGraphicFramePr>
            <a:graphicFrameLocks noGrp="1"/>
          </p:cNvGraphicFramePr>
          <p:nvPr/>
        </p:nvGraphicFramePr>
        <p:xfrm>
          <a:off x="4976813" y="1239838"/>
          <a:ext cx="2908300" cy="2387600"/>
        </p:xfrm>
        <a:graphic>
          <a:graphicData uri="http://schemas.openxmlformats.org/drawingml/2006/table">
            <a:tbl>
              <a:tblPr/>
              <a:tblGrid>
                <a:gridCol w="1870075"/>
                <a:gridCol w="1038225"/>
              </a:tblGrid>
              <a:tr h="31273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J    K   Q   </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80" marR="91480" marT="34280" marB="34280"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a:t>
                      </a:r>
                      <a:r>
                        <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a:t>
                      </a:r>
                      <a:r>
                        <a:rPr kumimoji="1" lang="zh-CN" altLang="en-US"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80" marR="91480" marT="34280" marB="34280"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2074862">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0    0    1</a:t>
                      </a:r>
                      <a:endParaRPr kumimoji="1" lang="en-US" altLang="zh-CN" sz="1600" b="1"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a:t>
                      </a:r>
                      <a:endParaRPr kumimoji="1" lang="en-US" altLang="zh-CN" sz="1600" b="1"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a:t>
                      </a:r>
                      <a:endParaRPr kumimoji="1" lang="en-US" altLang="zh-CN" sz="1600" b="1"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a:t>
                      </a:r>
                      <a:r>
                        <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a:t>
                      </a:r>
                      <a:r>
                        <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txBody>
                  <a:tcPr marL="91480" marR="91480" marT="34280" marB="34280"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txBody>
                  <a:tcPr marL="91480" marR="91480" marT="34280" marB="34280"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2" name="文本框 1"/>
          <p:cNvSpPr txBox="1"/>
          <p:nvPr/>
        </p:nvSpPr>
        <p:spPr>
          <a:xfrm>
            <a:off x="2273527" y="4371950"/>
            <a:ext cx="3169890" cy="400110"/>
          </a:xfrm>
          <a:prstGeom prst="rect">
            <a:avLst/>
          </a:prstGeom>
          <a:noFill/>
        </p:spPr>
        <p:txBody>
          <a:bodyPr wrap="square" rtlCol="0">
            <a:spAutoFit/>
          </a:bodyPr>
          <a:lstStyle/>
          <a:p>
            <a:r>
              <a:rPr kumimoji="1" lang="zh-CN" altLang="en-US" dirty="0">
                <a:solidFill>
                  <a:srgbClr val="0000FF"/>
                </a:solidFill>
                <a:latin typeface="华文新魏" panose="02010800040101010101" pitchFamily="2" charset="-122"/>
                <a:ea typeface="华文新魏" panose="02010800040101010101" pitchFamily="2" charset="-122"/>
              </a:rPr>
              <a:t>翻转特性可用于计数！</a:t>
            </a:r>
            <a:endParaRPr kumimoji="1" lang="zh-CN" altLang="en-US"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title"/>
          </p:nvPr>
        </p:nvSpPr>
        <p:spPr>
          <a:xfrm>
            <a:off x="755650" y="771525"/>
            <a:ext cx="2952750" cy="431800"/>
          </a:xfrm>
          <a:prstGeom prst="rect">
            <a:avLst/>
          </a:prstGeom>
          <a:noFill/>
          <a:ln>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主从</a:t>
            </a:r>
            <a:r>
              <a:rPr lang="en-US" altLang="zh-CN" sz="2000" b="1" dirty="0">
                <a:latin typeface="华文新魏" panose="02010800040101010101" pitchFamily="2" charset="-122"/>
                <a:ea typeface="华文新魏" panose="02010800040101010101" pitchFamily="2" charset="-122"/>
              </a:rPr>
              <a:t>J-K</a:t>
            </a:r>
            <a:r>
              <a:rPr lang="zh-CN" altLang="en-US" sz="2000" b="1" dirty="0">
                <a:latin typeface="华文新魏" panose="02010800040101010101" pitchFamily="2" charset="-122"/>
                <a:ea typeface="华文新魏" panose="02010800040101010101" pitchFamily="2" charset="-122"/>
              </a:rPr>
              <a:t>触发器的特性</a:t>
            </a:r>
            <a:endParaRPr lang="zh-CN" altLang="en-US" sz="2000" b="1" dirty="0">
              <a:latin typeface="华文新魏" panose="02010800040101010101" pitchFamily="2" charset="-122"/>
              <a:ea typeface="华文新魏" panose="02010800040101010101" pitchFamily="2" charset="-122"/>
            </a:endParaRPr>
          </a:p>
        </p:txBody>
      </p:sp>
      <p:sp>
        <p:nvSpPr>
          <p:cNvPr id="78851" name="Text Box 59"/>
          <p:cNvSpPr txBox="1"/>
          <p:nvPr/>
        </p:nvSpPr>
        <p:spPr>
          <a:xfrm>
            <a:off x="838200" y="3589338"/>
            <a:ext cx="2441575" cy="369887"/>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dirty="0">
                <a:solidFill>
                  <a:srgbClr val="C00000"/>
                </a:solidFill>
                <a:latin typeface="华文新魏" panose="02010800040101010101" pitchFamily="2" charset="-122"/>
                <a:ea typeface="华文新魏" panose="02010800040101010101" pitchFamily="2" charset="-122"/>
              </a:rPr>
              <a:t>(d) </a:t>
            </a:r>
            <a:r>
              <a:rPr lang="zh-CN" altLang="en-US" sz="1800" b="1" dirty="0">
                <a:solidFill>
                  <a:srgbClr val="C00000"/>
                </a:solidFill>
                <a:latin typeface="华文新魏" panose="02010800040101010101" pitchFamily="2" charset="-122"/>
                <a:ea typeface="华文新魏" panose="02010800040101010101" pitchFamily="2" charset="-122"/>
              </a:rPr>
              <a:t>简化的次态真值表</a:t>
            </a:r>
            <a:r>
              <a:rPr lang="zh-CN" altLang="en-US" sz="1800" dirty="0">
                <a:solidFill>
                  <a:srgbClr val="C00000"/>
                </a:solidFill>
                <a:latin typeface="华文新魏" panose="02010800040101010101" pitchFamily="2" charset="-122"/>
                <a:ea typeface="华文新魏" panose="02010800040101010101" pitchFamily="2" charset="-122"/>
              </a:rPr>
              <a:t> </a:t>
            </a:r>
            <a:endParaRPr lang="zh-CN" altLang="en-US" sz="1800" dirty="0">
              <a:solidFill>
                <a:srgbClr val="C00000"/>
              </a:solidFill>
              <a:latin typeface="华文新魏" panose="02010800040101010101" pitchFamily="2" charset="-122"/>
              <a:ea typeface="华文新魏" panose="02010800040101010101" pitchFamily="2" charset="-122"/>
            </a:endParaRPr>
          </a:p>
        </p:txBody>
      </p:sp>
      <p:grpSp>
        <p:nvGrpSpPr>
          <p:cNvPr id="78852" name="Group 163"/>
          <p:cNvGrpSpPr/>
          <p:nvPr/>
        </p:nvGrpSpPr>
        <p:grpSpPr>
          <a:xfrm>
            <a:off x="4464050" y="3576955"/>
            <a:ext cx="3898265" cy="368300"/>
            <a:chOff x="2688" y="3631"/>
            <a:chExt cx="2880" cy="310"/>
          </a:xfrm>
        </p:grpSpPr>
        <p:sp>
          <p:nvSpPr>
            <p:cNvPr id="78896" name="Text Box 61"/>
            <p:cNvSpPr txBox="1"/>
            <p:nvPr/>
          </p:nvSpPr>
          <p:spPr>
            <a:xfrm>
              <a:off x="2688" y="3631"/>
              <a:ext cx="2880" cy="310"/>
            </a:xfrm>
            <a:prstGeom prst="rect">
              <a:avLst/>
            </a:prstGeom>
            <a:noFill/>
            <a:ln w="9525">
              <a:noFill/>
            </a:ln>
          </p:spPr>
          <p:txBody>
            <a:bodyPr>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次态方程    </a:t>
              </a:r>
              <a:r>
                <a:rPr lang="en-US" altLang="zh-CN" sz="1800" b="1" dirty="0">
                  <a:solidFill>
                    <a:schemeClr val="tx1"/>
                  </a:solidFill>
                  <a:latin typeface="华文新魏" panose="02010800040101010101" pitchFamily="2" charset="-122"/>
                  <a:ea typeface="华文新魏" panose="02010800040101010101" pitchFamily="2" charset="-122"/>
                </a:rPr>
                <a:t>Q </a:t>
              </a:r>
              <a:r>
                <a:rPr lang="en-US" altLang="zh-CN" sz="1800" b="1" baseline="30000" dirty="0">
                  <a:solidFill>
                    <a:schemeClr val="tx1"/>
                  </a:solidFill>
                  <a:latin typeface="华文新魏" panose="02010800040101010101" pitchFamily="2" charset="-122"/>
                  <a:ea typeface="华文新魏" panose="02010800040101010101" pitchFamily="2" charset="-122"/>
                </a:rPr>
                <a:t>n</a:t>
              </a:r>
              <a:r>
                <a:rPr lang="zh-CN" altLang="en-US" sz="1800" b="1" baseline="30000" dirty="0">
                  <a:solidFill>
                    <a:schemeClr val="tx1"/>
                  </a:solidFill>
                  <a:latin typeface="华文新魏" panose="02010800040101010101" pitchFamily="2" charset="-122"/>
                  <a:ea typeface="华文新魏" panose="02010800040101010101" pitchFamily="2" charset="-122"/>
                </a:rPr>
                <a:t>＋</a:t>
              </a:r>
              <a:r>
                <a:rPr lang="en-US" altLang="zh-CN" sz="1800" b="1" baseline="30000" dirty="0">
                  <a:solidFill>
                    <a:schemeClr val="tx1"/>
                  </a:solidFill>
                  <a:latin typeface="华文新魏" panose="02010800040101010101" pitchFamily="2" charset="-122"/>
                  <a:ea typeface="华文新魏" panose="02010800040101010101" pitchFamily="2" charset="-122"/>
                </a:rPr>
                <a:t>1 </a:t>
              </a:r>
              <a:r>
                <a:rPr lang="en-US" altLang="zh-CN" sz="1800" b="1" dirty="0">
                  <a:solidFill>
                    <a:schemeClr val="tx1"/>
                  </a:solidFill>
                  <a:latin typeface="华文新魏" panose="02010800040101010101" pitchFamily="2" charset="-122"/>
                  <a:ea typeface="华文新魏" panose="02010800040101010101" pitchFamily="2" charset="-122"/>
                </a:rPr>
                <a:t> =J • Q + K • Q</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47110" name="Line 62"/>
            <p:cNvSpPr/>
            <p:nvPr/>
          </p:nvSpPr>
          <p:spPr>
            <a:xfrm>
              <a:off x="4754" y="3648"/>
              <a:ext cx="14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7111" name="Line 63"/>
            <p:cNvSpPr/>
            <p:nvPr/>
          </p:nvSpPr>
          <p:spPr>
            <a:xfrm>
              <a:off x="4456" y="3648"/>
              <a:ext cx="14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aphicFrame>
        <p:nvGraphicFramePr>
          <p:cNvPr id="151714" name="Group 162"/>
          <p:cNvGraphicFramePr>
            <a:graphicFrameLocks noGrp="1"/>
          </p:cNvGraphicFramePr>
          <p:nvPr>
            <p:custDataLst>
              <p:tags r:id="rId1"/>
            </p:custDataLst>
          </p:nvPr>
        </p:nvGraphicFramePr>
        <p:xfrm>
          <a:off x="909638" y="1708150"/>
          <a:ext cx="2438400" cy="1635125"/>
        </p:xfrm>
        <a:graphic>
          <a:graphicData uri="http://schemas.openxmlformats.org/drawingml/2006/table">
            <a:tbl>
              <a:tblPr/>
              <a:tblGrid>
                <a:gridCol w="1295400"/>
                <a:gridCol w="1143000"/>
              </a:tblGrid>
              <a:tr h="35083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J    K   </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73" marB="34273"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a:t>
                      </a:r>
                      <a:r>
                        <a:rPr kumimoji="1" lang="zh-CN" altLang="en-US"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73" marB="34273"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284287">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273" marB="34273"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Q</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rgbClr val="FF0066"/>
                          </a:solidFill>
                          <a:effectLst/>
                          <a:latin typeface="黑体" panose="02010609060101010101" pitchFamily="49" charset="-122"/>
                          <a:ea typeface="黑体" panose="02010609060101010101" pitchFamily="49" charset="-122"/>
                        </a:rPr>
                        <a:t>Q</a:t>
                      </a:r>
                      <a:endParaRPr kumimoji="1" lang="en-US" altLang="zh-CN" sz="1800" b="0"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txBody>
                  <a:tcPr marT="34273" marB="34273"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51721" name="Group 169"/>
          <p:cNvGraphicFramePr>
            <a:graphicFrameLocks noGrp="1"/>
          </p:cNvGraphicFramePr>
          <p:nvPr>
            <p:custDataLst>
              <p:tags r:id="rId2"/>
            </p:custDataLst>
          </p:nvPr>
        </p:nvGraphicFramePr>
        <p:xfrm>
          <a:off x="4611688" y="1851025"/>
          <a:ext cx="3267075" cy="938531"/>
        </p:xfrm>
        <a:graphic>
          <a:graphicData uri="http://schemas.openxmlformats.org/drawingml/2006/table">
            <a:tbl>
              <a:tblPr/>
              <a:tblGrid>
                <a:gridCol w="654050"/>
                <a:gridCol w="652780"/>
                <a:gridCol w="654050"/>
                <a:gridCol w="652145"/>
                <a:gridCol w="654050"/>
              </a:tblGrid>
              <a:tr h="313055">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00</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01</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11</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10</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31273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273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78889" name="Group 205"/>
          <p:cNvGrpSpPr/>
          <p:nvPr/>
        </p:nvGrpSpPr>
        <p:grpSpPr>
          <a:xfrm>
            <a:off x="4722813" y="1633538"/>
            <a:ext cx="2552700" cy="1735137"/>
            <a:chOff x="2521" y="2422"/>
            <a:chExt cx="1608" cy="1455"/>
          </a:xfrm>
        </p:grpSpPr>
        <p:grpSp>
          <p:nvGrpSpPr>
            <p:cNvPr id="78892" name="Group 206"/>
            <p:cNvGrpSpPr/>
            <p:nvPr/>
          </p:nvGrpSpPr>
          <p:grpSpPr>
            <a:xfrm>
              <a:off x="2521" y="2422"/>
              <a:ext cx="461" cy="547"/>
              <a:chOff x="3221" y="2662"/>
              <a:chExt cx="461" cy="547"/>
            </a:xfrm>
          </p:grpSpPr>
          <p:sp>
            <p:nvSpPr>
              <p:cNvPr id="47207" name="Text Box 207"/>
              <p:cNvSpPr txBox="1"/>
              <p:nvPr/>
            </p:nvSpPr>
            <p:spPr>
              <a:xfrm>
                <a:off x="3298" y="2662"/>
                <a:ext cx="384" cy="310"/>
              </a:xfrm>
              <a:prstGeom prst="rect">
                <a:avLst/>
              </a:prstGeom>
              <a:noFill/>
              <a:ln w="9525">
                <a:noFill/>
                <a:miter/>
              </a:ln>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800" kern="1200" cap="none" spc="0" normalizeH="0" baseline="0" noProof="1">
                    <a:ln>
                      <a:solidFill>
                        <a:srgbClr val="C00000"/>
                      </a:solidFill>
                    </a:ln>
                    <a:solidFill>
                      <a:srgbClr val="C00000"/>
                    </a:solidFill>
                    <a:latin typeface="黑体" panose="02010609060101010101" pitchFamily="49" charset="-122"/>
                    <a:ea typeface="黑体" panose="02010609060101010101" pitchFamily="49" charset="-122"/>
                    <a:cs typeface="+mn-ea"/>
                  </a:rPr>
                  <a:t>JK</a:t>
                </a:r>
                <a:endParaRPr kumimoji="0" lang="en-US" altLang="zh-CN" sz="1800" kern="1200" cap="none" spc="0" normalizeH="0" baseline="0" noProof="1">
                  <a:ln>
                    <a:solidFill>
                      <a:srgbClr val="C00000"/>
                    </a:solidFill>
                  </a:ln>
                  <a:solidFill>
                    <a:srgbClr val="C00000"/>
                  </a:solidFill>
                  <a:latin typeface="黑体" panose="02010609060101010101" pitchFamily="49" charset="-122"/>
                  <a:ea typeface="黑体" panose="02010609060101010101" pitchFamily="49" charset="-122"/>
                  <a:cs typeface="+mn-cs"/>
                </a:endParaRPr>
              </a:p>
            </p:txBody>
          </p:sp>
          <p:sp>
            <p:nvSpPr>
              <p:cNvPr id="47208" name="Text Box 208"/>
              <p:cNvSpPr txBox="1"/>
              <p:nvPr/>
            </p:nvSpPr>
            <p:spPr>
              <a:xfrm>
                <a:off x="3221" y="2904"/>
                <a:ext cx="384" cy="305"/>
              </a:xfrm>
              <a:prstGeom prst="rect">
                <a:avLst/>
              </a:prstGeom>
              <a:noFill/>
              <a:ln w="9525">
                <a:noFill/>
                <a:miter/>
              </a:ln>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800" kern="1200" cap="none" spc="0" normalizeH="0" baseline="0" noProof="1">
                    <a:ln>
                      <a:solidFill>
                        <a:srgbClr val="C00000"/>
                      </a:solidFill>
                    </a:ln>
                    <a:solidFill>
                      <a:srgbClr val="C00000"/>
                    </a:solidFill>
                    <a:latin typeface="黑体" panose="02010609060101010101" pitchFamily="49" charset="-122"/>
                    <a:ea typeface="黑体" panose="02010609060101010101" pitchFamily="49" charset="-122"/>
                    <a:cs typeface="+mn-ea"/>
                  </a:rPr>
                  <a:t>Q</a:t>
                </a:r>
                <a:endParaRPr kumimoji="0" lang="en-US" altLang="zh-CN" sz="1800" kern="1200" cap="none" spc="0" normalizeH="0" baseline="0" noProof="1">
                  <a:ln>
                    <a:solidFill>
                      <a:srgbClr val="C00000"/>
                    </a:solidFill>
                  </a:ln>
                  <a:solidFill>
                    <a:srgbClr val="C00000"/>
                  </a:solidFill>
                  <a:latin typeface="黑体" panose="02010609060101010101" pitchFamily="49" charset="-122"/>
                  <a:ea typeface="黑体" panose="02010609060101010101" pitchFamily="49" charset="-122"/>
                  <a:cs typeface="+mn-cs"/>
                </a:endParaRPr>
              </a:p>
            </p:txBody>
          </p:sp>
        </p:grpSp>
        <p:sp>
          <p:nvSpPr>
            <p:cNvPr id="78893" name="Text Box 209"/>
            <p:cNvSpPr txBox="1"/>
            <p:nvPr/>
          </p:nvSpPr>
          <p:spPr>
            <a:xfrm>
              <a:off x="3265" y="3567"/>
              <a:ext cx="864" cy="310"/>
            </a:xfrm>
            <a:prstGeom prst="rect">
              <a:avLst/>
            </a:prstGeom>
            <a:noFill/>
            <a:ln w="9525">
              <a:noFill/>
            </a:ln>
          </p:spPr>
          <p:txBody>
            <a:bodyPr>
              <a:spAutoFit/>
            </a:bodyPr>
            <a:lstStyle/>
            <a:p>
              <a:pPr eaLnBrk="1" hangingPunct="1">
                <a:buFont typeface="Arial" panose="020B0604020202020204" pitchFamily="34" charset="0"/>
              </a:pPr>
              <a:r>
                <a:rPr lang="en-US" altLang="zh-CN" sz="1800" b="1" dirty="0">
                  <a:solidFill>
                    <a:srgbClr val="C00000"/>
                  </a:solidFill>
                  <a:latin typeface="华文新魏" panose="02010800040101010101" pitchFamily="2" charset="-122"/>
                  <a:ea typeface="华文新魏" panose="02010800040101010101" pitchFamily="2" charset="-122"/>
                </a:rPr>
                <a:t>(e) </a:t>
              </a:r>
              <a:r>
                <a:rPr lang="zh-CN" altLang="en-US" sz="1800" b="1" dirty="0">
                  <a:solidFill>
                    <a:srgbClr val="C00000"/>
                  </a:solidFill>
                  <a:latin typeface="华文新魏" panose="02010800040101010101" pitchFamily="2" charset="-122"/>
                  <a:ea typeface="华文新魏" panose="02010800040101010101" pitchFamily="2" charset="-122"/>
                </a:rPr>
                <a:t>卡诺图</a:t>
              </a:r>
              <a:r>
                <a:rPr lang="zh-CN" altLang="en-US" sz="1800" dirty="0">
                  <a:solidFill>
                    <a:srgbClr val="C00000"/>
                  </a:solidFill>
                  <a:latin typeface="华文新魏" panose="02010800040101010101" pitchFamily="2" charset="-122"/>
                  <a:ea typeface="华文新魏" panose="02010800040101010101" pitchFamily="2" charset="-122"/>
                </a:rPr>
                <a:t> </a:t>
              </a:r>
              <a:endParaRPr lang="zh-CN" altLang="en-US" sz="1800" dirty="0">
                <a:solidFill>
                  <a:srgbClr val="C00000"/>
                </a:solidFill>
                <a:latin typeface="华文新魏" panose="02010800040101010101" pitchFamily="2" charset="-122"/>
                <a:ea typeface="华文新魏" panose="02010800040101010101" pitchFamily="2" charset="-122"/>
              </a:endParaRPr>
            </a:p>
          </p:txBody>
        </p:sp>
      </p:grpSp>
      <p:sp>
        <p:nvSpPr>
          <p:cNvPr id="78890" name="Line 210"/>
          <p:cNvSpPr/>
          <p:nvPr/>
        </p:nvSpPr>
        <p:spPr>
          <a:xfrm flipV="1">
            <a:off x="2668588" y="3084513"/>
            <a:ext cx="209550" cy="0"/>
          </a:xfrm>
          <a:prstGeom prst="line">
            <a:avLst/>
          </a:prstGeom>
          <a:ln w="19050" cap="flat" cmpd="sng">
            <a:solidFill>
              <a:srgbClr val="FF0000"/>
            </a:solidFill>
            <a:prstDash val="solid"/>
            <a:headEnd type="none" w="med" len="med"/>
            <a:tailEnd type="none" w="med" len="med"/>
          </a:ln>
        </p:spPr>
      </p:sp>
      <p:cxnSp>
        <p:nvCxnSpPr>
          <p:cNvPr id="3" name="直接连接符 2"/>
          <p:cNvCxnSpPr/>
          <p:nvPr/>
        </p:nvCxnSpPr>
        <p:spPr>
          <a:xfrm>
            <a:off x="4845050" y="1884045"/>
            <a:ext cx="431800" cy="2873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tretch>
            <a:fillRect/>
          </a:stretch>
        </p:blipFill>
        <p:spPr>
          <a:xfrm>
            <a:off x="5580380" y="3495675"/>
            <a:ext cx="2419350" cy="463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533400" y="530225"/>
            <a:ext cx="6400800" cy="342900"/>
          </a:xfrm>
        </p:spPr>
        <p:txBody>
          <a:bodyPr>
            <a:normAutofit fontScale="90000"/>
          </a:bodyPr>
          <a:lstStyle/>
          <a:p>
            <a:pPr marL="0" marR="0" lvl="0" indent="0" algn="l" defTabSz="685800" rtl="0" eaLnBrk="1" fontAlgn="base" latinLnBrk="0" hangingPunct="1">
              <a:lnSpc>
                <a:spcPct val="9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j-cs"/>
              </a:rPr>
              <a:t>主从</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j-cs"/>
              </a:rPr>
              <a:t>J-K </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j-cs"/>
              </a:rPr>
              <a:t>触发器工作过程时序图：</a:t>
            </a:r>
            <a:endPar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j-cs"/>
            </a:endParaRPr>
          </a:p>
        </p:txBody>
      </p:sp>
      <p:grpSp>
        <p:nvGrpSpPr>
          <p:cNvPr id="79875" name="Group 102"/>
          <p:cNvGrpSpPr/>
          <p:nvPr/>
        </p:nvGrpSpPr>
        <p:grpSpPr>
          <a:xfrm>
            <a:off x="1116013" y="3003550"/>
            <a:ext cx="6145212" cy="1697038"/>
            <a:chOff x="777" y="2112"/>
            <a:chExt cx="4479" cy="1785"/>
          </a:xfrm>
        </p:grpSpPr>
        <p:sp>
          <p:nvSpPr>
            <p:cNvPr id="79929" name="Line 52"/>
            <p:cNvSpPr/>
            <p:nvPr/>
          </p:nvSpPr>
          <p:spPr>
            <a:xfrm>
              <a:off x="1008" y="2352"/>
              <a:ext cx="432" cy="0"/>
            </a:xfrm>
            <a:prstGeom prst="line">
              <a:avLst/>
            </a:prstGeom>
            <a:ln w="19050" cap="flat" cmpd="sng">
              <a:solidFill>
                <a:srgbClr val="C00000"/>
              </a:solidFill>
              <a:prstDash val="solid"/>
              <a:headEnd type="none" w="med" len="med"/>
              <a:tailEnd type="none" w="med" len="med"/>
            </a:ln>
          </p:spPr>
        </p:sp>
        <p:sp>
          <p:nvSpPr>
            <p:cNvPr id="79930" name="Line 53"/>
            <p:cNvSpPr/>
            <p:nvPr/>
          </p:nvSpPr>
          <p:spPr>
            <a:xfrm flipV="1">
              <a:off x="1440" y="2112"/>
              <a:ext cx="144" cy="240"/>
            </a:xfrm>
            <a:prstGeom prst="line">
              <a:avLst/>
            </a:prstGeom>
            <a:ln w="19050" cap="flat" cmpd="sng">
              <a:solidFill>
                <a:srgbClr val="C00000"/>
              </a:solidFill>
              <a:prstDash val="solid"/>
              <a:headEnd type="none" w="med" len="med"/>
              <a:tailEnd type="none" w="med" len="med"/>
            </a:ln>
          </p:spPr>
        </p:sp>
        <p:sp>
          <p:nvSpPr>
            <p:cNvPr id="79931" name="Line 54"/>
            <p:cNvSpPr/>
            <p:nvPr/>
          </p:nvSpPr>
          <p:spPr>
            <a:xfrm>
              <a:off x="1584" y="2112"/>
              <a:ext cx="288" cy="0"/>
            </a:xfrm>
            <a:prstGeom prst="line">
              <a:avLst/>
            </a:prstGeom>
            <a:ln w="19050" cap="flat" cmpd="sng">
              <a:solidFill>
                <a:srgbClr val="C00000"/>
              </a:solidFill>
              <a:prstDash val="solid"/>
              <a:headEnd type="none" w="med" len="med"/>
              <a:tailEnd type="none" w="med" len="med"/>
            </a:ln>
          </p:spPr>
        </p:sp>
        <p:sp>
          <p:nvSpPr>
            <p:cNvPr id="79932" name="Line 55"/>
            <p:cNvSpPr/>
            <p:nvPr/>
          </p:nvSpPr>
          <p:spPr>
            <a:xfrm>
              <a:off x="1872" y="2112"/>
              <a:ext cx="144" cy="240"/>
            </a:xfrm>
            <a:prstGeom prst="line">
              <a:avLst/>
            </a:prstGeom>
            <a:ln w="19050" cap="flat" cmpd="sng">
              <a:solidFill>
                <a:srgbClr val="C00000"/>
              </a:solidFill>
              <a:prstDash val="solid"/>
              <a:headEnd type="none" w="med" len="med"/>
              <a:tailEnd type="none" w="med" len="med"/>
            </a:ln>
          </p:spPr>
        </p:sp>
        <p:sp>
          <p:nvSpPr>
            <p:cNvPr id="79933" name="Line 56"/>
            <p:cNvSpPr/>
            <p:nvPr/>
          </p:nvSpPr>
          <p:spPr>
            <a:xfrm>
              <a:off x="2016" y="2352"/>
              <a:ext cx="1008" cy="0"/>
            </a:xfrm>
            <a:prstGeom prst="line">
              <a:avLst/>
            </a:prstGeom>
            <a:ln w="19050" cap="flat" cmpd="sng">
              <a:solidFill>
                <a:srgbClr val="C00000"/>
              </a:solidFill>
              <a:prstDash val="solid"/>
              <a:headEnd type="none" w="med" len="med"/>
              <a:tailEnd type="none" w="med" len="med"/>
            </a:ln>
          </p:spPr>
        </p:sp>
        <p:sp>
          <p:nvSpPr>
            <p:cNvPr id="79934" name="Line 57"/>
            <p:cNvSpPr/>
            <p:nvPr/>
          </p:nvSpPr>
          <p:spPr>
            <a:xfrm flipV="1">
              <a:off x="3024" y="2112"/>
              <a:ext cx="144" cy="240"/>
            </a:xfrm>
            <a:prstGeom prst="line">
              <a:avLst/>
            </a:prstGeom>
            <a:ln w="19050" cap="flat" cmpd="sng">
              <a:solidFill>
                <a:srgbClr val="C00000"/>
              </a:solidFill>
              <a:prstDash val="solid"/>
              <a:headEnd type="none" w="med" len="med"/>
              <a:tailEnd type="none" w="med" len="med"/>
            </a:ln>
          </p:spPr>
        </p:sp>
        <p:sp>
          <p:nvSpPr>
            <p:cNvPr id="79935" name="Line 58"/>
            <p:cNvSpPr/>
            <p:nvPr/>
          </p:nvSpPr>
          <p:spPr>
            <a:xfrm>
              <a:off x="3168" y="2112"/>
              <a:ext cx="1152" cy="0"/>
            </a:xfrm>
            <a:prstGeom prst="line">
              <a:avLst/>
            </a:prstGeom>
            <a:ln w="19050" cap="flat" cmpd="sng">
              <a:solidFill>
                <a:srgbClr val="C00000"/>
              </a:solidFill>
              <a:prstDash val="solid"/>
              <a:headEnd type="none" w="med" len="med"/>
              <a:tailEnd type="none" w="med" len="med"/>
            </a:ln>
          </p:spPr>
        </p:sp>
        <p:sp>
          <p:nvSpPr>
            <p:cNvPr id="79936" name="Text Box 59"/>
            <p:cNvSpPr txBox="1"/>
            <p:nvPr/>
          </p:nvSpPr>
          <p:spPr>
            <a:xfrm>
              <a:off x="791" y="2125"/>
              <a:ext cx="158" cy="388"/>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37" name="Line 60"/>
            <p:cNvSpPr/>
            <p:nvPr/>
          </p:nvSpPr>
          <p:spPr>
            <a:xfrm>
              <a:off x="1008" y="2688"/>
              <a:ext cx="1296" cy="0"/>
            </a:xfrm>
            <a:prstGeom prst="line">
              <a:avLst/>
            </a:prstGeom>
            <a:ln w="19050" cap="flat" cmpd="sng">
              <a:solidFill>
                <a:srgbClr val="C00000"/>
              </a:solidFill>
              <a:prstDash val="solid"/>
              <a:headEnd type="none" w="med" len="med"/>
              <a:tailEnd type="none" w="med" len="med"/>
            </a:ln>
          </p:spPr>
        </p:sp>
        <p:grpSp>
          <p:nvGrpSpPr>
            <p:cNvPr id="79938" name="Group 61"/>
            <p:cNvGrpSpPr/>
            <p:nvPr/>
          </p:nvGrpSpPr>
          <p:grpSpPr>
            <a:xfrm>
              <a:off x="2304" y="2448"/>
              <a:ext cx="384" cy="240"/>
              <a:chOff x="2064" y="2832"/>
              <a:chExt cx="576" cy="240"/>
            </a:xfrm>
          </p:grpSpPr>
          <p:sp>
            <p:nvSpPr>
              <p:cNvPr id="79976" name="Line 62"/>
              <p:cNvSpPr/>
              <p:nvPr/>
            </p:nvSpPr>
            <p:spPr>
              <a:xfrm flipV="1">
                <a:off x="2064" y="2832"/>
                <a:ext cx="144" cy="240"/>
              </a:xfrm>
              <a:prstGeom prst="line">
                <a:avLst/>
              </a:prstGeom>
              <a:ln w="19050" cap="flat" cmpd="sng">
                <a:solidFill>
                  <a:srgbClr val="C00000"/>
                </a:solidFill>
                <a:prstDash val="solid"/>
                <a:headEnd type="none" w="med" len="med"/>
                <a:tailEnd type="none" w="med" len="med"/>
              </a:ln>
            </p:spPr>
          </p:sp>
          <p:sp>
            <p:nvSpPr>
              <p:cNvPr id="79977" name="Line 63"/>
              <p:cNvSpPr/>
              <p:nvPr/>
            </p:nvSpPr>
            <p:spPr>
              <a:xfrm>
                <a:off x="2208" y="2832"/>
                <a:ext cx="288" cy="0"/>
              </a:xfrm>
              <a:prstGeom prst="line">
                <a:avLst/>
              </a:prstGeom>
              <a:ln w="19050" cap="flat" cmpd="sng">
                <a:solidFill>
                  <a:srgbClr val="C00000"/>
                </a:solidFill>
                <a:prstDash val="solid"/>
                <a:headEnd type="none" w="med" len="med"/>
                <a:tailEnd type="none" w="med" len="med"/>
              </a:ln>
            </p:spPr>
          </p:sp>
          <p:sp>
            <p:nvSpPr>
              <p:cNvPr id="79978" name="Line 64"/>
              <p:cNvSpPr/>
              <p:nvPr/>
            </p:nvSpPr>
            <p:spPr>
              <a:xfrm>
                <a:off x="2496" y="2832"/>
                <a:ext cx="144" cy="240"/>
              </a:xfrm>
              <a:prstGeom prst="line">
                <a:avLst/>
              </a:prstGeom>
              <a:ln w="19050" cap="flat" cmpd="sng">
                <a:solidFill>
                  <a:srgbClr val="C00000"/>
                </a:solidFill>
                <a:prstDash val="solid"/>
                <a:headEnd type="none" w="med" len="med"/>
                <a:tailEnd type="none" w="med" len="med"/>
              </a:ln>
            </p:spPr>
          </p:sp>
        </p:grpSp>
        <p:sp>
          <p:nvSpPr>
            <p:cNvPr id="79939" name="Line 65"/>
            <p:cNvSpPr/>
            <p:nvPr/>
          </p:nvSpPr>
          <p:spPr>
            <a:xfrm>
              <a:off x="2688" y="2688"/>
              <a:ext cx="720" cy="0"/>
            </a:xfrm>
            <a:prstGeom prst="line">
              <a:avLst/>
            </a:prstGeom>
            <a:ln w="19050" cap="flat" cmpd="sng">
              <a:solidFill>
                <a:srgbClr val="C00000"/>
              </a:solidFill>
              <a:prstDash val="solid"/>
              <a:headEnd type="none" w="med" len="med"/>
              <a:tailEnd type="none" w="med" len="med"/>
            </a:ln>
          </p:spPr>
        </p:sp>
        <p:sp>
          <p:nvSpPr>
            <p:cNvPr id="79940" name="Line 66"/>
            <p:cNvSpPr/>
            <p:nvPr/>
          </p:nvSpPr>
          <p:spPr>
            <a:xfrm>
              <a:off x="3552" y="2448"/>
              <a:ext cx="768" cy="0"/>
            </a:xfrm>
            <a:prstGeom prst="line">
              <a:avLst/>
            </a:prstGeom>
            <a:ln w="19050" cap="flat" cmpd="sng">
              <a:solidFill>
                <a:srgbClr val="C00000"/>
              </a:solidFill>
              <a:prstDash val="solid"/>
              <a:headEnd type="none" w="med" len="med"/>
              <a:tailEnd type="none" w="med" len="med"/>
            </a:ln>
          </p:spPr>
        </p:sp>
        <p:sp>
          <p:nvSpPr>
            <p:cNvPr id="79941" name="Line 67"/>
            <p:cNvSpPr/>
            <p:nvPr/>
          </p:nvSpPr>
          <p:spPr>
            <a:xfrm flipV="1">
              <a:off x="3408" y="2448"/>
              <a:ext cx="144" cy="240"/>
            </a:xfrm>
            <a:prstGeom prst="line">
              <a:avLst/>
            </a:prstGeom>
            <a:ln w="19050" cap="flat" cmpd="sng">
              <a:solidFill>
                <a:srgbClr val="C00000"/>
              </a:solidFill>
              <a:prstDash val="solid"/>
              <a:headEnd type="none" w="med" len="med"/>
              <a:tailEnd type="none" w="med" len="med"/>
            </a:ln>
          </p:spPr>
        </p:sp>
        <p:sp>
          <p:nvSpPr>
            <p:cNvPr id="79942" name="Line 68"/>
            <p:cNvSpPr/>
            <p:nvPr/>
          </p:nvSpPr>
          <p:spPr>
            <a:xfrm>
              <a:off x="1008" y="3024"/>
              <a:ext cx="240" cy="0"/>
            </a:xfrm>
            <a:prstGeom prst="line">
              <a:avLst/>
            </a:prstGeom>
            <a:ln w="19050" cap="flat" cmpd="sng">
              <a:solidFill>
                <a:schemeClr val="tx1"/>
              </a:solidFill>
              <a:prstDash val="solid"/>
              <a:headEnd type="none" w="med" len="med"/>
              <a:tailEnd type="none" w="med" len="med"/>
            </a:ln>
          </p:spPr>
        </p:sp>
        <p:grpSp>
          <p:nvGrpSpPr>
            <p:cNvPr id="79943" name="Group 69"/>
            <p:cNvGrpSpPr/>
            <p:nvPr/>
          </p:nvGrpSpPr>
          <p:grpSpPr>
            <a:xfrm>
              <a:off x="1248" y="2784"/>
              <a:ext cx="1008" cy="240"/>
              <a:chOff x="1152" y="3264"/>
              <a:chExt cx="1008" cy="240"/>
            </a:xfrm>
          </p:grpSpPr>
          <p:sp>
            <p:nvSpPr>
              <p:cNvPr id="79973" name="Line 70"/>
              <p:cNvSpPr/>
              <p:nvPr/>
            </p:nvSpPr>
            <p:spPr>
              <a:xfrm flipV="1">
                <a:off x="1152" y="3264"/>
                <a:ext cx="96" cy="240"/>
              </a:xfrm>
              <a:prstGeom prst="line">
                <a:avLst/>
              </a:prstGeom>
              <a:ln w="19050" cap="flat" cmpd="sng">
                <a:solidFill>
                  <a:schemeClr val="tx1"/>
                </a:solidFill>
                <a:prstDash val="solid"/>
                <a:headEnd type="none" w="med" len="med"/>
                <a:tailEnd type="none" w="med" len="med"/>
              </a:ln>
            </p:spPr>
          </p:sp>
          <p:sp>
            <p:nvSpPr>
              <p:cNvPr id="79974" name="Line 71"/>
              <p:cNvSpPr/>
              <p:nvPr/>
            </p:nvSpPr>
            <p:spPr>
              <a:xfrm>
                <a:off x="1248" y="3264"/>
                <a:ext cx="816" cy="0"/>
              </a:xfrm>
              <a:prstGeom prst="line">
                <a:avLst/>
              </a:prstGeom>
              <a:ln w="19050" cap="flat" cmpd="sng">
                <a:solidFill>
                  <a:schemeClr val="tx1"/>
                </a:solidFill>
                <a:prstDash val="solid"/>
                <a:headEnd type="none" w="med" len="med"/>
                <a:tailEnd type="none" w="med" len="med"/>
              </a:ln>
            </p:spPr>
          </p:sp>
          <p:sp>
            <p:nvSpPr>
              <p:cNvPr id="79975" name="Line 72"/>
              <p:cNvSpPr/>
              <p:nvPr/>
            </p:nvSpPr>
            <p:spPr>
              <a:xfrm>
                <a:off x="2064" y="3264"/>
                <a:ext cx="96" cy="240"/>
              </a:xfrm>
              <a:prstGeom prst="line">
                <a:avLst/>
              </a:prstGeom>
              <a:ln w="19050" cap="flat" cmpd="sng">
                <a:solidFill>
                  <a:schemeClr val="tx1"/>
                </a:solidFill>
                <a:prstDash val="solid"/>
                <a:headEnd type="none" w="med" len="med"/>
                <a:tailEnd type="none" w="med" len="med"/>
              </a:ln>
            </p:spPr>
          </p:sp>
        </p:grpSp>
        <p:sp>
          <p:nvSpPr>
            <p:cNvPr id="79944" name="Line 73"/>
            <p:cNvSpPr/>
            <p:nvPr/>
          </p:nvSpPr>
          <p:spPr>
            <a:xfrm>
              <a:off x="2256" y="3024"/>
              <a:ext cx="672" cy="0"/>
            </a:xfrm>
            <a:prstGeom prst="line">
              <a:avLst/>
            </a:prstGeom>
            <a:ln w="19050" cap="flat" cmpd="sng">
              <a:solidFill>
                <a:schemeClr val="tx1"/>
              </a:solidFill>
              <a:prstDash val="solid"/>
              <a:headEnd type="none" w="med" len="med"/>
              <a:tailEnd type="none" w="med" len="med"/>
            </a:ln>
          </p:spPr>
        </p:sp>
        <p:grpSp>
          <p:nvGrpSpPr>
            <p:cNvPr id="79945" name="Group 74"/>
            <p:cNvGrpSpPr/>
            <p:nvPr/>
          </p:nvGrpSpPr>
          <p:grpSpPr>
            <a:xfrm>
              <a:off x="2928" y="2784"/>
              <a:ext cx="1008" cy="240"/>
              <a:chOff x="1152" y="3264"/>
              <a:chExt cx="1008" cy="240"/>
            </a:xfrm>
          </p:grpSpPr>
          <p:sp>
            <p:nvSpPr>
              <p:cNvPr id="79970" name="Line 75"/>
              <p:cNvSpPr/>
              <p:nvPr/>
            </p:nvSpPr>
            <p:spPr>
              <a:xfrm flipV="1">
                <a:off x="1152" y="3264"/>
                <a:ext cx="96" cy="240"/>
              </a:xfrm>
              <a:prstGeom prst="line">
                <a:avLst/>
              </a:prstGeom>
              <a:ln w="19050" cap="flat" cmpd="sng">
                <a:solidFill>
                  <a:schemeClr val="tx1"/>
                </a:solidFill>
                <a:prstDash val="solid"/>
                <a:headEnd type="none" w="med" len="med"/>
                <a:tailEnd type="none" w="med" len="med"/>
              </a:ln>
            </p:spPr>
          </p:sp>
          <p:sp>
            <p:nvSpPr>
              <p:cNvPr id="79971" name="Line 76"/>
              <p:cNvSpPr/>
              <p:nvPr/>
            </p:nvSpPr>
            <p:spPr>
              <a:xfrm>
                <a:off x="1248" y="3264"/>
                <a:ext cx="816" cy="0"/>
              </a:xfrm>
              <a:prstGeom prst="line">
                <a:avLst/>
              </a:prstGeom>
              <a:ln w="19050" cap="flat" cmpd="sng">
                <a:solidFill>
                  <a:schemeClr val="tx1"/>
                </a:solidFill>
                <a:prstDash val="solid"/>
                <a:headEnd type="none" w="med" len="med"/>
                <a:tailEnd type="none" w="med" len="med"/>
              </a:ln>
            </p:spPr>
          </p:sp>
          <p:sp>
            <p:nvSpPr>
              <p:cNvPr id="79972" name="Line 77"/>
              <p:cNvSpPr/>
              <p:nvPr/>
            </p:nvSpPr>
            <p:spPr>
              <a:xfrm>
                <a:off x="2064" y="3264"/>
                <a:ext cx="96" cy="240"/>
              </a:xfrm>
              <a:prstGeom prst="line">
                <a:avLst/>
              </a:prstGeom>
              <a:ln w="19050" cap="flat" cmpd="sng">
                <a:solidFill>
                  <a:schemeClr val="tx1"/>
                </a:solidFill>
                <a:prstDash val="solid"/>
                <a:headEnd type="none" w="med" len="med"/>
                <a:tailEnd type="none" w="med" len="med"/>
              </a:ln>
            </p:spPr>
          </p:sp>
        </p:grpSp>
        <p:sp>
          <p:nvSpPr>
            <p:cNvPr id="79946" name="Line 78"/>
            <p:cNvSpPr/>
            <p:nvPr/>
          </p:nvSpPr>
          <p:spPr>
            <a:xfrm>
              <a:off x="3936" y="3024"/>
              <a:ext cx="384" cy="0"/>
            </a:xfrm>
            <a:prstGeom prst="line">
              <a:avLst/>
            </a:prstGeom>
            <a:ln w="19050" cap="flat" cmpd="sng">
              <a:solidFill>
                <a:schemeClr val="tx1"/>
              </a:solidFill>
              <a:prstDash val="solid"/>
              <a:headEnd type="none" w="med" len="med"/>
              <a:tailEnd type="none" w="med" len="med"/>
            </a:ln>
          </p:spPr>
        </p:sp>
        <p:sp>
          <p:nvSpPr>
            <p:cNvPr id="79947" name="Line 79"/>
            <p:cNvSpPr/>
            <p:nvPr/>
          </p:nvSpPr>
          <p:spPr>
            <a:xfrm>
              <a:off x="1056" y="3398"/>
              <a:ext cx="432" cy="0"/>
            </a:xfrm>
            <a:prstGeom prst="line">
              <a:avLst/>
            </a:prstGeom>
            <a:ln w="19050" cap="flat" cmpd="sng">
              <a:solidFill>
                <a:schemeClr val="tx1"/>
              </a:solidFill>
              <a:prstDash val="solid"/>
              <a:headEnd type="none" w="med" len="med"/>
              <a:tailEnd type="none" w="med" len="med"/>
            </a:ln>
          </p:spPr>
        </p:sp>
        <p:sp>
          <p:nvSpPr>
            <p:cNvPr id="79948" name="Line 80"/>
            <p:cNvSpPr/>
            <p:nvPr/>
          </p:nvSpPr>
          <p:spPr>
            <a:xfrm flipV="1">
              <a:off x="1488" y="3158"/>
              <a:ext cx="144" cy="240"/>
            </a:xfrm>
            <a:prstGeom prst="line">
              <a:avLst/>
            </a:prstGeom>
            <a:ln w="19050" cap="flat" cmpd="sng">
              <a:solidFill>
                <a:schemeClr val="tx1"/>
              </a:solidFill>
              <a:prstDash val="solid"/>
              <a:headEnd type="none" w="med" len="med"/>
              <a:tailEnd type="none" w="med" len="med"/>
            </a:ln>
          </p:spPr>
        </p:sp>
        <p:sp>
          <p:nvSpPr>
            <p:cNvPr id="79949" name="Line 81"/>
            <p:cNvSpPr/>
            <p:nvPr/>
          </p:nvSpPr>
          <p:spPr>
            <a:xfrm>
              <a:off x="1632" y="3158"/>
              <a:ext cx="1872" cy="10"/>
            </a:xfrm>
            <a:prstGeom prst="line">
              <a:avLst/>
            </a:prstGeom>
            <a:ln w="19050" cap="flat" cmpd="sng">
              <a:solidFill>
                <a:schemeClr val="tx1"/>
              </a:solidFill>
              <a:prstDash val="solid"/>
              <a:headEnd type="none" w="med" len="med"/>
              <a:tailEnd type="none" w="med" len="med"/>
            </a:ln>
          </p:spPr>
        </p:sp>
        <p:sp>
          <p:nvSpPr>
            <p:cNvPr id="79950" name="Line 82"/>
            <p:cNvSpPr/>
            <p:nvPr/>
          </p:nvSpPr>
          <p:spPr>
            <a:xfrm>
              <a:off x="3504" y="3168"/>
              <a:ext cx="96" cy="230"/>
            </a:xfrm>
            <a:prstGeom prst="line">
              <a:avLst/>
            </a:prstGeom>
            <a:ln w="19050" cap="flat" cmpd="sng">
              <a:solidFill>
                <a:schemeClr val="tx1"/>
              </a:solidFill>
              <a:prstDash val="solid"/>
              <a:headEnd type="none" w="med" len="med"/>
              <a:tailEnd type="none" w="med" len="med"/>
            </a:ln>
          </p:spPr>
        </p:sp>
        <p:sp>
          <p:nvSpPr>
            <p:cNvPr id="79951" name="Line 83"/>
            <p:cNvSpPr/>
            <p:nvPr/>
          </p:nvSpPr>
          <p:spPr>
            <a:xfrm flipV="1">
              <a:off x="3600" y="3408"/>
              <a:ext cx="720" cy="0"/>
            </a:xfrm>
            <a:prstGeom prst="line">
              <a:avLst/>
            </a:prstGeom>
            <a:ln w="19050" cap="flat" cmpd="sng">
              <a:solidFill>
                <a:schemeClr val="tx1"/>
              </a:solidFill>
              <a:prstDash val="solid"/>
              <a:headEnd type="none" w="med" len="med"/>
              <a:tailEnd type="none" w="med" len="med"/>
            </a:ln>
          </p:spPr>
        </p:sp>
        <p:sp>
          <p:nvSpPr>
            <p:cNvPr id="79952" name="Line 84"/>
            <p:cNvSpPr/>
            <p:nvPr/>
          </p:nvSpPr>
          <p:spPr>
            <a:xfrm>
              <a:off x="1008" y="3782"/>
              <a:ext cx="1152" cy="0"/>
            </a:xfrm>
            <a:prstGeom prst="line">
              <a:avLst/>
            </a:prstGeom>
            <a:ln w="19050" cap="flat" cmpd="sng">
              <a:solidFill>
                <a:schemeClr val="tx1"/>
              </a:solidFill>
              <a:prstDash val="solid"/>
              <a:headEnd type="none" w="med" len="med"/>
              <a:tailEnd type="none" w="med" len="med"/>
            </a:ln>
          </p:spPr>
        </p:sp>
        <p:sp>
          <p:nvSpPr>
            <p:cNvPr id="79953" name="Line 85"/>
            <p:cNvSpPr/>
            <p:nvPr/>
          </p:nvSpPr>
          <p:spPr>
            <a:xfrm flipV="1">
              <a:off x="2160" y="3542"/>
              <a:ext cx="144" cy="240"/>
            </a:xfrm>
            <a:prstGeom prst="line">
              <a:avLst/>
            </a:prstGeom>
            <a:ln w="19050" cap="flat" cmpd="sng">
              <a:solidFill>
                <a:schemeClr val="tx1"/>
              </a:solidFill>
              <a:prstDash val="solid"/>
              <a:headEnd type="none" w="med" len="med"/>
              <a:tailEnd type="none" w="med" len="med"/>
            </a:ln>
          </p:spPr>
        </p:sp>
        <p:sp>
          <p:nvSpPr>
            <p:cNvPr id="79954" name="Line 86"/>
            <p:cNvSpPr/>
            <p:nvPr/>
          </p:nvSpPr>
          <p:spPr>
            <a:xfrm>
              <a:off x="2304" y="3542"/>
              <a:ext cx="1584" cy="10"/>
            </a:xfrm>
            <a:prstGeom prst="line">
              <a:avLst/>
            </a:prstGeom>
            <a:ln w="19050" cap="flat" cmpd="sng">
              <a:solidFill>
                <a:schemeClr val="tx1"/>
              </a:solidFill>
              <a:prstDash val="solid"/>
              <a:headEnd type="none" w="med" len="med"/>
              <a:tailEnd type="none" w="med" len="med"/>
            </a:ln>
          </p:spPr>
        </p:sp>
        <p:sp>
          <p:nvSpPr>
            <p:cNvPr id="79955" name="Line 87"/>
            <p:cNvSpPr/>
            <p:nvPr/>
          </p:nvSpPr>
          <p:spPr>
            <a:xfrm>
              <a:off x="3888" y="3542"/>
              <a:ext cx="144" cy="240"/>
            </a:xfrm>
            <a:prstGeom prst="line">
              <a:avLst/>
            </a:prstGeom>
            <a:ln w="19050" cap="flat" cmpd="sng">
              <a:solidFill>
                <a:schemeClr val="tx1"/>
              </a:solidFill>
              <a:prstDash val="solid"/>
              <a:headEnd type="none" w="med" len="med"/>
              <a:tailEnd type="none" w="med" len="med"/>
            </a:ln>
          </p:spPr>
        </p:sp>
        <p:sp>
          <p:nvSpPr>
            <p:cNvPr id="79956" name="Line 88"/>
            <p:cNvSpPr/>
            <p:nvPr/>
          </p:nvSpPr>
          <p:spPr>
            <a:xfrm>
              <a:off x="4032" y="3782"/>
              <a:ext cx="480" cy="0"/>
            </a:xfrm>
            <a:prstGeom prst="line">
              <a:avLst/>
            </a:prstGeom>
            <a:ln w="19050" cap="flat" cmpd="sng">
              <a:solidFill>
                <a:schemeClr val="tx1"/>
              </a:solidFill>
              <a:prstDash val="solid"/>
              <a:headEnd type="none" w="med" len="med"/>
              <a:tailEnd type="none" w="med" len="med"/>
            </a:ln>
          </p:spPr>
        </p:sp>
        <p:sp>
          <p:nvSpPr>
            <p:cNvPr id="79957" name="Text Box 89"/>
            <p:cNvSpPr txBox="1"/>
            <p:nvPr/>
          </p:nvSpPr>
          <p:spPr>
            <a:xfrm>
              <a:off x="778" y="3542"/>
              <a:ext cx="187" cy="35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58" name="Text Box 90"/>
            <p:cNvSpPr txBox="1"/>
            <p:nvPr/>
          </p:nvSpPr>
          <p:spPr>
            <a:xfrm>
              <a:off x="780" y="3198"/>
              <a:ext cx="296" cy="388"/>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9959" name="Line 91"/>
            <p:cNvSpPr/>
            <p:nvPr/>
          </p:nvSpPr>
          <p:spPr>
            <a:xfrm>
              <a:off x="1488" y="3206"/>
              <a:ext cx="48" cy="96"/>
            </a:xfrm>
            <a:prstGeom prst="line">
              <a:avLst/>
            </a:prstGeom>
            <a:ln w="19050" cap="flat" cmpd="sng">
              <a:solidFill>
                <a:srgbClr val="0000FF"/>
              </a:solidFill>
              <a:prstDash val="solid"/>
              <a:headEnd type="none" w="med" len="med"/>
              <a:tailEnd type="triangle" w="med" len="med"/>
            </a:ln>
          </p:spPr>
        </p:sp>
        <p:sp>
          <p:nvSpPr>
            <p:cNvPr id="79960" name="Line 92"/>
            <p:cNvSpPr/>
            <p:nvPr/>
          </p:nvSpPr>
          <p:spPr>
            <a:xfrm>
              <a:off x="2208" y="3542"/>
              <a:ext cx="48" cy="96"/>
            </a:xfrm>
            <a:prstGeom prst="line">
              <a:avLst/>
            </a:prstGeom>
            <a:ln w="19050" cap="flat" cmpd="sng">
              <a:solidFill>
                <a:srgbClr val="0000FF"/>
              </a:solidFill>
              <a:prstDash val="solid"/>
              <a:headEnd type="none" w="med" len="med"/>
              <a:tailEnd type="triangle" w="med" len="med"/>
            </a:ln>
          </p:spPr>
        </p:sp>
        <p:sp>
          <p:nvSpPr>
            <p:cNvPr id="79961" name="Text Box 93"/>
            <p:cNvSpPr txBox="1"/>
            <p:nvPr/>
          </p:nvSpPr>
          <p:spPr>
            <a:xfrm>
              <a:off x="4413" y="3228"/>
              <a:ext cx="843" cy="389"/>
            </a:xfrm>
            <a:prstGeom prst="rect">
              <a:avLst/>
            </a:prstGeom>
            <a:noFill/>
            <a:ln w="19050">
              <a:noFill/>
            </a:ln>
          </p:spPr>
          <p:txBody>
            <a:bodyPr>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时序图</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79962" name="Text Box 94"/>
            <p:cNvSpPr txBox="1"/>
            <p:nvPr/>
          </p:nvSpPr>
          <p:spPr>
            <a:xfrm>
              <a:off x="789" y="2513"/>
              <a:ext cx="187" cy="35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63" name="Text Box 95"/>
            <p:cNvSpPr txBox="1"/>
            <p:nvPr/>
          </p:nvSpPr>
          <p:spPr>
            <a:xfrm>
              <a:off x="777" y="2856"/>
              <a:ext cx="187" cy="35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64" name="Freeform 96"/>
            <p:cNvSpPr/>
            <p:nvPr/>
          </p:nvSpPr>
          <p:spPr>
            <a:xfrm>
              <a:off x="1392" y="2208"/>
              <a:ext cx="152" cy="1008"/>
            </a:xfrm>
            <a:custGeom>
              <a:avLst/>
              <a:gdLst/>
              <a:ahLst/>
              <a:cxnLst>
                <a:cxn ang="0">
                  <a:pos x="144" y="0"/>
                </a:cxn>
                <a:cxn ang="0">
                  <a:pos x="144" y="144"/>
                </a:cxn>
                <a:cxn ang="0">
                  <a:pos x="96" y="336"/>
                </a:cxn>
                <a:cxn ang="0">
                  <a:pos x="0" y="672"/>
                </a:cxn>
                <a:cxn ang="0">
                  <a:pos x="96" y="1008"/>
                </a:cxn>
              </a:cxnLst>
              <a:rect l="0" t="0" r="0" b="0"/>
              <a:pathLst>
                <a:path w="152" h="1008">
                  <a:moveTo>
                    <a:pt x="144" y="0"/>
                  </a:moveTo>
                  <a:cubicBezTo>
                    <a:pt x="148" y="44"/>
                    <a:pt x="152" y="88"/>
                    <a:pt x="144" y="144"/>
                  </a:cubicBezTo>
                  <a:cubicBezTo>
                    <a:pt x="136" y="200"/>
                    <a:pt x="120" y="248"/>
                    <a:pt x="96" y="336"/>
                  </a:cubicBezTo>
                  <a:cubicBezTo>
                    <a:pt x="72" y="424"/>
                    <a:pt x="0" y="560"/>
                    <a:pt x="0" y="672"/>
                  </a:cubicBezTo>
                  <a:cubicBezTo>
                    <a:pt x="0" y="784"/>
                    <a:pt x="48" y="896"/>
                    <a:pt x="96" y="1008"/>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79965" name="Freeform 97"/>
            <p:cNvSpPr/>
            <p:nvPr/>
          </p:nvSpPr>
          <p:spPr>
            <a:xfrm>
              <a:off x="2144" y="2880"/>
              <a:ext cx="168" cy="672"/>
            </a:xfrm>
            <a:custGeom>
              <a:avLst/>
              <a:gdLst/>
              <a:ahLst/>
              <a:cxnLst>
                <a:cxn ang="0">
                  <a:pos x="64" y="0"/>
                </a:cxn>
                <a:cxn ang="0">
                  <a:pos x="160" y="144"/>
                </a:cxn>
                <a:cxn ang="0">
                  <a:pos x="16" y="384"/>
                </a:cxn>
                <a:cxn ang="0">
                  <a:pos x="64" y="672"/>
                </a:cxn>
              </a:cxnLst>
              <a:rect l="0" t="0" r="0" b="0"/>
              <a:pathLst>
                <a:path w="168" h="672">
                  <a:moveTo>
                    <a:pt x="64" y="0"/>
                  </a:moveTo>
                  <a:cubicBezTo>
                    <a:pt x="116" y="40"/>
                    <a:pt x="168" y="80"/>
                    <a:pt x="160" y="144"/>
                  </a:cubicBezTo>
                  <a:cubicBezTo>
                    <a:pt x="152" y="208"/>
                    <a:pt x="32" y="296"/>
                    <a:pt x="16" y="384"/>
                  </a:cubicBezTo>
                  <a:cubicBezTo>
                    <a:pt x="0" y="472"/>
                    <a:pt x="32" y="572"/>
                    <a:pt x="64" y="672"/>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79966" name="Line 98"/>
            <p:cNvSpPr/>
            <p:nvPr/>
          </p:nvSpPr>
          <p:spPr>
            <a:xfrm>
              <a:off x="3456" y="3264"/>
              <a:ext cx="96" cy="48"/>
            </a:xfrm>
            <a:prstGeom prst="line">
              <a:avLst/>
            </a:prstGeom>
            <a:ln w="19050" cap="flat" cmpd="sng">
              <a:solidFill>
                <a:srgbClr val="0000FF"/>
              </a:solidFill>
              <a:prstDash val="solid"/>
              <a:headEnd type="none" w="med" len="med"/>
              <a:tailEnd type="triangle" w="med" len="med"/>
            </a:ln>
          </p:spPr>
        </p:sp>
        <p:sp>
          <p:nvSpPr>
            <p:cNvPr id="79967" name="Freeform 99"/>
            <p:cNvSpPr/>
            <p:nvPr/>
          </p:nvSpPr>
          <p:spPr>
            <a:xfrm>
              <a:off x="3392" y="2544"/>
              <a:ext cx="128" cy="720"/>
            </a:xfrm>
            <a:custGeom>
              <a:avLst/>
              <a:gdLst/>
              <a:ahLst/>
              <a:cxnLst>
                <a:cxn ang="0">
                  <a:pos x="112" y="0"/>
                </a:cxn>
                <a:cxn ang="0">
                  <a:pos x="112" y="144"/>
                </a:cxn>
                <a:cxn ang="0">
                  <a:pos x="16" y="384"/>
                </a:cxn>
                <a:cxn ang="0">
                  <a:pos x="16" y="528"/>
                </a:cxn>
                <a:cxn ang="0">
                  <a:pos x="64" y="720"/>
                </a:cxn>
              </a:cxnLst>
              <a:rect l="0" t="0" r="0" b="0"/>
              <a:pathLst>
                <a:path w="128" h="720">
                  <a:moveTo>
                    <a:pt x="112" y="0"/>
                  </a:moveTo>
                  <a:cubicBezTo>
                    <a:pt x="120" y="40"/>
                    <a:pt x="128" y="80"/>
                    <a:pt x="112" y="144"/>
                  </a:cubicBezTo>
                  <a:cubicBezTo>
                    <a:pt x="96" y="208"/>
                    <a:pt x="32" y="320"/>
                    <a:pt x="16" y="384"/>
                  </a:cubicBezTo>
                  <a:cubicBezTo>
                    <a:pt x="0" y="448"/>
                    <a:pt x="8" y="472"/>
                    <a:pt x="16" y="528"/>
                  </a:cubicBezTo>
                  <a:cubicBezTo>
                    <a:pt x="24" y="584"/>
                    <a:pt x="44" y="652"/>
                    <a:pt x="64" y="720"/>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79968" name="Line 100"/>
            <p:cNvSpPr/>
            <p:nvPr/>
          </p:nvSpPr>
          <p:spPr>
            <a:xfrm>
              <a:off x="3888" y="3648"/>
              <a:ext cx="96" cy="48"/>
            </a:xfrm>
            <a:prstGeom prst="line">
              <a:avLst/>
            </a:prstGeom>
            <a:ln w="19050" cap="flat" cmpd="sng">
              <a:solidFill>
                <a:srgbClr val="0000FF"/>
              </a:solidFill>
              <a:prstDash val="solid"/>
              <a:headEnd type="none" w="med" len="med"/>
              <a:tailEnd type="triangle" w="med" len="med"/>
            </a:ln>
          </p:spPr>
        </p:sp>
        <p:sp>
          <p:nvSpPr>
            <p:cNvPr id="79969" name="Freeform 101"/>
            <p:cNvSpPr/>
            <p:nvPr/>
          </p:nvSpPr>
          <p:spPr>
            <a:xfrm>
              <a:off x="3840" y="2880"/>
              <a:ext cx="144" cy="768"/>
            </a:xfrm>
            <a:custGeom>
              <a:avLst/>
              <a:gdLst/>
              <a:ahLst/>
              <a:cxnLst>
                <a:cxn ang="0">
                  <a:pos x="48" y="0"/>
                </a:cxn>
                <a:cxn ang="0">
                  <a:pos x="144" y="144"/>
                </a:cxn>
                <a:cxn ang="0">
                  <a:pos x="48" y="336"/>
                </a:cxn>
                <a:cxn ang="0">
                  <a:pos x="0" y="528"/>
                </a:cxn>
                <a:cxn ang="0">
                  <a:pos x="48" y="768"/>
                </a:cxn>
              </a:cxnLst>
              <a:rect l="0" t="0" r="0" b="0"/>
              <a:pathLst>
                <a:path w="144" h="768">
                  <a:moveTo>
                    <a:pt x="48" y="0"/>
                  </a:moveTo>
                  <a:cubicBezTo>
                    <a:pt x="96" y="44"/>
                    <a:pt x="144" y="88"/>
                    <a:pt x="144" y="144"/>
                  </a:cubicBezTo>
                  <a:cubicBezTo>
                    <a:pt x="144" y="200"/>
                    <a:pt x="72" y="272"/>
                    <a:pt x="48" y="336"/>
                  </a:cubicBezTo>
                  <a:cubicBezTo>
                    <a:pt x="24" y="400"/>
                    <a:pt x="0" y="456"/>
                    <a:pt x="0" y="528"/>
                  </a:cubicBezTo>
                  <a:cubicBezTo>
                    <a:pt x="0" y="600"/>
                    <a:pt x="24" y="684"/>
                    <a:pt x="48" y="768"/>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grpSp>
      <p:grpSp>
        <p:nvGrpSpPr>
          <p:cNvPr id="79876" name="Group 207"/>
          <p:cNvGrpSpPr/>
          <p:nvPr/>
        </p:nvGrpSpPr>
        <p:grpSpPr>
          <a:xfrm>
            <a:off x="982663" y="987425"/>
            <a:ext cx="6684962" cy="1879600"/>
            <a:chOff x="620" y="564"/>
            <a:chExt cx="4470" cy="1551"/>
          </a:xfrm>
        </p:grpSpPr>
        <p:sp>
          <p:nvSpPr>
            <p:cNvPr id="79880" name="Line 156"/>
            <p:cNvSpPr/>
            <p:nvPr/>
          </p:nvSpPr>
          <p:spPr>
            <a:xfrm>
              <a:off x="2934" y="1440"/>
              <a:ext cx="553" cy="0"/>
            </a:xfrm>
            <a:prstGeom prst="line">
              <a:avLst/>
            </a:prstGeom>
            <a:ln w="19050" cap="flat" cmpd="sng">
              <a:solidFill>
                <a:schemeClr val="tx1"/>
              </a:solidFill>
              <a:prstDash val="solid"/>
              <a:headEnd type="none" w="med" len="med"/>
              <a:tailEnd type="none" w="med" len="med"/>
            </a:ln>
          </p:spPr>
        </p:sp>
        <p:sp>
          <p:nvSpPr>
            <p:cNvPr id="79881" name="Line 157"/>
            <p:cNvSpPr/>
            <p:nvPr/>
          </p:nvSpPr>
          <p:spPr>
            <a:xfrm flipV="1">
              <a:off x="4108" y="564"/>
              <a:ext cx="0" cy="873"/>
            </a:xfrm>
            <a:prstGeom prst="line">
              <a:avLst/>
            </a:prstGeom>
            <a:ln w="19050" cap="flat" cmpd="sng">
              <a:solidFill>
                <a:schemeClr val="tx1"/>
              </a:solidFill>
              <a:prstDash val="solid"/>
              <a:headEnd type="none" w="med" len="med"/>
              <a:tailEnd type="none" w="med" len="med"/>
            </a:ln>
          </p:spPr>
        </p:sp>
        <p:sp>
          <p:nvSpPr>
            <p:cNvPr id="79882" name="Line 158"/>
            <p:cNvSpPr/>
            <p:nvPr/>
          </p:nvSpPr>
          <p:spPr>
            <a:xfrm flipV="1">
              <a:off x="3966" y="1020"/>
              <a:ext cx="0" cy="1084"/>
            </a:xfrm>
            <a:prstGeom prst="line">
              <a:avLst/>
            </a:prstGeom>
            <a:ln w="19050" cap="flat" cmpd="sng">
              <a:solidFill>
                <a:schemeClr val="tx1"/>
              </a:solidFill>
              <a:prstDash val="solid"/>
              <a:headEnd type="none" w="med" len="med"/>
              <a:tailEnd type="none" w="med" len="med"/>
            </a:ln>
          </p:spPr>
        </p:sp>
        <p:sp>
          <p:nvSpPr>
            <p:cNvPr id="79883" name="Line 159"/>
            <p:cNvSpPr/>
            <p:nvPr/>
          </p:nvSpPr>
          <p:spPr>
            <a:xfrm>
              <a:off x="2839" y="1018"/>
              <a:ext cx="612" cy="0"/>
            </a:xfrm>
            <a:prstGeom prst="line">
              <a:avLst/>
            </a:prstGeom>
            <a:ln w="19050" cap="flat" cmpd="sng">
              <a:solidFill>
                <a:schemeClr val="tx1"/>
              </a:solidFill>
              <a:prstDash val="solid"/>
              <a:headEnd type="none" w="med" len="med"/>
              <a:tailEnd type="none" w="med" len="med"/>
            </a:ln>
          </p:spPr>
        </p:sp>
        <p:sp>
          <p:nvSpPr>
            <p:cNvPr id="79884" name="Line 160"/>
            <p:cNvSpPr/>
            <p:nvPr/>
          </p:nvSpPr>
          <p:spPr>
            <a:xfrm>
              <a:off x="2167" y="1018"/>
              <a:ext cx="295" cy="0"/>
            </a:xfrm>
            <a:prstGeom prst="line">
              <a:avLst/>
            </a:prstGeom>
            <a:ln w="19050" cap="flat" cmpd="sng">
              <a:solidFill>
                <a:schemeClr val="tx1"/>
              </a:solidFill>
              <a:prstDash val="solid"/>
              <a:headEnd type="none" w="med" len="med"/>
              <a:tailEnd type="none" w="med" len="med"/>
            </a:ln>
          </p:spPr>
        </p:sp>
        <p:sp>
          <p:nvSpPr>
            <p:cNvPr id="79885" name="Line 161"/>
            <p:cNvSpPr/>
            <p:nvPr/>
          </p:nvSpPr>
          <p:spPr>
            <a:xfrm flipH="1">
              <a:off x="2264" y="1240"/>
              <a:ext cx="192" cy="0"/>
            </a:xfrm>
            <a:prstGeom prst="line">
              <a:avLst/>
            </a:prstGeom>
            <a:ln w="19050" cap="flat" cmpd="sng">
              <a:solidFill>
                <a:schemeClr val="tx1"/>
              </a:solidFill>
              <a:prstDash val="solid"/>
              <a:headEnd type="none" w="med" len="med"/>
              <a:tailEnd type="none" w="med" len="med"/>
            </a:ln>
          </p:spPr>
        </p:sp>
        <p:sp>
          <p:nvSpPr>
            <p:cNvPr id="79886" name="Line 162"/>
            <p:cNvSpPr/>
            <p:nvPr/>
          </p:nvSpPr>
          <p:spPr>
            <a:xfrm>
              <a:off x="3813" y="1008"/>
              <a:ext cx="651" cy="0"/>
            </a:xfrm>
            <a:prstGeom prst="line">
              <a:avLst/>
            </a:prstGeom>
            <a:ln w="19050" cap="flat" cmpd="sng">
              <a:solidFill>
                <a:schemeClr val="tx1"/>
              </a:solidFill>
              <a:prstDash val="solid"/>
              <a:headEnd type="none" w="med" len="med"/>
              <a:tailEnd type="none" w="med" len="med"/>
            </a:ln>
          </p:spPr>
        </p:sp>
        <p:sp>
          <p:nvSpPr>
            <p:cNvPr id="79887" name="Line 163"/>
            <p:cNvSpPr/>
            <p:nvPr/>
          </p:nvSpPr>
          <p:spPr>
            <a:xfrm flipH="1">
              <a:off x="3136" y="1225"/>
              <a:ext cx="295" cy="0"/>
            </a:xfrm>
            <a:prstGeom prst="line">
              <a:avLst/>
            </a:prstGeom>
            <a:ln w="19050" cap="flat" cmpd="sng">
              <a:solidFill>
                <a:schemeClr val="tx1"/>
              </a:solidFill>
              <a:prstDash val="solid"/>
              <a:headEnd type="none" w="med" len="med"/>
              <a:tailEnd type="none" w="med" len="med"/>
            </a:ln>
          </p:spPr>
        </p:sp>
        <p:sp>
          <p:nvSpPr>
            <p:cNvPr id="79888" name="Rectangle 164"/>
            <p:cNvSpPr/>
            <p:nvPr/>
          </p:nvSpPr>
          <p:spPr>
            <a:xfrm>
              <a:off x="2560" y="1730"/>
              <a:ext cx="193" cy="29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889" name="Oval 165"/>
            <p:cNvSpPr/>
            <p:nvPr/>
          </p:nvSpPr>
          <p:spPr>
            <a:xfrm flipH="1">
              <a:off x="2751" y="1839"/>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79890" name="Line 166"/>
            <p:cNvSpPr/>
            <p:nvPr/>
          </p:nvSpPr>
          <p:spPr>
            <a:xfrm>
              <a:off x="2811" y="1871"/>
              <a:ext cx="333" cy="1"/>
            </a:xfrm>
            <a:prstGeom prst="line">
              <a:avLst/>
            </a:prstGeom>
            <a:ln w="19050" cap="flat" cmpd="sng">
              <a:solidFill>
                <a:schemeClr val="tx1"/>
              </a:solidFill>
              <a:prstDash val="solid"/>
              <a:headEnd type="none" w="med" len="med"/>
              <a:tailEnd type="none" w="med" len="med"/>
            </a:ln>
          </p:spPr>
        </p:sp>
        <p:sp>
          <p:nvSpPr>
            <p:cNvPr id="79891" name="Text Box 167"/>
            <p:cNvSpPr txBox="1"/>
            <p:nvPr/>
          </p:nvSpPr>
          <p:spPr>
            <a:xfrm>
              <a:off x="2546" y="1713"/>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892" name="Line 168"/>
            <p:cNvSpPr/>
            <p:nvPr/>
          </p:nvSpPr>
          <p:spPr>
            <a:xfrm>
              <a:off x="3140" y="1220"/>
              <a:ext cx="0" cy="657"/>
            </a:xfrm>
            <a:prstGeom prst="line">
              <a:avLst/>
            </a:prstGeom>
            <a:ln w="19050" cap="flat" cmpd="sng">
              <a:solidFill>
                <a:schemeClr val="tx1"/>
              </a:solidFill>
              <a:prstDash val="solid"/>
              <a:headEnd type="none" w="med" len="med"/>
              <a:tailEnd type="none" w="med" len="med"/>
            </a:ln>
          </p:spPr>
        </p:sp>
        <p:sp>
          <p:nvSpPr>
            <p:cNvPr id="79893" name="Line 169"/>
            <p:cNvSpPr/>
            <p:nvPr/>
          </p:nvSpPr>
          <p:spPr>
            <a:xfrm>
              <a:off x="2268" y="1235"/>
              <a:ext cx="0" cy="637"/>
            </a:xfrm>
            <a:prstGeom prst="line">
              <a:avLst/>
            </a:prstGeom>
            <a:ln w="19050" cap="flat" cmpd="sng">
              <a:solidFill>
                <a:srgbClr val="C00000"/>
              </a:solidFill>
              <a:prstDash val="solid"/>
              <a:headEnd type="none" w="med" len="med"/>
              <a:tailEnd type="none" w="med" len="med"/>
            </a:ln>
          </p:spPr>
        </p:sp>
        <p:sp>
          <p:nvSpPr>
            <p:cNvPr id="79894" name="Line 170"/>
            <p:cNvSpPr/>
            <p:nvPr/>
          </p:nvSpPr>
          <p:spPr>
            <a:xfrm>
              <a:off x="1008" y="1872"/>
              <a:ext cx="1548" cy="0"/>
            </a:xfrm>
            <a:prstGeom prst="line">
              <a:avLst/>
            </a:prstGeom>
            <a:ln w="19050" cap="flat" cmpd="sng">
              <a:solidFill>
                <a:srgbClr val="C00000"/>
              </a:solidFill>
              <a:prstDash val="solid"/>
              <a:headEnd type="none" w="med" len="med"/>
              <a:tailEnd type="none" w="med" len="med"/>
            </a:ln>
          </p:spPr>
        </p:sp>
        <p:sp>
          <p:nvSpPr>
            <p:cNvPr id="79895" name="Text Box 171"/>
            <p:cNvSpPr txBox="1"/>
            <p:nvPr/>
          </p:nvSpPr>
          <p:spPr>
            <a:xfrm>
              <a:off x="2844" y="723"/>
              <a:ext cx="370"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9896" name="Text Box 172"/>
            <p:cNvSpPr txBox="1"/>
            <p:nvPr/>
          </p:nvSpPr>
          <p:spPr>
            <a:xfrm>
              <a:off x="2783" y="1398"/>
              <a:ext cx="529"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9897" name="Text Box 173"/>
            <p:cNvSpPr txBox="1"/>
            <p:nvPr/>
          </p:nvSpPr>
          <p:spPr>
            <a:xfrm>
              <a:off x="4496" y="845"/>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898" name="Text Box 174"/>
            <p:cNvSpPr txBox="1"/>
            <p:nvPr/>
          </p:nvSpPr>
          <p:spPr>
            <a:xfrm>
              <a:off x="4428" y="1296"/>
              <a:ext cx="662"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899" name="Rectangle 175"/>
            <p:cNvSpPr/>
            <p:nvPr/>
          </p:nvSpPr>
          <p:spPr>
            <a:xfrm>
              <a:off x="1631" y="730"/>
              <a:ext cx="241" cy="33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00" name="Rectangle 176"/>
            <p:cNvSpPr/>
            <p:nvPr/>
          </p:nvSpPr>
          <p:spPr>
            <a:xfrm>
              <a:off x="1632" y="1392"/>
              <a:ext cx="241" cy="33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01" name="Text Box 177"/>
            <p:cNvSpPr txBox="1"/>
            <p:nvPr/>
          </p:nvSpPr>
          <p:spPr>
            <a:xfrm>
              <a:off x="1612" y="712"/>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02" name="Text Box 178"/>
            <p:cNvSpPr txBox="1"/>
            <p:nvPr/>
          </p:nvSpPr>
          <p:spPr>
            <a:xfrm>
              <a:off x="1612" y="1364"/>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03" name="Line 179"/>
            <p:cNvSpPr/>
            <p:nvPr/>
          </p:nvSpPr>
          <p:spPr>
            <a:xfrm>
              <a:off x="2168" y="1440"/>
              <a:ext cx="295" cy="0"/>
            </a:xfrm>
            <a:prstGeom prst="line">
              <a:avLst/>
            </a:prstGeom>
            <a:ln w="19050" cap="flat" cmpd="sng">
              <a:solidFill>
                <a:schemeClr val="tx1"/>
              </a:solidFill>
              <a:prstDash val="solid"/>
              <a:headEnd type="none" w="med" len="med"/>
              <a:tailEnd type="none" w="med" len="med"/>
            </a:ln>
          </p:spPr>
        </p:sp>
        <p:sp>
          <p:nvSpPr>
            <p:cNvPr id="79904" name="Line 180"/>
            <p:cNvSpPr/>
            <p:nvPr/>
          </p:nvSpPr>
          <p:spPr>
            <a:xfrm flipV="1">
              <a:off x="2164" y="908"/>
              <a:ext cx="0" cy="118"/>
            </a:xfrm>
            <a:prstGeom prst="line">
              <a:avLst/>
            </a:prstGeom>
            <a:ln w="19050" cap="flat" cmpd="sng">
              <a:solidFill>
                <a:schemeClr val="tx1"/>
              </a:solidFill>
              <a:prstDash val="solid"/>
              <a:headEnd type="none" w="med" len="med"/>
              <a:tailEnd type="none" w="med" len="med"/>
            </a:ln>
          </p:spPr>
        </p:sp>
        <p:sp>
          <p:nvSpPr>
            <p:cNvPr id="79905" name="Line 181"/>
            <p:cNvSpPr/>
            <p:nvPr/>
          </p:nvSpPr>
          <p:spPr>
            <a:xfrm>
              <a:off x="1872" y="912"/>
              <a:ext cx="295" cy="0"/>
            </a:xfrm>
            <a:prstGeom prst="line">
              <a:avLst/>
            </a:prstGeom>
            <a:ln w="19050" cap="flat" cmpd="sng">
              <a:solidFill>
                <a:schemeClr val="tx1"/>
              </a:solidFill>
              <a:prstDash val="solid"/>
              <a:headEnd type="none" w="med" len="med"/>
              <a:tailEnd type="none" w="med" len="med"/>
            </a:ln>
          </p:spPr>
        </p:sp>
        <p:sp>
          <p:nvSpPr>
            <p:cNvPr id="79906" name="Line 182"/>
            <p:cNvSpPr/>
            <p:nvPr/>
          </p:nvSpPr>
          <p:spPr>
            <a:xfrm flipV="1">
              <a:off x="2168" y="1440"/>
              <a:ext cx="0" cy="96"/>
            </a:xfrm>
            <a:prstGeom prst="line">
              <a:avLst/>
            </a:prstGeom>
            <a:ln w="19050" cap="flat" cmpd="sng">
              <a:solidFill>
                <a:schemeClr val="tx1"/>
              </a:solidFill>
              <a:prstDash val="solid"/>
              <a:headEnd type="none" w="med" len="med"/>
              <a:tailEnd type="none" w="med" len="med"/>
            </a:ln>
          </p:spPr>
        </p:sp>
        <p:sp>
          <p:nvSpPr>
            <p:cNvPr id="79907" name="Line 183"/>
            <p:cNvSpPr/>
            <p:nvPr/>
          </p:nvSpPr>
          <p:spPr>
            <a:xfrm>
              <a:off x="1872" y="1536"/>
              <a:ext cx="295" cy="0"/>
            </a:xfrm>
            <a:prstGeom prst="line">
              <a:avLst/>
            </a:prstGeom>
            <a:ln w="19050" cap="flat" cmpd="sng">
              <a:solidFill>
                <a:schemeClr val="tx1"/>
              </a:solidFill>
              <a:prstDash val="solid"/>
              <a:headEnd type="none" w="med" len="med"/>
              <a:tailEnd type="none" w="med" len="med"/>
            </a:ln>
          </p:spPr>
        </p:sp>
        <p:sp>
          <p:nvSpPr>
            <p:cNvPr id="79908" name="Oval 184"/>
            <p:cNvSpPr/>
            <p:nvPr/>
          </p:nvSpPr>
          <p:spPr>
            <a:xfrm flipH="1">
              <a:off x="3928" y="979"/>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09" name="Oval 185"/>
            <p:cNvSpPr/>
            <p:nvPr/>
          </p:nvSpPr>
          <p:spPr>
            <a:xfrm flipH="1">
              <a:off x="4074" y="1401"/>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10" name="Line 186"/>
            <p:cNvSpPr/>
            <p:nvPr/>
          </p:nvSpPr>
          <p:spPr>
            <a:xfrm flipH="1">
              <a:off x="1296" y="576"/>
              <a:ext cx="2800" cy="0"/>
            </a:xfrm>
            <a:prstGeom prst="line">
              <a:avLst/>
            </a:prstGeom>
            <a:ln w="19050" cap="flat" cmpd="sng">
              <a:solidFill>
                <a:schemeClr val="tx1"/>
              </a:solidFill>
              <a:prstDash val="solid"/>
              <a:headEnd type="none" w="med" len="med"/>
              <a:tailEnd type="none" w="med" len="med"/>
            </a:ln>
          </p:spPr>
        </p:sp>
        <p:sp>
          <p:nvSpPr>
            <p:cNvPr id="79911" name="Line 187"/>
            <p:cNvSpPr/>
            <p:nvPr/>
          </p:nvSpPr>
          <p:spPr>
            <a:xfrm>
              <a:off x="1296" y="576"/>
              <a:ext cx="0" cy="247"/>
            </a:xfrm>
            <a:prstGeom prst="line">
              <a:avLst/>
            </a:prstGeom>
            <a:ln w="19050" cap="flat" cmpd="sng">
              <a:solidFill>
                <a:schemeClr val="tx1"/>
              </a:solidFill>
              <a:prstDash val="solid"/>
              <a:headEnd type="none" w="med" len="med"/>
              <a:tailEnd type="none" w="med" len="med"/>
            </a:ln>
          </p:spPr>
        </p:sp>
        <p:sp>
          <p:nvSpPr>
            <p:cNvPr id="79912" name="Line 188"/>
            <p:cNvSpPr/>
            <p:nvPr/>
          </p:nvSpPr>
          <p:spPr>
            <a:xfrm>
              <a:off x="1296" y="816"/>
              <a:ext cx="336" cy="0"/>
            </a:xfrm>
            <a:prstGeom prst="line">
              <a:avLst/>
            </a:prstGeom>
            <a:ln w="19050" cap="flat" cmpd="sng">
              <a:solidFill>
                <a:schemeClr val="tx1"/>
              </a:solidFill>
              <a:prstDash val="solid"/>
              <a:headEnd type="none" w="med" len="med"/>
              <a:tailEnd type="none" w="med" len="med"/>
            </a:ln>
          </p:spPr>
        </p:sp>
        <p:sp>
          <p:nvSpPr>
            <p:cNvPr id="79913" name="Line 189"/>
            <p:cNvSpPr/>
            <p:nvPr/>
          </p:nvSpPr>
          <p:spPr>
            <a:xfrm flipH="1">
              <a:off x="1296" y="2112"/>
              <a:ext cx="2666" cy="0"/>
            </a:xfrm>
            <a:prstGeom prst="line">
              <a:avLst/>
            </a:prstGeom>
            <a:ln w="19050" cap="flat" cmpd="sng">
              <a:solidFill>
                <a:schemeClr val="tx1"/>
              </a:solidFill>
              <a:prstDash val="solid"/>
              <a:headEnd type="none" w="med" len="med"/>
              <a:tailEnd type="none" w="med" len="med"/>
            </a:ln>
          </p:spPr>
        </p:sp>
        <p:sp>
          <p:nvSpPr>
            <p:cNvPr id="79914" name="Line 190"/>
            <p:cNvSpPr/>
            <p:nvPr/>
          </p:nvSpPr>
          <p:spPr>
            <a:xfrm>
              <a:off x="1306" y="1632"/>
              <a:ext cx="0" cy="483"/>
            </a:xfrm>
            <a:prstGeom prst="line">
              <a:avLst/>
            </a:prstGeom>
            <a:ln w="19050" cap="flat" cmpd="sng">
              <a:solidFill>
                <a:schemeClr val="tx1"/>
              </a:solidFill>
              <a:prstDash val="solid"/>
              <a:headEnd type="none" w="med" len="med"/>
              <a:tailEnd type="none" w="med" len="med"/>
            </a:ln>
          </p:spPr>
        </p:sp>
        <p:sp>
          <p:nvSpPr>
            <p:cNvPr id="79915" name="Line 191"/>
            <p:cNvSpPr/>
            <p:nvPr/>
          </p:nvSpPr>
          <p:spPr>
            <a:xfrm>
              <a:off x="1306" y="1632"/>
              <a:ext cx="336" cy="0"/>
            </a:xfrm>
            <a:prstGeom prst="line">
              <a:avLst/>
            </a:prstGeom>
            <a:ln w="19050" cap="flat" cmpd="sng">
              <a:solidFill>
                <a:schemeClr val="tx1"/>
              </a:solidFill>
              <a:prstDash val="solid"/>
              <a:headEnd type="none" w="med" len="med"/>
              <a:tailEnd type="none" w="med" len="med"/>
            </a:ln>
          </p:spPr>
        </p:sp>
        <p:sp>
          <p:nvSpPr>
            <p:cNvPr id="79916" name="Line 192"/>
            <p:cNvSpPr/>
            <p:nvPr/>
          </p:nvSpPr>
          <p:spPr>
            <a:xfrm>
              <a:off x="1020" y="960"/>
              <a:ext cx="612" cy="0"/>
            </a:xfrm>
            <a:prstGeom prst="line">
              <a:avLst/>
            </a:prstGeom>
            <a:ln w="19050" cap="flat" cmpd="sng">
              <a:solidFill>
                <a:srgbClr val="C00000"/>
              </a:solidFill>
              <a:prstDash val="solid"/>
              <a:headEnd type="none" w="med" len="med"/>
              <a:tailEnd type="none" w="med" len="med"/>
            </a:ln>
          </p:spPr>
        </p:sp>
        <p:sp>
          <p:nvSpPr>
            <p:cNvPr id="79917" name="Line 193"/>
            <p:cNvSpPr/>
            <p:nvPr/>
          </p:nvSpPr>
          <p:spPr>
            <a:xfrm>
              <a:off x="1020" y="1488"/>
              <a:ext cx="612" cy="0"/>
            </a:xfrm>
            <a:prstGeom prst="line">
              <a:avLst/>
            </a:prstGeom>
            <a:ln w="19050" cap="flat" cmpd="sng">
              <a:solidFill>
                <a:srgbClr val="C00000"/>
              </a:solidFill>
              <a:prstDash val="solid"/>
              <a:headEnd type="none" w="med" len="med"/>
              <a:tailEnd type="none" w="med" len="med"/>
            </a:ln>
          </p:spPr>
        </p:sp>
        <p:sp>
          <p:nvSpPr>
            <p:cNvPr id="79918" name="Text Box 194"/>
            <p:cNvSpPr txBox="1"/>
            <p:nvPr/>
          </p:nvSpPr>
          <p:spPr>
            <a:xfrm>
              <a:off x="773" y="794"/>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19" name="Text Box 195"/>
            <p:cNvSpPr txBox="1"/>
            <p:nvPr/>
          </p:nvSpPr>
          <p:spPr>
            <a:xfrm>
              <a:off x="773" y="1311"/>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20" name="Text Box 196"/>
            <p:cNvSpPr txBox="1"/>
            <p:nvPr/>
          </p:nvSpPr>
          <p:spPr>
            <a:xfrm>
              <a:off x="620" y="1712"/>
              <a:ext cx="819"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21" name="Line 198"/>
            <p:cNvSpPr/>
            <p:nvPr/>
          </p:nvSpPr>
          <p:spPr>
            <a:xfrm>
              <a:off x="3895" y="1428"/>
              <a:ext cx="576" cy="0"/>
            </a:xfrm>
            <a:prstGeom prst="line">
              <a:avLst/>
            </a:prstGeom>
            <a:ln w="19050" cap="flat" cmpd="sng">
              <a:solidFill>
                <a:schemeClr val="tx1"/>
              </a:solidFill>
              <a:prstDash val="solid"/>
              <a:headEnd type="none" w="med" len="med"/>
              <a:tailEnd type="none" w="med" len="med"/>
            </a:ln>
          </p:spPr>
        </p:sp>
        <p:sp>
          <p:nvSpPr>
            <p:cNvPr id="79922" name="Oval 199"/>
            <p:cNvSpPr/>
            <p:nvPr/>
          </p:nvSpPr>
          <p:spPr>
            <a:xfrm flipH="1">
              <a:off x="2238" y="1844"/>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23" name="Rectangle 200"/>
            <p:cNvSpPr/>
            <p:nvPr/>
          </p:nvSpPr>
          <p:spPr>
            <a:xfrm>
              <a:off x="2467" y="922"/>
              <a:ext cx="384"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24" name="Text Box 201"/>
            <p:cNvSpPr txBox="1"/>
            <p:nvPr/>
          </p:nvSpPr>
          <p:spPr>
            <a:xfrm>
              <a:off x="2446" y="852"/>
              <a:ext cx="512" cy="841"/>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25" name="Oval 202"/>
            <p:cNvSpPr/>
            <p:nvPr/>
          </p:nvSpPr>
          <p:spPr>
            <a:xfrm flipH="1">
              <a:off x="2217" y="1841"/>
              <a:ext cx="99" cy="60"/>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79926" name="Rectangle 203"/>
            <p:cNvSpPr/>
            <p:nvPr/>
          </p:nvSpPr>
          <p:spPr>
            <a:xfrm>
              <a:off x="3441" y="912"/>
              <a:ext cx="384"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27" name="Text Box 204"/>
            <p:cNvSpPr txBox="1"/>
            <p:nvPr/>
          </p:nvSpPr>
          <p:spPr>
            <a:xfrm>
              <a:off x="3420" y="842"/>
              <a:ext cx="475" cy="768"/>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28" name="Oval 205"/>
            <p:cNvSpPr/>
            <p:nvPr/>
          </p:nvSpPr>
          <p:spPr>
            <a:xfrm flipH="1">
              <a:off x="4069" y="1392"/>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sp>
        <p:nvSpPr>
          <p:cNvPr id="79877" name="Oval 119"/>
          <p:cNvSpPr/>
          <p:nvPr/>
        </p:nvSpPr>
        <p:spPr>
          <a:xfrm>
            <a:off x="5777548" y="1995488"/>
            <a:ext cx="115887" cy="8413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9878" name="Oval 119"/>
          <p:cNvSpPr/>
          <p:nvPr/>
        </p:nvSpPr>
        <p:spPr>
          <a:xfrm>
            <a:off x="4324668" y="2004378"/>
            <a:ext cx="114300" cy="8413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9879" name="Oval 205"/>
          <p:cNvSpPr/>
          <p:nvPr/>
        </p:nvSpPr>
        <p:spPr>
          <a:xfrm flipH="1">
            <a:off x="5932488" y="1482725"/>
            <a:ext cx="101600" cy="82550"/>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07" name="文本框 106"/>
          <p:cNvSpPr txBox="1"/>
          <p:nvPr/>
        </p:nvSpPr>
        <p:spPr>
          <a:xfrm>
            <a:off x="1722838" y="1425451"/>
            <a:ext cx="251460" cy="337185"/>
          </a:xfrm>
          <a:prstGeom prst="rect">
            <a:avLst/>
          </a:prstGeom>
          <a:noFill/>
        </p:spPr>
        <p:txBody>
          <a:bodyPr wrap="square" rtlCol="0">
            <a:spAutoFit/>
          </a:bodyPr>
          <a:lstStyle/>
          <a:p>
            <a:r>
              <a:rPr lang="en-US" altLang="zh-CN" sz="1600" dirty="0">
                <a:solidFill>
                  <a:srgbClr val="0000FF"/>
                </a:solidFill>
                <a:latin typeface="华文新魏" panose="02010800040101010101" pitchFamily="2" charset="-122"/>
                <a:ea typeface="华文新魏" panose="02010800040101010101" pitchFamily="2" charset="-122"/>
              </a:rPr>
              <a:t>1</a:t>
            </a:r>
            <a:endParaRPr lang="en-US" altLang="zh-CN" sz="1600" dirty="0">
              <a:solidFill>
                <a:srgbClr val="0000FF"/>
              </a:solidFill>
              <a:latin typeface="华文新魏" panose="02010800040101010101" pitchFamily="2" charset="-122"/>
              <a:ea typeface="华文新魏" panose="02010800040101010101" pitchFamily="2" charset="-122"/>
            </a:endParaRPr>
          </a:p>
        </p:txBody>
      </p:sp>
      <p:sp>
        <p:nvSpPr>
          <p:cNvPr id="108" name="文本框 107"/>
          <p:cNvSpPr txBox="1"/>
          <p:nvPr/>
        </p:nvSpPr>
        <p:spPr>
          <a:xfrm>
            <a:off x="1703501" y="1828252"/>
            <a:ext cx="251460" cy="338554"/>
          </a:xfrm>
          <a:prstGeom prst="rect">
            <a:avLst/>
          </a:prstGeom>
          <a:noFill/>
        </p:spPr>
        <p:txBody>
          <a:bodyPr wrap="square" rtlCol="0">
            <a:spAutoFit/>
          </a:bodyPr>
          <a:lstStyle/>
          <a:p>
            <a:r>
              <a:rPr lang="en-US" altLang="zh-CN" sz="1600" dirty="0">
                <a:solidFill>
                  <a:srgbClr val="0000FF"/>
                </a:solidFill>
                <a:latin typeface="华文新魏" panose="02010800040101010101" pitchFamily="2" charset="-122"/>
                <a:ea typeface="华文新魏" panose="02010800040101010101" pitchFamily="2" charset="-122"/>
              </a:rPr>
              <a:t>0</a:t>
            </a:r>
            <a:endParaRPr lang="en-US" altLang="zh-CN" sz="1600" dirty="0">
              <a:solidFill>
                <a:srgbClr val="0000FF"/>
              </a:solidFill>
              <a:latin typeface="华文新魏" panose="02010800040101010101" pitchFamily="2" charset="-122"/>
              <a:ea typeface="华文新魏" panose="02010800040101010101" pitchFamily="2" charset="-122"/>
            </a:endParaRPr>
          </a:p>
        </p:txBody>
      </p:sp>
      <p:sp>
        <p:nvSpPr>
          <p:cNvPr id="109" name="文本框 108"/>
          <p:cNvSpPr txBox="1"/>
          <p:nvPr/>
        </p:nvSpPr>
        <p:spPr>
          <a:xfrm>
            <a:off x="6352633" y="1158682"/>
            <a:ext cx="251460" cy="338554"/>
          </a:xfrm>
          <a:prstGeom prst="rect">
            <a:avLst/>
          </a:prstGeom>
          <a:noFill/>
        </p:spPr>
        <p:txBody>
          <a:bodyPr wrap="square" rtlCol="0">
            <a:spAutoFit/>
          </a:bodyPr>
          <a:lstStyle/>
          <a:p>
            <a:r>
              <a:rPr lang="en-US" altLang="zh-CN" sz="1600" dirty="0">
                <a:solidFill>
                  <a:srgbClr val="0000FF"/>
                </a:solidFill>
                <a:latin typeface="华文新魏" panose="02010800040101010101" pitchFamily="2" charset="-122"/>
                <a:ea typeface="华文新魏" panose="02010800040101010101" pitchFamily="2" charset="-122"/>
              </a:rPr>
              <a:t>0</a:t>
            </a:r>
            <a:endParaRPr lang="en-US" altLang="zh-CN" sz="1600" dirty="0">
              <a:solidFill>
                <a:srgbClr val="0000FF"/>
              </a:solidFill>
              <a:latin typeface="华文新魏" panose="02010800040101010101" pitchFamily="2" charset="-122"/>
              <a:ea typeface="华文新魏" panose="02010800040101010101" pitchFamily="2" charset="-122"/>
            </a:endParaRPr>
          </a:p>
        </p:txBody>
      </p:sp>
      <p:sp>
        <p:nvSpPr>
          <p:cNvPr id="110" name="文本框 109"/>
          <p:cNvSpPr txBox="1"/>
          <p:nvPr/>
        </p:nvSpPr>
        <p:spPr>
          <a:xfrm>
            <a:off x="2921681" y="1093236"/>
            <a:ext cx="251460" cy="337185"/>
          </a:xfrm>
          <a:prstGeom prst="rect">
            <a:avLst/>
          </a:prstGeom>
          <a:noFill/>
        </p:spPr>
        <p:txBody>
          <a:bodyPr wrap="square" rtlCol="0">
            <a:spAutoFit/>
          </a:bodyPr>
          <a:lstStyle/>
          <a:p>
            <a:r>
              <a:rPr lang="en-US" altLang="zh-CN" sz="1600" dirty="0">
                <a:solidFill>
                  <a:srgbClr val="0000FF"/>
                </a:solidFill>
                <a:latin typeface="华文新魏" panose="02010800040101010101" pitchFamily="2" charset="-122"/>
                <a:ea typeface="华文新魏" panose="02010800040101010101" pitchFamily="2" charset="-122"/>
              </a:rPr>
              <a:t>1</a:t>
            </a:r>
            <a:endParaRPr lang="en-US" altLang="zh-CN" sz="1600" dirty="0">
              <a:solidFill>
                <a:srgbClr val="0000FF"/>
              </a:solidFill>
              <a:latin typeface="华文新魏" panose="02010800040101010101" pitchFamily="2" charset="-122"/>
              <a:ea typeface="华文新魏" panose="02010800040101010101" pitchFamily="2" charset="-122"/>
            </a:endParaRPr>
          </a:p>
        </p:txBody>
      </p:sp>
      <p:sp>
        <p:nvSpPr>
          <p:cNvPr id="111" name="文本框 110"/>
          <p:cNvSpPr txBox="1"/>
          <p:nvPr/>
        </p:nvSpPr>
        <p:spPr>
          <a:xfrm>
            <a:off x="2923096" y="1836538"/>
            <a:ext cx="251460" cy="338554"/>
          </a:xfrm>
          <a:prstGeom prst="rect">
            <a:avLst/>
          </a:prstGeom>
          <a:noFill/>
        </p:spPr>
        <p:txBody>
          <a:bodyPr wrap="square" rtlCol="0">
            <a:spAutoFit/>
          </a:bodyPr>
          <a:lstStyle/>
          <a:p>
            <a:r>
              <a:rPr lang="en-US" altLang="zh-CN" sz="1600" dirty="0">
                <a:solidFill>
                  <a:srgbClr val="0000FF"/>
                </a:solidFill>
                <a:latin typeface="华文新魏" panose="02010800040101010101" pitchFamily="2" charset="-122"/>
                <a:ea typeface="华文新魏" panose="02010800040101010101" pitchFamily="2" charset="-122"/>
              </a:rPr>
              <a:t>0</a:t>
            </a:r>
            <a:endParaRPr lang="en-US" altLang="zh-CN" sz="1600" dirty="0">
              <a:solidFill>
                <a:srgbClr val="0000FF"/>
              </a:solidFill>
              <a:latin typeface="华文新魏" panose="02010800040101010101" pitchFamily="2" charset="-122"/>
              <a:ea typeface="华文新魏" panose="02010800040101010101" pitchFamily="2" charset="-122"/>
            </a:endParaRPr>
          </a:p>
        </p:txBody>
      </p:sp>
      <p:sp>
        <p:nvSpPr>
          <p:cNvPr id="112" name="文本框 111"/>
          <p:cNvSpPr txBox="1"/>
          <p:nvPr/>
        </p:nvSpPr>
        <p:spPr>
          <a:xfrm>
            <a:off x="4618265" y="1244086"/>
            <a:ext cx="251460" cy="337185"/>
          </a:xfrm>
          <a:prstGeom prst="rect">
            <a:avLst/>
          </a:prstGeom>
          <a:noFill/>
        </p:spPr>
        <p:txBody>
          <a:bodyPr wrap="square" rtlCol="0">
            <a:spAutoFit/>
          </a:bodyPr>
          <a:lstStyle/>
          <a:p>
            <a:r>
              <a:rPr lang="en-US" altLang="zh-CN" sz="1600" dirty="0">
                <a:solidFill>
                  <a:srgbClr val="0000FF"/>
                </a:solidFill>
                <a:latin typeface="华文新魏" panose="02010800040101010101" pitchFamily="2" charset="-122"/>
                <a:ea typeface="华文新魏" panose="02010800040101010101" pitchFamily="2" charset="-122"/>
              </a:rPr>
              <a:t>1</a:t>
            </a:r>
            <a:endParaRPr lang="en-US" altLang="zh-CN" sz="1600" dirty="0">
              <a:solidFill>
                <a:srgbClr val="0000FF"/>
              </a:solidFill>
              <a:latin typeface="华文新魏" panose="02010800040101010101" pitchFamily="2" charset="-122"/>
              <a:ea typeface="华文新魏" panose="02010800040101010101" pitchFamily="2" charset="-122"/>
            </a:endParaRPr>
          </a:p>
        </p:txBody>
      </p:sp>
      <p:sp>
        <p:nvSpPr>
          <p:cNvPr id="2" name="矩形 1"/>
          <p:cNvSpPr/>
          <p:nvPr/>
        </p:nvSpPr>
        <p:spPr>
          <a:xfrm>
            <a:off x="6272527" y="1157606"/>
            <a:ext cx="411672" cy="3251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0000FF"/>
                </a:solidFill>
                <a:latin typeface="华文新魏" panose="02010800040101010101" pitchFamily="2" charset="-122"/>
                <a:ea typeface="华文新魏" panose="02010800040101010101" pitchFamily="2" charset="-122"/>
              </a:rPr>
              <a:t>1</a:t>
            </a:r>
            <a:endParaRPr lang="zh-CN" altLang="en-US" dirty="0"/>
          </a:p>
        </p:txBody>
      </p:sp>
      <p:sp>
        <p:nvSpPr>
          <p:cNvPr id="115" name="矩形 114"/>
          <p:cNvSpPr/>
          <p:nvPr/>
        </p:nvSpPr>
        <p:spPr>
          <a:xfrm>
            <a:off x="1673850" y="1785732"/>
            <a:ext cx="353153" cy="286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0000FF"/>
                </a:solidFill>
                <a:latin typeface="华文新魏" panose="02010800040101010101" pitchFamily="2" charset="-122"/>
                <a:ea typeface="华文新魏" panose="02010800040101010101" pitchFamily="2" charset="-122"/>
              </a:rPr>
              <a:t>1</a:t>
            </a:r>
            <a:endParaRPr lang="zh-CN" altLang="en-US" dirty="0"/>
          </a:p>
        </p:txBody>
      </p:sp>
      <p:sp>
        <p:nvSpPr>
          <p:cNvPr id="117" name="矩形 116"/>
          <p:cNvSpPr/>
          <p:nvPr/>
        </p:nvSpPr>
        <p:spPr>
          <a:xfrm>
            <a:off x="2901096" y="1839777"/>
            <a:ext cx="353153" cy="286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0000FF"/>
                </a:solidFill>
                <a:latin typeface="华文新魏" panose="02010800040101010101" pitchFamily="2" charset="-122"/>
                <a:ea typeface="华文新魏" panose="02010800040101010101" pitchFamily="2" charset="-122"/>
              </a:rPr>
              <a:t>1</a:t>
            </a:r>
            <a:endParaRPr lang="zh-CN" altLang="en-US" dirty="0"/>
          </a:p>
        </p:txBody>
      </p:sp>
      <p:sp>
        <p:nvSpPr>
          <p:cNvPr id="118" name="矩形 117"/>
          <p:cNvSpPr/>
          <p:nvPr/>
        </p:nvSpPr>
        <p:spPr>
          <a:xfrm>
            <a:off x="2905899" y="1091118"/>
            <a:ext cx="353153" cy="286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0000FF"/>
                </a:solidFill>
                <a:latin typeface="华文新魏" panose="02010800040101010101" pitchFamily="2" charset="-122"/>
                <a:ea typeface="华文新魏" panose="02010800040101010101" pitchFamily="2" charset="-122"/>
              </a:rPr>
              <a:t>0</a:t>
            </a:r>
            <a:endParaRPr lang="zh-CN" altLang="en-US" dirty="0"/>
          </a:p>
        </p:txBody>
      </p:sp>
      <p:sp>
        <p:nvSpPr>
          <p:cNvPr id="119" name="矩形 118"/>
          <p:cNvSpPr/>
          <p:nvPr/>
        </p:nvSpPr>
        <p:spPr>
          <a:xfrm>
            <a:off x="4609475" y="1215542"/>
            <a:ext cx="353153" cy="286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0000FF"/>
                </a:solidFill>
                <a:latin typeface="华文新魏" panose="02010800040101010101" pitchFamily="2" charset="-122"/>
                <a:ea typeface="华文新魏" panose="02010800040101010101" pitchFamily="2" charset="-122"/>
              </a:rPr>
              <a:t>0</a:t>
            </a:r>
            <a:endParaRPr lang="zh-CN" altLang="en-US" dirty="0"/>
          </a:p>
        </p:txBody>
      </p:sp>
      <p:sp>
        <p:nvSpPr>
          <p:cNvPr id="120" name="矩形 119"/>
          <p:cNvSpPr/>
          <p:nvPr/>
        </p:nvSpPr>
        <p:spPr>
          <a:xfrm>
            <a:off x="6299226" y="1165757"/>
            <a:ext cx="353153" cy="286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0000FF"/>
                </a:solidFill>
                <a:latin typeface="华文新魏" panose="02010800040101010101" pitchFamily="2" charset="-122"/>
                <a:ea typeface="华文新魏" panose="02010800040101010101" pitchFamily="2" charset="-122"/>
              </a:rPr>
              <a:t>0</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08"/>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110"/>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1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115"/>
                                        </p:tgtEl>
                                        <p:attrNameLst>
                                          <p:attrName>style.visibility</p:attrName>
                                        </p:attrNameLst>
                                      </p:cBhvr>
                                      <p:to>
                                        <p:strVal val="visible"/>
                                      </p:to>
                                    </p:set>
                                    <p:animEffect transition="in" filter="randombar(horizontal)">
                                      <p:cBhvr>
                                        <p:cTn id="29" dur="500"/>
                                        <p:tgtEl>
                                          <p:spTgt spid="115"/>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118"/>
                                        </p:tgtEl>
                                        <p:attrNameLst>
                                          <p:attrName>style.visibility</p:attrName>
                                        </p:attrNameLst>
                                      </p:cBhvr>
                                      <p:to>
                                        <p:strVal val="visible"/>
                                      </p:to>
                                    </p:set>
                                    <p:animEffect transition="in" filter="randombar(horizontal)">
                                      <p:cBhvr>
                                        <p:cTn id="34" dur="500"/>
                                        <p:tgtEl>
                                          <p:spTgt spid="118"/>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117"/>
                                        </p:tgtEl>
                                        <p:attrNameLst>
                                          <p:attrName>style.visibility</p:attrName>
                                        </p:attrNameLst>
                                      </p:cBhvr>
                                      <p:to>
                                        <p:strVal val="visible"/>
                                      </p:to>
                                    </p:set>
                                    <p:animEffect transition="in" filter="randombar(horizontal)">
                                      <p:cBhvr>
                                        <p:cTn id="39" dur="500"/>
                                        <p:tgtEl>
                                          <p:spTgt spid="117"/>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grpId="0" nodeType="clickEffect">
                                  <p:stCondLst>
                                    <p:cond delay="0"/>
                                  </p:stCondLst>
                                  <p:childTnLst>
                                    <p:set>
                                      <p:cBhvr>
                                        <p:cTn id="43" dur="1" fill="hold">
                                          <p:stCondLst>
                                            <p:cond delay="0"/>
                                          </p:stCondLst>
                                        </p:cTn>
                                        <p:tgtEl>
                                          <p:spTgt spid="119"/>
                                        </p:tgtEl>
                                        <p:attrNameLst>
                                          <p:attrName>style.visibility</p:attrName>
                                        </p:attrNameLst>
                                      </p:cBhvr>
                                      <p:to>
                                        <p:strVal val="visible"/>
                                      </p:to>
                                    </p:set>
                                    <p:animEffect transition="in" filter="randombar(horizontal)">
                                      <p:cBhvr>
                                        <p:cTn id="44" dur="500"/>
                                        <p:tgtEl>
                                          <p:spTgt spid="119"/>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grpId="0" nodeType="clickEffect">
                                  <p:stCondLst>
                                    <p:cond delay="0"/>
                                  </p:stCondLst>
                                  <p:childTnLst>
                                    <p:set>
                                      <p:cBhvr>
                                        <p:cTn id="48" dur="1" fill="hold">
                                          <p:stCondLst>
                                            <p:cond delay="0"/>
                                          </p:stCondLst>
                                        </p:cTn>
                                        <p:tgtEl>
                                          <p:spTgt spid="120"/>
                                        </p:tgtEl>
                                        <p:attrNameLst>
                                          <p:attrName>style.visibility</p:attrName>
                                        </p:attrNameLst>
                                      </p:cBhvr>
                                      <p:to>
                                        <p:strVal val="visible"/>
                                      </p:to>
                                    </p:set>
                                    <p:animEffect transition="in" filter="randombar(horizontal)">
                                      <p:cBhvr>
                                        <p:cTn id="49"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7" grpId="1"/>
      <p:bldP spid="108" grpId="0"/>
      <p:bldP spid="108" grpId="1"/>
      <p:bldP spid="109" grpId="0"/>
      <p:bldP spid="109" grpId="1"/>
      <p:bldP spid="110" grpId="0"/>
      <p:bldP spid="110" grpId="1"/>
      <p:bldP spid="111" grpId="0"/>
      <p:bldP spid="111" grpId="1"/>
      <p:bldP spid="112" grpId="0"/>
      <p:bldP spid="112" grpId="1"/>
      <p:bldP spid="2" grpId="0" animBg="1"/>
      <p:bldP spid="115" grpId="0" animBg="1"/>
      <p:bldP spid="117" grpId="0" animBg="1"/>
      <p:bldP spid="118" grpId="0" animBg="1"/>
      <p:bldP spid="119" grpId="0" animBg="1"/>
      <p:bldP spid="12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a:xfrm>
            <a:off x="609600" y="544513"/>
            <a:ext cx="6248400" cy="45720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主从</a:t>
            </a:r>
            <a:r>
              <a:rPr lang="en-US" altLang="zh-CN" sz="2000" b="1" dirty="0">
                <a:solidFill>
                  <a:srgbClr val="C00000"/>
                </a:solidFill>
                <a:latin typeface="华文新魏" panose="02010800040101010101" pitchFamily="2" charset="-122"/>
                <a:ea typeface="华文新魏" panose="02010800040101010101" pitchFamily="2" charset="-122"/>
              </a:rPr>
              <a:t>J-K</a:t>
            </a:r>
            <a:r>
              <a:rPr lang="zh-CN" altLang="en-US" sz="2000" b="1" dirty="0">
                <a:solidFill>
                  <a:srgbClr val="C00000"/>
                </a:solidFill>
                <a:latin typeface="华文新魏" panose="02010800040101010101" pitchFamily="2" charset="-122"/>
                <a:ea typeface="华文新魏" panose="02010800040101010101" pitchFamily="2" charset="-122"/>
              </a:rPr>
              <a:t>触发器的逻辑符号：</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sp>
        <p:nvSpPr>
          <p:cNvPr id="81923" name="Text Box 4"/>
          <p:cNvSpPr txBox="1"/>
          <p:nvPr/>
        </p:nvSpPr>
        <p:spPr>
          <a:xfrm>
            <a:off x="663575" y="819150"/>
            <a:ext cx="8085138" cy="3744595"/>
          </a:xfrm>
          <a:prstGeom prst="rect">
            <a:avLst/>
          </a:prstGeom>
          <a:noFill/>
          <a:ln w="9525">
            <a:noFill/>
          </a:ln>
        </p:spPr>
        <p:txBody>
          <a:bodyPr>
            <a:spAutoFit/>
          </a:bodyPr>
          <a:lstStyle/>
          <a:p>
            <a:pPr eaLnBrk="1" hangingPunct="1">
              <a:lnSpc>
                <a:spcPct val="12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当</a:t>
            </a:r>
            <a:r>
              <a:rPr lang="en-US" altLang="zh-CN" sz="1800" b="1" dirty="0">
                <a:solidFill>
                  <a:schemeClr val="accent2"/>
                </a:solidFill>
                <a:latin typeface="华文新魏" panose="02010800040101010101" pitchFamily="2" charset="-122"/>
                <a:ea typeface="华文新魏" panose="02010800040101010101" pitchFamily="2" charset="-122"/>
              </a:rPr>
              <a:t>J</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K</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时，触发器处于保持状态；而当</a:t>
            </a:r>
            <a:r>
              <a:rPr lang="en-US" altLang="zh-CN" sz="1800" b="1" dirty="0">
                <a:solidFill>
                  <a:schemeClr val="accent2"/>
                </a:solidFill>
                <a:latin typeface="华文新魏" panose="02010800040101010101" pitchFamily="2" charset="-122"/>
                <a:ea typeface="华文新魏" panose="02010800040101010101" pitchFamily="2" charset="-122"/>
              </a:rPr>
              <a:t>J </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K</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时， </a:t>
            </a:r>
            <a:r>
              <a:rPr lang="en-US" altLang="zh-CN" sz="1800" b="1" dirty="0">
                <a:solidFill>
                  <a:schemeClr val="accent2"/>
                </a:solidFill>
                <a:latin typeface="华文新魏" panose="02010800040101010101" pitchFamily="2" charset="-122"/>
                <a:ea typeface="华文新魏" panose="02010800040101010101" pitchFamily="2" charset="-122"/>
              </a:rPr>
              <a:t>Q</a:t>
            </a:r>
            <a:r>
              <a:rPr lang="en-US" altLang="zh-CN" sz="1800" b="1" baseline="30000" dirty="0">
                <a:solidFill>
                  <a:schemeClr val="accent2"/>
                </a:solidFill>
                <a:latin typeface="华文新魏" panose="02010800040101010101" pitchFamily="2" charset="-122"/>
                <a:ea typeface="华文新魏" panose="02010800040101010101" pitchFamily="2" charset="-122"/>
              </a:rPr>
              <a:t>n</a:t>
            </a:r>
            <a:r>
              <a:rPr lang="zh-CN" altLang="en-US" sz="1800" b="1" baseline="30000" dirty="0">
                <a:solidFill>
                  <a:schemeClr val="accent2"/>
                </a:solidFill>
                <a:latin typeface="华文新魏" panose="02010800040101010101" pitchFamily="2" charset="-122"/>
                <a:ea typeface="华文新魏" panose="02010800040101010101" pitchFamily="2" charset="-122"/>
              </a:rPr>
              <a:t>＋</a:t>
            </a:r>
            <a:r>
              <a:rPr lang="en-US" altLang="zh-CN" sz="1800" b="1" baseline="30000" dirty="0">
                <a:solidFill>
                  <a:schemeClr val="accent2"/>
                </a:solidFill>
                <a:latin typeface="华文新魏" panose="02010800040101010101" pitchFamily="2" charset="-122"/>
                <a:ea typeface="华文新魏" panose="02010800040101010101" pitchFamily="2" charset="-122"/>
              </a:rPr>
              <a:t>1</a:t>
            </a:r>
            <a:r>
              <a:rPr lang="en-US" altLang="zh-CN" sz="1800" b="1" dirty="0">
                <a:solidFill>
                  <a:schemeClr val="accent2"/>
                </a:solidFill>
                <a:latin typeface="华文新魏" panose="02010800040101010101" pitchFamily="2" charset="-122"/>
                <a:ea typeface="华文新魏" panose="02010800040101010101" pitchFamily="2" charset="-122"/>
              </a:rPr>
              <a:t> </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Q=/Q</a:t>
            </a:r>
            <a:r>
              <a:rPr lang="zh-CN" altLang="en-US" sz="1800" b="1" dirty="0">
                <a:solidFill>
                  <a:schemeClr val="accent2"/>
                </a:solidFill>
                <a:latin typeface="华文新魏" panose="02010800040101010101" pitchFamily="2" charset="-122"/>
                <a:ea typeface="华文新魏" panose="02010800040101010101" pitchFamily="2" charset="-122"/>
              </a:rPr>
              <a:t>，</a:t>
            </a:r>
            <a:r>
              <a:rPr lang="zh-CN" altLang="en-US" sz="1800" b="1" u="sng" dirty="0">
                <a:solidFill>
                  <a:srgbClr val="C00000"/>
                </a:solidFill>
                <a:latin typeface="华文新魏" panose="02010800040101010101" pitchFamily="2" charset="-122"/>
                <a:ea typeface="华文新魏" panose="02010800040101010101" pitchFamily="2" charset="-122"/>
              </a:rPr>
              <a:t>触发器具有计数功能</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rgbClr val="0000FF"/>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为使触发器稳定工作，要求触发脉冲（</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）的最小宽度大于主触发器的状态转换稳定时间，</a:t>
            </a:r>
            <a:r>
              <a:rPr lang="zh-CN" altLang="en-US" sz="1800" b="1" dirty="0">
                <a:solidFill>
                  <a:schemeClr val="accent2"/>
                </a:solidFill>
                <a:latin typeface="华文新魏" panose="02010800040101010101" pitchFamily="2" charset="-122"/>
                <a:ea typeface="华文新魏" panose="02010800040101010101" pitchFamily="2" charset="-122"/>
              </a:rPr>
              <a:t>即大于</a:t>
            </a:r>
            <a:r>
              <a:rPr lang="en-US" altLang="zh-CN" sz="1800" b="1" dirty="0">
                <a:solidFill>
                  <a:schemeClr val="accent2"/>
                </a:solidFill>
                <a:latin typeface="华文新魏" panose="02010800040101010101" pitchFamily="2" charset="-122"/>
                <a:ea typeface="华文新魏" panose="02010800040101010101" pitchFamily="2" charset="-122"/>
              </a:rPr>
              <a:t>2</a:t>
            </a:r>
            <a:r>
              <a:rPr lang="zh-CN" altLang="en-US" sz="1800" b="1" dirty="0">
                <a:solidFill>
                  <a:schemeClr val="accent2"/>
                </a:solidFill>
                <a:latin typeface="华文新魏" panose="02010800040101010101" pitchFamily="2" charset="-122"/>
                <a:ea typeface="华文新魏" panose="02010800040101010101" pitchFamily="2" charset="-122"/>
              </a:rPr>
              <a:t>个门的传输时间；时间间隔要大于</a:t>
            </a:r>
            <a:r>
              <a:rPr lang="en-US" altLang="zh-CN" sz="1800" b="1" dirty="0">
                <a:solidFill>
                  <a:schemeClr val="accent2"/>
                </a:solidFill>
                <a:latin typeface="华文新魏" panose="02010800040101010101" pitchFamily="2" charset="-122"/>
                <a:ea typeface="华文新魏" panose="02010800040101010101" pitchFamily="2" charset="-122"/>
              </a:rPr>
              <a:t>4</a:t>
            </a:r>
            <a:r>
              <a:rPr lang="zh-CN" altLang="en-US" sz="1800" b="1" dirty="0">
                <a:solidFill>
                  <a:schemeClr val="accent2"/>
                </a:solidFill>
                <a:latin typeface="华文新魏" panose="02010800040101010101" pitchFamily="2" charset="-122"/>
                <a:ea typeface="华文新魏" panose="02010800040101010101" pitchFamily="2" charset="-122"/>
              </a:rPr>
              <a:t>个门的传输时间。</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与主从</a:t>
            </a:r>
            <a:r>
              <a:rPr lang="en-US" altLang="zh-CN" sz="1800" b="1" dirty="0">
                <a:solidFill>
                  <a:schemeClr val="tx1"/>
                </a:solidFill>
                <a:latin typeface="华文新魏" panose="02010800040101010101" pitchFamily="2" charset="-122"/>
                <a:ea typeface="华文新魏" panose="02010800040101010101" pitchFamily="2" charset="-122"/>
              </a:rPr>
              <a:t>S-R </a:t>
            </a:r>
            <a:r>
              <a:rPr lang="zh-CN" altLang="en-US" sz="1800" b="1" dirty="0">
                <a:solidFill>
                  <a:schemeClr val="tx1"/>
                </a:solidFill>
                <a:latin typeface="华文新魏" panose="02010800040101010101" pitchFamily="2" charset="-122"/>
                <a:ea typeface="华文新魏" panose="02010800040101010101" pitchFamily="2" charset="-122"/>
              </a:rPr>
              <a:t>触发器一样，在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触发脉冲后沿到达前的一段时间，</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华文新魏" panose="02010800040101010101" pitchFamily="2" charset="-122"/>
                <a:ea typeface="华文新魏" panose="02010800040101010101" pitchFamily="2" charset="-122"/>
              </a:rPr>
              <a:t>J</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K</a:t>
            </a:r>
            <a:r>
              <a:rPr lang="zh-CN" altLang="en-US" sz="1800" b="1" dirty="0">
                <a:solidFill>
                  <a:schemeClr val="tx1"/>
                </a:solidFill>
                <a:latin typeface="华文新魏" panose="02010800040101010101" pitchFamily="2" charset="-122"/>
                <a:ea typeface="华文新魏" panose="02010800040101010101" pitchFamily="2" charset="-122"/>
              </a:rPr>
              <a:t>信号值应持续不变。</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0000FF"/>
                </a:solidFill>
                <a:latin typeface="华文新魏" panose="02010800040101010101" pitchFamily="2" charset="-122"/>
                <a:ea typeface="华文新魏" panose="02010800040101010101" pitchFamily="2" charset="-122"/>
              </a:rPr>
              <a:t>为了使触发器能预先置于某一</a:t>
            </a:r>
            <a:endParaRPr lang="zh-CN" altLang="en-US" sz="1800" b="1" dirty="0">
              <a:solidFill>
                <a:srgbClr val="0000FF"/>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初始状态</a:t>
            </a:r>
            <a:r>
              <a:rPr lang="zh-CN" altLang="en-US" sz="1800" b="1" dirty="0">
                <a:solidFill>
                  <a:schemeClr val="tx1"/>
                </a:solidFill>
                <a:latin typeface="华文新魏" panose="02010800040101010101" pitchFamily="2" charset="-122"/>
                <a:ea typeface="华文新魏" panose="02010800040101010101" pitchFamily="2" charset="-122"/>
              </a:rPr>
              <a:t>，在电路中还设置了一</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个直接置位端</a:t>
            </a:r>
            <a:r>
              <a:rPr lang="en-US" altLang="zh-CN" sz="1800" b="1" dirty="0">
                <a:solidFill>
                  <a:schemeClr val="accent2"/>
                </a:solidFill>
                <a:latin typeface="华文新魏" panose="02010800040101010101" pitchFamily="2" charset="-122"/>
                <a:ea typeface="华文新魏" panose="02010800040101010101" pitchFamily="2" charset="-122"/>
              </a:rPr>
              <a:t>SD</a:t>
            </a:r>
            <a:r>
              <a:rPr lang="zh-CN" altLang="en-US" sz="1800" b="1" dirty="0">
                <a:solidFill>
                  <a:schemeClr val="tx1"/>
                </a:solidFill>
                <a:latin typeface="华文新魏" panose="02010800040101010101" pitchFamily="2" charset="-122"/>
                <a:ea typeface="华文新魏" panose="02010800040101010101" pitchFamily="2" charset="-122"/>
              </a:rPr>
              <a:t>及直接复位端</a:t>
            </a:r>
            <a:r>
              <a:rPr lang="en-US" altLang="zh-CN" sz="1800" b="1" dirty="0">
                <a:solidFill>
                  <a:schemeClr val="accent2"/>
                </a:solidFill>
                <a:latin typeface="华文新魏" panose="02010800040101010101" pitchFamily="2" charset="-122"/>
                <a:ea typeface="华文新魏" panose="02010800040101010101" pitchFamily="2" charset="-122"/>
              </a:rPr>
              <a:t>RD</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其逻辑符号如右图所示。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81924" name="Group 38"/>
          <p:cNvGrpSpPr/>
          <p:nvPr/>
        </p:nvGrpSpPr>
        <p:grpSpPr>
          <a:xfrm>
            <a:off x="4643438" y="2286000"/>
            <a:ext cx="3024187" cy="1979613"/>
            <a:chOff x="1632" y="2064"/>
            <a:chExt cx="1905" cy="1662"/>
          </a:xfrm>
        </p:grpSpPr>
        <p:sp>
          <p:nvSpPr>
            <p:cNvPr id="81949" name="Rectangle 5"/>
            <p:cNvSpPr/>
            <p:nvPr/>
          </p:nvSpPr>
          <p:spPr>
            <a:xfrm>
              <a:off x="2289" y="2482"/>
              <a:ext cx="591" cy="89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1950" name="Line 7"/>
            <p:cNvSpPr/>
            <p:nvPr/>
          </p:nvSpPr>
          <p:spPr>
            <a:xfrm>
              <a:off x="1632" y="2660"/>
              <a:ext cx="657" cy="0"/>
            </a:xfrm>
            <a:prstGeom prst="line">
              <a:avLst/>
            </a:prstGeom>
            <a:ln w="19050" cap="flat" cmpd="sng">
              <a:solidFill>
                <a:schemeClr val="tx1"/>
              </a:solidFill>
              <a:prstDash val="solid"/>
              <a:headEnd type="none" w="med" len="med"/>
              <a:tailEnd type="none" w="med" len="med"/>
            </a:ln>
          </p:spPr>
        </p:sp>
        <p:sp>
          <p:nvSpPr>
            <p:cNvPr id="81951" name="Line 8"/>
            <p:cNvSpPr/>
            <p:nvPr/>
          </p:nvSpPr>
          <p:spPr>
            <a:xfrm>
              <a:off x="1632" y="3188"/>
              <a:ext cx="657" cy="0"/>
            </a:xfrm>
            <a:prstGeom prst="line">
              <a:avLst/>
            </a:prstGeom>
            <a:ln w="19050" cap="flat" cmpd="sng">
              <a:solidFill>
                <a:schemeClr val="tx1"/>
              </a:solidFill>
              <a:prstDash val="solid"/>
              <a:headEnd type="none" w="med" len="med"/>
              <a:tailEnd type="none" w="med" len="med"/>
            </a:ln>
          </p:spPr>
        </p:sp>
        <p:sp>
          <p:nvSpPr>
            <p:cNvPr id="81952" name="Line 6"/>
            <p:cNvSpPr/>
            <p:nvPr/>
          </p:nvSpPr>
          <p:spPr>
            <a:xfrm>
              <a:off x="2880" y="2804"/>
              <a:ext cx="657" cy="0"/>
            </a:xfrm>
            <a:prstGeom prst="line">
              <a:avLst/>
            </a:prstGeom>
            <a:ln w="19050" cap="flat" cmpd="sng">
              <a:solidFill>
                <a:schemeClr val="tx1"/>
              </a:solidFill>
              <a:prstDash val="solid"/>
              <a:headEnd type="none" w="med" len="med"/>
              <a:tailEnd type="none" w="med" len="med"/>
            </a:ln>
          </p:spPr>
        </p:sp>
        <p:sp>
          <p:nvSpPr>
            <p:cNvPr id="81953" name="Line 10"/>
            <p:cNvSpPr/>
            <p:nvPr/>
          </p:nvSpPr>
          <p:spPr>
            <a:xfrm>
              <a:off x="2955" y="3043"/>
              <a:ext cx="549" cy="0"/>
            </a:xfrm>
            <a:prstGeom prst="line">
              <a:avLst/>
            </a:prstGeom>
            <a:ln w="19050" cap="flat" cmpd="sng">
              <a:solidFill>
                <a:schemeClr val="tx1"/>
              </a:solidFill>
              <a:prstDash val="solid"/>
              <a:headEnd type="none" w="med" len="med"/>
              <a:tailEnd type="none" w="med" len="med"/>
            </a:ln>
          </p:spPr>
        </p:sp>
        <p:sp>
          <p:nvSpPr>
            <p:cNvPr id="81954" name="Oval 11"/>
            <p:cNvSpPr/>
            <p:nvPr/>
          </p:nvSpPr>
          <p:spPr>
            <a:xfrm flipH="1">
              <a:off x="2880" y="300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55" name="Line 12"/>
            <p:cNvSpPr/>
            <p:nvPr/>
          </p:nvSpPr>
          <p:spPr>
            <a:xfrm flipH="1">
              <a:off x="1632" y="2933"/>
              <a:ext cx="665" cy="0"/>
            </a:xfrm>
            <a:prstGeom prst="line">
              <a:avLst/>
            </a:prstGeom>
            <a:ln w="19050" cap="flat" cmpd="sng">
              <a:solidFill>
                <a:schemeClr val="tx1"/>
              </a:solidFill>
              <a:prstDash val="solid"/>
              <a:headEnd type="none" w="med" len="med"/>
              <a:tailEnd type="none" w="med" len="med"/>
            </a:ln>
          </p:spPr>
        </p:sp>
        <p:grpSp>
          <p:nvGrpSpPr>
            <p:cNvPr id="81956" name="Group 16"/>
            <p:cNvGrpSpPr/>
            <p:nvPr/>
          </p:nvGrpSpPr>
          <p:grpSpPr>
            <a:xfrm>
              <a:off x="2688" y="2996"/>
              <a:ext cx="55" cy="138"/>
              <a:chOff x="2688" y="2304"/>
              <a:chExt cx="96" cy="96"/>
            </a:xfrm>
          </p:grpSpPr>
          <p:sp>
            <p:nvSpPr>
              <p:cNvPr id="81968" name="Line 17"/>
              <p:cNvSpPr/>
              <p:nvPr/>
            </p:nvSpPr>
            <p:spPr>
              <a:xfrm>
                <a:off x="2688" y="2304"/>
                <a:ext cx="96" cy="0"/>
              </a:xfrm>
              <a:prstGeom prst="line">
                <a:avLst/>
              </a:prstGeom>
              <a:ln w="19050" cap="flat" cmpd="sng">
                <a:solidFill>
                  <a:schemeClr val="tx1"/>
                </a:solidFill>
                <a:prstDash val="solid"/>
                <a:headEnd type="none" w="med" len="med"/>
                <a:tailEnd type="none" w="med" len="med"/>
              </a:ln>
            </p:spPr>
          </p:sp>
          <p:sp>
            <p:nvSpPr>
              <p:cNvPr id="81969" name="Line 18"/>
              <p:cNvSpPr/>
              <p:nvPr/>
            </p:nvSpPr>
            <p:spPr>
              <a:xfrm>
                <a:off x="2784" y="2304"/>
                <a:ext cx="0" cy="96"/>
              </a:xfrm>
              <a:prstGeom prst="line">
                <a:avLst/>
              </a:prstGeom>
              <a:ln w="19050" cap="flat" cmpd="sng">
                <a:solidFill>
                  <a:schemeClr val="tx1"/>
                </a:solidFill>
                <a:prstDash val="solid"/>
                <a:headEnd type="none" w="med" len="med"/>
                <a:tailEnd type="none" w="med" len="med"/>
              </a:ln>
            </p:spPr>
          </p:sp>
        </p:grpSp>
        <p:sp>
          <p:nvSpPr>
            <p:cNvPr id="81957" name="Text Box 20"/>
            <p:cNvSpPr txBox="1"/>
            <p:nvPr/>
          </p:nvSpPr>
          <p:spPr>
            <a:xfrm>
              <a:off x="2256" y="2544"/>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58" name="Text Box 21"/>
            <p:cNvSpPr txBox="1"/>
            <p:nvPr/>
          </p:nvSpPr>
          <p:spPr>
            <a:xfrm>
              <a:off x="2256" y="2819"/>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59" name="Text Box 22"/>
            <p:cNvSpPr txBox="1"/>
            <p:nvPr/>
          </p:nvSpPr>
          <p:spPr>
            <a:xfrm>
              <a:off x="2256" y="3083"/>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0" name="Text Box 23"/>
            <p:cNvSpPr txBox="1"/>
            <p:nvPr/>
          </p:nvSpPr>
          <p:spPr>
            <a:xfrm>
              <a:off x="2448" y="2448"/>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1" name="Text Box 24"/>
            <p:cNvSpPr txBox="1"/>
            <p:nvPr/>
          </p:nvSpPr>
          <p:spPr>
            <a:xfrm>
              <a:off x="2719" y="2660"/>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2" name="Text Box 25"/>
            <p:cNvSpPr txBox="1"/>
            <p:nvPr/>
          </p:nvSpPr>
          <p:spPr>
            <a:xfrm>
              <a:off x="2471" y="3118"/>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3" name="Text Box 26"/>
            <p:cNvSpPr txBox="1"/>
            <p:nvPr/>
          </p:nvSpPr>
          <p:spPr>
            <a:xfrm>
              <a:off x="2720" y="2936"/>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4" name="Line 31"/>
            <p:cNvSpPr/>
            <p:nvPr/>
          </p:nvSpPr>
          <p:spPr>
            <a:xfrm rot="-5400000">
              <a:off x="2413" y="2233"/>
              <a:ext cx="338" cy="0"/>
            </a:xfrm>
            <a:prstGeom prst="line">
              <a:avLst/>
            </a:prstGeom>
            <a:ln w="19050" cap="flat" cmpd="sng">
              <a:solidFill>
                <a:schemeClr val="tx1"/>
              </a:solidFill>
              <a:prstDash val="solid"/>
              <a:headEnd type="none" w="med" len="med"/>
              <a:tailEnd type="none" w="med" len="med"/>
            </a:ln>
          </p:spPr>
        </p:sp>
        <p:sp>
          <p:nvSpPr>
            <p:cNvPr id="81965" name="Oval 32"/>
            <p:cNvSpPr/>
            <p:nvPr/>
          </p:nvSpPr>
          <p:spPr>
            <a:xfrm rot="-5400000" flipH="1">
              <a:off x="2549" y="2409"/>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66" name="Oval 34"/>
            <p:cNvSpPr/>
            <p:nvPr/>
          </p:nvSpPr>
          <p:spPr>
            <a:xfrm rot="-5400000" flipH="1">
              <a:off x="2552" y="3380"/>
              <a:ext cx="68" cy="68"/>
            </a:xfrm>
            <a:prstGeom prst="ellipse">
              <a:avLst/>
            </a:prstGeom>
            <a:noFill/>
            <a:ln w="19050">
              <a:noFill/>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67" name="Line 35"/>
            <p:cNvSpPr/>
            <p:nvPr/>
          </p:nvSpPr>
          <p:spPr>
            <a:xfrm rot="-5400000">
              <a:off x="2414" y="3557"/>
              <a:ext cx="338" cy="0"/>
            </a:xfrm>
            <a:prstGeom prst="line">
              <a:avLst/>
            </a:prstGeom>
            <a:ln w="19050" cap="flat" cmpd="sng">
              <a:solidFill>
                <a:schemeClr val="tx1"/>
              </a:solidFill>
              <a:prstDash val="solid"/>
              <a:headEnd type="none" w="med" len="med"/>
              <a:tailEnd type="none" w="med" len="med"/>
            </a:ln>
          </p:spPr>
        </p:sp>
      </p:grpSp>
      <p:sp>
        <p:nvSpPr>
          <p:cNvPr id="81925" name="Line 29"/>
          <p:cNvSpPr/>
          <p:nvPr/>
        </p:nvSpPr>
        <p:spPr>
          <a:xfrm>
            <a:off x="7326630" y="903288"/>
            <a:ext cx="287338"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sp>
      <p:sp>
        <p:nvSpPr>
          <p:cNvPr id="29" name="Text Box 19"/>
          <p:cNvSpPr txBox="1"/>
          <p:nvPr/>
        </p:nvSpPr>
        <p:spPr>
          <a:xfrm>
            <a:off x="5610225" y="4300538"/>
            <a:ext cx="110236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rgbClr val="C00000"/>
                </a:solidFill>
                <a:latin typeface="华文新魏" panose="02010800040101010101" pitchFamily="2" charset="-122"/>
                <a:ea typeface="华文新魏" panose="02010800040101010101" pitchFamily="2" charset="-122"/>
              </a:rPr>
              <a:t>逻辑符号</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grpSp>
        <p:nvGrpSpPr>
          <p:cNvPr id="30" name="Group 38"/>
          <p:cNvGrpSpPr/>
          <p:nvPr/>
        </p:nvGrpSpPr>
        <p:grpSpPr>
          <a:xfrm>
            <a:off x="4643438" y="2695343"/>
            <a:ext cx="3024187" cy="1568682"/>
            <a:chOff x="1632" y="2409"/>
            <a:chExt cx="1905" cy="1317"/>
          </a:xfrm>
        </p:grpSpPr>
        <p:sp>
          <p:nvSpPr>
            <p:cNvPr id="81928" name="Rectangle 5"/>
            <p:cNvSpPr/>
            <p:nvPr/>
          </p:nvSpPr>
          <p:spPr>
            <a:xfrm>
              <a:off x="2289" y="2482"/>
              <a:ext cx="591" cy="898"/>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1929" name="Line 7"/>
            <p:cNvSpPr/>
            <p:nvPr/>
          </p:nvSpPr>
          <p:spPr>
            <a:xfrm>
              <a:off x="1632" y="2660"/>
              <a:ext cx="657" cy="0"/>
            </a:xfrm>
            <a:prstGeom prst="line">
              <a:avLst/>
            </a:prstGeom>
            <a:ln w="19050" cap="flat" cmpd="sng">
              <a:solidFill>
                <a:schemeClr val="tx1"/>
              </a:solidFill>
              <a:prstDash val="solid"/>
              <a:headEnd type="none" w="med" len="med"/>
              <a:tailEnd type="none" w="med" len="med"/>
            </a:ln>
          </p:spPr>
        </p:sp>
        <p:sp>
          <p:nvSpPr>
            <p:cNvPr id="81930" name="Line 8"/>
            <p:cNvSpPr/>
            <p:nvPr/>
          </p:nvSpPr>
          <p:spPr>
            <a:xfrm>
              <a:off x="1632" y="3188"/>
              <a:ext cx="657" cy="0"/>
            </a:xfrm>
            <a:prstGeom prst="line">
              <a:avLst/>
            </a:prstGeom>
            <a:ln w="19050" cap="flat" cmpd="sng">
              <a:solidFill>
                <a:schemeClr val="tx1"/>
              </a:solidFill>
              <a:prstDash val="solid"/>
              <a:headEnd type="none" w="med" len="med"/>
              <a:tailEnd type="none" w="med" len="med"/>
            </a:ln>
          </p:spPr>
        </p:sp>
        <p:sp>
          <p:nvSpPr>
            <p:cNvPr id="81931" name="Line 6"/>
            <p:cNvSpPr/>
            <p:nvPr/>
          </p:nvSpPr>
          <p:spPr>
            <a:xfrm>
              <a:off x="2880" y="2804"/>
              <a:ext cx="657" cy="0"/>
            </a:xfrm>
            <a:prstGeom prst="line">
              <a:avLst/>
            </a:prstGeom>
            <a:ln w="19050" cap="flat" cmpd="sng">
              <a:solidFill>
                <a:schemeClr val="tx1"/>
              </a:solidFill>
              <a:prstDash val="solid"/>
              <a:headEnd type="none" w="med" len="med"/>
              <a:tailEnd type="none" w="med" len="med"/>
            </a:ln>
          </p:spPr>
        </p:sp>
        <p:sp>
          <p:nvSpPr>
            <p:cNvPr id="81932" name="Line 10"/>
            <p:cNvSpPr/>
            <p:nvPr/>
          </p:nvSpPr>
          <p:spPr>
            <a:xfrm>
              <a:off x="2947" y="3043"/>
              <a:ext cx="549" cy="0"/>
            </a:xfrm>
            <a:prstGeom prst="line">
              <a:avLst/>
            </a:prstGeom>
            <a:ln w="19050" cap="flat" cmpd="sng">
              <a:solidFill>
                <a:schemeClr val="tx1"/>
              </a:solidFill>
              <a:prstDash val="solid"/>
              <a:headEnd type="none" w="med" len="med"/>
              <a:tailEnd type="none" w="med" len="med"/>
            </a:ln>
          </p:spPr>
        </p:sp>
        <p:sp>
          <p:nvSpPr>
            <p:cNvPr id="81933" name="Oval 11"/>
            <p:cNvSpPr/>
            <p:nvPr/>
          </p:nvSpPr>
          <p:spPr>
            <a:xfrm flipH="1">
              <a:off x="2880" y="300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34" name="Line 12"/>
            <p:cNvSpPr/>
            <p:nvPr/>
          </p:nvSpPr>
          <p:spPr>
            <a:xfrm flipH="1">
              <a:off x="1632" y="2933"/>
              <a:ext cx="665" cy="0"/>
            </a:xfrm>
            <a:prstGeom prst="line">
              <a:avLst/>
            </a:prstGeom>
            <a:ln w="19050" cap="flat" cmpd="sng">
              <a:solidFill>
                <a:schemeClr val="tx1"/>
              </a:solidFill>
              <a:prstDash val="solid"/>
              <a:headEnd type="none" w="med" len="med"/>
              <a:tailEnd type="none" w="med" len="med"/>
            </a:ln>
          </p:spPr>
        </p:sp>
        <p:grpSp>
          <p:nvGrpSpPr>
            <p:cNvPr id="81935" name="Group 16"/>
            <p:cNvGrpSpPr/>
            <p:nvPr/>
          </p:nvGrpSpPr>
          <p:grpSpPr>
            <a:xfrm>
              <a:off x="2688" y="2996"/>
              <a:ext cx="55" cy="138"/>
              <a:chOff x="2688" y="2304"/>
              <a:chExt cx="96" cy="96"/>
            </a:xfrm>
          </p:grpSpPr>
          <p:sp>
            <p:nvSpPr>
              <p:cNvPr id="81947" name="Line 17"/>
              <p:cNvSpPr/>
              <p:nvPr/>
            </p:nvSpPr>
            <p:spPr>
              <a:xfrm>
                <a:off x="2688" y="2304"/>
                <a:ext cx="96" cy="0"/>
              </a:xfrm>
              <a:prstGeom prst="line">
                <a:avLst/>
              </a:prstGeom>
              <a:ln w="19050" cap="flat" cmpd="sng">
                <a:solidFill>
                  <a:schemeClr val="tx1"/>
                </a:solidFill>
                <a:prstDash val="solid"/>
                <a:headEnd type="none" w="med" len="med"/>
                <a:tailEnd type="none" w="med" len="med"/>
              </a:ln>
            </p:spPr>
          </p:sp>
          <p:sp>
            <p:nvSpPr>
              <p:cNvPr id="81948" name="Line 18"/>
              <p:cNvSpPr/>
              <p:nvPr/>
            </p:nvSpPr>
            <p:spPr>
              <a:xfrm>
                <a:off x="2784" y="2304"/>
                <a:ext cx="0" cy="96"/>
              </a:xfrm>
              <a:prstGeom prst="line">
                <a:avLst/>
              </a:prstGeom>
              <a:ln w="19050" cap="flat" cmpd="sng">
                <a:solidFill>
                  <a:schemeClr val="tx1"/>
                </a:solidFill>
                <a:prstDash val="solid"/>
                <a:headEnd type="none" w="med" len="med"/>
                <a:tailEnd type="none" w="med" len="med"/>
              </a:ln>
            </p:spPr>
          </p:sp>
        </p:grpSp>
        <p:sp>
          <p:nvSpPr>
            <p:cNvPr id="81936" name="Text Box 20"/>
            <p:cNvSpPr txBox="1"/>
            <p:nvPr/>
          </p:nvSpPr>
          <p:spPr>
            <a:xfrm>
              <a:off x="2256" y="2544"/>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37" name="Text Box 21"/>
            <p:cNvSpPr txBox="1"/>
            <p:nvPr/>
          </p:nvSpPr>
          <p:spPr>
            <a:xfrm>
              <a:off x="2256" y="2819"/>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38" name="Text Box 22"/>
            <p:cNvSpPr txBox="1"/>
            <p:nvPr/>
          </p:nvSpPr>
          <p:spPr>
            <a:xfrm>
              <a:off x="2256" y="3083"/>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39" name="Text Box 23"/>
            <p:cNvSpPr txBox="1"/>
            <p:nvPr/>
          </p:nvSpPr>
          <p:spPr>
            <a:xfrm>
              <a:off x="2448" y="2448"/>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40" name="Text Box 24"/>
            <p:cNvSpPr txBox="1"/>
            <p:nvPr/>
          </p:nvSpPr>
          <p:spPr>
            <a:xfrm>
              <a:off x="2719" y="2660"/>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41" name="Text Box 25"/>
            <p:cNvSpPr txBox="1"/>
            <p:nvPr/>
          </p:nvSpPr>
          <p:spPr>
            <a:xfrm>
              <a:off x="2471" y="3118"/>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42" name="Text Box 26"/>
            <p:cNvSpPr txBox="1"/>
            <p:nvPr/>
          </p:nvSpPr>
          <p:spPr>
            <a:xfrm>
              <a:off x="2720" y="2905"/>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44" name="Oval 32"/>
            <p:cNvSpPr/>
            <p:nvPr/>
          </p:nvSpPr>
          <p:spPr>
            <a:xfrm rot="-5400000" flipH="1">
              <a:off x="2549" y="2409"/>
              <a:ext cx="68" cy="68"/>
            </a:xfrm>
            <a:prstGeom prst="ellipse">
              <a:avLst/>
            </a:prstGeom>
            <a:noFill/>
            <a:ln w="19050" cap="flat" cmpd="sng">
              <a:solidFill>
                <a:schemeClr val="tx1"/>
              </a:solidFill>
              <a:prstDash val="solid"/>
              <a:headEnd type="none" w="med" len="med"/>
              <a:tailEnd type="none" w="med" len="med"/>
            </a:ln>
          </p:spPr>
          <p:txBody>
            <a:bodyPr vert="eaVert"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45" name="Oval 34"/>
            <p:cNvSpPr/>
            <p:nvPr/>
          </p:nvSpPr>
          <p:spPr>
            <a:xfrm rot="-5400000" flipH="1">
              <a:off x="2552" y="3380"/>
              <a:ext cx="68" cy="68"/>
            </a:xfrm>
            <a:prstGeom prst="ellipse">
              <a:avLst/>
            </a:prstGeom>
            <a:noFill/>
            <a:ln w="19050">
              <a:noFill/>
            </a:ln>
          </p:spPr>
          <p:txBody>
            <a:bodyPr vert="eaVert"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46" name="Line 35"/>
            <p:cNvSpPr/>
            <p:nvPr/>
          </p:nvSpPr>
          <p:spPr>
            <a:xfrm rot="-5400000">
              <a:off x="2414" y="3557"/>
              <a:ext cx="338" cy="0"/>
            </a:xfrm>
            <a:prstGeom prst="line">
              <a:avLst/>
            </a:prstGeom>
            <a:ln w="19050" cap="flat" cmpd="sng">
              <a:solidFill>
                <a:schemeClr val="tx1"/>
              </a:solidFill>
              <a:prstDash val="solid"/>
              <a:headEnd type="none" w="med" len="med"/>
              <a:tailEnd type="none" w="med" len="med"/>
            </a:ln>
          </p:spPr>
        </p:sp>
      </p:grpSp>
      <p:pic>
        <p:nvPicPr>
          <p:cNvPr id="2" name="图片 1"/>
          <p:cNvPicPr>
            <a:picLocks noChangeAspect="1"/>
          </p:cNvPicPr>
          <p:nvPr/>
        </p:nvPicPr>
        <p:blipFill>
          <a:blip r:embed="rId1"/>
          <a:stretch>
            <a:fillRect/>
          </a:stretch>
        </p:blipFill>
        <p:spPr>
          <a:xfrm>
            <a:off x="6444615" y="843915"/>
            <a:ext cx="1632585" cy="361950"/>
          </a:xfrm>
          <a:prstGeom prst="rect">
            <a:avLst/>
          </a:prstGeom>
        </p:spPr>
      </p:pic>
      <p:pic>
        <p:nvPicPr>
          <p:cNvPr id="3" name="图片 2"/>
          <p:cNvPicPr>
            <a:picLocks noChangeAspect="1"/>
          </p:cNvPicPr>
          <p:nvPr/>
        </p:nvPicPr>
        <p:blipFill>
          <a:blip r:embed="rId2"/>
          <a:stretch>
            <a:fillRect/>
          </a:stretch>
        </p:blipFill>
        <p:spPr>
          <a:xfrm>
            <a:off x="6256216" y="3049029"/>
            <a:ext cx="178420" cy="2607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additive="base">
                                        <p:cTn id="12" dur="500" fill="hold"/>
                                        <p:tgtEl>
                                          <p:spTgt spid="30"/>
                                        </p:tgtEl>
                                        <p:attrNameLst>
                                          <p:attrName>ppt_x</p:attrName>
                                        </p:attrNameLst>
                                      </p:cBhvr>
                                      <p:tavLst>
                                        <p:tav tm="0">
                                          <p:val>
                                            <p:strVal val="#ppt_x"/>
                                          </p:val>
                                        </p:tav>
                                        <p:tav tm="100000">
                                          <p:val>
                                            <p:strVal val="#ppt_x"/>
                                          </p:val>
                                        </p:tav>
                                      </p:tavLst>
                                    </p:anim>
                                    <p:anim calcmode="lin" valueType="num">
                                      <p:cBhvr additive="base">
                                        <p:cTn id="13"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p:cNvSpPr>
          <p:nvPr>
            <p:ph type="title"/>
          </p:nvPr>
        </p:nvSpPr>
        <p:spPr>
          <a:xfrm>
            <a:off x="762000" y="544513"/>
            <a:ext cx="8382000" cy="685800"/>
          </a:xfrm>
          <a:prstGeom prst="rect">
            <a:avLst/>
          </a:prstGeom>
          <a:noFill/>
          <a:ln>
            <a:noFill/>
          </a:ln>
        </p:spPr>
        <p:txBody>
          <a:bodyPr/>
          <a:lstStyle/>
          <a:p>
            <a:pPr eaLnBrk="1" hangingPunct="1"/>
            <a:r>
              <a:rPr lang="en-US" altLang="zh-CN" sz="2000" b="1" dirty="0">
                <a:solidFill>
                  <a:srgbClr val="C00000"/>
                </a:solidFill>
                <a:latin typeface="华文新魏" panose="02010800040101010101" pitchFamily="2" charset="-122"/>
                <a:ea typeface="华文新魏" panose="02010800040101010101" pitchFamily="2" charset="-122"/>
              </a:rPr>
              <a:t>8</a:t>
            </a:r>
            <a:r>
              <a:rPr lang="zh-CN" altLang="en-US" sz="2000" b="1" dirty="0">
                <a:solidFill>
                  <a:srgbClr val="C00000"/>
                </a:solidFill>
                <a:latin typeface="华文新魏" panose="02010800040101010101" pitchFamily="2" charset="-122"/>
                <a:ea typeface="华文新魏" panose="02010800040101010101" pitchFamily="2" charset="-122"/>
              </a:rPr>
              <a:t>）</a:t>
            </a:r>
            <a:r>
              <a:rPr lang="en-US" altLang="zh-CN" sz="2000" b="1" dirty="0">
                <a:solidFill>
                  <a:srgbClr val="C00000"/>
                </a:solidFill>
                <a:latin typeface="华文新魏" panose="02010800040101010101" pitchFamily="2" charset="-122"/>
                <a:ea typeface="华文新魏" panose="02010800040101010101" pitchFamily="2" charset="-122"/>
              </a:rPr>
              <a:t> </a:t>
            </a:r>
            <a:r>
              <a:rPr lang="zh-CN" altLang="en-US" sz="2000" b="1" dirty="0">
                <a:solidFill>
                  <a:srgbClr val="C00000"/>
                </a:solidFill>
                <a:latin typeface="华文新魏" panose="02010800040101010101" pitchFamily="2" charset="-122"/>
                <a:ea typeface="华文新魏" panose="02010800040101010101" pitchFamily="2" charset="-122"/>
              </a:rPr>
              <a:t>边沿触发</a:t>
            </a:r>
            <a:r>
              <a:rPr lang="en-US" altLang="zh-CN" sz="2000" b="1" dirty="0">
                <a:solidFill>
                  <a:srgbClr val="C00000"/>
                </a:solidFill>
                <a:latin typeface="华文新魏" panose="02010800040101010101" pitchFamily="2" charset="-122"/>
                <a:ea typeface="华文新魏" panose="02010800040101010101" pitchFamily="2" charset="-122"/>
              </a:rPr>
              <a:t>J</a:t>
            </a:r>
            <a:r>
              <a:rPr lang="zh-CN" altLang="en-US" sz="2000" b="1" dirty="0">
                <a:solidFill>
                  <a:srgbClr val="C00000"/>
                </a:solidFill>
                <a:latin typeface="华文新魏" panose="02010800040101010101" pitchFamily="2" charset="-122"/>
                <a:ea typeface="华文新魏" panose="02010800040101010101" pitchFamily="2" charset="-122"/>
              </a:rPr>
              <a:t>－</a:t>
            </a:r>
            <a:r>
              <a:rPr lang="en-US" altLang="zh-CN" sz="2000" b="1" dirty="0">
                <a:solidFill>
                  <a:srgbClr val="C00000"/>
                </a:solidFill>
                <a:latin typeface="华文新魏" panose="02010800040101010101" pitchFamily="2" charset="-122"/>
                <a:ea typeface="华文新魏" panose="02010800040101010101" pitchFamily="2" charset="-122"/>
              </a:rPr>
              <a:t>K </a:t>
            </a:r>
            <a:r>
              <a:rPr lang="zh-CN" altLang="en-US" sz="2000" b="1" dirty="0">
                <a:solidFill>
                  <a:srgbClr val="C00000"/>
                </a:solidFill>
                <a:latin typeface="华文新魏" panose="02010800040101010101" pitchFamily="2" charset="-122"/>
                <a:ea typeface="华文新魏" panose="02010800040101010101" pitchFamily="2" charset="-122"/>
              </a:rPr>
              <a:t>触发器</a:t>
            </a:r>
            <a:br>
              <a:rPr lang="zh-CN" altLang="en-US" sz="2000" b="1" dirty="0">
                <a:solidFill>
                  <a:srgbClr val="C00000"/>
                </a:solidFill>
                <a:latin typeface="华文新魏" panose="02010800040101010101" pitchFamily="2" charset="-122"/>
                <a:ea typeface="华文新魏" panose="02010800040101010101" pitchFamily="2" charset="-122"/>
              </a:rPr>
            </a:br>
            <a:r>
              <a:rPr lang="zh-CN" altLang="en-US" sz="2000" b="1" dirty="0">
                <a:solidFill>
                  <a:srgbClr val="C00000"/>
                </a:solidFill>
                <a:latin typeface="华文新魏" panose="02010800040101010101" pitchFamily="2" charset="-122"/>
                <a:ea typeface="华文新魏" panose="02010800040101010101" pitchFamily="2" charset="-122"/>
              </a:rPr>
              <a:t>          </a:t>
            </a:r>
            <a:r>
              <a:rPr lang="en-US" altLang="zh-CN" sz="2000" b="1" i="1" dirty="0">
                <a:solidFill>
                  <a:srgbClr val="C00000"/>
                </a:solidFill>
                <a:latin typeface="华文新魏" panose="02010800040101010101" pitchFamily="2" charset="-122"/>
                <a:ea typeface="华文新魏" panose="02010800040101010101" pitchFamily="2" charset="-122"/>
              </a:rPr>
              <a:t>Edge-triggered JK Flip-flop</a:t>
            </a:r>
            <a:endParaRPr lang="en-US" altLang="zh-CN" sz="2000" b="1" i="1" dirty="0">
              <a:solidFill>
                <a:srgbClr val="C00000"/>
              </a:solidFill>
              <a:latin typeface="华文新魏" panose="02010800040101010101" pitchFamily="2" charset="-122"/>
              <a:ea typeface="华文新魏" panose="02010800040101010101" pitchFamily="2" charset="-122"/>
            </a:endParaRPr>
          </a:p>
        </p:txBody>
      </p:sp>
      <p:sp>
        <p:nvSpPr>
          <p:cNvPr id="83971" name="Text Box 4"/>
          <p:cNvSpPr txBox="1"/>
          <p:nvPr/>
        </p:nvSpPr>
        <p:spPr>
          <a:xfrm>
            <a:off x="530225" y="1101725"/>
            <a:ext cx="8074025" cy="3744595"/>
          </a:xfrm>
          <a:prstGeom prst="rect">
            <a:avLst/>
          </a:prstGeom>
          <a:noFill/>
          <a:ln w="9525">
            <a:noFill/>
          </a:ln>
        </p:spPr>
        <p:txBody>
          <a:bodyPr>
            <a:spAutoFit/>
          </a:bodyPr>
          <a:lstStyle/>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accent2"/>
                </a:solidFill>
                <a:latin typeface="华文新魏" panose="02010800040101010101" pitchFamily="2" charset="-122"/>
                <a:ea typeface="华文新魏" panose="02010800040101010101" pitchFamily="2" charset="-122"/>
              </a:rPr>
              <a:t>边沿触发</a:t>
            </a:r>
            <a:r>
              <a:rPr lang="en-US" altLang="zh-CN" sz="1800" b="1" dirty="0">
                <a:solidFill>
                  <a:schemeClr val="accent2"/>
                </a:solidFill>
                <a:latin typeface="华文新魏" panose="02010800040101010101" pitchFamily="2" charset="-122"/>
                <a:ea typeface="华文新魏" panose="02010800040101010101" pitchFamily="2" charset="-122"/>
              </a:rPr>
              <a:t>JK</a:t>
            </a:r>
            <a:r>
              <a:rPr lang="zh-CN" altLang="en-US" sz="1800" b="1" dirty="0">
                <a:solidFill>
                  <a:schemeClr val="accent2"/>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类似于</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触发器也要求有建立时间和保持时间，但其建立时间较脉冲触发（主从结构）的</a:t>
            </a:r>
            <a:r>
              <a:rPr lang="en-US" altLang="zh-CN" sz="1800" b="1" dirty="0">
                <a:solidFill>
                  <a:schemeClr val="tx1"/>
                </a:solidFill>
                <a:latin typeface="华文新魏" panose="02010800040101010101" pitchFamily="2" charset="-122"/>
                <a:ea typeface="华文新魏" panose="02010800040101010101" pitchFamily="2" charset="-122"/>
              </a:rPr>
              <a:t>JK </a:t>
            </a:r>
            <a:r>
              <a:rPr lang="zh-CN" altLang="en-US" sz="1800" b="1" dirty="0">
                <a:solidFill>
                  <a:schemeClr val="tx1"/>
                </a:solidFill>
                <a:latin typeface="华文新魏" panose="02010800040101010101" pitchFamily="2" charset="-122"/>
                <a:ea typeface="华文新魏" panose="02010800040101010101" pitchFamily="2" charset="-122"/>
              </a:rPr>
              <a:t>触发器为短，因此应用更为广泛。</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accent2"/>
                </a:solidFill>
                <a:latin typeface="华文新魏" panose="02010800040101010101" pitchFamily="2" charset="-122"/>
                <a:ea typeface="华文新魏" panose="02010800040101010101" pitchFamily="2" charset="-122"/>
              </a:rPr>
              <a:t>主从结构的</a:t>
            </a:r>
            <a:r>
              <a:rPr lang="en-US" altLang="zh-CN" sz="1800" b="1" dirty="0">
                <a:solidFill>
                  <a:schemeClr val="accent2"/>
                </a:solidFill>
                <a:latin typeface="华文新魏" panose="02010800040101010101" pitchFamily="2" charset="-122"/>
                <a:ea typeface="华文新魏" panose="02010800040101010101" pitchFamily="2" charset="-122"/>
              </a:rPr>
              <a:t>JK</a:t>
            </a:r>
            <a:r>
              <a:rPr lang="zh-CN" altLang="en-US" sz="1800" b="1" dirty="0">
                <a:solidFill>
                  <a:schemeClr val="accent2"/>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要求在时钟脉冲</a:t>
            </a:r>
            <a:r>
              <a:rPr lang="en-US" altLang="zh-CN" sz="1800" b="1" dirty="0">
                <a:solidFill>
                  <a:schemeClr val="accent2"/>
                </a:solidFill>
                <a:latin typeface="华文新魏" panose="02010800040101010101" pitchFamily="2" charset="-122"/>
                <a:ea typeface="华文新魏" panose="02010800040101010101" pitchFamily="2" charset="-122"/>
              </a:rPr>
              <a:t>CLK</a:t>
            </a:r>
            <a:r>
              <a:rPr lang="zh-CN" altLang="en-US" sz="1800" b="1" dirty="0">
                <a:solidFill>
                  <a:schemeClr val="accent2"/>
                </a:solidFill>
                <a:latin typeface="华文新魏" panose="02010800040101010101" pitchFamily="2" charset="-122"/>
                <a:ea typeface="华文新魏" panose="02010800040101010101" pitchFamily="2" charset="-122"/>
              </a:rPr>
              <a:t>的下降沿</a:t>
            </a:r>
            <a:r>
              <a:rPr lang="zh-CN" altLang="en-US" sz="1800" b="1" dirty="0">
                <a:solidFill>
                  <a:schemeClr val="tx1"/>
                </a:solidFill>
                <a:latin typeface="华文新魏" panose="02010800040101010101" pitchFamily="2" charset="-122"/>
                <a:ea typeface="华文新魏" panose="02010800040101010101" pitchFamily="2" charset="-122"/>
              </a:rPr>
              <a:t>到来之前，输入端</a:t>
            </a:r>
            <a:r>
              <a:rPr lang="en-US" altLang="zh-CN" sz="1800" b="1" dirty="0">
                <a:solidFill>
                  <a:schemeClr val="tx1"/>
                </a:solidFill>
                <a:latin typeface="华文新魏" panose="02010800040101010101" pitchFamily="2" charset="-122"/>
                <a:ea typeface="华文新魏" panose="02010800040101010101" pitchFamily="2" charset="-122"/>
              </a:rPr>
              <a:t>J</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K</a:t>
            </a:r>
            <a:r>
              <a:rPr lang="zh-CN" altLang="en-US" sz="1800" b="1" dirty="0">
                <a:solidFill>
                  <a:schemeClr val="tx1"/>
                </a:solidFill>
                <a:latin typeface="华文新魏" panose="02010800040101010101" pitchFamily="2" charset="-122"/>
                <a:ea typeface="华文新魏" panose="02010800040101010101" pitchFamily="2" charset="-122"/>
              </a:rPr>
              <a:t>必须稳定较长时间，以便输入（激励）的变化能传送到主触发器的输出</a:t>
            </a:r>
            <a:r>
              <a:rPr lang="en-US" altLang="zh-CN" sz="1800" b="1" dirty="0">
                <a:solidFill>
                  <a:schemeClr val="accent2"/>
                </a:solidFill>
                <a:latin typeface="华文新魏" panose="02010800040101010101" pitchFamily="2" charset="-122"/>
                <a:ea typeface="华文新魏" panose="02010800040101010101" pitchFamily="2" charset="-122"/>
              </a:rPr>
              <a:t>Q</a:t>
            </a:r>
            <a:r>
              <a:rPr lang="en-US" altLang="zh-CN" sz="1800" b="1" baseline="-25000" dirty="0">
                <a:solidFill>
                  <a:schemeClr val="accent2"/>
                </a:solidFill>
                <a:latin typeface="华文新魏" panose="02010800040101010101" pitchFamily="2" charset="-122"/>
                <a:ea typeface="华文新魏" panose="02010800040101010101" pitchFamily="2" charset="-122"/>
              </a:rPr>
              <a:t>M</a:t>
            </a:r>
            <a:r>
              <a:rPr lang="zh-CN" altLang="en-US" sz="1800" b="1" dirty="0">
                <a:solidFill>
                  <a:schemeClr val="tx1"/>
                </a:solidFill>
                <a:latin typeface="华文新魏" panose="02010800040101010101" pitchFamily="2" charset="-122"/>
                <a:ea typeface="华文新魏" panose="02010800040101010101" pitchFamily="2" charset="-122"/>
              </a:rPr>
              <a:t>及</a:t>
            </a:r>
            <a:r>
              <a:rPr lang="en-US" altLang="zh-CN" sz="1800" b="1" dirty="0">
                <a:solidFill>
                  <a:schemeClr val="accent2"/>
                </a:solidFill>
                <a:latin typeface="华文新魏" panose="02010800040101010101" pitchFamily="2" charset="-122"/>
                <a:ea typeface="华文新魏" panose="02010800040101010101" pitchFamily="2" charset="-122"/>
              </a:rPr>
              <a:t>/Q</a:t>
            </a:r>
            <a:r>
              <a:rPr lang="en-US" altLang="zh-CN" sz="1800" b="1" baseline="-25000" dirty="0">
                <a:solidFill>
                  <a:schemeClr val="accent2"/>
                </a:solidFill>
                <a:latin typeface="华文新魏" panose="02010800040101010101" pitchFamily="2" charset="-122"/>
                <a:ea typeface="华文新魏" panose="02010800040101010101" pitchFamily="2" charset="-122"/>
              </a:rPr>
              <a:t>M</a:t>
            </a:r>
            <a:r>
              <a:rPr lang="zh-CN" altLang="en-US" sz="1800" b="1" dirty="0">
                <a:solidFill>
                  <a:schemeClr val="tx1"/>
                </a:solidFill>
                <a:latin typeface="华文新魏" panose="02010800040101010101" pitchFamily="2" charset="-122"/>
                <a:ea typeface="华文新魏" panose="02010800040101010101" pitchFamily="2" charset="-122"/>
              </a:rPr>
              <a:t>。</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触发器常用于同步时序电路中，</a:t>
            </a:r>
            <a:r>
              <a:rPr lang="zh-CN" altLang="en-US" sz="1800" b="1" u="sng" dirty="0">
                <a:solidFill>
                  <a:schemeClr val="tx1"/>
                </a:solidFill>
                <a:latin typeface="华文新魏" panose="02010800040101010101" pitchFamily="2" charset="-122"/>
                <a:ea typeface="华文新魏" panose="02010800040101010101" pitchFamily="2" charset="-122"/>
              </a:rPr>
              <a:t>有时</a:t>
            </a:r>
            <a:r>
              <a:rPr lang="en-US" altLang="zh-CN" sz="1800" b="1" u="sng" dirty="0">
                <a:solidFill>
                  <a:schemeClr val="tx1"/>
                </a:solidFill>
                <a:latin typeface="华文新魏" panose="02010800040101010101" pitchFamily="2" charset="-122"/>
                <a:ea typeface="华文新魏" panose="02010800040101010101" pitchFamily="2" charset="-122"/>
              </a:rPr>
              <a:t>JK</a:t>
            </a:r>
            <a:r>
              <a:rPr lang="zh-CN" altLang="en-US" sz="1800" b="1" u="sng" dirty="0">
                <a:solidFill>
                  <a:schemeClr val="tx1"/>
                </a:solidFill>
                <a:latin typeface="华文新魏" panose="02010800040101010101" pitchFamily="2" charset="-122"/>
                <a:ea typeface="华文新魏" panose="02010800040101010101" pitchFamily="2" charset="-122"/>
              </a:rPr>
              <a:t>触发器的次态逻辑</a:t>
            </a:r>
            <a:r>
              <a:rPr lang="zh-CN" altLang="en-US" sz="1800" b="1" dirty="0">
                <a:solidFill>
                  <a:schemeClr val="tx1"/>
                </a:solidFill>
                <a:latin typeface="华文新魏" panose="02010800040101010101" pitchFamily="2" charset="-122"/>
                <a:ea typeface="华文新魏" panose="02010800040101010101" pitchFamily="2" charset="-122"/>
              </a:rPr>
              <a:t>要比</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触发器简单，</a:t>
            </a:r>
            <a:r>
              <a:rPr lang="zh-CN" altLang="en-US" sz="1800" b="1" dirty="0">
                <a:solidFill>
                  <a:srgbClr val="FF0000"/>
                </a:solidFill>
                <a:latin typeface="华文新魏" panose="02010800040101010101" pitchFamily="2" charset="-122"/>
                <a:ea typeface="华文新魏" panose="02010800040101010101" pitchFamily="2" charset="-122"/>
              </a:rPr>
              <a:t>不过大部分时序电路采用的是</a:t>
            </a:r>
            <a:r>
              <a:rPr lang="en-US" altLang="zh-CN" sz="1800" b="1" dirty="0">
                <a:solidFill>
                  <a:srgbClr val="FF0000"/>
                </a:solidFill>
                <a:latin typeface="华文新魏" panose="02010800040101010101" pitchFamily="2" charset="-122"/>
                <a:ea typeface="华文新魏" panose="02010800040101010101" pitchFamily="2" charset="-122"/>
              </a:rPr>
              <a:t>D</a:t>
            </a:r>
            <a:r>
              <a:rPr lang="zh-CN" altLang="en-US" sz="1800" b="1" dirty="0">
                <a:solidFill>
                  <a:srgbClr val="FF0000"/>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这是由于</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触发器只需一个数据输入端，使得设计出的电路更加简单。因此，在大多数可编程逻辑器件</a:t>
            </a:r>
            <a:r>
              <a:rPr lang="en-US" altLang="zh-CN" sz="1800" b="1" dirty="0">
                <a:solidFill>
                  <a:schemeClr val="tx1"/>
                </a:solidFill>
                <a:latin typeface="华文新魏" panose="02010800040101010101" pitchFamily="2" charset="-122"/>
                <a:ea typeface="华文新魏" panose="02010800040101010101" pitchFamily="2" charset="-122"/>
              </a:rPr>
              <a:t>(PLD)</a:t>
            </a:r>
            <a:r>
              <a:rPr lang="zh-CN" altLang="en-US" sz="1800" b="1" dirty="0">
                <a:solidFill>
                  <a:schemeClr val="tx1"/>
                </a:solidFill>
                <a:latin typeface="华文新魏" panose="02010800040101010101" pitchFamily="2" charset="-122"/>
                <a:ea typeface="华文新魏" panose="02010800040101010101" pitchFamily="2" charset="-122"/>
              </a:rPr>
              <a:t>中包含的只有 </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en-US" altLang="zh-CN" sz="1800" b="1" dirty="0">
                <a:solidFill>
                  <a:schemeClr val="accent2"/>
                </a:solidFill>
                <a:latin typeface="华文新魏" panose="02010800040101010101" pitchFamily="2" charset="-122"/>
                <a:ea typeface="华文新魏" panose="02010800040101010101" pitchFamily="2" charset="-122"/>
              </a:rPr>
              <a:t>    TTL</a:t>
            </a:r>
            <a:r>
              <a:rPr lang="zh-CN" altLang="en-US" sz="1800" b="1" dirty="0">
                <a:solidFill>
                  <a:schemeClr val="accent2"/>
                </a:solidFill>
                <a:latin typeface="华文新魏" panose="02010800040101010101" pitchFamily="2" charset="-122"/>
                <a:ea typeface="华文新魏" panose="02010800040101010101" pitchFamily="2" charset="-122"/>
              </a:rPr>
              <a:t>系列的典型边沿触发</a:t>
            </a:r>
            <a:r>
              <a:rPr lang="en-US" altLang="zh-CN" sz="1800" b="1" dirty="0">
                <a:solidFill>
                  <a:schemeClr val="accent2"/>
                </a:solidFill>
                <a:latin typeface="华文新魏" panose="02010800040101010101" pitchFamily="2" charset="-122"/>
                <a:ea typeface="华文新魏" panose="02010800040101010101" pitchFamily="2" charset="-122"/>
              </a:rPr>
              <a:t>JK</a:t>
            </a:r>
            <a:r>
              <a:rPr lang="zh-CN" altLang="en-US" sz="1800" b="1" dirty="0">
                <a:solidFill>
                  <a:schemeClr val="accent2"/>
                </a:solidFill>
                <a:latin typeface="华文新魏" panose="02010800040101010101" pitchFamily="2" charset="-122"/>
                <a:ea typeface="华文新魏" panose="02010800040101010101" pitchFamily="2" charset="-122"/>
              </a:rPr>
              <a:t>触发器型号是</a:t>
            </a:r>
            <a:r>
              <a:rPr lang="en-US" altLang="zh-CN" sz="1800" b="1" dirty="0">
                <a:solidFill>
                  <a:schemeClr val="accent2"/>
                </a:solidFill>
                <a:latin typeface="华文新魏" panose="02010800040101010101" pitchFamily="2" charset="-122"/>
                <a:ea typeface="华文新魏" panose="02010800040101010101" pitchFamily="2" charset="-122"/>
              </a:rPr>
              <a:t>74LS109</a:t>
            </a:r>
            <a:r>
              <a:rPr lang="zh-CN" altLang="en-US" sz="1800" b="1" dirty="0">
                <a:solidFill>
                  <a:schemeClr val="accent2"/>
                </a:solidFill>
                <a:latin typeface="华文新魏" panose="02010800040101010101" pitchFamily="2" charset="-122"/>
                <a:ea typeface="华文新魏" panose="02010800040101010101" pitchFamily="2" charset="-122"/>
              </a:rPr>
              <a:t>。</a:t>
            </a:r>
            <a:endParaRPr lang="zh-CN" altLang="en-US" sz="1800" b="1" dirty="0">
              <a:solidFill>
                <a:schemeClr val="accent2"/>
              </a:solidFill>
              <a:latin typeface="华文新魏" panose="02010800040101010101" pitchFamily="2" charset="-122"/>
              <a:ea typeface="华文新魏" panose="02010800040101010101" pitchFamily="2" charset="-122"/>
            </a:endParaRPr>
          </a:p>
        </p:txBody>
      </p:sp>
      <p:sp>
        <p:nvSpPr>
          <p:cNvPr id="4" name="文本框 3"/>
          <p:cNvSpPr txBox="1"/>
          <p:nvPr/>
        </p:nvSpPr>
        <p:spPr>
          <a:xfrm>
            <a:off x="4860032" y="518081"/>
            <a:ext cx="4352474" cy="369332"/>
          </a:xfrm>
          <a:prstGeom prst="rect">
            <a:avLst/>
          </a:prstGeom>
          <a:noFill/>
        </p:spPr>
        <p:txBody>
          <a:bodyPr wrap="none" rtlCol="0">
            <a:spAutoFit/>
          </a:bodyPr>
          <a:lstStyle/>
          <a:p>
            <a:r>
              <a:rPr lang="zh-CN" altLang="en-US" sz="1800" b="1" dirty="0">
                <a:solidFill>
                  <a:srgbClr val="0000FF"/>
                </a:solidFill>
                <a:latin typeface="华文新魏" panose="02010800040101010101" pitchFamily="2" charset="-122"/>
                <a:ea typeface="华文新魏" panose="02010800040101010101" pitchFamily="2" charset="-122"/>
              </a:rPr>
              <a:t>如何用</a:t>
            </a:r>
            <a:r>
              <a:rPr lang="en-US" altLang="zh-CN" sz="1800" b="1" dirty="0">
                <a:solidFill>
                  <a:srgbClr val="0000FF"/>
                </a:solidFill>
                <a:latin typeface="华文新魏" panose="02010800040101010101" pitchFamily="2" charset="-122"/>
                <a:ea typeface="华文新魏" panose="02010800040101010101" pitchFamily="2" charset="-122"/>
              </a:rPr>
              <a:t>D</a:t>
            </a:r>
            <a:r>
              <a:rPr lang="zh-CN" altLang="en-US" sz="1800" b="1" dirty="0">
                <a:solidFill>
                  <a:srgbClr val="0000FF"/>
                </a:solidFill>
                <a:latin typeface="华文新魏" panose="02010800040101010101" pitchFamily="2" charset="-122"/>
                <a:ea typeface="华文新魏" panose="02010800040101010101" pitchFamily="2" charset="-122"/>
              </a:rPr>
              <a:t>触发器构建边沿触发</a:t>
            </a:r>
            <a:r>
              <a:rPr lang="en-US" altLang="zh-CN" sz="1800" b="1" dirty="0">
                <a:solidFill>
                  <a:srgbClr val="0000FF"/>
                </a:solidFill>
                <a:latin typeface="华文新魏" panose="02010800040101010101" pitchFamily="2" charset="-122"/>
                <a:ea typeface="华文新魏" panose="02010800040101010101" pitchFamily="2" charset="-122"/>
              </a:rPr>
              <a:t>J-K</a:t>
            </a:r>
            <a:r>
              <a:rPr lang="zh-CN" altLang="en-US" sz="1800" b="1" dirty="0">
                <a:solidFill>
                  <a:srgbClr val="0000FF"/>
                </a:solidFill>
                <a:latin typeface="华文新魏" panose="02010800040101010101" pitchFamily="2" charset="-122"/>
                <a:ea typeface="华文新魏" panose="02010800040101010101" pitchFamily="2" charset="-122"/>
              </a:rPr>
              <a:t>触发器？</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a:xfrm>
            <a:off x="558800" y="547688"/>
            <a:ext cx="6208713" cy="392112"/>
          </a:xfrm>
          <a:prstGeom prst="rect">
            <a:avLst/>
          </a:prstGeom>
          <a:noFill/>
          <a:ln>
            <a:noFill/>
          </a:ln>
        </p:spPr>
        <p:txBody>
          <a:bodyPr/>
          <a:lstStyle/>
          <a:p>
            <a:pPr eaLnBrk="1" hangingPunct="1">
              <a:lnSpc>
                <a:spcPct val="120000"/>
              </a:lnSpc>
            </a:pPr>
            <a:r>
              <a:rPr lang="zh-CN" altLang="en-US" sz="1800" b="1" dirty="0">
                <a:solidFill>
                  <a:srgbClr val="C00000"/>
                </a:solidFill>
                <a:latin typeface="华文新魏" panose="02010800040101010101" pitchFamily="2" charset="-122"/>
                <a:ea typeface="华文新魏" panose="02010800040101010101" pitchFamily="2" charset="-122"/>
              </a:rPr>
              <a:t>边沿触发</a:t>
            </a:r>
            <a:r>
              <a:rPr lang="en-US" altLang="zh-CN" sz="1800" b="1" dirty="0">
                <a:solidFill>
                  <a:srgbClr val="C00000"/>
                </a:solidFill>
                <a:latin typeface="华文新魏" panose="02010800040101010101" pitchFamily="2" charset="-122"/>
                <a:ea typeface="华文新魏" panose="02010800040101010101" pitchFamily="2" charset="-122"/>
              </a:rPr>
              <a:t>J-K </a:t>
            </a:r>
            <a:r>
              <a:rPr lang="zh-CN" altLang="en-US" sz="1800" b="1" dirty="0">
                <a:solidFill>
                  <a:srgbClr val="C00000"/>
                </a:solidFill>
                <a:latin typeface="华文新魏" panose="02010800040101010101" pitchFamily="2" charset="-122"/>
                <a:ea typeface="华文新魏" panose="02010800040101010101" pitchFamily="2" charset="-122"/>
              </a:rPr>
              <a:t>触发器电路图（由</a:t>
            </a:r>
            <a:r>
              <a:rPr lang="en-US" altLang="zh-CN" sz="1800" b="1" dirty="0">
                <a:solidFill>
                  <a:srgbClr val="C00000"/>
                </a:solidFill>
                <a:latin typeface="华文新魏" panose="02010800040101010101" pitchFamily="2" charset="-122"/>
                <a:ea typeface="华文新魏" panose="02010800040101010101" pitchFamily="2" charset="-122"/>
              </a:rPr>
              <a:t>D</a:t>
            </a:r>
            <a:r>
              <a:rPr lang="zh-CN" altLang="en-US" sz="1800" b="1" dirty="0">
                <a:solidFill>
                  <a:srgbClr val="C00000"/>
                </a:solidFill>
                <a:latin typeface="华文新魏" panose="02010800040101010101" pitchFamily="2" charset="-122"/>
                <a:ea typeface="华文新魏" panose="02010800040101010101" pitchFamily="2" charset="-122"/>
              </a:rPr>
              <a:t>触发器构成的等价电路）</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grpSp>
        <p:nvGrpSpPr>
          <p:cNvPr id="84995" name="Group 60"/>
          <p:cNvGrpSpPr/>
          <p:nvPr/>
        </p:nvGrpSpPr>
        <p:grpSpPr>
          <a:xfrm>
            <a:off x="1671955" y="2719705"/>
            <a:ext cx="5400675" cy="2183765"/>
            <a:chOff x="480" y="2499"/>
            <a:chExt cx="4328" cy="1714"/>
          </a:xfrm>
        </p:grpSpPr>
        <p:sp>
          <p:nvSpPr>
            <p:cNvPr id="85042" name="Text Box 45"/>
            <p:cNvSpPr txBox="1"/>
            <p:nvPr/>
          </p:nvSpPr>
          <p:spPr>
            <a:xfrm>
              <a:off x="480" y="2499"/>
              <a:ext cx="4328" cy="1714"/>
            </a:xfrm>
            <a:prstGeom prst="rect">
              <a:avLst/>
            </a:prstGeom>
            <a:noFill/>
            <a:ln w="9525">
              <a:noFill/>
            </a:ln>
          </p:spPr>
          <p:txBody>
            <a:bodyPr wrap="squar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其中：</a:t>
              </a: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输入端的逻辑表达式为</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spcBef>
                  <a:spcPts val="6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D</a:t>
              </a:r>
              <a:r>
                <a:rPr lang="zh-CN" altLang="en-US" sz="1800" b="1" dirty="0">
                  <a:solidFill>
                    <a:srgbClr val="C00000"/>
                  </a:solidFill>
                  <a:latin typeface="华文新魏" panose="02010800040101010101" pitchFamily="2" charset="-122"/>
                  <a:ea typeface="华文新魏" panose="02010800040101010101" pitchFamily="2" charset="-122"/>
                </a:rPr>
                <a:t>＝</a:t>
              </a:r>
              <a:r>
                <a:rPr lang="en-US" altLang="zh-CN" sz="1800" b="1" dirty="0">
                  <a:solidFill>
                    <a:srgbClr val="C00000"/>
                  </a:solidFill>
                  <a:latin typeface="华文新魏" panose="02010800040101010101" pitchFamily="2" charset="-122"/>
                  <a:ea typeface="华文新魏" panose="02010800040101010101" pitchFamily="2" charset="-122"/>
                </a:rPr>
                <a:t>J • Q </a:t>
              </a: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K • Q</a:t>
              </a:r>
              <a:endParaRPr lang="en-US" altLang="zh-CN" sz="1800" b="1" dirty="0">
                <a:solidFill>
                  <a:srgbClr val="C00000"/>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上述激励方程的来源：因 </a:t>
              </a: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触发器的次态方程为：</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spcBef>
                  <a:spcPts val="6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Q</a:t>
              </a:r>
              <a:r>
                <a:rPr lang="en-US" altLang="zh-CN" sz="1800" b="1" baseline="30000" dirty="0">
                  <a:solidFill>
                    <a:srgbClr val="C00000"/>
                  </a:solidFill>
                  <a:latin typeface="华文新魏" panose="02010800040101010101" pitchFamily="2" charset="-122"/>
                  <a:ea typeface="华文新魏" panose="02010800040101010101" pitchFamily="2" charset="-122"/>
                </a:rPr>
                <a:t>n</a:t>
              </a:r>
              <a:r>
                <a:rPr lang="zh-CN" altLang="en-US" sz="1800" b="1" baseline="30000" dirty="0">
                  <a:solidFill>
                    <a:srgbClr val="C00000"/>
                  </a:solidFill>
                  <a:latin typeface="华文新魏" panose="02010800040101010101" pitchFamily="2" charset="-122"/>
                  <a:ea typeface="华文新魏" panose="02010800040101010101" pitchFamily="2" charset="-122"/>
                </a:rPr>
                <a:t>＋</a:t>
              </a:r>
              <a:r>
                <a:rPr lang="en-US" altLang="zh-CN" sz="1800" b="1" baseline="30000" dirty="0">
                  <a:solidFill>
                    <a:srgbClr val="C00000"/>
                  </a:solidFill>
                  <a:latin typeface="华文新魏" panose="02010800040101010101" pitchFamily="2" charset="-122"/>
                  <a:ea typeface="华文新魏" panose="02010800040101010101" pitchFamily="2" charset="-122"/>
                </a:rPr>
                <a:t>1</a:t>
              </a:r>
              <a:r>
                <a:rPr lang="zh-CN" altLang="en-US" sz="1800" b="1" dirty="0">
                  <a:solidFill>
                    <a:srgbClr val="C00000"/>
                  </a:solidFill>
                  <a:latin typeface="华文新魏" panose="02010800040101010101" pitchFamily="2" charset="-122"/>
                  <a:ea typeface="华文新魏" panose="02010800040101010101" pitchFamily="2" charset="-122"/>
                </a:rPr>
                <a:t>＝</a:t>
              </a:r>
              <a:r>
                <a:rPr lang="en-US" altLang="zh-CN" sz="1800" b="1" dirty="0">
                  <a:solidFill>
                    <a:srgbClr val="C00000"/>
                  </a:solidFill>
                  <a:latin typeface="华文新魏" panose="02010800040101010101" pitchFamily="2" charset="-122"/>
                  <a:ea typeface="华文新魏" panose="02010800040101010101" pitchFamily="2" charset="-122"/>
                </a:rPr>
                <a:t>D</a:t>
              </a:r>
              <a:endParaRPr lang="en-US" altLang="zh-CN" sz="1800" b="1" dirty="0">
                <a:solidFill>
                  <a:srgbClr val="C00000"/>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因此，有：</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Q</a:t>
              </a:r>
              <a:r>
                <a:rPr lang="en-US" altLang="zh-CN" sz="1800" b="1" baseline="30000" dirty="0">
                  <a:solidFill>
                    <a:srgbClr val="C00000"/>
                  </a:solidFill>
                  <a:latin typeface="华文新魏" panose="02010800040101010101" pitchFamily="2" charset="-122"/>
                  <a:ea typeface="华文新魏" panose="02010800040101010101" pitchFamily="2" charset="-122"/>
                </a:rPr>
                <a:t>n</a:t>
              </a:r>
              <a:r>
                <a:rPr lang="zh-CN" altLang="en-US" sz="1800" b="1" baseline="30000" dirty="0">
                  <a:solidFill>
                    <a:srgbClr val="C00000"/>
                  </a:solidFill>
                  <a:latin typeface="华文新魏" panose="02010800040101010101" pitchFamily="2" charset="-122"/>
                  <a:ea typeface="华文新魏" panose="02010800040101010101" pitchFamily="2" charset="-122"/>
                </a:rPr>
                <a:t>＋</a:t>
              </a:r>
              <a:r>
                <a:rPr lang="en-US" altLang="zh-CN" sz="1800" b="1" baseline="30000" dirty="0">
                  <a:solidFill>
                    <a:srgbClr val="C00000"/>
                  </a:solidFill>
                  <a:latin typeface="华文新魏" panose="02010800040101010101" pitchFamily="2" charset="-122"/>
                  <a:ea typeface="华文新魏" panose="02010800040101010101" pitchFamily="2" charset="-122"/>
                </a:rPr>
                <a:t>1</a:t>
              </a:r>
              <a:r>
                <a:rPr lang="en-US" altLang="zh-CN" sz="1800" b="1" dirty="0">
                  <a:solidFill>
                    <a:srgbClr val="C00000"/>
                  </a:solidFill>
                  <a:latin typeface="华文新魏" panose="02010800040101010101" pitchFamily="2" charset="-122"/>
                  <a:ea typeface="华文新魏" panose="02010800040101010101" pitchFamily="2" charset="-122"/>
                </a:rPr>
                <a:t> </a:t>
              </a: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J • Q </a:t>
              </a: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K • Q </a:t>
              </a:r>
              <a:endParaRPr lang="en-US" altLang="zh-CN" sz="1800" b="1" dirty="0">
                <a:solidFill>
                  <a:srgbClr val="C00000"/>
                </a:solidFill>
                <a:latin typeface="华文新魏" panose="02010800040101010101" pitchFamily="2" charset="-122"/>
                <a:ea typeface="华文新魏" panose="02010800040101010101" pitchFamily="2" charset="-122"/>
              </a:endParaRPr>
            </a:p>
          </p:txBody>
        </p:sp>
        <p:sp>
          <p:nvSpPr>
            <p:cNvPr id="51204" name="Line 46"/>
            <p:cNvSpPr/>
            <p:nvPr/>
          </p:nvSpPr>
          <p:spPr>
            <a:xfrm>
              <a:off x="1607" y="2776"/>
              <a:ext cx="147" cy="0"/>
            </a:xfrm>
            <a:prstGeom prst="line">
              <a:avLst/>
            </a:prstGeom>
            <a:ln w="19050">
              <a:solidFill>
                <a:srgbClr val="C0000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1205" name="Line 47"/>
            <p:cNvSpPr/>
            <p:nvPr/>
          </p:nvSpPr>
          <p:spPr>
            <a:xfrm>
              <a:off x="1977" y="2776"/>
              <a:ext cx="170" cy="0"/>
            </a:xfrm>
            <a:prstGeom prst="line">
              <a:avLst/>
            </a:prstGeom>
            <a:ln w="19050">
              <a:solidFill>
                <a:srgbClr val="C0000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1206" name="Line 48"/>
            <p:cNvSpPr/>
            <p:nvPr/>
          </p:nvSpPr>
          <p:spPr>
            <a:xfrm>
              <a:off x="1900" y="3911"/>
              <a:ext cx="147" cy="0"/>
            </a:xfrm>
            <a:prstGeom prst="line">
              <a:avLst/>
            </a:prstGeom>
            <a:ln w="19050">
              <a:solidFill>
                <a:srgbClr val="C0000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1207" name="Line 49"/>
            <p:cNvSpPr/>
            <p:nvPr/>
          </p:nvSpPr>
          <p:spPr>
            <a:xfrm>
              <a:off x="2297" y="3911"/>
              <a:ext cx="147" cy="0"/>
            </a:xfrm>
            <a:prstGeom prst="line">
              <a:avLst/>
            </a:prstGeom>
            <a:ln w="19050">
              <a:solidFill>
                <a:srgbClr val="C0000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nvGrpSpPr>
          <p:cNvPr id="84996" name="Group 57"/>
          <p:cNvGrpSpPr/>
          <p:nvPr/>
        </p:nvGrpSpPr>
        <p:grpSpPr>
          <a:xfrm>
            <a:off x="688658" y="1051286"/>
            <a:ext cx="7273925" cy="1577921"/>
            <a:chOff x="519" y="862"/>
            <a:chExt cx="4243" cy="1253"/>
          </a:xfrm>
        </p:grpSpPr>
        <p:sp>
          <p:nvSpPr>
            <p:cNvPr id="84997" name="Line 4"/>
            <p:cNvSpPr/>
            <p:nvPr/>
          </p:nvSpPr>
          <p:spPr>
            <a:xfrm flipV="1">
              <a:off x="4196" y="862"/>
              <a:ext cx="0" cy="672"/>
            </a:xfrm>
            <a:prstGeom prst="line">
              <a:avLst/>
            </a:prstGeom>
            <a:ln w="19050" cap="flat" cmpd="sng">
              <a:solidFill>
                <a:schemeClr val="tx1"/>
              </a:solidFill>
              <a:prstDash val="solid"/>
              <a:headEnd type="none" w="med" len="med"/>
              <a:tailEnd type="none" w="med" len="med"/>
            </a:ln>
          </p:spPr>
        </p:sp>
        <p:sp>
          <p:nvSpPr>
            <p:cNvPr id="84998" name="Line 5"/>
            <p:cNvSpPr/>
            <p:nvPr/>
          </p:nvSpPr>
          <p:spPr>
            <a:xfrm flipV="1">
              <a:off x="4053" y="1282"/>
              <a:ext cx="0" cy="832"/>
            </a:xfrm>
            <a:prstGeom prst="line">
              <a:avLst/>
            </a:prstGeom>
            <a:ln w="19050" cap="flat" cmpd="sng">
              <a:solidFill>
                <a:schemeClr val="tx1"/>
              </a:solidFill>
              <a:prstDash val="solid"/>
              <a:headEnd type="none" w="med" len="med"/>
              <a:tailEnd type="none" w="med" len="med"/>
            </a:ln>
          </p:spPr>
        </p:sp>
        <p:sp>
          <p:nvSpPr>
            <p:cNvPr id="84999" name="Rectangle 6"/>
            <p:cNvSpPr/>
            <p:nvPr/>
          </p:nvSpPr>
          <p:spPr>
            <a:xfrm>
              <a:off x="2563" y="1200"/>
              <a:ext cx="221" cy="36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00" name="Text Box 7"/>
            <p:cNvSpPr txBox="1"/>
            <p:nvPr/>
          </p:nvSpPr>
          <p:spPr>
            <a:xfrm>
              <a:off x="2540" y="1238"/>
              <a:ext cx="388"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01" name="Line 8"/>
            <p:cNvSpPr/>
            <p:nvPr/>
          </p:nvSpPr>
          <p:spPr>
            <a:xfrm flipV="1">
              <a:off x="2784" y="1298"/>
              <a:ext cx="714" cy="0"/>
            </a:xfrm>
            <a:prstGeom prst="line">
              <a:avLst/>
            </a:prstGeom>
            <a:ln w="19050" cap="flat" cmpd="sng">
              <a:solidFill>
                <a:schemeClr val="tx1"/>
              </a:solidFill>
              <a:prstDash val="solid"/>
              <a:headEnd type="none" w="med" len="med"/>
              <a:tailEnd type="none" w="med" len="med"/>
            </a:ln>
          </p:spPr>
        </p:sp>
        <p:sp>
          <p:nvSpPr>
            <p:cNvPr id="85002" name="Line 9"/>
            <p:cNvSpPr/>
            <p:nvPr/>
          </p:nvSpPr>
          <p:spPr>
            <a:xfrm>
              <a:off x="2294" y="1289"/>
              <a:ext cx="272" cy="0"/>
            </a:xfrm>
            <a:prstGeom prst="line">
              <a:avLst/>
            </a:prstGeom>
            <a:ln w="19050" cap="flat" cmpd="sng">
              <a:solidFill>
                <a:schemeClr val="tx1"/>
              </a:solidFill>
              <a:prstDash val="solid"/>
              <a:headEnd type="none" w="med" len="med"/>
              <a:tailEnd type="none" w="med" len="med"/>
            </a:ln>
          </p:spPr>
        </p:sp>
        <p:sp>
          <p:nvSpPr>
            <p:cNvPr id="85003" name="Rectangle 10"/>
            <p:cNvSpPr/>
            <p:nvPr/>
          </p:nvSpPr>
          <p:spPr>
            <a:xfrm>
              <a:off x="3461" y="1106"/>
              <a:ext cx="475"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04" name="Text Box 11"/>
            <p:cNvSpPr txBox="1"/>
            <p:nvPr/>
          </p:nvSpPr>
          <p:spPr>
            <a:xfrm>
              <a:off x="3408" y="1192"/>
              <a:ext cx="835"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D   Q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05" name="Line 12"/>
            <p:cNvSpPr/>
            <p:nvPr/>
          </p:nvSpPr>
          <p:spPr>
            <a:xfrm>
              <a:off x="3939" y="1282"/>
              <a:ext cx="600" cy="0"/>
            </a:xfrm>
            <a:prstGeom prst="line">
              <a:avLst/>
            </a:prstGeom>
            <a:ln w="19050" cap="flat" cmpd="sng">
              <a:solidFill>
                <a:schemeClr val="tx1"/>
              </a:solidFill>
              <a:prstDash val="solid"/>
              <a:headEnd type="none" w="med" len="med"/>
              <a:tailEnd type="none" w="med" len="med"/>
            </a:ln>
          </p:spPr>
        </p:sp>
        <p:sp>
          <p:nvSpPr>
            <p:cNvPr id="85006" name="Line 13"/>
            <p:cNvSpPr/>
            <p:nvPr/>
          </p:nvSpPr>
          <p:spPr>
            <a:xfrm>
              <a:off x="3987" y="1514"/>
              <a:ext cx="553" cy="3"/>
            </a:xfrm>
            <a:prstGeom prst="line">
              <a:avLst/>
            </a:prstGeom>
            <a:ln w="19050" cap="flat" cmpd="sng">
              <a:solidFill>
                <a:schemeClr val="tx1"/>
              </a:solidFill>
              <a:prstDash val="solid"/>
              <a:headEnd type="none" w="med" len="med"/>
              <a:tailEnd type="none" w="med" len="med"/>
            </a:ln>
          </p:spPr>
        </p:sp>
        <p:sp>
          <p:nvSpPr>
            <p:cNvPr id="85007" name="Oval 14"/>
            <p:cNvSpPr/>
            <p:nvPr/>
          </p:nvSpPr>
          <p:spPr>
            <a:xfrm flipH="1">
              <a:off x="3939" y="1490"/>
              <a:ext cx="56" cy="49"/>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5008" name="Line 15"/>
            <p:cNvSpPr/>
            <p:nvPr/>
          </p:nvSpPr>
          <p:spPr>
            <a:xfrm flipH="1">
              <a:off x="3183" y="1538"/>
              <a:ext cx="273" cy="0"/>
            </a:xfrm>
            <a:prstGeom prst="line">
              <a:avLst/>
            </a:prstGeom>
            <a:ln w="19050" cap="flat" cmpd="sng">
              <a:solidFill>
                <a:schemeClr val="tx1"/>
              </a:solidFill>
              <a:prstDash val="solid"/>
              <a:headEnd type="none" w="med" len="med"/>
              <a:tailEnd type="none" w="med" len="med"/>
            </a:ln>
          </p:spPr>
        </p:sp>
        <p:sp>
          <p:nvSpPr>
            <p:cNvPr id="85009" name="Line 16"/>
            <p:cNvSpPr/>
            <p:nvPr/>
          </p:nvSpPr>
          <p:spPr>
            <a:xfrm>
              <a:off x="3187" y="1538"/>
              <a:ext cx="0" cy="363"/>
            </a:xfrm>
            <a:prstGeom prst="line">
              <a:avLst/>
            </a:prstGeom>
            <a:ln w="19050" cap="flat" cmpd="sng">
              <a:solidFill>
                <a:schemeClr val="tx1"/>
              </a:solidFill>
              <a:prstDash val="solid"/>
              <a:headEnd type="none" w="med" len="med"/>
              <a:tailEnd type="none" w="med" len="med"/>
            </a:ln>
          </p:spPr>
        </p:sp>
        <p:sp>
          <p:nvSpPr>
            <p:cNvPr id="85010" name="Line 17"/>
            <p:cNvSpPr/>
            <p:nvPr/>
          </p:nvSpPr>
          <p:spPr>
            <a:xfrm>
              <a:off x="874" y="1894"/>
              <a:ext cx="2312" cy="0"/>
            </a:xfrm>
            <a:prstGeom prst="line">
              <a:avLst/>
            </a:prstGeom>
            <a:ln w="19050" cap="flat" cmpd="sng">
              <a:solidFill>
                <a:schemeClr val="tx1"/>
              </a:solidFill>
              <a:prstDash val="solid"/>
              <a:headEnd type="none" w="med" len="med"/>
              <a:tailEnd type="none" w="med" len="med"/>
            </a:ln>
          </p:spPr>
        </p:sp>
        <p:sp>
          <p:nvSpPr>
            <p:cNvPr id="85011" name="Text Box 18"/>
            <p:cNvSpPr txBox="1"/>
            <p:nvPr/>
          </p:nvSpPr>
          <p:spPr>
            <a:xfrm>
              <a:off x="4567" y="1106"/>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12" name="Text Box 19"/>
            <p:cNvSpPr txBox="1"/>
            <p:nvPr/>
          </p:nvSpPr>
          <p:spPr>
            <a:xfrm>
              <a:off x="4503" y="1360"/>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13" name="Line 20"/>
            <p:cNvSpPr/>
            <p:nvPr/>
          </p:nvSpPr>
          <p:spPr>
            <a:xfrm>
              <a:off x="2301" y="1446"/>
              <a:ext cx="272" cy="0"/>
            </a:xfrm>
            <a:prstGeom prst="line">
              <a:avLst/>
            </a:prstGeom>
            <a:ln w="19050" cap="flat" cmpd="sng">
              <a:solidFill>
                <a:schemeClr val="tx1"/>
              </a:solidFill>
              <a:prstDash val="solid"/>
              <a:headEnd type="none" w="med" len="med"/>
              <a:tailEnd type="none" w="med" len="med"/>
            </a:ln>
          </p:spPr>
        </p:sp>
        <p:sp>
          <p:nvSpPr>
            <p:cNvPr id="85014" name="Line 21"/>
            <p:cNvSpPr/>
            <p:nvPr/>
          </p:nvSpPr>
          <p:spPr>
            <a:xfrm flipV="1">
              <a:off x="2294" y="1147"/>
              <a:ext cx="0" cy="144"/>
            </a:xfrm>
            <a:prstGeom prst="line">
              <a:avLst/>
            </a:prstGeom>
            <a:ln w="19050" cap="flat" cmpd="sng">
              <a:solidFill>
                <a:schemeClr val="tx1"/>
              </a:solidFill>
              <a:prstDash val="solid"/>
              <a:headEnd type="none" w="med" len="med"/>
              <a:tailEnd type="none" w="med" len="med"/>
            </a:ln>
          </p:spPr>
        </p:sp>
        <p:sp>
          <p:nvSpPr>
            <p:cNvPr id="85015" name="Line 22"/>
            <p:cNvSpPr/>
            <p:nvPr/>
          </p:nvSpPr>
          <p:spPr>
            <a:xfrm>
              <a:off x="2026" y="1154"/>
              <a:ext cx="271" cy="0"/>
            </a:xfrm>
            <a:prstGeom prst="line">
              <a:avLst/>
            </a:prstGeom>
            <a:ln w="19050" cap="flat" cmpd="sng">
              <a:solidFill>
                <a:schemeClr val="tx1"/>
              </a:solidFill>
              <a:prstDash val="solid"/>
              <a:headEnd type="none" w="med" len="med"/>
              <a:tailEnd type="none" w="med" len="med"/>
            </a:ln>
          </p:spPr>
        </p:sp>
        <p:sp>
          <p:nvSpPr>
            <p:cNvPr id="85016" name="Line 23"/>
            <p:cNvSpPr/>
            <p:nvPr/>
          </p:nvSpPr>
          <p:spPr>
            <a:xfrm>
              <a:off x="2026" y="1634"/>
              <a:ext cx="278" cy="0"/>
            </a:xfrm>
            <a:prstGeom prst="line">
              <a:avLst/>
            </a:prstGeom>
            <a:ln w="19050" cap="flat" cmpd="sng">
              <a:solidFill>
                <a:schemeClr val="tx1"/>
              </a:solidFill>
              <a:prstDash val="solid"/>
              <a:headEnd type="none" w="med" len="med"/>
              <a:tailEnd type="none" w="med" len="med"/>
            </a:ln>
          </p:spPr>
        </p:sp>
        <p:sp>
          <p:nvSpPr>
            <p:cNvPr id="85017" name="Oval 24"/>
            <p:cNvSpPr/>
            <p:nvPr/>
          </p:nvSpPr>
          <p:spPr>
            <a:xfrm flipH="1">
              <a:off x="4028" y="1261"/>
              <a:ext cx="49" cy="34"/>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18" name="Oval 25"/>
            <p:cNvSpPr/>
            <p:nvPr/>
          </p:nvSpPr>
          <p:spPr>
            <a:xfrm flipH="1">
              <a:off x="4173" y="1490"/>
              <a:ext cx="50" cy="34"/>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19" name="Line 26"/>
            <p:cNvSpPr/>
            <p:nvPr/>
          </p:nvSpPr>
          <p:spPr>
            <a:xfrm flipH="1">
              <a:off x="1495" y="866"/>
              <a:ext cx="2693" cy="0"/>
            </a:xfrm>
            <a:prstGeom prst="line">
              <a:avLst/>
            </a:prstGeom>
            <a:ln w="19050" cap="flat" cmpd="sng">
              <a:solidFill>
                <a:schemeClr val="tx1"/>
              </a:solidFill>
              <a:prstDash val="solid"/>
              <a:headEnd type="none" w="med" len="med"/>
              <a:tailEnd type="none" w="med" len="med"/>
            </a:ln>
          </p:spPr>
        </p:sp>
        <p:sp>
          <p:nvSpPr>
            <p:cNvPr id="85020" name="Line 27"/>
            <p:cNvSpPr/>
            <p:nvPr/>
          </p:nvSpPr>
          <p:spPr>
            <a:xfrm>
              <a:off x="1495" y="866"/>
              <a:ext cx="0" cy="277"/>
            </a:xfrm>
            <a:prstGeom prst="line">
              <a:avLst/>
            </a:prstGeom>
            <a:ln w="19050" cap="flat" cmpd="sng">
              <a:solidFill>
                <a:schemeClr val="tx1"/>
              </a:solidFill>
              <a:prstDash val="solid"/>
              <a:headEnd type="none" w="med" len="med"/>
              <a:tailEnd type="none" w="med" len="med"/>
            </a:ln>
          </p:spPr>
        </p:sp>
        <p:sp>
          <p:nvSpPr>
            <p:cNvPr id="85021" name="Line 28"/>
            <p:cNvSpPr/>
            <p:nvPr/>
          </p:nvSpPr>
          <p:spPr>
            <a:xfrm>
              <a:off x="1495" y="1143"/>
              <a:ext cx="309" cy="0"/>
            </a:xfrm>
            <a:prstGeom prst="line">
              <a:avLst/>
            </a:prstGeom>
            <a:ln w="19050" cap="flat" cmpd="sng">
              <a:solidFill>
                <a:schemeClr val="tx1"/>
              </a:solidFill>
              <a:prstDash val="solid"/>
              <a:headEnd type="none" w="med" len="med"/>
              <a:tailEnd type="none" w="med" len="med"/>
            </a:ln>
          </p:spPr>
        </p:sp>
        <p:sp>
          <p:nvSpPr>
            <p:cNvPr id="85022" name="Line 29"/>
            <p:cNvSpPr/>
            <p:nvPr/>
          </p:nvSpPr>
          <p:spPr>
            <a:xfrm flipH="1" flipV="1">
              <a:off x="1495" y="2114"/>
              <a:ext cx="2558" cy="1"/>
            </a:xfrm>
            <a:prstGeom prst="line">
              <a:avLst/>
            </a:prstGeom>
            <a:ln w="19050" cap="flat" cmpd="sng">
              <a:solidFill>
                <a:schemeClr val="tx1"/>
              </a:solidFill>
              <a:prstDash val="solid"/>
              <a:headEnd type="none" w="med" len="med"/>
              <a:tailEnd type="none" w="med" len="med"/>
            </a:ln>
          </p:spPr>
        </p:sp>
        <p:sp>
          <p:nvSpPr>
            <p:cNvPr id="85023" name="Line 30"/>
            <p:cNvSpPr/>
            <p:nvPr/>
          </p:nvSpPr>
          <p:spPr>
            <a:xfrm>
              <a:off x="1495" y="1733"/>
              <a:ext cx="0" cy="381"/>
            </a:xfrm>
            <a:prstGeom prst="line">
              <a:avLst/>
            </a:prstGeom>
            <a:ln w="19050" cap="flat" cmpd="sng">
              <a:solidFill>
                <a:schemeClr val="tx1"/>
              </a:solidFill>
              <a:prstDash val="solid"/>
              <a:headEnd type="none" w="med" len="med"/>
              <a:tailEnd type="none" w="med" len="med"/>
            </a:ln>
          </p:spPr>
        </p:sp>
        <p:sp>
          <p:nvSpPr>
            <p:cNvPr id="85024" name="Line 31"/>
            <p:cNvSpPr/>
            <p:nvPr/>
          </p:nvSpPr>
          <p:spPr>
            <a:xfrm>
              <a:off x="1495" y="1733"/>
              <a:ext cx="309" cy="0"/>
            </a:xfrm>
            <a:prstGeom prst="line">
              <a:avLst/>
            </a:prstGeom>
            <a:ln w="19050" cap="flat" cmpd="sng">
              <a:solidFill>
                <a:schemeClr val="tx1"/>
              </a:solidFill>
              <a:prstDash val="solid"/>
              <a:headEnd type="none" w="med" len="med"/>
              <a:tailEnd type="none" w="med" len="med"/>
            </a:ln>
          </p:spPr>
        </p:sp>
        <p:sp>
          <p:nvSpPr>
            <p:cNvPr id="85025" name="Line 32"/>
            <p:cNvSpPr/>
            <p:nvPr/>
          </p:nvSpPr>
          <p:spPr>
            <a:xfrm flipV="1">
              <a:off x="864" y="1247"/>
              <a:ext cx="940" cy="3"/>
            </a:xfrm>
            <a:prstGeom prst="line">
              <a:avLst/>
            </a:prstGeom>
            <a:ln w="19050" cap="flat" cmpd="sng">
              <a:solidFill>
                <a:schemeClr val="tx1"/>
              </a:solidFill>
              <a:prstDash val="solid"/>
              <a:headEnd type="none" w="med" len="med"/>
              <a:tailEnd type="none" w="med" len="med"/>
            </a:ln>
          </p:spPr>
        </p:sp>
        <p:sp>
          <p:nvSpPr>
            <p:cNvPr id="85026" name="Line 33"/>
            <p:cNvSpPr/>
            <p:nvPr/>
          </p:nvSpPr>
          <p:spPr>
            <a:xfrm flipV="1">
              <a:off x="1440" y="1621"/>
              <a:ext cx="356" cy="7"/>
            </a:xfrm>
            <a:prstGeom prst="line">
              <a:avLst/>
            </a:prstGeom>
            <a:ln w="19050" cap="flat" cmpd="sng">
              <a:solidFill>
                <a:schemeClr val="tx1"/>
              </a:solidFill>
              <a:prstDash val="solid"/>
              <a:headEnd type="none" w="med" len="med"/>
              <a:tailEnd type="none" w="med" len="med"/>
            </a:ln>
          </p:spPr>
        </p:sp>
        <p:sp>
          <p:nvSpPr>
            <p:cNvPr id="85027" name="Text Box 34"/>
            <p:cNvSpPr txBox="1"/>
            <p:nvPr/>
          </p:nvSpPr>
          <p:spPr>
            <a:xfrm>
              <a:off x="648" y="1106"/>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28" name="Text Box 35"/>
            <p:cNvSpPr txBox="1"/>
            <p:nvPr/>
          </p:nvSpPr>
          <p:spPr>
            <a:xfrm>
              <a:off x="648" y="144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29" name="Text Box 36"/>
            <p:cNvSpPr txBox="1"/>
            <p:nvPr/>
          </p:nvSpPr>
          <p:spPr>
            <a:xfrm>
              <a:off x="3482" y="1426"/>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30" name="Rectangle 37"/>
            <p:cNvSpPr/>
            <p:nvPr/>
          </p:nvSpPr>
          <p:spPr>
            <a:xfrm>
              <a:off x="1795" y="980"/>
              <a:ext cx="249" cy="36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31" name="Text Box 38"/>
            <p:cNvSpPr txBox="1"/>
            <p:nvPr/>
          </p:nvSpPr>
          <p:spPr>
            <a:xfrm>
              <a:off x="1808" y="992"/>
              <a:ext cx="244" cy="31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32" name="Rectangle 39"/>
            <p:cNvSpPr/>
            <p:nvPr/>
          </p:nvSpPr>
          <p:spPr>
            <a:xfrm>
              <a:off x="1795" y="1460"/>
              <a:ext cx="249" cy="36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33" name="Rectangle 41"/>
            <p:cNvSpPr/>
            <p:nvPr/>
          </p:nvSpPr>
          <p:spPr>
            <a:xfrm>
              <a:off x="1215" y="1487"/>
              <a:ext cx="178" cy="243"/>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34" name="Oval 42"/>
            <p:cNvSpPr/>
            <p:nvPr/>
          </p:nvSpPr>
          <p:spPr>
            <a:xfrm flipH="1">
              <a:off x="1393" y="1606"/>
              <a:ext cx="48" cy="4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5035" name="Text Box 43"/>
            <p:cNvSpPr txBox="1"/>
            <p:nvPr/>
          </p:nvSpPr>
          <p:spPr>
            <a:xfrm>
              <a:off x="1200" y="1468"/>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36" name="Text Box 44"/>
            <p:cNvSpPr txBox="1"/>
            <p:nvPr/>
          </p:nvSpPr>
          <p:spPr>
            <a:xfrm>
              <a:off x="519" y="1741"/>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37" name="Line 50"/>
            <p:cNvSpPr/>
            <p:nvPr/>
          </p:nvSpPr>
          <p:spPr>
            <a:xfrm flipV="1">
              <a:off x="2304" y="1442"/>
              <a:ext cx="0" cy="192"/>
            </a:xfrm>
            <a:prstGeom prst="line">
              <a:avLst/>
            </a:prstGeom>
            <a:ln w="19050" cap="flat" cmpd="sng">
              <a:solidFill>
                <a:schemeClr val="tx1"/>
              </a:solidFill>
              <a:prstDash val="solid"/>
              <a:headEnd type="none" w="med" len="med"/>
              <a:tailEnd type="none" w="med" len="med"/>
            </a:ln>
          </p:spPr>
        </p:sp>
        <p:sp>
          <p:nvSpPr>
            <p:cNvPr id="85038" name="Line 51"/>
            <p:cNvSpPr/>
            <p:nvPr/>
          </p:nvSpPr>
          <p:spPr>
            <a:xfrm flipV="1">
              <a:off x="832" y="1604"/>
              <a:ext cx="384" cy="0"/>
            </a:xfrm>
            <a:prstGeom prst="line">
              <a:avLst/>
            </a:prstGeom>
            <a:ln w="19050" cap="flat" cmpd="sng">
              <a:solidFill>
                <a:schemeClr val="tx1"/>
              </a:solidFill>
              <a:prstDash val="solid"/>
              <a:headEnd type="none" w="med" len="med"/>
              <a:tailEnd type="none" w="med" len="med"/>
            </a:ln>
          </p:spPr>
        </p:sp>
        <p:sp>
          <p:nvSpPr>
            <p:cNvPr id="85039" name="Text Box 52"/>
            <p:cNvSpPr txBox="1"/>
            <p:nvPr/>
          </p:nvSpPr>
          <p:spPr>
            <a:xfrm>
              <a:off x="3771" y="143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40" name="Text Box 53"/>
            <p:cNvSpPr txBox="1"/>
            <p:nvPr/>
          </p:nvSpPr>
          <p:spPr>
            <a:xfrm>
              <a:off x="3398" y="1403"/>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41" name="Text Box 55"/>
            <p:cNvSpPr txBox="1"/>
            <p:nvPr/>
          </p:nvSpPr>
          <p:spPr>
            <a:xfrm>
              <a:off x="1794" y="1449"/>
              <a:ext cx="248" cy="31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grpSp>
      <p:pic>
        <p:nvPicPr>
          <p:cNvPr id="4" name="图片 3"/>
          <p:cNvPicPr>
            <a:picLocks noChangeAspect="1"/>
          </p:cNvPicPr>
          <p:nvPr/>
        </p:nvPicPr>
        <p:blipFill>
          <a:blip r:embed="rId1"/>
          <a:stretch>
            <a:fillRect/>
          </a:stretch>
        </p:blipFill>
        <p:spPr>
          <a:xfrm>
            <a:off x="2382520" y="3014345"/>
            <a:ext cx="2006600" cy="406400"/>
          </a:xfrm>
          <a:prstGeom prst="rect">
            <a:avLst/>
          </a:prstGeom>
        </p:spPr>
      </p:pic>
      <p:pic>
        <p:nvPicPr>
          <p:cNvPr id="5" name="图片 4"/>
          <p:cNvPicPr>
            <a:picLocks noChangeAspect="1"/>
          </p:cNvPicPr>
          <p:nvPr/>
        </p:nvPicPr>
        <p:blipFill>
          <a:blip r:embed="rId1"/>
          <a:stretch>
            <a:fillRect/>
          </a:stretch>
        </p:blipFill>
        <p:spPr>
          <a:xfrm>
            <a:off x="3133725" y="4476750"/>
            <a:ext cx="2006600" cy="406400"/>
          </a:xfrm>
          <a:prstGeom prst="rect">
            <a:avLst/>
          </a:prstGeom>
        </p:spPr>
      </p:pic>
      <p:sp>
        <p:nvSpPr>
          <p:cNvPr id="3" name="文本框 2"/>
          <p:cNvSpPr txBox="1"/>
          <p:nvPr/>
        </p:nvSpPr>
        <p:spPr>
          <a:xfrm>
            <a:off x="7091680" y="1289050"/>
            <a:ext cx="294005" cy="26479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1</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6" name="文本框 5"/>
          <p:cNvSpPr txBox="1"/>
          <p:nvPr/>
        </p:nvSpPr>
        <p:spPr>
          <a:xfrm>
            <a:off x="1187450" y="1259840"/>
            <a:ext cx="294005" cy="26479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1</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7" name="文本框 6"/>
          <p:cNvSpPr txBox="1"/>
          <p:nvPr/>
        </p:nvSpPr>
        <p:spPr>
          <a:xfrm>
            <a:off x="1187450" y="1720850"/>
            <a:ext cx="294005" cy="26479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1</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8" name="文本框 7"/>
          <p:cNvSpPr txBox="1"/>
          <p:nvPr/>
        </p:nvSpPr>
        <p:spPr>
          <a:xfrm>
            <a:off x="2483485" y="1093470"/>
            <a:ext cx="294005" cy="26479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0</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9" name="文本框 8"/>
          <p:cNvSpPr txBox="1"/>
          <p:nvPr/>
        </p:nvSpPr>
        <p:spPr>
          <a:xfrm>
            <a:off x="2483485" y="2118995"/>
            <a:ext cx="294005" cy="26479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1</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10" name="文本框 9"/>
          <p:cNvSpPr txBox="1"/>
          <p:nvPr/>
        </p:nvSpPr>
        <p:spPr>
          <a:xfrm>
            <a:off x="2483485" y="1732280"/>
            <a:ext cx="294005" cy="26479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0</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11" name="文本框 10"/>
          <p:cNvSpPr txBox="1"/>
          <p:nvPr/>
        </p:nvSpPr>
        <p:spPr>
          <a:xfrm>
            <a:off x="3357880" y="1154430"/>
            <a:ext cx="294005" cy="26479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0</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12" name="文本框 11"/>
          <p:cNvSpPr txBox="1"/>
          <p:nvPr/>
        </p:nvSpPr>
        <p:spPr>
          <a:xfrm>
            <a:off x="3388360" y="1744980"/>
            <a:ext cx="294005" cy="26479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0</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13" name="文本框 12"/>
          <p:cNvSpPr txBox="1"/>
          <p:nvPr/>
        </p:nvSpPr>
        <p:spPr>
          <a:xfrm>
            <a:off x="4643755" y="1340485"/>
            <a:ext cx="294005" cy="26479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0</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14" name="矩形 13"/>
          <p:cNvSpPr/>
          <p:nvPr/>
        </p:nvSpPr>
        <p:spPr>
          <a:xfrm>
            <a:off x="7129145" y="1261745"/>
            <a:ext cx="219075" cy="27813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a:solidFill>
                  <a:srgbClr val="0000FF"/>
                </a:solidFill>
                <a:latin typeface="华文新魏" panose="02010800040101010101" pitchFamily="2" charset="-122"/>
                <a:ea typeface="华文新魏" panose="02010800040101010101" pitchFamily="2" charset="-122"/>
              </a:rPr>
              <a:t>0</a:t>
            </a:r>
            <a:endParaRPr lang="en-US" altLang="zh-CN" sz="160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6" grpId="0"/>
      <p:bldP spid="6" grpId="1"/>
      <p:bldP spid="7" grpId="0"/>
      <p:bldP spid="7" grpId="1"/>
      <p:bldP spid="8" grpId="0"/>
      <p:bldP spid="8" grpId="1"/>
      <p:bldP spid="9" grpId="0"/>
      <p:bldP spid="9" grpId="1"/>
      <p:bldP spid="10" grpId="0"/>
      <p:bldP spid="10" grpId="1"/>
      <p:bldP spid="11" grpId="0"/>
      <p:bldP spid="11" grpId="1"/>
      <p:bldP spid="12" grpId="0"/>
      <p:bldP spid="12" grpId="1"/>
      <p:bldP spid="13" grpId="0"/>
      <p:bldP spid="13" grpId="1"/>
      <p:bldP spid="14" grpId="0" bldLvl="0" animBg="1"/>
      <p:bldP spid="14" grpId="1"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p:cNvSpPr>
          <p:nvPr>
            <p:ph type="title"/>
          </p:nvPr>
        </p:nvSpPr>
        <p:spPr>
          <a:xfrm>
            <a:off x="457200" y="831850"/>
            <a:ext cx="5105400" cy="4000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边沿触发</a:t>
            </a:r>
            <a:r>
              <a:rPr lang="en-US" altLang="zh-CN" sz="2000" b="1" dirty="0">
                <a:solidFill>
                  <a:srgbClr val="C00000"/>
                </a:solidFill>
                <a:latin typeface="华文新魏" panose="02010800040101010101" pitchFamily="2" charset="-122"/>
                <a:ea typeface="华文新魏" panose="02010800040101010101" pitchFamily="2" charset="-122"/>
              </a:rPr>
              <a:t>J-K </a:t>
            </a:r>
            <a:r>
              <a:rPr lang="zh-CN" altLang="en-US" sz="2000" b="1" dirty="0">
                <a:solidFill>
                  <a:srgbClr val="C00000"/>
                </a:solidFill>
                <a:latin typeface="华文新魏" panose="02010800040101010101" pitchFamily="2" charset="-122"/>
                <a:ea typeface="华文新魏" panose="02010800040101010101" pitchFamily="2" charset="-122"/>
              </a:rPr>
              <a:t>触发器的特性：</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grpSp>
        <p:nvGrpSpPr>
          <p:cNvPr id="87043" name="Group 143"/>
          <p:cNvGrpSpPr/>
          <p:nvPr/>
        </p:nvGrpSpPr>
        <p:grpSpPr>
          <a:xfrm>
            <a:off x="4716463" y="2206625"/>
            <a:ext cx="3230562" cy="1928813"/>
            <a:chOff x="3360" y="916"/>
            <a:chExt cx="2035" cy="1621"/>
          </a:xfrm>
        </p:grpSpPr>
        <p:sp>
          <p:nvSpPr>
            <p:cNvPr id="87086" name="Rectangle 31"/>
            <p:cNvSpPr/>
            <p:nvPr/>
          </p:nvSpPr>
          <p:spPr>
            <a:xfrm>
              <a:off x="4068" y="916"/>
              <a:ext cx="556" cy="81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7087" name="Text Box 32"/>
            <p:cNvSpPr txBox="1"/>
            <p:nvPr/>
          </p:nvSpPr>
          <p:spPr>
            <a:xfrm>
              <a:off x="4015" y="930"/>
              <a:ext cx="689" cy="53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J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88" name="Line 33"/>
            <p:cNvSpPr/>
            <p:nvPr/>
          </p:nvSpPr>
          <p:spPr>
            <a:xfrm>
              <a:off x="4625" y="1069"/>
              <a:ext cx="703" cy="0"/>
            </a:xfrm>
            <a:prstGeom prst="line">
              <a:avLst/>
            </a:prstGeom>
            <a:ln w="19050" cap="flat" cmpd="sng">
              <a:solidFill>
                <a:schemeClr val="tx1"/>
              </a:solidFill>
              <a:prstDash val="solid"/>
              <a:headEnd type="none" w="med" len="med"/>
              <a:tailEnd type="none" w="med" len="med"/>
            </a:ln>
          </p:spPr>
        </p:sp>
        <p:sp>
          <p:nvSpPr>
            <p:cNvPr id="87089" name="Oval 34"/>
            <p:cNvSpPr/>
            <p:nvPr/>
          </p:nvSpPr>
          <p:spPr>
            <a:xfrm flipH="1">
              <a:off x="4624" y="1519"/>
              <a:ext cx="66" cy="74"/>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090" name="Text Box 35"/>
            <p:cNvSpPr txBox="1"/>
            <p:nvPr/>
          </p:nvSpPr>
          <p:spPr>
            <a:xfrm>
              <a:off x="4018" y="1149"/>
              <a:ext cx="403"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91" name="Text Box 37"/>
            <p:cNvSpPr txBox="1"/>
            <p:nvPr/>
          </p:nvSpPr>
          <p:spPr>
            <a:xfrm>
              <a:off x="4049" y="1455"/>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92" name="Text Box 38"/>
            <p:cNvSpPr txBox="1"/>
            <p:nvPr/>
          </p:nvSpPr>
          <p:spPr>
            <a:xfrm>
              <a:off x="4445" y="1425"/>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93" name="Line 39"/>
            <p:cNvSpPr/>
            <p:nvPr/>
          </p:nvSpPr>
          <p:spPr>
            <a:xfrm>
              <a:off x="3360" y="1041"/>
              <a:ext cx="703" cy="0"/>
            </a:xfrm>
            <a:prstGeom prst="line">
              <a:avLst/>
            </a:prstGeom>
            <a:ln w="19050" cap="flat" cmpd="sng">
              <a:solidFill>
                <a:schemeClr val="tx1"/>
              </a:solidFill>
              <a:prstDash val="solid"/>
              <a:headEnd type="none" w="med" len="med"/>
              <a:tailEnd type="none" w="med" len="med"/>
            </a:ln>
          </p:spPr>
        </p:sp>
        <p:sp>
          <p:nvSpPr>
            <p:cNvPr id="87094" name="Line 40"/>
            <p:cNvSpPr/>
            <p:nvPr/>
          </p:nvSpPr>
          <p:spPr>
            <a:xfrm>
              <a:off x="3360" y="1303"/>
              <a:ext cx="703" cy="0"/>
            </a:xfrm>
            <a:prstGeom prst="line">
              <a:avLst/>
            </a:prstGeom>
            <a:ln w="19050" cap="flat" cmpd="sng">
              <a:solidFill>
                <a:schemeClr val="tx1"/>
              </a:solidFill>
              <a:prstDash val="solid"/>
              <a:headEnd type="none" w="med" len="med"/>
              <a:tailEnd type="none" w="med" len="med"/>
            </a:ln>
          </p:spPr>
        </p:sp>
        <p:sp>
          <p:nvSpPr>
            <p:cNvPr id="87095" name="Line 41"/>
            <p:cNvSpPr/>
            <p:nvPr/>
          </p:nvSpPr>
          <p:spPr>
            <a:xfrm>
              <a:off x="3360" y="1562"/>
              <a:ext cx="703" cy="0"/>
            </a:xfrm>
            <a:prstGeom prst="line">
              <a:avLst/>
            </a:prstGeom>
            <a:ln w="19050" cap="flat" cmpd="sng">
              <a:solidFill>
                <a:schemeClr val="tx1"/>
              </a:solidFill>
              <a:prstDash val="solid"/>
              <a:headEnd type="none" w="med" len="med"/>
              <a:tailEnd type="none" w="med" len="med"/>
            </a:ln>
          </p:spPr>
        </p:sp>
        <p:sp>
          <p:nvSpPr>
            <p:cNvPr id="87096" name="Text Box 42"/>
            <p:cNvSpPr txBox="1"/>
            <p:nvPr/>
          </p:nvSpPr>
          <p:spPr>
            <a:xfrm>
              <a:off x="3783" y="2227"/>
              <a:ext cx="1050" cy="310"/>
            </a:xfrm>
            <a:prstGeom prst="rect">
              <a:avLst/>
            </a:prstGeom>
            <a:noFill/>
            <a:ln w="19050">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c</a:t>
              </a:r>
              <a:r>
                <a:rPr lang="zh-CN" altLang="en-US" sz="1800" dirty="0">
                  <a:solidFill>
                    <a:schemeClr val="tx1"/>
                  </a:solidFill>
                  <a:latin typeface="华文新魏" panose="02010800040101010101" pitchFamily="2" charset="-122"/>
                  <a:ea typeface="华文新魏" panose="02010800040101010101" pitchFamily="2" charset="-122"/>
                </a:rPr>
                <a:t>）逻辑符号</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87097" name="Line 43"/>
            <p:cNvSpPr/>
            <p:nvPr/>
          </p:nvSpPr>
          <p:spPr>
            <a:xfrm>
              <a:off x="4692" y="1550"/>
              <a:ext cx="703" cy="0"/>
            </a:xfrm>
            <a:prstGeom prst="line">
              <a:avLst/>
            </a:prstGeom>
            <a:ln w="19050" cap="flat" cmpd="sng">
              <a:solidFill>
                <a:schemeClr val="tx1"/>
              </a:solidFill>
              <a:prstDash val="solid"/>
              <a:headEnd type="none" w="med" len="med"/>
              <a:tailEnd type="none" w="med" len="med"/>
            </a:ln>
          </p:spPr>
        </p:sp>
      </p:grpSp>
      <p:graphicFrame>
        <p:nvGraphicFramePr>
          <p:cNvPr id="85051" name="Group 59"/>
          <p:cNvGraphicFramePr>
            <a:graphicFrameLocks noGrp="1"/>
          </p:cNvGraphicFramePr>
          <p:nvPr>
            <p:custDataLst>
              <p:tags r:id="rId1"/>
            </p:custDataLst>
          </p:nvPr>
        </p:nvGraphicFramePr>
        <p:xfrm>
          <a:off x="609600" y="1554163"/>
          <a:ext cx="3352800" cy="2033587"/>
        </p:xfrm>
        <a:graphic>
          <a:graphicData uri="http://schemas.openxmlformats.org/drawingml/2006/table">
            <a:tbl>
              <a:tblPr/>
              <a:tblGrid>
                <a:gridCol w="1801813"/>
                <a:gridCol w="1550987"/>
              </a:tblGrid>
              <a:tr h="3556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J    K   CLK</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657" marB="34657"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657" marB="34657"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677987">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d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657" marB="34657"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保持不变 </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变反</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657" marB="34657"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7055" name="Group 142"/>
          <p:cNvGrpSpPr/>
          <p:nvPr/>
        </p:nvGrpSpPr>
        <p:grpSpPr>
          <a:xfrm>
            <a:off x="1350963" y="2508250"/>
            <a:ext cx="1447800" cy="1727132"/>
            <a:chOff x="851" y="1323"/>
            <a:chExt cx="912" cy="1452"/>
          </a:xfrm>
        </p:grpSpPr>
        <p:sp>
          <p:nvSpPr>
            <p:cNvPr id="87069" name="Text Box 4"/>
            <p:cNvSpPr txBox="1"/>
            <p:nvPr/>
          </p:nvSpPr>
          <p:spPr>
            <a:xfrm>
              <a:off x="851" y="2465"/>
              <a:ext cx="912" cy="31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87070" name="Group 14"/>
            <p:cNvGrpSpPr/>
            <p:nvPr/>
          </p:nvGrpSpPr>
          <p:grpSpPr>
            <a:xfrm>
              <a:off x="1159" y="1323"/>
              <a:ext cx="137" cy="98"/>
              <a:chOff x="1486" y="1427"/>
              <a:chExt cx="137" cy="109"/>
            </a:xfrm>
          </p:grpSpPr>
          <p:sp>
            <p:nvSpPr>
              <p:cNvPr id="87083" name="Line 15"/>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7084" name="Line 16"/>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7085" name="Line 17"/>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grpSp>
          <p:nvGrpSpPr>
            <p:cNvPr id="87071" name="Group 18"/>
            <p:cNvGrpSpPr/>
            <p:nvPr/>
          </p:nvGrpSpPr>
          <p:grpSpPr>
            <a:xfrm>
              <a:off x="1171" y="1539"/>
              <a:ext cx="137" cy="98"/>
              <a:chOff x="1486" y="1427"/>
              <a:chExt cx="137" cy="109"/>
            </a:xfrm>
          </p:grpSpPr>
          <p:sp>
            <p:nvSpPr>
              <p:cNvPr id="87080" name="Line 19"/>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7081" name="Line 20"/>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7082" name="Line 21"/>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grpSp>
          <p:nvGrpSpPr>
            <p:cNvPr id="87072" name="Group 22"/>
            <p:cNvGrpSpPr/>
            <p:nvPr/>
          </p:nvGrpSpPr>
          <p:grpSpPr>
            <a:xfrm>
              <a:off x="1176" y="1782"/>
              <a:ext cx="137" cy="98"/>
              <a:chOff x="1486" y="1427"/>
              <a:chExt cx="137" cy="109"/>
            </a:xfrm>
          </p:grpSpPr>
          <p:sp>
            <p:nvSpPr>
              <p:cNvPr id="87077" name="Line 23"/>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7078" name="Line 24"/>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7079" name="Line 25"/>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grpSp>
          <p:nvGrpSpPr>
            <p:cNvPr id="87073" name="Group 26"/>
            <p:cNvGrpSpPr/>
            <p:nvPr/>
          </p:nvGrpSpPr>
          <p:grpSpPr>
            <a:xfrm>
              <a:off x="1176" y="2014"/>
              <a:ext cx="137" cy="98"/>
              <a:chOff x="1486" y="1427"/>
              <a:chExt cx="137" cy="109"/>
            </a:xfrm>
          </p:grpSpPr>
          <p:sp>
            <p:nvSpPr>
              <p:cNvPr id="87074" name="Line 27"/>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7075" name="Line 28"/>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7076" name="Line 29"/>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grpSp>
      <p:grpSp>
        <p:nvGrpSpPr>
          <p:cNvPr id="35" name="Group 143"/>
          <p:cNvGrpSpPr/>
          <p:nvPr/>
        </p:nvGrpSpPr>
        <p:grpSpPr>
          <a:xfrm>
            <a:off x="4719638" y="2206625"/>
            <a:ext cx="3230562" cy="1928813"/>
            <a:chOff x="3360" y="916"/>
            <a:chExt cx="2035" cy="1621"/>
          </a:xfrm>
        </p:grpSpPr>
        <p:sp>
          <p:nvSpPr>
            <p:cNvPr id="87057" name="Rectangle 31"/>
            <p:cNvSpPr/>
            <p:nvPr/>
          </p:nvSpPr>
          <p:spPr>
            <a:xfrm>
              <a:off x="4068" y="916"/>
              <a:ext cx="556" cy="818"/>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7058" name="Text Box 32"/>
            <p:cNvSpPr txBox="1"/>
            <p:nvPr/>
          </p:nvSpPr>
          <p:spPr>
            <a:xfrm>
              <a:off x="4015" y="930"/>
              <a:ext cx="689" cy="53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J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59" name="Line 33"/>
            <p:cNvSpPr/>
            <p:nvPr/>
          </p:nvSpPr>
          <p:spPr>
            <a:xfrm>
              <a:off x="4625" y="1069"/>
              <a:ext cx="703" cy="0"/>
            </a:xfrm>
            <a:prstGeom prst="line">
              <a:avLst/>
            </a:prstGeom>
            <a:ln w="19050" cap="flat" cmpd="sng">
              <a:solidFill>
                <a:schemeClr val="tx1"/>
              </a:solidFill>
              <a:prstDash val="solid"/>
              <a:headEnd type="none" w="med" len="med"/>
              <a:tailEnd type="none" w="med" len="med"/>
            </a:ln>
          </p:spPr>
        </p:sp>
        <p:sp>
          <p:nvSpPr>
            <p:cNvPr id="87060" name="Oval 34"/>
            <p:cNvSpPr/>
            <p:nvPr/>
          </p:nvSpPr>
          <p:spPr>
            <a:xfrm flipH="1">
              <a:off x="4624" y="1519"/>
              <a:ext cx="66" cy="74"/>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061" name="Text Box 35"/>
            <p:cNvSpPr txBox="1"/>
            <p:nvPr/>
          </p:nvSpPr>
          <p:spPr>
            <a:xfrm>
              <a:off x="4018" y="1149"/>
              <a:ext cx="403"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62" name="Text Box 37"/>
            <p:cNvSpPr txBox="1"/>
            <p:nvPr/>
          </p:nvSpPr>
          <p:spPr>
            <a:xfrm>
              <a:off x="4049" y="1455"/>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63" name="Text Box 38"/>
            <p:cNvSpPr txBox="1"/>
            <p:nvPr/>
          </p:nvSpPr>
          <p:spPr>
            <a:xfrm>
              <a:off x="4445" y="1425"/>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64" name="Line 39"/>
            <p:cNvSpPr/>
            <p:nvPr/>
          </p:nvSpPr>
          <p:spPr>
            <a:xfrm>
              <a:off x="3360" y="1041"/>
              <a:ext cx="703" cy="0"/>
            </a:xfrm>
            <a:prstGeom prst="line">
              <a:avLst/>
            </a:prstGeom>
            <a:ln w="19050" cap="flat" cmpd="sng">
              <a:solidFill>
                <a:schemeClr val="tx1"/>
              </a:solidFill>
              <a:prstDash val="solid"/>
              <a:headEnd type="none" w="med" len="med"/>
              <a:tailEnd type="none" w="med" len="med"/>
            </a:ln>
          </p:spPr>
        </p:sp>
        <p:sp>
          <p:nvSpPr>
            <p:cNvPr id="87065" name="Line 40"/>
            <p:cNvSpPr/>
            <p:nvPr/>
          </p:nvSpPr>
          <p:spPr>
            <a:xfrm>
              <a:off x="3360" y="1303"/>
              <a:ext cx="703" cy="0"/>
            </a:xfrm>
            <a:prstGeom prst="line">
              <a:avLst/>
            </a:prstGeom>
            <a:ln w="19050" cap="flat" cmpd="sng">
              <a:solidFill>
                <a:schemeClr val="tx1"/>
              </a:solidFill>
              <a:prstDash val="solid"/>
              <a:headEnd type="none" w="med" len="med"/>
              <a:tailEnd type="none" w="med" len="med"/>
            </a:ln>
          </p:spPr>
        </p:sp>
        <p:sp>
          <p:nvSpPr>
            <p:cNvPr id="87066" name="Line 41"/>
            <p:cNvSpPr/>
            <p:nvPr/>
          </p:nvSpPr>
          <p:spPr>
            <a:xfrm>
              <a:off x="3360" y="1562"/>
              <a:ext cx="703" cy="0"/>
            </a:xfrm>
            <a:prstGeom prst="line">
              <a:avLst/>
            </a:prstGeom>
            <a:ln w="19050" cap="flat" cmpd="sng">
              <a:solidFill>
                <a:schemeClr val="tx1"/>
              </a:solidFill>
              <a:prstDash val="solid"/>
              <a:headEnd type="none" w="med" len="med"/>
              <a:tailEnd type="none" w="med" len="med"/>
            </a:ln>
          </p:spPr>
        </p:sp>
        <p:sp>
          <p:nvSpPr>
            <p:cNvPr id="87067" name="Text Box 42"/>
            <p:cNvSpPr txBox="1"/>
            <p:nvPr/>
          </p:nvSpPr>
          <p:spPr>
            <a:xfrm>
              <a:off x="3783" y="2227"/>
              <a:ext cx="1050" cy="310"/>
            </a:xfrm>
            <a:prstGeom prst="rect">
              <a:avLst/>
            </a:prstGeom>
            <a:noFill/>
            <a:ln w="19050">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c</a:t>
              </a:r>
              <a:r>
                <a:rPr lang="zh-CN" altLang="en-US" sz="1800" dirty="0">
                  <a:solidFill>
                    <a:schemeClr val="tx1"/>
                  </a:solidFill>
                  <a:latin typeface="华文新魏" panose="02010800040101010101" pitchFamily="2" charset="-122"/>
                  <a:ea typeface="华文新魏" panose="02010800040101010101" pitchFamily="2" charset="-122"/>
                </a:rPr>
                <a:t>）逻辑符号</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87068" name="Line 43"/>
            <p:cNvSpPr/>
            <p:nvPr/>
          </p:nvSpPr>
          <p:spPr>
            <a:xfrm>
              <a:off x="4692" y="1555"/>
              <a:ext cx="703" cy="0"/>
            </a:xfrm>
            <a:prstGeom prst="line">
              <a:avLst/>
            </a:prstGeom>
            <a:ln w="19050" cap="flat" cmpd="sng">
              <a:solidFill>
                <a:schemeClr val="tx1"/>
              </a:solidFill>
              <a:prstDash val="solid"/>
              <a:headEnd type="none" w="med" len="med"/>
              <a:tailEnd type="none" w="med" len="med"/>
            </a:ln>
          </p:spPr>
        </p:sp>
      </p:grpSp>
      <p:sp>
        <p:nvSpPr>
          <p:cNvPr id="2" name="矩形标注 1"/>
          <p:cNvSpPr/>
          <p:nvPr/>
        </p:nvSpPr>
        <p:spPr>
          <a:xfrm>
            <a:off x="6875780" y="586740"/>
            <a:ext cx="1105535" cy="1224280"/>
          </a:xfrm>
          <a:prstGeom prst="wedgeRectCallout">
            <a:avLst>
              <a:gd name="adj1" fmla="val -131619"/>
              <a:gd name="adj2" fmla="val 10850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rPr>
              <a:t>输入限定性符号</a:t>
            </a:r>
            <a:r>
              <a:rPr lang="en-US" altLang="zh-CN"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rPr>
              <a:t>“&gt;”</a:t>
            </a:r>
            <a:endParaRPr lang="en-US" altLang="zh-CN"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anim calcmode="lin" valueType="num">
                                      <p:cBhvr>
                                        <p:cTn id="8" dur="1000" fill="hold"/>
                                        <p:tgtEl>
                                          <p:spTgt spid="35"/>
                                        </p:tgtEl>
                                        <p:attrNameLst>
                                          <p:attrName>ppt_x</p:attrName>
                                        </p:attrNameLst>
                                      </p:cBhvr>
                                      <p:tavLst>
                                        <p:tav tm="0">
                                          <p:val>
                                            <p:strVal val="#ppt_x"/>
                                          </p:val>
                                        </p:tav>
                                        <p:tav tm="100000">
                                          <p:val>
                                            <p:strVal val="#ppt_x"/>
                                          </p:val>
                                        </p:tav>
                                      </p:tavLst>
                                    </p:anim>
                                    <p:anim calcmode="lin" valueType="num">
                                      <p:cBhvr>
                                        <p:cTn id="9"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p:cNvSpPr>
          <p:nvPr>
            <p:ph type="title"/>
          </p:nvPr>
        </p:nvSpPr>
        <p:spPr>
          <a:xfrm>
            <a:off x="1257300" y="974725"/>
            <a:ext cx="5105400" cy="4000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边沿触发</a:t>
            </a:r>
            <a:r>
              <a:rPr lang="en-US" altLang="zh-CN" sz="2000" b="1" dirty="0">
                <a:solidFill>
                  <a:srgbClr val="C00000"/>
                </a:solidFill>
                <a:latin typeface="华文新魏" panose="02010800040101010101" pitchFamily="2" charset="-122"/>
                <a:ea typeface="华文新魏" panose="02010800040101010101" pitchFamily="2" charset="-122"/>
              </a:rPr>
              <a:t>J-K </a:t>
            </a:r>
            <a:r>
              <a:rPr lang="zh-CN" altLang="en-US" sz="2000" b="1" dirty="0">
                <a:solidFill>
                  <a:srgbClr val="C00000"/>
                </a:solidFill>
                <a:latin typeface="华文新魏" panose="02010800040101010101" pitchFamily="2" charset="-122"/>
                <a:ea typeface="华文新魏" panose="02010800040101010101" pitchFamily="2" charset="-122"/>
              </a:rPr>
              <a:t>触发器的特性：</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grpSp>
        <p:nvGrpSpPr>
          <p:cNvPr id="88067" name="Group 111"/>
          <p:cNvGrpSpPr/>
          <p:nvPr/>
        </p:nvGrpSpPr>
        <p:grpSpPr>
          <a:xfrm>
            <a:off x="1104900" y="1838325"/>
            <a:ext cx="6780213" cy="2185988"/>
            <a:chOff x="192" y="2448"/>
            <a:chExt cx="5334" cy="1836"/>
          </a:xfrm>
        </p:grpSpPr>
        <p:sp>
          <p:nvSpPr>
            <p:cNvPr id="88071" name="Line 44"/>
            <p:cNvSpPr/>
            <p:nvPr/>
          </p:nvSpPr>
          <p:spPr>
            <a:xfrm>
              <a:off x="576" y="2832"/>
              <a:ext cx="202" cy="0"/>
            </a:xfrm>
            <a:prstGeom prst="line">
              <a:avLst/>
            </a:prstGeom>
            <a:ln w="19050" cap="flat" cmpd="sng">
              <a:solidFill>
                <a:srgbClr val="C00000"/>
              </a:solidFill>
              <a:prstDash val="solid"/>
              <a:headEnd type="none" w="med" len="med"/>
              <a:tailEnd type="none" w="med" len="med"/>
            </a:ln>
          </p:spPr>
        </p:sp>
        <p:sp>
          <p:nvSpPr>
            <p:cNvPr id="88072" name="Line 45"/>
            <p:cNvSpPr/>
            <p:nvPr/>
          </p:nvSpPr>
          <p:spPr>
            <a:xfrm flipV="1">
              <a:off x="786" y="2592"/>
              <a:ext cx="97" cy="240"/>
            </a:xfrm>
            <a:prstGeom prst="line">
              <a:avLst/>
            </a:prstGeom>
            <a:ln w="19050" cap="flat" cmpd="sng">
              <a:solidFill>
                <a:srgbClr val="C00000"/>
              </a:solidFill>
              <a:prstDash val="solid"/>
              <a:headEnd type="none" w="med" len="med"/>
              <a:tailEnd type="none" w="med" len="med"/>
            </a:ln>
          </p:spPr>
        </p:sp>
        <p:sp>
          <p:nvSpPr>
            <p:cNvPr id="88073" name="Line 46"/>
            <p:cNvSpPr/>
            <p:nvPr/>
          </p:nvSpPr>
          <p:spPr>
            <a:xfrm>
              <a:off x="883" y="2592"/>
              <a:ext cx="195" cy="0"/>
            </a:xfrm>
            <a:prstGeom prst="line">
              <a:avLst/>
            </a:prstGeom>
            <a:ln w="19050" cap="flat" cmpd="sng">
              <a:solidFill>
                <a:srgbClr val="C00000"/>
              </a:solidFill>
              <a:prstDash val="solid"/>
              <a:headEnd type="none" w="med" len="med"/>
              <a:tailEnd type="none" w="med" len="med"/>
            </a:ln>
          </p:spPr>
        </p:sp>
        <p:sp>
          <p:nvSpPr>
            <p:cNvPr id="88074" name="Line 47"/>
            <p:cNvSpPr/>
            <p:nvPr/>
          </p:nvSpPr>
          <p:spPr>
            <a:xfrm>
              <a:off x="1078" y="2592"/>
              <a:ext cx="98" cy="240"/>
            </a:xfrm>
            <a:prstGeom prst="line">
              <a:avLst/>
            </a:prstGeom>
            <a:ln w="19050" cap="flat" cmpd="sng">
              <a:solidFill>
                <a:srgbClr val="C00000"/>
              </a:solidFill>
              <a:prstDash val="solid"/>
              <a:headEnd type="none" w="med" len="med"/>
              <a:tailEnd type="none" w="med" len="med"/>
            </a:ln>
          </p:spPr>
        </p:sp>
        <p:sp>
          <p:nvSpPr>
            <p:cNvPr id="88075" name="Line 48"/>
            <p:cNvSpPr/>
            <p:nvPr/>
          </p:nvSpPr>
          <p:spPr>
            <a:xfrm>
              <a:off x="1172" y="2832"/>
              <a:ext cx="773" cy="0"/>
            </a:xfrm>
            <a:prstGeom prst="line">
              <a:avLst/>
            </a:prstGeom>
            <a:ln w="19050" cap="flat" cmpd="sng">
              <a:solidFill>
                <a:srgbClr val="C00000"/>
              </a:solidFill>
              <a:prstDash val="solid"/>
              <a:headEnd type="none" w="med" len="med"/>
              <a:tailEnd type="none" w="med" len="med"/>
            </a:ln>
          </p:spPr>
        </p:sp>
        <p:sp>
          <p:nvSpPr>
            <p:cNvPr id="88076" name="Line 49"/>
            <p:cNvSpPr/>
            <p:nvPr/>
          </p:nvSpPr>
          <p:spPr>
            <a:xfrm flipV="1">
              <a:off x="1954" y="2592"/>
              <a:ext cx="98" cy="240"/>
            </a:xfrm>
            <a:prstGeom prst="line">
              <a:avLst/>
            </a:prstGeom>
            <a:ln w="19050" cap="flat" cmpd="sng">
              <a:solidFill>
                <a:srgbClr val="C00000"/>
              </a:solidFill>
              <a:prstDash val="solid"/>
              <a:headEnd type="none" w="med" len="med"/>
              <a:tailEnd type="none" w="med" len="med"/>
            </a:ln>
          </p:spPr>
        </p:sp>
        <p:sp>
          <p:nvSpPr>
            <p:cNvPr id="88077" name="Line 50"/>
            <p:cNvSpPr/>
            <p:nvPr/>
          </p:nvSpPr>
          <p:spPr>
            <a:xfrm>
              <a:off x="2052" y="2592"/>
              <a:ext cx="876" cy="0"/>
            </a:xfrm>
            <a:prstGeom prst="line">
              <a:avLst/>
            </a:prstGeom>
            <a:ln w="19050" cap="flat" cmpd="sng">
              <a:solidFill>
                <a:srgbClr val="C00000"/>
              </a:solidFill>
              <a:prstDash val="solid"/>
              <a:headEnd type="none" w="med" len="med"/>
              <a:tailEnd type="none" w="med" len="med"/>
            </a:ln>
          </p:spPr>
        </p:sp>
        <p:sp>
          <p:nvSpPr>
            <p:cNvPr id="88078" name="Text Box 51"/>
            <p:cNvSpPr txBox="1"/>
            <p:nvPr/>
          </p:nvSpPr>
          <p:spPr>
            <a:xfrm>
              <a:off x="318" y="2592"/>
              <a:ext cx="187" cy="30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8079" name="Line 52"/>
            <p:cNvSpPr/>
            <p:nvPr/>
          </p:nvSpPr>
          <p:spPr>
            <a:xfrm>
              <a:off x="2926" y="2592"/>
              <a:ext cx="98" cy="240"/>
            </a:xfrm>
            <a:prstGeom prst="line">
              <a:avLst/>
            </a:prstGeom>
            <a:ln w="19050" cap="flat" cmpd="sng">
              <a:solidFill>
                <a:srgbClr val="C00000"/>
              </a:solidFill>
              <a:prstDash val="solid"/>
              <a:headEnd type="none" w="med" len="med"/>
              <a:tailEnd type="none" w="med" len="med"/>
            </a:ln>
          </p:spPr>
        </p:sp>
        <p:sp>
          <p:nvSpPr>
            <p:cNvPr id="88080" name="Line 53"/>
            <p:cNvSpPr/>
            <p:nvPr/>
          </p:nvSpPr>
          <p:spPr>
            <a:xfrm>
              <a:off x="3013" y="2832"/>
              <a:ext cx="678" cy="0"/>
            </a:xfrm>
            <a:prstGeom prst="line">
              <a:avLst/>
            </a:prstGeom>
            <a:ln w="19050" cap="flat" cmpd="sng">
              <a:solidFill>
                <a:srgbClr val="C00000"/>
              </a:solidFill>
              <a:prstDash val="solid"/>
              <a:headEnd type="none" w="med" len="med"/>
              <a:tailEnd type="none" w="med" len="med"/>
            </a:ln>
          </p:spPr>
        </p:sp>
        <p:sp>
          <p:nvSpPr>
            <p:cNvPr id="88081" name="Line 54"/>
            <p:cNvSpPr/>
            <p:nvPr/>
          </p:nvSpPr>
          <p:spPr>
            <a:xfrm flipV="1">
              <a:off x="3690" y="2592"/>
              <a:ext cx="97" cy="240"/>
            </a:xfrm>
            <a:prstGeom prst="line">
              <a:avLst/>
            </a:prstGeom>
            <a:ln w="19050" cap="flat" cmpd="sng">
              <a:solidFill>
                <a:srgbClr val="C00000"/>
              </a:solidFill>
              <a:prstDash val="solid"/>
              <a:headEnd type="none" w="med" len="med"/>
              <a:tailEnd type="none" w="med" len="med"/>
            </a:ln>
          </p:spPr>
        </p:sp>
        <p:sp>
          <p:nvSpPr>
            <p:cNvPr id="88082" name="Line 55"/>
            <p:cNvSpPr/>
            <p:nvPr/>
          </p:nvSpPr>
          <p:spPr>
            <a:xfrm>
              <a:off x="3787" y="2592"/>
              <a:ext cx="195" cy="0"/>
            </a:xfrm>
            <a:prstGeom prst="line">
              <a:avLst/>
            </a:prstGeom>
            <a:ln w="19050" cap="flat" cmpd="sng">
              <a:solidFill>
                <a:srgbClr val="C00000"/>
              </a:solidFill>
              <a:prstDash val="solid"/>
              <a:headEnd type="none" w="med" len="med"/>
              <a:tailEnd type="none" w="med" len="med"/>
            </a:ln>
          </p:spPr>
        </p:sp>
        <p:sp>
          <p:nvSpPr>
            <p:cNvPr id="88083" name="Line 56"/>
            <p:cNvSpPr/>
            <p:nvPr/>
          </p:nvSpPr>
          <p:spPr>
            <a:xfrm>
              <a:off x="3982" y="2592"/>
              <a:ext cx="98" cy="240"/>
            </a:xfrm>
            <a:prstGeom prst="line">
              <a:avLst/>
            </a:prstGeom>
            <a:ln w="19050" cap="flat" cmpd="sng">
              <a:solidFill>
                <a:srgbClr val="C00000"/>
              </a:solidFill>
              <a:prstDash val="solid"/>
              <a:headEnd type="none" w="med" len="med"/>
              <a:tailEnd type="none" w="med" len="med"/>
            </a:ln>
          </p:spPr>
        </p:sp>
        <p:sp>
          <p:nvSpPr>
            <p:cNvPr id="88084" name="Line 57"/>
            <p:cNvSpPr/>
            <p:nvPr/>
          </p:nvSpPr>
          <p:spPr>
            <a:xfrm>
              <a:off x="4080" y="2832"/>
              <a:ext cx="478" cy="0"/>
            </a:xfrm>
            <a:prstGeom prst="line">
              <a:avLst/>
            </a:prstGeom>
            <a:ln w="19050" cap="flat" cmpd="sng">
              <a:solidFill>
                <a:srgbClr val="C00000"/>
              </a:solidFill>
              <a:prstDash val="solid"/>
              <a:headEnd type="none" w="med" len="med"/>
              <a:tailEnd type="none" w="med" len="med"/>
            </a:ln>
          </p:spPr>
        </p:sp>
        <p:sp>
          <p:nvSpPr>
            <p:cNvPr id="88085" name="Line 58"/>
            <p:cNvSpPr/>
            <p:nvPr/>
          </p:nvSpPr>
          <p:spPr>
            <a:xfrm flipV="1">
              <a:off x="4560" y="2592"/>
              <a:ext cx="97" cy="240"/>
            </a:xfrm>
            <a:prstGeom prst="line">
              <a:avLst/>
            </a:prstGeom>
            <a:ln w="19050" cap="flat" cmpd="sng">
              <a:solidFill>
                <a:srgbClr val="C00000"/>
              </a:solidFill>
              <a:prstDash val="solid"/>
              <a:headEnd type="none" w="med" len="med"/>
              <a:tailEnd type="none" w="med" len="med"/>
            </a:ln>
          </p:spPr>
        </p:sp>
        <p:sp>
          <p:nvSpPr>
            <p:cNvPr id="88086" name="Line 59"/>
            <p:cNvSpPr/>
            <p:nvPr/>
          </p:nvSpPr>
          <p:spPr>
            <a:xfrm>
              <a:off x="4657" y="2592"/>
              <a:ext cx="195" cy="0"/>
            </a:xfrm>
            <a:prstGeom prst="line">
              <a:avLst/>
            </a:prstGeom>
            <a:ln w="19050" cap="flat" cmpd="sng">
              <a:solidFill>
                <a:srgbClr val="C00000"/>
              </a:solidFill>
              <a:prstDash val="solid"/>
              <a:headEnd type="none" w="med" len="med"/>
              <a:tailEnd type="none" w="med" len="med"/>
            </a:ln>
          </p:spPr>
        </p:sp>
        <p:sp>
          <p:nvSpPr>
            <p:cNvPr id="88087" name="Line 60"/>
            <p:cNvSpPr/>
            <p:nvPr/>
          </p:nvSpPr>
          <p:spPr>
            <a:xfrm>
              <a:off x="4852" y="2592"/>
              <a:ext cx="98" cy="240"/>
            </a:xfrm>
            <a:prstGeom prst="line">
              <a:avLst/>
            </a:prstGeom>
            <a:ln w="19050" cap="flat" cmpd="sng">
              <a:solidFill>
                <a:srgbClr val="C00000"/>
              </a:solidFill>
              <a:prstDash val="solid"/>
              <a:headEnd type="none" w="med" len="med"/>
              <a:tailEnd type="none" w="med" len="med"/>
            </a:ln>
          </p:spPr>
        </p:sp>
        <p:sp>
          <p:nvSpPr>
            <p:cNvPr id="88088" name="Line 61"/>
            <p:cNvSpPr/>
            <p:nvPr/>
          </p:nvSpPr>
          <p:spPr>
            <a:xfrm>
              <a:off x="4956" y="2832"/>
              <a:ext cx="570" cy="0"/>
            </a:xfrm>
            <a:prstGeom prst="line">
              <a:avLst/>
            </a:prstGeom>
            <a:ln w="19050" cap="flat" cmpd="sng">
              <a:solidFill>
                <a:srgbClr val="C00000"/>
              </a:solidFill>
              <a:prstDash val="solid"/>
              <a:headEnd type="none" w="med" len="med"/>
              <a:tailEnd type="none" w="med" len="med"/>
            </a:ln>
          </p:spPr>
        </p:sp>
        <p:sp>
          <p:nvSpPr>
            <p:cNvPr id="88089" name="Line 62"/>
            <p:cNvSpPr/>
            <p:nvPr/>
          </p:nvSpPr>
          <p:spPr>
            <a:xfrm>
              <a:off x="566" y="3168"/>
              <a:ext cx="202" cy="0"/>
            </a:xfrm>
            <a:prstGeom prst="line">
              <a:avLst/>
            </a:prstGeom>
            <a:ln w="19050" cap="flat" cmpd="sng">
              <a:solidFill>
                <a:srgbClr val="C00000"/>
              </a:solidFill>
              <a:prstDash val="solid"/>
              <a:headEnd type="none" w="med" len="med"/>
              <a:tailEnd type="none" w="med" len="med"/>
            </a:ln>
          </p:spPr>
        </p:sp>
        <p:sp>
          <p:nvSpPr>
            <p:cNvPr id="88090" name="Line 63"/>
            <p:cNvSpPr/>
            <p:nvPr/>
          </p:nvSpPr>
          <p:spPr>
            <a:xfrm flipV="1">
              <a:off x="773" y="2928"/>
              <a:ext cx="97" cy="240"/>
            </a:xfrm>
            <a:prstGeom prst="line">
              <a:avLst/>
            </a:prstGeom>
            <a:ln w="19050" cap="flat" cmpd="sng">
              <a:solidFill>
                <a:srgbClr val="C00000"/>
              </a:solidFill>
              <a:prstDash val="solid"/>
              <a:headEnd type="none" w="med" len="med"/>
              <a:tailEnd type="none" w="med" len="med"/>
            </a:ln>
          </p:spPr>
        </p:sp>
        <p:sp>
          <p:nvSpPr>
            <p:cNvPr id="88091" name="Line 64"/>
            <p:cNvSpPr/>
            <p:nvPr/>
          </p:nvSpPr>
          <p:spPr>
            <a:xfrm>
              <a:off x="870" y="2928"/>
              <a:ext cx="195" cy="0"/>
            </a:xfrm>
            <a:prstGeom prst="line">
              <a:avLst/>
            </a:prstGeom>
            <a:ln w="19050" cap="flat" cmpd="sng">
              <a:solidFill>
                <a:srgbClr val="C00000"/>
              </a:solidFill>
              <a:prstDash val="solid"/>
              <a:headEnd type="none" w="med" len="med"/>
              <a:tailEnd type="none" w="med" len="med"/>
            </a:ln>
          </p:spPr>
        </p:sp>
        <p:sp>
          <p:nvSpPr>
            <p:cNvPr id="88092" name="Line 65"/>
            <p:cNvSpPr/>
            <p:nvPr/>
          </p:nvSpPr>
          <p:spPr>
            <a:xfrm>
              <a:off x="1065" y="2928"/>
              <a:ext cx="98" cy="240"/>
            </a:xfrm>
            <a:prstGeom prst="line">
              <a:avLst/>
            </a:prstGeom>
            <a:ln w="19050" cap="flat" cmpd="sng">
              <a:solidFill>
                <a:srgbClr val="C00000"/>
              </a:solidFill>
              <a:prstDash val="solid"/>
              <a:headEnd type="none" w="med" len="med"/>
              <a:tailEnd type="none" w="med" len="med"/>
            </a:ln>
          </p:spPr>
        </p:sp>
        <p:sp>
          <p:nvSpPr>
            <p:cNvPr id="88093" name="Line 66"/>
            <p:cNvSpPr/>
            <p:nvPr/>
          </p:nvSpPr>
          <p:spPr>
            <a:xfrm>
              <a:off x="1152" y="3168"/>
              <a:ext cx="1328" cy="0"/>
            </a:xfrm>
            <a:prstGeom prst="line">
              <a:avLst/>
            </a:prstGeom>
            <a:ln w="19050" cap="flat" cmpd="sng">
              <a:solidFill>
                <a:srgbClr val="C00000"/>
              </a:solidFill>
              <a:prstDash val="solid"/>
              <a:headEnd type="none" w="med" len="med"/>
              <a:tailEnd type="none" w="med" len="med"/>
            </a:ln>
          </p:spPr>
        </p:sp>
        <p:sp>
          <p:nvSpPr>
            <p:cNvPr id="88094" name="Line 67"/>
            <p:cNvSpPr/>
            <p:nvPr/>
          </p:nvSpPr>
          <p:spPr>
            <a:xfrm flipV="1">
              <a:off x="2482" y="2928"/>
              <a:ext cx="98" cy="240"/>
            </a:xfrm>
            <a:prstGeom prst="line">
              <a:avLst/>
            </a:prstGeom>
            <a:ln w="19050" cap="flat" cmpd="sng">
              <a:solidFill>
                <a:srgbClr val="C00000"/>
              </a:solidFill>
              <a:prstDash val="solid"/>
              <a:headEnd type="none" w="med" len="med"/>
              <a:tailEnd type="none" w="med" len="med"/>
            </a:ln>
          </p:spPr>
        </p:sp>
        <p:sp>
          <p:nvSpPr>
            <p:cNvPr id="88095" name="Line 68"/>
            <p:cNvSpPr/>
            <p:nvPr/>
          </p:nvSpPr>
          <p:spPr>
            <a:xfrm>
              <a:off x="2580" y="2928"/>
              <a:ext cx="1238" cy="0"/>
            </a:xfrm>
            <a:prstGeom prst="line">
              <a:avLst/>
            </a:prstGeom>
            <a:ln w="19050" cap="flat" cmpd="sng">
              <a:solidFill>
                <a:srgbClr val="C00000"/>
              </a:solidFill>
              <a:prstDash val="solid"/>
              <a:headEnd type="none" w="med" len="med"/>
              <a:tailEnd type="none" w="med" len="med"/>
            </a:ln>
          </p:spPr>
        </p:sp>
        <p:sp>
          <p:nvSpPr>
            <p:cNvPr id="88096" name="Line 69"/>
            <p:cNvSpPr/>
            <p:nvPr/>
          </p:nvSpPr>
          <p:spPr>
            <a:xfrm>
              <a:off x="3838" y="2928"/>
              <a:ext cx="98" cy="240"/>
            </a:xfrm>
            <a:prstGeom prst="line">
              <a:avLst/>
            </a:prstGeom>
            <a:ln w="19050" cap="flat" cmpd="sng">
              <a:solidFill>
                <a:srgbClr val="C00000"/>
              </a:solidFill>
              <a:prstDash val="solid"/>
              <a:headEnd type="none" w="med" len="med"/>
              <a:tailEnd type="none" w="med" len="med"/>
            </a:ln>
          </p:spPr>
        </p:sp>
        <p:sp>
          <p:nvSpPr>
            <p:cNvPr id="88097" name="Line 70"/>
            <p:cNvSpPr/>
            <p:nvPr/>
          </p:nvSpPr>
          <p:spPr>
            <a:xfrm>
              <a:off x="3936" y="3168"/>
              <a:ext cx="628" cy="0"/>
            </a:xfrm>
            <a:prstGeom prst="line">
              <a:avLst/>
            </a:prstGeom>
            <a:ln w="19050" cap="flat" cmpd="sng">
              <a:solidFill>
                <a:srgbClr val="C00000"/>
              </a:solidFill>
              <a:prstDash val="solid"/>
              <a:headEnd type="none" w="med" len="med"/>
              <a:tailEnd type="none" w="med" len="med"/>
            </a:ln>
          </p:spPr>
        </p:sp>
        <p:sp>
          <p:nvSpPr>
            <p:cNvPr id="88098" name="Line 71"/>
            <p:cNvSpPr/>
            <p:nvPr/>
          </p:nvSpPr>
          <p:spPr>
            <a:xfrm flipV="1">
              <a:off x="4565" y="2928"/>
              <a:ext cx="97" cy="240"/>
            </a:xfrm>
            <a:prstGeom prst="line">
              <a:avLst/>
            </a:prstGeom>
            <a:ln w="19050" cap="flat" cmpd="sng">
              <a:solidFill>
                <a:srgbClr val="C00000"/>
              </a:solidFill>
              <a:prstDash val="solid"/>
              <a:headEnd type="none" w="med" len="med"/>
              <a:tailEnd type="none" w="med" len="med"/>
            </a:ln>
          </p:spPr>
        </p:sp>
        <p:sp>
          <p:nvSpPr>
            <p:cNvPr id="88099" name="Line 72"/>
            <p:cNvSpPr/>
            <p:nvPr/>
          </p:nvSpPr>
          <p:spPr>
            <a:xfrm>
              <a:off x="4662" y="2928"/>
              <a:ext cx="195" cy="0"/>
            </a:xfrm>
            <a:prstGeom prst="line">
              <a:avLst/>
            </a:prstGeom>
            <a:ln w="19050" cap="flat" cmpd="sng">
              <a:solidFill>
                <a:srgbClr val="C00000"/>
              </a:solidFill>
              <a:prstDash val="solid"/>
              <a:headEnd type="none" w="med" len="med"/>
              <a:tailEnd type="none" w="med" len="med"/>
            </a:ln>
          </p:spPr>
        </p:sp>
        <p:sp>
          <p:nvSpPr>
            <p:cNvPr id="88100" name="Line 73"/>
            <p:cNvSpPr/>
            <p:nvPr/>
          </p:nvSpPr>
          <p:spPr>
            <a:xfrm>
              <a:off x="4857" y="2928"/>
              <a:ext cx="98" cy="240"/>
            </a:xfrm>
            <a:prstGeom prst="line">
              <a:avLst/>
            </a:prstGeom>
            <a:ln w="19050" cap="flat" cmpd="sng">
              <a:solidFill>
                <a:srgbClr val="C00000"/>
              </a:solidFill>
              <a:prstDash val="solid"/>
              <a:headEnd type="none" w="med" len="med"/>
              <a:tailEnd type="none" w="med" len="med"/>
            </a:ln>
          </p:spPr>
        </p:sp>
        <p:sp>
          <p:nvSpPr>
            <p:cNvPr id="88101" name="Line 74"/>
            <p:cNvSpPr/>
            <p:nvPr/>
          </p:nvSpPr>
          <p:spPr>
            <a:xfrm>
              <a:off x="4955" y="3168"/>
              <a:ext cx="570" cy="0"/>
            </a:xfrm>
            <a:prstGeom prst="line">
              <a:avLst/>
            </a:prstGeom>
            <a:ln w="19050" cap="flat" cmpd="sng">
              <a:solidFill>
                <a:srgbClr val="C00000"/>
              </a:solidFill>
              <a:prstDash val="solid"/>
              <a:headEnd type="none" w="med" len="med"/>
              <a:tailEnd type="none" w="med" len="med"/>
            </a:ln>
          </p:spPr>
        </p:sp>
        <p:sp>
          <p:nvSpPr>
            <p:cNvPr id="88102" name="Text Box 75"/>
            <p:cNvSpPr txBox="1"/>
            <p:nvPr/>
          </p:nvSpPr>
          <p:spPr>
            <a:xfrm>
              <a:off x="288" y="2966"/>
              <a:ext cx="187" cy="30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8103" name="Line 76"/>
            <p:cNvSpPr/>
            <p:nvPr/>
          </p:nvSpPr>
          <p:spPr>
            <a:xfrm>
              <a:off x="587" y="3504"/>
              <a:ext cx="661" cy="0"/>
            </a:xfrm>
            <a:prstGeom prst="line">
              <a:avLst/>
            </a:prstGeom>
            <a:ln w="19050" cap="flat" cmpd="sng">
              <a:solidFill>
                <a:schemeClr val="tx1"/>
              </a:solidFill>
              <a:prstDash val="solid"/>
              <a:headEnd type="none" w="med" len="med"/>
              <a:tailEnd type="none" w="med" len="med"/>
            </a:ln>
          </p:spPr>
        </p:sp>
        <p:sp>
          <p:nvSpPr>
            <p:cNvPr id="88104" name="Line 77"/>
            <p:cNvSpPr/>
            <p:nvPr/>
          </p:nvSpPr>
          <p:spPr>
            <a:xfrm flipV="1">
              <a:off x="1248" y="3264"/>
              <a:ext cx="59" cy="240"/>
            </a:xfrm>
            <a:prstGeom prst="line">
              <a:avLst/>
            </a:prstGeom>
            <a:ln w="19050" cap="flat" cmpd="sng">
              <a:solidFill>
                <a:schemeClr val="tx1"/>
              </a:solidFill>
              <a:prstDash val="solid"/>
              <a:headEnd type="none" w="med" len="med"/>
              <a:tailEnd type="none" w="med" len="med"/>
            </a:ln>
          </p:spPr>
        </p:sp>
        <p:sp>
          <p:nvSpPr>
            <p:cNvPr id="88105" name="Line 78"/>
            <p:cNvSpPr/>
            <p:nvPr/>
          </p:nvSpPr>
          <p:spPr>
            <a:xfrm>
              <a:off x="1307" y="3264"/>
              <a:ext cx="527" cy="0"/>
            </a:xfrm>
            <a:prstGeom prst="line">
              <a:avLst/>
            </a:prstGeom>
            <a:ln w="19050" cap="flat" cmpd="sng">
              <a:solidFill>
                <a:schemeClr val="tx1"/>
              </a:solidFill>
              <a:prstDash val="solid"/>
              <a:headEnd type="none" w="med" len="med"/>
              <a:tailEnd type="none" w="med" len="med"/>
            </a:ln>
          </p:spPr>
        </p:sp>
        <p:sp>
          <p:nvSpPr>
            <p:cNvPr id="88106" name="Line 79"/>
            <p:cNvSpPr/>
            <p:nvPr/>
          </p:nvSpPr>
          <p:spPr>
            <a:xfrm>
              <a:off x="1833" y="3264"/>
              <a:ext cx="59" cy="240"/>
            </a:xfrm>
            <a:prstGeom prst="line">
              <a:avLst/>
            </a:prstGeom>
            <a:ln w="19050" cap="flat" cmpd="sng">
              <a:solidFill>
                <a:schemeClr val="tx1"/>
              </a:solidFill>
              <a:prstDash val="solid"/>
              <a:headEnd type="none" w="med" len="med"/>
              <a:tailEnd type="none" w="med" len="med"/>
            </a:ln>
          </p:spPr>
        </p:sp>
        <p:sp>
          <p:nvSpPr>
            <p:cNvPr id="88107" name="Line 80"/>
            <p:cNvSpPr/>
            <p:nvPr/>
          </p:nvSpPr>
          <p:spPr>
            <a:xfrm>
              <a:off x="1873" y="3504"/>
              <a:ext cx="527" cy="0"/>
            </a:xfrm>
            <a:prstGeom prst="line">
              <a:avLst/>
            </a:prstGeom>
            <a:ln w="19050" cap="flat" cmpd="sng">
              <a:solidFill>
                <a:schemeClr val="tx1"/>
              </a:solidFill>
              <a:prstDash val="solid"/>
              <a:headEnd type="none" w="med" len="med"/>
              <a:tailEnd type="none" w="med" len="med"/>
            </a:ln>
          </p:spPr>
        </p:sp>
        <p:sp>
          <p:nvSpPr>
            <p:cNvPr id="88108" name="Line 81"/>
            <p:cNvSpPr/>
            <p:nvPr/>
          </p:nvSpPr>
          <p:spPr>
            <a:xfrm flipV="1">
              <a:off x="2400" y="3264"/>
              <a:ext cx="59" cy="240"/>
            </a:xfrm>
            <a:prstGeom prst="line">
              <a:avLst/>
            </a:prstGeom>
            <a:ln w="19050" cap="flat" cmpd="sng">
              <a:solidFill>
                <a:schemeClr val="tx1"/>
              </a:solidFill>
              <a:prstDash val="solid"/>
              <a:headEnd type="none" w="med" len="med"/>
              <a:tailEnd type="none" w="med" len="med"/>
            </a:ln>
          </p:spPr>
        </p:sp>
        <p:sp>
          <p:nvSpPr>
            <p:cNvPr id="88109" name="Line 82"/>
            <p:cNvSpPr/>
            <p:nvPr/>
          </p:nvSpPr>
          <p:spPr>
            <a:xfrm>
              <a:off x="2459" y="3264"/>
              <a:ext cx="527" cy="0"/>
            </a:xfrm>
            <a:prstGeom prst="line">
              <a:avLst/>
            </a:prstGeom>
            <a:ln w="19050" cap="flat" cmpd="sng">
              <a:solidFill>
                <a:schemeClr val="tx1"/>
              </a:solidFill>
              <a:prstDash val="solid"/>
              <a:headEnd type="none" w="med" len="med"/>
              <a:tailEnd type="none" w="med" len="med"/>
            </a:ln>
          </p:spPr>
        </p:sp>
        <p:sp>
          <p:nvSpPr>
            <p:cNvPr id="88110" name="Line 83"/>
            <p:cNvSpPr/>
            <p:nvPr/>
          </p:nvSpPr>
          <p:spPr>
            <a:xfrm>
              <a:off x="2965" y="3264"/>
              <a:ext cx="59" cy="240"/>
            </a:xfrm>
            <a:prstGeom prst="line">
              <a:avLst/>
            </a:prstGeom>
            <a:ln w="19050" cap="flat" cmpd="sng">
              <a:solidFill>
                <a:schemeClr val="tx1"/>
              </a:solidFill>
              <a:prstDash val="solid"/>
              <a:headEnd type="none" w="med" len="med"/>
              <a:tailEnd type="none" w="med" len="med"/>
            </a:ln>
          </p:spPr>
        </p:sp>
        <p:sp>
          <p:nvSpPr>
            <p:cNvPr id="88111" name="Line 84"/>
            <p:cNvSpPr/>
            <p:nvPr/>
          </p:nvSpPr>
          <p:spPr>
            <a:xfrm>
              <a:off x="3024" y="3504"/>
              <a:ext cx="565" cy="0"/>
            </a:xfrm>
            <a:prstGeom prst="line">
              <a:avLst/>
            </a:prstGeom>
            <a:ln w="19050" cap="flat" cmpd="sng">
              <a:solidFill>
                <a:schemeClr val="tx1"/>
              </a:solidFill>
              <a:prstDash val="solid"/>
              <a:headEnd type="none" w="med" len="med"/>
              <a:tailEnd type="none" w="med" len="med"/>
            </a:ln>
          </p:spPr>
        </p:sp>
        <p:sp>
          <p:nvSpPr>
            <p:cNvPr id="88112" name="Line 85"/>
            <p:cNvSpPr/>
            <p:nvPr/>
          </p:nvSpPr>
          <p:spPr>
            <a:xfrm flipV="1">
              <a:off x="3589" y="3264"/>
              <a:ext cx="59" cy="240"/>
            </a:xfrm>
            <a:prstGeom prst="line">
              <a:avLst/>
            </a:prstGeom>
            <a:ln w="19050" cap="flat" cmpd="sng">
              <a:solidFill>
                <a:schemeClr val="tx1"/>
              </a:solidFill>
              <a:prstDash val="solid"/>
              <a:headEnd type="none" w="med" len="med"/>
              <a:tailEnd type="none" w="med" len="med"/>
            </a:ln>
          </p:spPr>
        </p:sp>
        <p:sp>
          <p:nvSpPr>
            <p:cNvPr id="88113" name="Line 86"/>
            <p:cNvSpPr/>
            <p:nvPr/>
          </p:nvSpPr>
          <p:spPr>
            <a:xfrm>
              <a:off x="3648" y="3264"/>
              <a:ext cx="527" cy="0"/>
            </a:xfrm>
            <a:prstGeom prst="line">
              <a:avLst/>
            </a:prstGeom>
            <a:ln w="19050" cap="flat" cmpd="sng">
              <a:solidFill>
                <a:schemeClr val="tx1"/>
              </a:solidFill>
              <a:prstDash val="solid"/>
              <a:headEnd type="none" w="med" len="med"/>
              <a:tailEnd type="none" w="med" len="med"/>
            </a:ln>
          </p:spPr>
        </p:sp>
        <p:sp>
          <p:nvSpPr>
            <p:cNvPr id="88114" name="Line 87"/>
            <p:cNvSpPr/>
            <p:nvPr/>
          </p:nvSpPr>
          <p:spPr>
            <a:xfrm>
              <a:off x="4174" y="3264"/>
              <a:ext cx="59" cy="240"/>
            </a:xfrm>
            <a:prstGeom prst="line">
              <a:avLst/>
            </a:prstGeom>
            <a:ln w="19050" cap="flat" cmpd="sng">
              <a:solidFill>
                <a:schemeClr val="tx1"/>
              </a:solidFill>
              <a:prstDash val="solid"/>
              <a:headEnd type="none" w="med" len="med"/>
              <a:tailEnd type="none" w="med" len="med"/>
            </a:ln>
          </p:spPr>
        </p:sp>
        <p:sp>
          <p:nvSpPr>
            <p:cNvPr id="88115" name="Line 88"/>
            <p:cNvSpPr/>
            <p:nvPr/>
          </p:nvSpPr>
          <p:spPr>
            <a:xfrm>
              <a:off x="4214" y="3504"/>
              <a:ext cx="527" cy="0"/>
            </a:xfrm>
            <a:prstGeom prst="line">
              <a:avLst/>
            </a:prstGeom>
            <a:ln w="19050" cap="flat" cmpd="sng">
              <a:solidFill>
                <a:schemeClr val="tx1"/>
              </a:solidFill>
              <a:prstDash val="solid"/>
              <a:headEnd type="none" w="med" len="med"/>
              <a:tailEnd type="none" w="med" len="med"/>
            </a:ln>
          </p:spPr>
        </p:sp>
        <p:sp>
          <p:nvSpPr>
            <p:cNvPr id="88116" name="Line 89"/>
            <p:cNvSpPr/>
            <p:nvPr/>
          </p:nvSpPr>
          <p:spPr>
            <a:xfrm flipV="1">
              <a:off x="4741" y="3264"/>
              <a:ext cx="59" cy="240"/>
            </a:xfrm>
            <a:prstGeom prst="line">
              <a:avLst/>
            </a:prstGeom>
            <a:ln w="19050" cap="flat" cmpd="sng">
              <a:solidFill>
                <a:srgbClr val="0000FF"/>
              </a:solidFill>
              <a:prstDash val="solid"/>
              <a:headEnd type="none" w="med" len="med"/>
              <a:tailEnd type="none" w="med" len="med"/>
            </a:ln>
          </p:spPr>
        </p:sp>
        <p:sp>
          <p:nvSpPr>
            <p:cNvPr id="88117" name="Line 90"/>
            <p:cNvSpPr/>
            <p:nvPr/>
          </p:nvSpPr>
          <p:spPr>
            <a:xfrm>
              <a:off x="4801" y="3264"/>
              <a:ext cx="527" cy="0"/>
            </a:xfrm>
            <a:prstGeom prst="line">
              <a:avLst/>
            </a:prstGeom>
            <a:ln w="19050" cap="flat" cmpd="sng">
              <a:solidFill>
                <a:schemeClr val="tx1"/>
              </a:solidFill>
              <a:prstDash val="solid"/>
              <a:headEnd type="none" w="med" len="med"/>
              <a:tailEnd type="none" w="med" len="med"/>
            </a:ln>
          </p:spPr>
        </p:sp>
        <p:sp>
          <p:nvSpPr>
            <p:cNvPr id="88118" name="Line 91"/>
            <p:cNvSpPr/>
            <p:nvPr/>
          </p:nvSpPr>
          <p:spPr>
            <a:xfrm>
              <a:off x="587" y="3840"/>
              <a:ext cx="1813" cy="0"/>
            </a:xfrm>
            <a:prstGeom prst="line">
              <a:avLst/>
            </a:prstGeom>
            <a:ln w="19050" cap="flat" cmpd="sng">
              <a:solidFill>
                <a:schemeClr val="tx1"/>
              </a:solidFill>
              <a:prstDash val="solid"/>
              <a:headEnd type="none" w="med" len="med"/>
              <a:tailEnd type="none" w="med" len="med"/>
            </a:ln>
          </p:spPr>
        </p:sp>
        <p:sp>
          <p:nvSpPr>
            <p:cNvPr id="88119" name="Line 92"/>
            <p:cNvSpPr/>
            <p:nvPr/>
          </p:nvSpPr>
          <p:spPr>
            <a:xfrm flipV="1">
              <a:off x="2400" y="3600"/>
              <a:ext cx="98" cy="240"/>
            </a:xfrm>
            <a:prstGeom prst="line">
              <a:avLst/>
            </a:prstGeom>
            <a:ln w="19050" cap="flat" cmpd="sng">
              <a:solidFill>
                <a:schemeClr val="tx1"/>
              </a:solidFill>
              <a:prstDash val="solid"/>
              <a:headEnd type="none" w="med" len="med"/>
              <a:tailEnd type="none" w="med" len="med"/>
            </a:ln>
          </p:spPr>
        </p:sp>
        <p:sp>
          <p:nvSpPr>
            <p:cNvPr id="88120" name="Line 93"/>
            <p:cNvSpPr/>
            <p:nvPr/>
          </p:nvSpPr>
          <p:spPr>
            <a:xfrm>
              <a:off x="2496" y="3600"/>
              <a:ext cx="1104" cy="0"/>
            </a:xfrm>
            <a:prstGeom prst="line">
              <a:avLst/>
            </a:prstGeom>
            <a:ln w="19050" cap="flat" cmpd="sng">
              <a:solidFill>
                <a:schemeClr val="tx1"/>
              </a:solidFill>
              <a:prstDash val="solid"/>
              <a:headEnd type="none" w="med" len="med"/>
              <a:tailEnd type="none" w="med" len="med"/>
            </a:ln>
          </p:spPr>
        </p:sp>
        <p:sp>
          <p:nvSpPr>
            <p:cNvPr id="88121" name="Line 94"/>
            <p:cNvSpPr/>
            <p:nvPr/>
          </p:nvSpPr>
          <p:spPr>
            <a:xfrm>
              <a:off x="3598" y="3600"/>
              <a:ext cx="98" cy="240"/>
            </a:xfrm>
            <a:prstGeom prst="line">
              <a:avLst/>
            </a:prstGeom>
            <a:ln w="19050" cap="flat" cmpd="sng">
              <a:solidFill>
                <a:schemeClr val="tx1"/>
              </a:solidFill>
              <a:prstDash val="solid"/>
              <a:headEnd type="none" w="med" len="med"/>
              <a:tailEnd type="none" w="med" len="med"/>
            </a:ln>
          </p:spPr>
        </p:sp>
        <p:sp>
          <p:nvSpPr>
            <p:cNvPr id="88122" name="Line 95"/>
            <p:cNvSpPr/>
            <p:nvPr/>
          </p:nvSpPr>
          <p:spPr>
            <a:xfrm>
              <a:off x="3696" y="3840"/>
              <a:ext cx="1104" cy="0"/>
            </a:xfrm>
            <a:prstGeom prst="line">
              <a:avLst/>
            </a:prstGeom>
            <a:ln w="19050" cap="flat" cmpd="sng">
              <a:solidFill>
                <a:schemeClr val="tx1"/>
              </a:solidFill>
              <a:prstDash val="solid"/>
              <a:headEnd type="none" w="med" len="med"/>
              <a:tailEnd type="none" w="med" len="med"/>
            </a:ln>
          </p:spPr>
        </p:sp>
        <p:sp>
          <p:nvSpPr>
            <p:cNvPr id="88123" name="Line 96"/>
            <p:cNvSpPr/>
            <p:nvPr/>
          </p:nvSpPr>
          <p:spPr>
            <a:xfrm flipV="1">
              <a:off x="4798" y="3600"/>
              <a:ext cx="98" cy="240"/>
            </a:xfrm>
            <a:prstGeom prst="line">
              <a:avLst/>
            </a:prstGeom>
            <a:ln w="19050" cap="flat" cmpd="sng">
              <a:solidFill>
                <a:schemeClr val="tx1"/>
              </a:solidFill>
              <a:prstDash val="solid"/>
              <a:headEnd type="none" w="med" len="med"/>
              <a:tailEnd type="none" w="med" len="med"/>
            </a:ln>
          </p:spPr>
        </p:sp>
        <p:sp>
          <p:nvSpPr>
            <p:cNvPr id="88124" name="Line 97"/>
            <p:cNvSpPr/>
            <p:nvPr/>
          </p:nvSpPr>
          <p:spPr>
            <a:xfrm>
              <a:off x="4896" y="3600"/>
              <a:ext cx="527" cy="0"/>
            </a:xfrm>
            <a:prstGeom prst="line">
              <a:avLst/>
            </a:prstGeom>
            <a:ln w="19050" cap="flat" cmpd="sng">
              <a:solidFill>
                <a:schemeClr val="tx1"/>
              </a:solidFill>
              <a:prstDash val="solid"/>
              <a:headEnd type="none" w="med" len="med"/>
              <a:tailEnd type="none" w="med" len="med"/>
            </a:ln>
          </p:spPr>
        </p:sp>
        <p:sp>
          <p:nvSpPr>
            <p:cNvPr id="88125" name="Text Box 98"/>
            <p:cNvSpPr txBox="1"/>
            <p:nvPr/>
          </p:nvSpPr>
          <p:spPr>
            <a:xfrm>
              <a:off x="192" y="3312"/>
              <a:ext cx="468" cy="31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8126" name="Text Box 99"/>
            <p:cNvSpPr txBox="1"/>
            <p:nvPr/>
          </p:nvSpPr>
          <p:spPr>
            <a:xfrm>
              <a:off x="288" y="3648"/>
              <a:ext cx="187" cy="30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8127" name="Line 100"/>
            <p:cNvSpPr/>
            <p:nvPr/>
          </p:nvSpPr>
          <p:spPr>
            <a:xfrm flipH="1">
              <a:off x="1269" y="2592"/>
              <a:ext cx="0" cy="816"/>
            </a:xfrm>
            <a:prstGeom prst="line">
              <a:avLst/>
            </a:prstGeom>
            <a:ln w="19050" cap="flat" cmpd="sng">
              <a:solidFill>
                <a:schemeClr val="tx1"/>
              </a:solidFill>
              <a:prstDash val="dash"/>
              <a:headEnd type="none" w="med" len="med"/>
              <a:tailEnd type="none" w="med" len="med"/>
            </a:ln>
          </p:spPr>
        </p:sp>
        <p:sp>
          <p:nvSpPr>
            <p:cNvPr id="88128" name="Line 101"/>
            <p:cNvSpPr/>
            <p:nvPr/>
          </p:nvSpPr>
          <p:spPr>
            <a:xfrm flipH="1">
              <a:off x="2407" y="2448"/>
              <a:ext cx="0" cy="912"/>
            </a:xfrm>
            <a:prstGeom prst="line">
              <a:avLst/>
            </a:prstGeom>
            <a:ln w="19050" cap="flat" cmpd="sng">
              <a:solidFill>
                <a:schemeClr val="tx1"/>
              </a:solidFill>
              <a:prstDash val="dash"/>
              <a:headEnd type="none" w="med" len="med"/>
              <a:tailEnd type="none" w="med" len="med"/>
            </a:ln>
          </p:spPr>
        </p:sp>
        <p:sp>
          <p:nvSpPr>
            <p:cNvPr id="88129" name="Line 102"/>
            <p:cNvSpPr/>
            <p:nvPr/>
          </p:nvSpPr>
          <p:spPr>
            <a:xfrm flipH="1">
              <a:off x="3600" y="2448"/>
              <a:ext cx="0" cy="912"/>
            </a:xfrm>
            <a:prstGeom prst="line">
              <a:avLst/>
            </a:prstGeom>
            <a:ln w="19050" cap="flat" cmpd="sng">
              <a:solidFill>
                <a:schemeClr val="tx1"/>
              </a:solidFill>
              <a:prstDash val="dash"/>
              <a:headEnd type="none" w="med" len="med"/>
              <a:tailEnd type="none" w="med" len="med"/>
            </a:ln>
          </p:spPr>
        </p:sp>
        <p:sp>
          <p:nvSpPr>
            <p:cNvPr id="88130" name="Line 103"/>
            <p:cNvSpPr/>
            <p:nvPr/>
          </p:nvSpPr>
          <p:spPr>
            <a:xfrm flipH="1">
              <a:off x="4752" y="2448"/>
              <a:ext cx="0" cy="912"/>
            </a:xfrm>
            <a:prstGeom prst="line">
              <a:avLst/>
            </a:prstGeom>
            <a:ln w="19050" cap="flat" cmpd="sng">
              <a:solidFill>
                <a:schemeClr val="tx1"/>
              </a:solidFill>
              <a:prstDash val="dash"/>
              <a:headEnd type="none" w="med" len="med"/>
              <a:tailEnd type="none" w="med" len="med"/>
            </a:ln>
          </p:spPr>
        </p:sp>
        <p:sp>
          <p:nvSpPr>
            <p:cNvPr id="88131" name="Line 104"/>
            <p:cNvSpPr/>
            <p:nvPr/>
          </p:nvSpPr>
          <p:spPr>
            <a:xfrm>
              <a:off x="2400" y="3648"/>
              <a:ext cx="48" cy="96"/>
            </a:xfrm>
            <a:prstGeom prst="line">
              <a:avLst/>
            </a:prstGeom>
            <a:ln w="19050" cap="flat" cmpd="sng">
              <a:solidFill>
                <a:srgbClr val="0000FF"/>
              </a:solidFill>
              <a:prstDash val="solid"/>
              <a:headEnd type="none" w="med" len="med"/>
              <a:tailEnd type="triangle" w="med" len="med"/>
            </a:ln>
          </p:spPr>
        </p:sp>
        <p:sp>
          <p:nvSpPr>
            <p:cNvPr id="88132" name="Freeform 105"/>
            <p:cNvSpPr/>
            <p:nvPr/>
          </p:nvSpPr>
          <p:spPr>
            <a:xfrm>
              <a:off x="2384" y="3360"/>
              <a:ext cx="120" cy="288"/>
            </a:xfrm>
            <a:custGeom>
              <a:avLst/>
              <a:gdLst/>
              <a:ahLst/>
              <a:cxnLst>
                <a:cxn ang="0">
                  <a:pos x="64" y="0"/>
                </a:cxn>
                <a:cxn ang="0">
                  <a:pos x="112" y="96"/>
                </a:cxn>
                <a:cxn ang="0">
                  <a:pos x="16" y="192"/>
                </a:cxn>
                <a:cxn ang="0">
                  <a:pos x="16" y="288"/>
                </a:cxn>
              </a:cxnLst>
              <a:rect l="0" t="0" r="0" b="0"/>
              <a:pathLst>
                <a:path w="120" h="288">
                  <a:moveTo>
                    <a:pt x="64" y="0"/>
                  </a:moveTo>
                  <a:cubicBezTo>
                    <a:pt x="92" y="32"/>
                    <a:pt x="120" y="64"/>
                    <a:pt x="112" y="96"/>
                  </a:cubicBezTo>
                  <a:cubicBezTo>
                    <a:pt x="104" y="128"/>
                    <a:pt x="32" y="160"/>
                    <a:pt x="16" y="192"/>
                  </a:cubicBezTo>
                  <a:cubicBezTo>
                    <a:pt x="0" y="224"/>
                    <a:pt x="8" y="256"/>
                    <a:pt x="16" y="288"/>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88133" name="Line 106"/>
            <p:cNvSpPr/>
            <p:nvPr/>
          </p:nvSpPr>
          <p:spPr>
            <a:xfrm>
              <a:off x="3600" y="3696"/>
              <a:ext cx="48" cy="48"/>
            </a:xfrm>
            <a:prstGeom prst="line">
              <a:avLst/>
            </a:prstGeom>
            <a:ln w="19050" cap="flat" cmpd="sng">
              <a:solidFill>
                <a:srgbClr val="0000FF"/>
              </a:solidFill>
              <a:prstDash val="solid"/>
              <a:headEnd type="none" w="med" len="med"/>
              <a:tailEnd type="triangle" w="med" len="med"/>
            </a:ln>
          </p:spPr>
        </p:sp>
        <p:sp>
          <p:nvSpPr>
            <p:cNvPr id="88134" name="Freeform 107"/>
            <p:cNvSpPr/>
            <p:nvPr/>
          </p:nvSpPr>
          <p:spPr>
            <a:xfrm>
              <a:off x="3544" y="3360"/>
              <a:ext cx="120" cy="336"/>
            </a:xfrm>
            <a:custGeom>
              <a:avLst/>
              <a:gdLst/>
              <a:ahLst/>
              <a:cxnLst>
                <a:cxn ang="0">
                  <a:pos x="104" y="0"/>
                </a:cxn>
                <a:cxn ang="0">
                  <a:pos x="104" y="96"/>
                </a:cxn>
                <a:cxn ang="0">
                  <a:pos x="8" y="288"/>
                </a:cxn>
                <a:cxn ang="0">
                  <a:pos x="56" y="336"/>
                </a:cxn>
              </a:cxnLst>
              <a:rect l="0" t="0" r="0" b="0"/>
              <a:pathLst>
                <a:path w="120" h="336">
                  <a:moveTo>
                    <a:pt x="104" y="0"/>
                  </a:moveTo>
                  <a:cubicBezTo>
                    <a:pt x="112" y="24"/>
                    <a:pt x="120" y="48"/>
                    <a:pt x="104" y="96"/>
                  </a:cubicBezTo>
                  <a:cubicBezTo>
                    <a:pt x="88" y="144"/>
                    <a:pt x="16" y="248"/>
                    <a:pt x="8" y="288"/>
                  </a:cubicBezTo>
                  <a:cubicBezTo>
                    <a:pt x="0" y="328"/>
                    <a:pt x="28" y="332"/>
                    <a:pt x="56" y="336"/>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88135" name="Line 108"/>
            <p:cNvSpPr/>
            <p:nvPr/>
          </p:nvSpPr>
          <p:spPr>
            <a:xfrm>
              <a:off x="4800" y="3648"/>
              <a:ext cx="48" cy="96"/>
            </a:xfrm>
            <a:prstGeom prst="line">
              <a:avLst/>
            </a:prstGeom>
            <a:ln w="19050" cap="flat" cmpd="sng">
              <a:solidFill>
                <a:srgbClr val="0000FF"/>
              </a:solidFill>
              <a:prstDash val="solid"/>
              <a:headEnd type="none" w="med" len="med"/>
              <a:tailEnd type="triangle" w="med" len="med"/>
            </a:ln>
          </p:spPr>
        </p:sp>
        <p:sp>
          <p:nvSpPr>
            <p:cNvPr id="88136" name="Freeform 109"/>
            <p:cNvSpPr/>
            <p:nvPr/>
          </p:nvSpPr>
          <p:spPr>
            <a:xfrm>
              <a:off x="4792" y="3360"/>
              <a:ext cx="56" cy="288"/>
            </a:xfrm>
            <a:custGeom>
              <a:avLst/>
              <a:gdLst/>
              <a:ahLst/>
              <a:cxnLst>
                <a:cxn ang="0">
                  <a:pos x="8" y="0"/>
                </a:cxn>
                <a:cxn ang="0">
                  <a:pos x="56" y="96"/>
                </a:cxn>
                <a:cxn ang="0">
                  <a:pos x="8" y="192"/>
                </a:cxn>
                <a:cxn ang="0">
                  <a:pos x="8" y="288"/>
                </a:cxn>
              </a:cxnLst>
              <a:rect l="0" t="0" r="0" b="0"/>
              <a:pathLst>
                <a:path w="56" h="288">
                  <a:moveTo>
                    <a:pt x="8" y="0"/>
                  </a:moveTo>
                  <a:cubicBezTo>
                    <a:pt x="32" y="32"/>
                    <a:pt x="56" y="64"/>
                    <a:pt x="56" y="96"/>
                  </a:cubicBezTo>
                  <a:cubicBezTo>
                    <a:pt x="56" y="128"/>
                    <a:pt x="16" y="160"/>
                    <a:pt x="8" y="192"/>
                  </a:cubicBezTo>
                  <a:cubicBezTo>
                    <a:pt x="0" y="224"/>
                    <a:pt x="4" y="256"/>
                    <a:pt x="8" y="288"/>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88137" name="Text Box 110"/>
            <p:cNvSpPr txBox="1"/>
            <p:nvPr/>
          </p:nvSpPr>
          <p:spPr>
            <a:xfrm>
              <a:off x="2064" y="3974"/>
              <a:ext cx="1534" cy="31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d</a:t>
              </a:r>
              <a:r>
                <a:rPr lang="zh-CN" altLang="en-US" sz="1800" dirty="0">
                  <a:solidFill>
                    <a:schemeClr val="tx1"/>
                  </a:solidFill>
                  <a:latin typeface="华文新魏" panose="02010800040101010101" pitchFamily="2" charset="-122"/>
                  <a:ea typeface="华文新魏" panose="02010800040101010101" pitchFamily="2" charset="-122"/>
                </a:rPr>
                <a:t>）工作时序图</a:t>
              </a: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88068" name="组合 1"/>
          <p:cNvGrpSpPr/>
          <p:nvPr/>
        </p:nvGrpSpPr>
        <p:grpSpPr>
          <a:xfrm>
            <a:off x="2408238" y="2994025"/>
            <a:ext cx="153987" cy="501650"/>
            <a:chOff x="1608345" y="2993232"/>
            <a:chExt cx="152536" cy="442614"/>
          </a:xfrm>
        </p:grpSpPr>
        <p:sp>
          <p:nvSpPr>
            <p:cNvPr id="88069" name="Freeform 105"/>
            <p:cNvSpPr/>
            <p:nvPr/>
          </p:nvSpPr>
          <p:spPr>
            <a:xfrm>
              <a:off x="1608345" y="2993232"/>
              <a:ext cx="152536" cy="342900"/>
            </a:xfrm>
            <a:custGeom>
              <a:avLst/>
              <a:gdLst/>
              <a:ahLst/>
              <a:cxnLst>
                <a:cxn ang="0">
                  <a:pos x="2147483646" y="0"/>
                </a:cxn>
                <a:cxn ang="0">
                  <a:pos x="2147483646" y="2147483646"/>
                </a:cxn>
                <a:cxn ang="0">
                  <a:pos x="2147483646" y="2147483646"/>
                </a:cxn>
                <a:cxn ang="0">
                  <a:pos x="2147483646" y="2147483646"/>
                </a:cxn>
              </a:cxnLst>
              <a:rect l="0" t="0" r="0" b="0"/>
              <a:pathLst>
                <a:path w="120" h="288">
                  <a:moveTo>
                    <a:pt x="64" y="0"/>
                  </a:moveTo>
                  <a:cubicBezTo>
                    <a:pt x="92" y="32"/>
                    <a:pt x="120" y="64"/>
                    <a:pt x="112" y="96"/>
                  </a:cubicBezTo>
                  <a:cubicBezTo>
                    <a:pt x="104" y="128"/>
                    <a:pt x="32" y="160"/>
                    <a:pt x="16" y="192"/>
                  </a:cubicBezTo>
                  <a:cubicBezTo>
                    <a:pt x="0" y="224"/>
                    <a:pt x="8" y="256"/>
                    <a:pt x="16" y="288"/>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88070" name="Line 104"/>
            <p:cNvSpPr/>
            <p:nvPr/>
          </p:nvSpPr>
          <p:spPr>
            <a:xfrm>
              <a:off x="1630666" y="3321546"/>
              <a:ext cx="61014" cy="114300"/>
            </a:xfrm>
            <a:prstGeom prst="line">
              <a:avLst/>
            </a:prstGeom>
            <a:ln w="19050" cap="flat" cmpd="sng">
              <a:solidFill>
                <a:srgbClr val="0000FF"/>
              </a:solidFill>
              <a:prstDash val="solid"/>
              <a:headEnd type="none" w="med" len="med"/>
              <a:tailEnd type="triangle" w="med" len="med"/>
            </a:ln>
          </p:spPr>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p:cNvSpPr>
          <p:nvPr>
            <p:ph type="title"/>
          </p:nvPr>
        </p:nvSpPr>
        <p:spPr>
          <a:xfrm>
            <a:off x="538163" y="673100"/>
            <a:ext cx="5562600" cy="40005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9</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T</a:t>
            </a:r>
            <a:r>
              <a:rPr lang="zh-CN" altLang="en-US" sz="1800" b="1" dirty="0">
                <a:latin typeface="华文新魏" panose="02010800040101010101" pitchFamily="2" charset="-122"/>
                <a:ea typeface="华文新魏" panose="02010800040101010101" pitchFamily="2" charset="-122"/>
              </a:rPr>
              <a:t>触发器 </a:t>
            </a:r>
            <a:r>
              <a:rPr lang="en-US" altLang="zh-CN" sz="1800" b="1" i="1" dirty="0">
                <a:latin typeface="华文新魏" panose="02010800040101010101" pitchFamily="2" charset="-122"/>
                <a:ea typeface="华文新魏" panose="02010800040101010101" pitchFamily="2" charset="-122"/>
              </a:rPr>
              <a:t>T Flip-flop</a:t>
            </a:r>
            <a:endParaRPr lang="en-US" altLang="zh-CN" sz="1800" b="1" i="1" dirty="0">
              <a:latin typeface="华文新魏" panose="02010800040101010101" pitchFamily="2" charset="-122"/>
              <a:ea typeface="华文新魏" panose="02010800040101010101" pitchFamily="2" charset="-122"/>
            </a:endParaRPr>
          </a:p>
        </p:txBody>
      </p:sp>
      <p:sp>
        <p:nvSpPr>
          <p:cNvPr id="89091" name="Text Box 4"/>
          <p:cNvSpPr txBox="1"/>
          <p:nvPr/>
        </p:nvSpPr>
        <p:spPr>
          <a:xfrm>
            <a:off x="898525" y="1130935"/>
            <a:ext cx="6826250" cy="645160"/>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触发器是一个计数触发器，其功能为：</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accent2"/>
                </a:solidFill>
                <a:latin typeface="华文新魏" panose="02010800040101010101" pitchFamily="2" charset="-122"/>
                <a:ea typeface="华文新魏" panose="02010800040101010101" pitchFamily="2" charset="-122"/>
              </a:rPr>
              <a:t>当</a:t>
            </a:r>
            <a:r>
              <a:rPr lang="en-US" altLang="zh-CN" sz="1800" b="1" dirty="0">
                <a:solidFill>
                  <a:schemeClr val="accent2"/>
                </a:solidFill>
                <a:latin typeface="华文新魏" panose="02010800040101010101" pitchFamily="2" charset="-122"/>
                <a:ea typeface="华文新魏" panose="02010800040101010101" pitchFamily="2" charset="-122"/>
              </a:rPr>
              <a:t>T=1</a:t>
            </a:r>
            <a:r>
              <a:rPr lang="zh-CN" altLang="en-US" sz="1800" b="1" dirty="0">
                <a:solidFill>
                  <a:schemeClr val="accent2"/>
                </a:solidFill>
                <a:latin typeface="华文新魏" panose="02010800040101010101" pitchFamily="2" charset="-122"/>
                <a:ea typeface="华文新魏" panose="02010800040101010101" pitchFamily="2" charset="-122"/>
              </a:rPr>
              <a:t>时</a:t>
            </a:r>
            <a:r>
              <a:rPr lang="zh-CN" altLang="en-US"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每来一个计数脉冲</a:t>
            </a:r>
            <a:r>
              <a:rPr lang="en-US" altLang="zh-CN" sz="1800" b="1" dirty="0">
                <a:solidFill>
                  <a:srgbClr val="FF0000"/>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accent2"/>
                </a:solidFill>
                <a:latin typeface="华文新魏" panose="02010800040101010101" pitchFamily="2" charset="-122"/>
                <a:ea typeface="华文新魏" panose="02010800040101010101" pitchFamily="2" charset="-122"/>
              </a:rPr>
              <a:t>输出就变反一次。</a:t>
            </a:r>
            <a:endParaRPr lang="zh-CN" altLang="en-US" sz="1800" b="1" dirty="0">
              <a:solidFill>
                <a:schemeClr val="accent2"/>
              </a:solidFill>
              <a:latin typeface="华文新魏" panose="02010800040101010101" pitchFamily="2" charset="-122"/>
              <a:ea typeface="华文新魏" panose="02010800040101010101" pitchFamily="2" charset="-122"/>
            </a:endParaRPr>
          </a:p>
        </p:txBody>
      </p:sp>
      <p:sp>
        <p:nvSpPr>
          <p:cNvPr id="89092" name="Text Box 5"/>
          <p:cNvSpPr txBox="1"/>
          <p:nvPr/>
        </p:nvSpPr>
        <p:spPr>
          <a:xfrm>
            <a:off x="847725" y="3789363"/>
            <a:ext cx="2133600" cy="368300"/>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89093" name="Rectangle 7"/>
          <p:cNvSpPr/>
          <p:nvPr/>
        </p:nvSpPr>
        <p:spPr>
          <a:xfrm>
            <a:off x="1597025" y="2449513"/>
            <a:ext cx="882650" cy="974725"/>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9094" name="Text Box 8"/>
          <p:cNvSpPr txBox="1"/>
          <p:nvPr/>
        </p:nvSpPr>
        <p:spPr>
          <a:xfrm>
            <a:off x="1541463" y="2471738"/>
            <a:ext cx="1201737" cy="36512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T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9095" name="Line 9"/>
          <p:cNvSpPr/>
          <p:nvPr/>
        </p:nvSpPr>
        <p:spPr>
          <a:xfrm>
            <a:off x="2476500" y="2673350"/>
            <a:ext cx="570230" cy="635"/>
          </a:xfrm>
          <a:prstGeom prst="line">
            <a:avLst/>
          </a:prstGeom>
          <a:ln w="19050" cap="flat" cmpd="sng">
            <a:solidFill>
              <a:schemeClr val="tx1"/>
            </a:solidFill>
            <a:prstDash val="solid"/>
            <a:headEnd type="none" w="med" len="med"/>
            <a:tailEnd type="none" w="med" len="med"/>
          </a:ln>
        </p:spPr>
      </p:sp>
      <p:sp>
        <p:nvSpPr>
          <p:cNvPr id="89096" name="Oval 10"/>
          <p:cNvSpPr/>
          <p:nvPr/>
        </p:nvSpPr>
        <p:spPr>
          <a:xfrm flipH="1">
            <a:off x="2478088" y="3100388"/>
            <a:ext cx="107950" cy="80962"/>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9097" name="Text Box 11"/>
          <p:cNvSpPr txBox="1"/>
          <p:nvPr/>
        </p:nvSpPr>
        <p:spPr>
          <a:xfrm>
            <a:off x="1547813" y="2943225"/>
            <a:ext cx="641350" cy="365125"/>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9098" name="Text Box 12"/>
          <p:cNvSpPr txBox="1"/>
          <p:nvPr/>
        </p:nvSpPr>
        <p:spPr>
          <a:xfrm>
            <a:off x="1392238" y="2935288"/>
            <a:ext cx="411162" cy="365125"/>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9099" name="Text Box 13"/>
          <p:cNvSpPr txBox="1"/>
          <p:nvPr/>
        </p:nvSpPr>
        <p:spPr>
          <a:xfrm>
            <a:off x="2211388" y="2935288"/>
            <a:ext cx="296862" cy="365125"/>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9100" name="Line 14"/>
          <p:cNvSpPr/>
          <p:nvPr/>
        </p:nvSpPr>
        <p:spPr>
          <a:xfrm flipV="1">
            <a:off x="1010285" y="3131185"/>
            <a:ext cx="574040" cy="10795"/>
          </a:xfrm>
          <a:prstGeom prst="line">
            <a:avLst/>
          </a:prstGeom>
          <a:ln w="19050" cap="flat" cmpd="sng">
            <a:solidFill>
              <a:schemeClr val="tx1"/>
            </a:solidFill>
            <a:prstDash val="solid"/>
            <a:headEnd type="none" w="med" len="med"/>
            <a:tailEnd type="none" w="med" len="med"/>
          </a:ln>
        </p:spPr>
      </p:sp>
      <p:sp>
        <p:nvSpPr>
          <p:cNvPr id="89101" name="Line 15"/>
          <p:cNvSpPr/>
          <p:nvPr/>
        </p:nvSpPr>
        <p:spPr>
          <a:xfrm flipV="1">
            <a:off x="2586355" y="3131185"/>
            <a:ext cx="518795" cy="10160"/>
          </a:xfrm>
          <a:prstGeom prst="line">
            <a:avLst/>
          </a:prstGeom>
          <a:ln w="19050" cap="flat" cmpd="sng">
            <a:solidFill>
              <a:schemeClr val="tx1"/>
            </a:solidFill>
            <a:prstDash val="solid"/>
            <a:headEnd type="none" w="med" len="med"/>
            <a:tailEnd type="none" w="med" len="med"/>
          </a:ln>
        </p:spPr>
      </p:sp>
      <p:sp>
        <p:nvSpPr>
          <p:cNvPr id="89102" name="Line 16"/>
          <p:cNvSpPr/>
          <p:nvPr/>
        </p:nvSpPr>
        <p:spPr>
          <a:xfrm>
            <a:off x="1009650" y="2673350"/>
            <a:ext cx="592455" cy="635"/>
          </a:xfrm>
          <a:prstGeom prst="line">
            <a:avLst/>
          </a:prstGeom>
          <a:ln w="19050" cap="flat" cmpd="sng">
            <a:solidFill>
              <a:schemeClr val="tx1"/>
            </a:solidFill>
            <a:prstDash val="solid"/>
            <a:headEnd type="none" w="med" len="med"/>
            <a:tailEnd type="none" w="med" len="med"/>
          </a:ln>
        </p:spPr>
      </p:sp>
      <p:sp>
        <p:nvSpPr>
          <p:cNvPr id="89103" name="Text Box 30"/>
          <p:cNvSpPr txBox="1"/>
          <p:nvPr/>
        </p:nvSpPr>
        <p:spPr>
          <a:xfrm>
            <a:off x="5194300" y="3836988"/>
            <a:ext cx="144653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157815" name="Group 119"/>
          <p:cNvGraphicFramePr>
            <a:graphicFrameLocks noGrp="1"/>
          </p:cNvGraphicFramePr>
          <p:nvPr>
            <p:custDataLst>
              <p:tags r:id="rId1"/>
            </p:custDataLst>
          </p:nvPr>
        </p:nvGraphicFramePr>
        <p:xfrm>
          <a:off x="4691063" y="2109788"/>
          <a:ext cx="2819400" cy="1485900"/>
        </p:xfrm>
        <a:graphic>
          <a:graphicData uri="http://schemas.openxmlformats.org/drawingml/2006/table">
            <a:tbl>
              <a:tblPr/>
              <a:tblGrid>
                <a:gridCol w="1295400"/>
                <a:gridCol w="1524000"/>
              </a:tblGrid>
              <a:tr h="351235">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T   CLK   </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134665">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d</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 变反</a:t>
                      </a:r>
                      <a:endParaRPr kumimoji="1" lang="zh-CN" altLang="en-US" sz="18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9115" name="Group 25"/>
          <p:cNvGrpSpPr/>
          <p:nvPr/>
        </p:nvGrpSpPr>
        <p:grpSpPr>
          <a:xfrm>
            <a:off x="5453063" y="3351213"/>
            <a:ext cx="217487" cy="115887"/>
            <a:chOff x="1486" y="1427"/>
            <a:chExt cx="137" cy="109"/>
          </a:xfrm>
        </p:grpSpPr>
        <p:sp>
          <p:nvSpPr>
            <p:cNvPr id="89116" name="Line 26"/>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9117" name="Line 27"/>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9118" name="Line 28"/>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p:cNvSpPr>
          <p:nvPr>
            <p:ph type="title"/>
          </p:nvPr>
        </p:nvSpPr>
        <p:spPr>
          <a:xfrm>
            <a:off x="609600" y="530225"/>
            <a:ext cx="5562600" cy="40005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9</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T</a:t>
            </a:r>
            <a:r>
              <a:rPr lang="zh-CN" altLang="en-US" sz="1800" b="1" dirty="0">
                <a:latin typeface="华文新魏" panose="02010800040101010101" pitchFamily="2" charset="-122"/>
                <a:ea typeface="华文新魏" panose="02010800040101010101" pitchFamily="2" charset="-122"/>
              </a:rPr>
              <a:t>触发器 </a:t>
            </a:r>
            <a:r>
              <a:rPr lang="en-US" altLang="zh-CN" sz="1800" b="1" i="1" dirty="0">
                <a:latin typeface="华文新魏" panose="02010800040101010101" pitchFamily="2" charset="-122"/>
                <a:ea typeface="华文新魏" panose="02010800040101010101" pitchFamily="2" charset="-122"/>
              </a:rPr>
              <a:t>T Flip-flop</a:t>
            </a:r>
            <a:endParaRPr lang="en-US" altLang="zh-CN" sz="1800" b="1" i="1" dirty="0">
              <a:latin typeface="华文新魏" panose="02010800040101010101" pitchFamily="2" charset="-122"/>
              <a:ea typeface="华文新魏" panose="02010800040101010101" pitchFamily="2" charset="-122"/>
            </a:endParaRPr>
          </a:p>
        </p:txBody>
      </p:sp>
      <p:sp>
        <p:nvSpPr>
          <p:cNvPr id="90115" name="Text Box 4"/>
          <p:cNvSpPr txBox="1"/>
          <p:nvPr/>
        </p:nvSpPr>
        <p:spPr>
          <a:xfrm>
            <a:off x="962660" y="913130"/>
            <a:ext cx="6554470" cy="645160"/>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触发器是一个计数触发器，其功能为：</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当</a:t>
            </a: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输入端为</a:t>
            </a:r>
            <a:r>
              <a:rPr lang="en-US" altLang="zh-CN" sz="1800" b="1" dirty="0">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时，每来一个计数脉冲</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，输出就变反一次。</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0116" name="Text Box 40"/>
          <p:cNvSpPr txBox="1"/>
          <p:nvPr/>
        </p:nvSpPr>
        <p:spPr>
          <a:xfrm>
            <a:off x="1618456" y="3497263"/>
            <a:ext cx="1794510" cy="368300"/>
          </a:xfrm>
          <a:prstGeom prst="rect">
            <a:avLst/>
          </a:prstGeom>
          <a:noFill/>
          <a:ln w="9525">
            <a:noFill/>
          </a:ln>
        </p:spPr>
        <p:txBody>
          <a:bodyPr wrap="none">
            <a:spAutoFit/>
          </a:bodyPr>
          <a:lstStyle/>
          <a:p>
            <a:pPr algn="ct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0117" name="Text Box 46"/>
          <p:cNvSpPr txBox="1"/>
          <p:nvPr/>
        </p:nvSpPr>
        <p:spPr>
          <a:xfrm>
            <a:off x="3823335" y="3497263"/>
            <a:ext cx="2474913" cy="368300"/>
          </a:xfrm>
          <a:prstGeom prst="rect">
            <a:avLst/>
          </a:prstGeom>
          <a:noFill/>
          <a:ln w="9525">
            <a:noFill/>
          </a:ln>
        </p:spPr>
        <p:txBody>
          <a:bodyPr>
            <a:spAutoFit/>
          </a:bodyPr>
          <a:lstStyle/>
          <a:p>
            <a:pPr algn="ct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简化次态真值表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157760" name="Group 64"/>
          <p:cNvGraphicFramePr>
            <a:graphicFrameLocks noGrp="1"/>
          </p:cNvGraphicFramePr>
          <p:nvPr/>
        </p:nvGraphicFramePr>
        <p:xfrm>
          <a:off x="1194118" y="1965325"/>
          <a:ext cx="2438400" cy="1530350"/>
        </p:xfrm>
        <a:graphic>
          <a:graphicData uri="http://schemas.openxmlformats.org/drawingml/2006/table">
            <a:tbl>
              <a:tblPr/>
              <a:tblGrid>
                <a:gridCol w="1295400"/>
                <a:gridCol w="1143000"/>
              </a:tblGrid>
              <a:tr h="354304">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T   Q   </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590" marB="34590"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a:t>
                      </a:r>
                      <a:r>
                        <a:rPr kumimoji="1" lang="zh-CN" altLang="en-US"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590" marB="34590"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176046">
                <a:tc>
                  <a:txBody>
                    <a:body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590" marB="34590"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590" marB="34590"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57809" name="Group 113"/>
          <p:cNvGraphicFramePr>
            <a:graphicFrameLocks noGrp="1"/>
          </p:cNvGraphicFramePr>
          <p:nvPr/>
        </p:nvGraphicFramePr>
        <p:xfrm>
          <a:off x="4061460" y="2224088"/>
          <a:ext cx="2057400" cy="955675"/>
        </p:xfrm>
        <a:graphic>
          <a:graphicData uri="http://schemas.openxmlformats.org/drawingml/2006/table">
            <a:tbl>
              <a:tblPr/>
              <a:tblGrid>
                <a:gridCol w="1093788"/>
                <a:gridCol w="963612"/>
              </a:tblGrid>
              <a:tr h="355069">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T   </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664" marB="34664"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a:t>
                      </a:r>
                      <a:r>
                        <a:rPr kumimoji="1" lang="zh-CN" altLang="en-US"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664" marB="34664"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600606">
                <a:tc>
                  <a:txBody>
                    <a:body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664" marB="34664"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Q</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/Q</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664" marB="34664"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90140" name="Group 117"/>
          <p:cNvGrpSpPr/>
          <p:nvPr/>
        </p:nvGrpSpPr>
        <p:grpSpPr>
          <a:xfrm>
            <a:off x="6172200" y="2431415"/>
            <a:ext cx="3331210" cy="916305"/>
            <a:chOff x="3618" y="3432"/>
            <a:chExt cx="2094" cy="770"/>
          </a:xfrm>
        </p:grpSpPr>
        <p:sp>
          <p:nvSpPr>
            <p:cNvPr id="90141" name="Text Box 39"/>
            <p:cNvSpPr txBox="1"/>
            <p:nvPr/>
          </p:nvSpPr>
          <p:spPr>
            <a:xfrm>
              <a:off x="3618" y="3432"/>
              <a:ext cx="2016" cy="309"/>
            </a:xfrm>
            <a:prstGeom prst="rect">
              <a:avLst/>
            </a:prstGeom>
            <a:noFill/>
            <a:ln w="9525">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 </a:t>
              </a:r>
              <a:r>
                <a:rPr lang="en-US" altLang="zh-CN" sz="1800" b="1" baseline="30000" dirty="0">
                  <a:solidFill>
                    <a:schemeClr val="tx1"/>
                  </a:solidFill>
                  <a:latin typeface="黑体" panose="02010609060101010101" pitchFamily="49" charset="-122"/>
                  <a:ea typeface="黑体" panose="02010609060101010101" pitchFamily="49" charset="-122"/>
                </a:rPr>
                <a:t>n</a:t>
              </a:r>
              <a:r>
                <a:rPr lang="zh-CN" altLang="en-US" sz="1800" b="1" baseline="30000" dirty="0">
                  <a:solidFill>
                    <a:schemeClr val="tx1"/>
                  </a:solidFill>
                  <a:latin typeface="黑体" panose="02010609060101010101" pitchFamily="49" charset="-122"/>
                  <a:ea typeface="黑体" panose="02010609060101010101" pitchFamily="49" charset="-122"/>
                </a:rPr>
                <a:t>＋</a:t>
              </a:r>
              <a:r>
                <a:rPr lang="en-US" altLang="zh-CN" sz="1800" b="1" baseline="30000" dirty="0">
                  <a:solidFill>
                    <a:schemeClr val="tx1"/>
                  </a:solidFill>
                  <a:latin typeface="黑体" panose="02010609060101010101" pitchFamily="49" charset="-122"/>
                  <a:ea typeface="黑体" panose="02010609060101010101" pitchFamily="49" charset="-122"/>
                </a:rPr>
                <a:t>1 </a:t>
              </a:r>
              <a:r>
                <a:rPr lang="en-US" altLang="zh-CN" sz="1800" b="1" dirty="0">
                  <a:solidFill>
                    <a:schemeClr val="tx1"/>
                  </a:solidFill>
                  <a:latin typeface="黑体" panose="02010609060101010101" pitchFamily="49" charset="-122"/>
                  <a:ea typeface="黑体" panose="02010609060101010101" pitchFamily="49" charset="-122"/>
                </a:rPr>
                <a:t> =T • Q + T • 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3304" name="Line 50"/>
            <p:cNvSpPr/>
            <p:nvPr/>
          </p:nvSpPr>
          <p:spPr>
            <a:xfrm>
              <a:off x="4416" y="3456"/>
              <a:ext cx="14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3305" name="Line 51"/>
            <p:cNvSpPr/>
            <p:nvPr/>
          </p:nvSpPr>
          <p:spPr>
            <a:xfrm>
              <a:off x="4723" y="3456"/>
              <a:ext cx="14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90144" name="Text Box 115"/>
            <p:cNvSpPr txBox="1"/>
            <p:nvPr/>
          </p:nvSpPr>
          <p:spPr>
            <a:xfrm>
              <a:off x="3984" y="3893"/>
              <a:ext cx="1728" cy="309"/>
            </a:xfrm>
            <a:prstGeom prst="rect">
              <a:avLst/>
            </a:prstGeom>
            <a:noFill/>
            <a:ln w="9525">
              <a:noFill/>
            </a:ln>
          </p:spPr>
          <p:txBody>
            <a:bodyPr>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(e)  </a:t>
              </a:r>
              <a:r>
                <a:rPr lang="zh-CN" altLang="en-US" sz="1800" b="1" dirty="0">
                  <a:solidFill>
                    <a:schemeClr val="tx1"/>
                  </a:solidFill>
                  <a:latin typeface="华文新魏" panose="02010800040101010101" pitchFamily="2" charset="-122"/>
                  <a:ea typeface="华文新魏" panose="02010800040101010101" pitchFamily="2" charset="-122"/>
                </a:rPr>
                <a:t>次态方程</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sp>
        <p:nvSpPr>
          <p:cNvPr id="13" name="文本框 12"/>
          <p:cNvSpPr txBox="1"/>
          <p:nvPr/>
        </p:nvSpPr>
        <p:spPr>
          <a:xfrm>
            <a:off x="2699792" y="4243943"/>
            <a:ext cx="2169184" cy="369332"/>
          </a:xfrm>
          <a:prstGeom prst="rect">
            <a:avLst/>
          </a:prstGeom>
          <a:noFill/>
        </p:spPr>
        <p:txBody>
          <a:bodyPr wrap="none" rtlCol="0">
            <a:spAutoFit/>
          </a:bodyPr>
          <a:lstStyle/>
          <a:p>
            <a:r>
              <a:rPr lang="zh-CN" altLang="en-US" sz="1800" b="1" dirty="0">
                <a:solidFill>
                  <a:srgbClr val="0000FF"/>
                </a:solidFill>
                <a:latin typeface="华文新魏" panose="02010800040101010101" pitchFamily="2" charset="-122"/>
                <a:ea typeface="华文新魏" panose="02010800040101010101" pitchFamily="2" charset="-122"/>
              </a:rPr>
              <a:t>如何构建</a:t>
            </a:r>
            <a:r>
              <a:rPr lang="en-US" altLang="zh-CN" sz="1800" b="1" dirty="0">
                <a:solidFill>
                  <a:srgbClr val="0000FF"/>
                </a:solidFill>
                <a:latin typeface="华文新魏" panose="02010800040101010101" pitchFamily="2" charset="-122"/>
                <a:ea typeface="华文新魏" panose="02010800040101010101" pitchFamily="2" charset="-122"/>
              </a:rPr>
              <a:t>T</a:t>
            </a:r>
            <a:r>
              <a:rPr lang="zh-CN" altLang="en-US" sz="1800" b="1" dirty="0">
                <a:solidFill>
                  <a:srgbClr val="0000FF"/>
                </a:solidFill>
                <a:latin typeface="华文新魏" panose="02010800040101010101" pitchFamily="2" charset="-122"/>
                <a:ea typeface="华文新魏" panose="02010800040101010101" pitchFamily="2" charset="-122"/>
              </a:rPr>
              <a:t>触发器？</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p:cNvSpPr>
          <p:nvPr>
            <p:ph type="title"/>
          </p:nvPr>
        </p:nvSpPr>
        <p:spPr>
          <a:xfrm>
            <a:off x="1203325" y="544513"/>
            <a:ext cx="3200400" cy="457200"/>
          </a:xfrm>
          <a:prstGeom prst="rect">
            <a:avLst/>
          </a:prstGeom>
          <a:noFill/>
          <a:ln>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T </a:t>
            </a:r>
            <a:r>
              <a:rPr lang="zh-CN" altLang="en-US" sz="2000" b="1" dirty="0">
                <a:latin typeface="华文新魏" panose="02010800040101010101" pitchFamily="2" charset="-122"/>
                <a:ea typeface="华文新魏" panose="02010800040101010101" pitchFamily="2" charset="-122"/>
              </a:rPr>
              <a:t>触发器的实现</a:t>
            </a:r>
            <a:endParaRPr lang="zh-CN" altLang="en-US" sz="2000" b="1" dirty="0">
              <a:latin typeface="华文新魏" panose="02010800040101010101" pitchFamily="2" charset="-122"/>
              <a:ea typeface="华文新魏" panose="02010800040101010101" pitchFamily="2" charset="-122"/>
            </a:endParaRPr>
          </a:p>
        </p:txBody>
      </p:sp>
      <p:sp>
        <p:nvSpPr>
          <p:cNvPr id="91139" name="Rectangle 30"/>
          <p:cNvSpPr/>
          <p:nvPr/>
        </p:nvSpPr>
        <p:spPr>
          <a:xfrm>
            <a:off x="6243638" y="1041400"/>
            <a:ext cx="847725" cy="914400"/>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40" name="Text Box 31"/>
          <p:cNvSpPr txBox="1"/>
          <p:nvPr/>
        </p:nvSpPr>
        <p:spPr>
          <a:xfrm>
            <a:off x="6194425" y="1079500"/>
            <a:ext cx="939800" cy="64135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1" name="Line 32"/>
          <p:cNvSpPr/>
          <p:nvPr/>
        </p:nvSpPr>
        <p:spPr>
          <a:xfrm>
            <a:off x="7092950" y="1212850"/>
            <a:ext cx="585788" cy="1588"/>
          </a:xfrm>
          <a:prstGeom prst="line">
            <a:avLst/>
          </a:prstGeom>
          <a:ln w="19050" cap="flat" cmpd="sng">
            <a:solidFill>
              <a:schemeClr val="tx1"/>
            </a:solidFill>
            <a:prstDash val="solid"/>
            <a:headEnd type="none" w="med" len="med"/>
            <a:tailEnd type="none" w="med" len="med"/>
          </a:ln>
        </p:spPr>
      </p:sp>
      <p:sp>
        <p:nvSpPr>
          <p:cNvPr id="91142" name="Oval 33"/>
          <p:cNvSpPr/>
          <p:nvPr/>
        </p:nvSpPr>
        <p:spPr>
          <a:xfrm flipH="1">
            <a:off x="7091363" y="1716088"/>
            <a:ext cx="100012" cy="80962"/>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1143" name="Text Box 34"/>
          <p:cNvSpPr txBox="1"/>
          <p:nvPr/>
        </p:nvSpPr>
        <p:spPr>
          <a:xfrm>
            <a:off x="6173788" y="1339850"/>
            <a:ext cx="6413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4" name="Text Box 35"/>
          <p:cNvSpPr txBox="1"/>
          <p:nvPr/>
        </p:nvSpPr>
        <p:spPr>
          <a:xfrm>
            <a:off x="6164263" y="1339850"/>
            <a:ext cx="2984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5" name="Text Box 36"/>
          <p:cNvSpPr txBox="1"/>
          <p:nvPr/>
        </p:nvSpPr>
        <p:spPr>
          <a:xfrm>
            <a:off x="6262688" y="1631950"/>
            <a:ext cx="2984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6" name="Text Box 37"/>
          <p:cNvSpPr txBox="1"/>
          <p:nvPr/>
        </p:nvSpPr>
        <p:spPr>
          <a:xfrm>
            <a:off x="6754813" y="1631950"/>
            <a:ext cx="2984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7" name="Line 38"/>
          <p:cNvSpPr/>
          <p:nvPr/>
        </p:nvSpPr>
        <p:spPr>
          <a:xfrm>
            <a:off x="5176838" y="1182688"/>
            <a:ext cx="1071562" cy="0"/>
          </a:xfrm>
          <a:prstGeom prst="line">
            <a:avLst/>
          </a:prstGeom>
          <a:ln w="19050" cap="flat" cmpd="sng">
            <a:solidFill>
              <a:schemeClr val="tx1"/>
            </a:solidFill>
            <a:prstDash val="solid"/>
            <a:headEnd type="none" w="med" len="med"/>
            <a:tailEnd type="none" w="med" len="med"/>
          </a:ln>
        </p:spPr>
      </p:sp>
      <p:sp>
        <p:nvSpPr>
          <p:cNvPr id="91148" name="Line 39"/>
          <p:cNvSpPr/>
          <p:nvPr/>
        </p:nvSpPr>
        <p:spPr>
          <a:xfrm>
            <a:off x="5164138" y="1513205"/>
            <a:ext cx="1071562" cy="0"/>
          </a:xfrm>
          <a:prstGeom prst="line">
            <a:avLst/>
          </a:prstGeom>
          <a:ln w="19050" cap="flat" cmpd="sng">
            <a:solidFill>
              <a:schemeClr val="tx1"/>
            </a:solidFill>
            <a:prstDash val="solid"/>
            <a:headEnd type="none" w="med" len="med"/>
            <a:tailEnd type="none" w="med" len="med"/>
          </a:ln>
        </p:spPr>
      </p:sp>
      <p:sp>
        <p:nvSpPr>
          <p:cNvPr id="91149" name="Line 40"/>
          <p:cNvSpPr/>
          <p:nvPr/>
        </p:nvSpPr>
        <p:spPr>
          <a:xfrm>
            <a:off x="7180263" y="1754188"/>
            <a:ext cx="498475" cy="0"/>
          </a:xfrm>
          <a:prstGeom prst="line">
            <a:avLst/>
          </a:prstGeom>
          <a:ln w="19050" cap="flat" cmpd="sng">
            <a:solidFill>
              <a:schemeClr val="tx1"/>
            </a:solidFill>
            <a:prstDash val="solid"/>
            <a:headEnd type="none" w="med" len="med"/>
            <a:tailEnd type="none" w="med" len="med"/>
          </a:ln>
        </p:spPr>
      </p:sp>
      <p:sp>
        <p:nvSpPr>
          <p:cNvPr id="91150" name="Line 41"/>
          <p:cNvSpPr/>
          <p:nvPr/>
        </p:nvSpPr>
        <p:spPr>
          <a:xfrm flipH="1">
            <a:off x="5805488" y="1787525"/>
            <a:ext cx="433387" cy="0"/>
          </a:xfrm>
          <a:prstGeom prst="line">
            <a:avLst/>
          </a:prstGeom>
          <a:ln w="19050" cap="flat" cmpd="sng">
            <a:solidFill>
              <a:schemeClr val="tx1"/>
            </a:solidFill>
            <a:prstDash val="solid"/>
            <a:headEnd type="none" w="med" len="med"/>
            <a:tailEnd type="none" w="med" len="med"/>
          </a:ln>
        </p:spPr>
      </p:sp>
      <p:sp>
        <p:nvSpPr>
          <p:cNvPr id="91151" name="Oval 42"/>
          <p:cNvSpPr/>
          <p:nvPr/>
        </p:nvSpPr>
        <p:spPr>
          <a:xfrm flipH="1">
            <a:off x="5777230" y="1158875"/>
            <a:ext cx="77788" cy="55563"/>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52" name="Line 43"/>
          <p:cNvSpPr/>
          <p:nvPr/>
        </p:nvSpPr>
        <p:spPr>
          <a:xfrm flipV="1">
            <a:off x="5816600" y="1214438"/>
            <a:ext cx="0" cy="573087"/>
          </a:xfrm>
          <a:prstGeom prst="line">
            <a:avLst/>
          </a:prstGeom>
          <a:ln w="19050" cap="flat" cmpd="sng">
            <a:solidFill>
              <a:schemeClr val="tx1"/>
            </a:solidFill>
            <a:prstDash val="solid"/>
            <a:headEnd type="none" w="med" len="med"/>
            <a:tailEnd type="none" w="med" len="med"/>
          </a:ln>
        </p:spPr>
      </p:sp>
      <p:sp>
        <p:nvSpPr>
          <p:cNvPr id="91153" name="Text Box 44"/>
          <p:cNvSpPr txBox="1"/>
          <p:nvPr/>
        </p:nvSpPr>
        <p:spPr>
          <a:xfrm>
            <a:off x="5487988" y="2247900"/>
            <a:ext cx="1858962" cy="366713"/>
          </a:xfrm>
          <a:prstGeom prst="rect">
            <a:avLst/>
          </a:prstGeom>
          <a:noFill/>
          <a:ln w="9525">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用</a:t>
            </a:r>
            <a:r>
              <a:rPr lang="en-US" altLang="zh-CN" sz="1800" dirty="0">
                <a:solidFill>
                  <a:schemeClr val="tx1"/>
                </a:solidFill>
                <a:latin typeface="华文新魏" panose="02010800040101010101" pitchFamily="2" charset="-122"/>
                <a:ea typeface="华文新魏" panose="02010800040101010101" pitchFamily="2" charset="-122"/>
              </a:rPr>
              <a:t>J-K</a:t>
            </a:r>
            <a:r>
              <a:rPr lang="zh-CN" altLang="en-US" sz="1800" dirty="0">
                <a:solidFill>
                  <a:schemeClr val="tx1"/>
                </a:solidFill>
                <a:latin typeface="华文新魏" panose="02010800040101010101" pitchFamily="2" charset="-122"/>
                <a:ea typeface="华文新魏" panose="02010800040101010101" pitchFamily="2" charset="-122"/>
              </a:rPr>
              <a:t>触发器实现</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91154" name="Text Box 45"/>
          <p:cNvSpPr txBox="1"/>
          <p:nvPr/>
        </p:nvSpPr>
        <p:spPr>
          <a:xfrm>
            <a:off x="4851400" y="989013"/>
            <a:ext cx="298450" cy="366712"/>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55" name="Text Box 46"/>
          <p:cNvSpPr txBox="1"/>
          <p:nvPr/>
        </p:nvSpPr>
        <p:spPr>
          <a:xfrm>
            <a:off x="4650740" y="1323023"/>
            <a:ext cx="527050" cy="366712"/>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56" name="Text Box 47"/>
          <p:cNvSpPr txBox="1"/>
          <p:nvPr/>
        </p:nvSpPr>
        <p:spPr>
          <a:xfrm>
            <a:off x="7710488" y="1020763"/>
            <a:ext cx="298450" cy="366712"/>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57" name="Text Box 48"/>
          <p:cNvSpPr txBox="1"/>
          <p:nvPr/>
        </p:nvSpPr>
        <p:spPr>
          <a:xfrm>
            <a:off x="7615238" y="1527175"/>
            <a:ext cx="4127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91158" name="Group 91"/>
          <p:cNvGrpSpPr/>
          <p:nvPr/>
        </p:nvGrpSpPr>
        <p:grpSpPr>
          <a:xfrm>
            <a:off x="1393825" y="2914650"/>
            <a:ext cx="6351588" cy="365125"/>
            <a:chOff x="503" y="2448"/>
            <a:chExt cx="4775" cy="307"/>
          </a:xfrm>
        </p:grpSpPr>
        <p:sp>
          <p:nvSpPr>
            <p:cNvPr id="91211" name="Line 49"/>
            <p:cNvSpPr/>
            <p:nvPr/>
          </p:nvSpPr>
          <p:spPr>
            <a:xfrm>
              <a:off x="1518" y="2688"/>
              <a:ext cx="315" cy="0"/>
            </a:xfrm>
            <a:prstGeom prst="line">
              <a:avLst/>
            </a:prstGeom>
            <a:ln w="28575" cap="flat" cmpd="sng">
              <a:solidFill>
                <a:srgbClr val="C00000"/>
              </a:solidFill>
              <a:prstDash val="solid"/>
              <a:headEnd type="none" w="med" len="med"/>
              <a:tailEnd type="none" w="med" len="med"/>
            </a:ln>
          </p:spPr>
        </p:sp>
        <p:sp>
          <p:nvSpPr>
            <p:cNvPr id="91212" name="Line 50"/>
            <p:cNvSpPr/>
            <p:nvPr/>
          </p:nvSpPr>
          <p:spPr>
            <a:xfrm flipV="1">
              <a:off x="1833" y="2496"/>
              <a:ext cx="0" cy="192"/>
            </a:xfrm>
            <a:prstGeom prst="line">
              <a:avLst/>
            </a:prstGeom>
            <a:ln w="28575" cap="flat" cmpd="sng">
              <a:solidFill>
                <a:srgbClr val="C00000"/>
              </a:solidFill>
              <a:prstDash val="solid"/>
              <a:headEnd type="none" w="med" len="med"/>
              <a:tailEnd type="none" w="med" len="med"/>
            </a:ln>
          </p:spPr>
        </p:sp>
        <p:sp>
          <p:nvSpPr>
            <p:cNvPr id="91213" name="Line 51"/>
            <p:cNvSpPr/>
            <p:nvPr/>
          </p:nvSpPr>
          <p:spPr>
            <a:xfrm>
              <a:off x="1833" y="2496"/>
              <a:ext cx="466" cy="0"/>
            </a:xfrm>
            <a:prstGeom prst="line">
              <a:avLst/>
            </a:prstGeom>
            <a:ln w="28575" cap="flat" cmpd="sng">
              <a:solidFill>
                <a:srgbClr val="C00000"/>
              </a:solidFill>
              <a:prstDash val="solid"/>
              <a:headEnd type="none" w="med" len="med"/>
              <a:tailEnd type="none" w="med" len="med"/>
            </a:ln>
          </p:spPr>
        </p:sp>
        <p:sp>
          <p:nvSpPr>
            <p:cNvPr id="91214" name="Line 52"/>
            <p:cNvSpPr/>
            <p:nvPr/>
          </p:nvSpPr>
          <p:spPr>
            <a:xfrm flipV="1">
              <a:off x="2299" y="2496"/>
              <a:ext cx="0" cy="192"/>
            </a:xfrm>
            <a:prstGeom prst="line">
              <a:avLst/>
            </a:prstGeom>
            <a:ln w="28575" cap="flat" cmpd="sng">
              <a:solidFill>
                <a:srgbClr val="C00000"/>
              </a:solidFill>
              <a:prstDash val="solid"/>
              <a:headEnd type="none" w="med" len="med"/>
              <a:tailEnd type="none" w="med" len="med"/>
            </a:ln>
          </p:spPr>
        </p:sp>
        <p:sp>
          <p:nvSpPr>
            <p:cNvPr id="91215" name="Line 53"/>
            <p:cNvSpPr/>
            <p:nvPr/>
          </p:nvSpPr>
          <p:spPr>
            <a:xfrm>
              <a:off x="2309" y="2688"/>
              <a:ext cx="465" cy="0"/>
            </a:xfrm>
            <a:prstGeom prst="line">
              <a:avLst/>
            </a:prstGeom>
            <a:ln w="28575" cap="flat" cmpd="sng">
              <a:solidFill>
                <a:srgbClr val="C00000"/>
              </a:solidFill>
              <a:prstDash val="solid"/>
              <a:headEnd type="none" w="med" len="med"/>
              <a:tailEnd type="none" w="med" len="med"/>
            </a:ln>
          </p:spPr>
        </p:sp>
        <p:grpSp>
          <p:nvGrpSpPr>
            <p:cNvPr id="91216" name="Group 54"/>
            <p:cNvGrpSpPr/>
            <p:nvPr/>
          </p:nvGrpSpPr>
          <p:grpSpPr>
            <a:xfrm>
              <a:off x="717" y="2496"/>
              <a:ext cx="797" cy="192"/>
              <a:chOff x="720" y="2688"/>
              <a:chExt cx="605" cy="192"/>
            </a:xfrm>
          </p:grpSpPr>
          <p:sp>
            <p:nvSpPr>
              <p:cNvPr id="91224" name="Line 55"/>
              <p:cNvSpPr/>
              <p:nvPr/>
            </p:nvSpPr>
            <p:spPr>
              <a:xfrm flipV="1">
                <a:off x="1008" y="2688"/>
                <a:ext cx="0" cy="192"/>
              </a:xfrm>
              <a:prstGeom prst="line">
                <a:avLst/>
              </a:prstGeom>
              <a:ln w="28575" cap="flat" cmpd="sng">
                <a:solidFill>
                  <a:srgbClr val="C00000"/>
                </a:solidFill>
                <a:prstDash val="solid"/>
                <a:headEnd type="none" w="med" len="med"/>
                <a:tailEnd type="none" w="med" len="med"/>
              </a:ln>
            </p:spPr>
          </p:sp>
          <p:sp>
            <p:nvSpPr>
              <p:cNvPr id="91225" name="Line 56"/>
              <p:cNvSpPr/>
              <p:nvPr/>
            </p:nvSpPr>
            <p:spPr>
              <a:xfrm>
                <a:off x="1008" y="2688"/>
                <a:ext cx="317" cy="0"/>
              </a:xfrm>
              <a:prstGeom prst="line">
                <a:avLst/>
              </a:prstGeom>
              <a:ln w="28575" cap="flat" cmpd="sng">
                <a:solidFill>
                  <a:srgbClr val="C00000"/>
                </a:solidFill>
                <a:prstDash val="solid"/>
                <a:headEnd type="none" w="med" len="med"/>
                <a:tailEnd type="none" w="med" len="med"/>
              </a:ln>
            </p:spPr>
          </p:sp>
          <p:sp>
            <p:nvSpPr>
              <p:cNvPr id="91226" name="Line 57"/>
              <p:cNvSpPr/>
              <p:nvPr/>
            </p:nvSpPr>
            <p:spPr>
              <a:xfrm flipV="1">
                <a:off x="1325" y="2688"/>
                <a:ext cx="0" cy="192"/>
              </a:xfrm>
              <a:prstGeom prst="line">
                <a:avLst/>
              </a:prstGeom>
              <a:ln w="28575" cap="flat" cmpd="sng">
                <a:solidFill>
                  <a:srgbClr val="C00000"/>
                </a:solidFill>
                <a:prstDash val="solid"/>
                <a:headEnd type="none" w="med" len="med"/>
                <a:tailEnd type="none" w="med" len="med"/>
              </a:ln>
            </p:spPr>
          </p:sp>
          <p:sp>
            <p:nvSpPr>
              <p:cNvPr id="91227" name="Line 58"/>
              <p:cNvSpPr/>
              <p:nvPr/>
            </p:nvSpPr>
            <p:spPr>
              <a:xfrm>
                <a:off x="720" y="2880"/>
                <a:ext cx="288" cy="0"/>
              </a:xfrm>
              <a:prstGeom prst="line">
                <a:avLst/>
              </a:prstGeom>
              <a:ln w="28575" cap="flat" cmpd="sng">
                <a:solidFill>
                  <a:srgbClr val="C00000"/>
                </a:solidFill>
                <a:prstDash val="solid"/>
                <a:headEnd type="none" w="med" len="med"/>
                <a:tailEnd type="none" w="med" len="med"/>
              </a:ln>
            </p:spPr>
          </p:sp>
        </p:grpSp>
        <p:sp>
          <p:nvSpPr>
            <p:cNvPr id="91217" name="Line 60"/>
            <p:cNvSpPr/>
            <p:nvPr/>
          </p:nvSpPr>
          <p:spPr>
            <a:xfrm flipV="1">
              <a:off x="2786" y="2496"/>
              <a:ext cx="0" cy="192"/>
            </a:xfrm>
            <a:prstGeom prst="line">
              <a:avLst/>
            </a:prstGeom>
            <a:ln w="28575" cap="flat" cmpd="sng">
              <a:solidFill>
                <a:srgbClr val="C00000"/>
              </a:solidFill>
              <a:prstDash val="solid"/>
              <a:headEnd type="none" w="med" len="med"/>
              <a:tailEnd type="none" w="med" len="med"/>
            </a:ln>
          </p:spPr>
        </p:sp>
        <p:sp>
          <p:nvSpPr>
            <p:cNvPr id="91218" name="Line 61"/>
            <p:cNvSpPr/>
            <p:nvPr/>
          </p:nvSpPr>
          <p:spPr>
            <a:xfrm>
              <a:off x="2786" y="2496"/>
              <a:ext cx="1441" cy="0"/>
            </a:xfrm>
            <a:prstGeom prst="line">
              <a:avLst/>
            </a:prstGeom>
            <a:ln w="28575" cap="flat" cmpd="sng">
              <a:solidFill>
                <a:srgbClr val="C00000"/>
              </a:solidFill>
              <a:prstDash val="solid"/>
              <a:headEnd type="none" w="med" len="med"/>
              <a:tailEnd type="none" w="med" len="med"/>
            </a:ln>
          </p:spPr>
        </p:sp>
        <p:sp>
          <p:nvSpPr>
            <p:cNvPr id="91219" name="Line 62"/>
            <p:cNvSpPr/>
            <p:nvPr/>
          </p:nvSpPr>
          <p:spPr>
            <a:xfrm flipV="1">
              <a:off x="4784" y="2496"/>
              <a:ext cx="0" cy="192"/>
            </a:xfrm>
            <a:prstGeom prst="line">
              <a:avLst/>
            </a:prstGeom>
            <a:ln w="28575" cap="flat" cmpd="sng">
              <a:solidFill>
                <a:srgbClr val="C00000"/>
              </a:solidFill>
              <a:prstDash val="solid"/>
              <a:headEnd type="none" w="med" len="med"/>
              <a:tailEnd type="none" w="med" len="med"/>
            </a:ln>
          </p:spPr>
        </p:sp>
        <p:sp>
          <p:nvSpPr>
            <p:cNvPr id="91220" name="Line 63"/>
            <p:cNvSpPr/>
            <p:nvPr/>
          </p:nvSpPr>
          <p:spPr>
            <a:xfrm>
              <a:off x="4784" y="2496"/>
              <a:ext cx="494" cy="0"/>
            </a:xfrm>
            <a:prstGeom prst="line">
              <a:avLst/>
            </a:prstGeom>
            <a:ln w="28575" cap="flat" cmpd="sng">
              <a:solidFill>
                <a:srgbClr val="C00000"/>
              </a:solidFill>
              <a:prstDash val="solid"/>
              <a:headEnd type="none" w="med" len="med"/>
              <a:tailEnd type="none" w="med" len="med"/>
            </a:ln>
          </p:spPr>
        </p:sp>
        <p:sp>
          <p:nvSpPr>
            <p:cNvPr id="91221" name="Line 64"/>
            <p:cNvSpPr/>
            <p:nvPr/>
          </p:nvSpPr>
          <p:spPr>
            <a:xfrm>
              <a:off x="4234" y="2688"/>
              <a:ext cx="550" cy="0"/>
            </a:xfrm>
            <a:prstGeom prst="line">
              <a:avLst/>
            </a:prstGeom>
            <a:ln w="28575" cap="flat" cmpd="sng">
              <a:solidFill>
                <a:srgbClr val="C00000"/>
              </a:solidFill>
              <a:prstDash val="solid"/>
              <a:headEnd type="none" w="med" len="med"/>
              <a:tailEnd type="none" w="med" len="med"/>
            </a:ln>
          </p:spPr>
        </p:sp>
        <p:sp>
          <p:nvSpPr>
            <p:cNvPr id="91222" name="Line 65"/>
            <p:cNvSpPr/>
            <p:nvPr/>
          </p:nvSpPr>
          <p:spPr>
            <a:xfrm flipV="1">
              <a:off x="4227" y="2496"/>
              <a:ext cx="0" cy="192"/>
            </a:xfrm>
            <a:prstGeom prst="line">
              <a:avLst/>
            </a:prstGeom>
            <a:ln w="28575" cap="flat" cmpd="sng">
              <a:solidFill>
                <a:srgbClr val="C00000"/>
              </a:solidFill>
              <a:prstDash val="solid"/>
              <a:headEnd type="none" w="med" len="med"/>
              <a:tailEnd type="none" w="med" len="med"/>
            </a:ln>
          </p:spPr>
        </p:sp>
        <p:sp>
          <p:nvSpPr>
            <p:cNvPr id="91223" name="Text Box 83"/>
            <p:cNvSpPr txBox="1"/>
            <p:nvPr/>
          </p:nvSpPr>
          <p:spPr>
            <a:xfrm>
              <a:off x="503" y="2448"/>
              <a:ext cx="187" cy="307"/>
            </a:xfrm>
            <a:prstGeom prst="rect">
              <a:avLst/>
            </a:prstGeom>
            <a:noFill/>
            <a:ln w="2857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T</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91159" name="Group 92"/>
          <p:cNvGrpSpPr/>
          <p:nvPr/>
        </p:nvGrpSpPr>
        <p:grpSpPr>
          <a:xfrm>
            <a:off x="1114425" y="3417888"/>
            <a:ext cx="6543675" cy="366712"/>
            <a:chOff x="328" y="2870"/>
            <a:chExt cx="4919" cy="307"/>
          </a:xfrm>
        </p:grpSpPr>
        <p:sp>
          <p:nvSpPr>
            <p:cNvPr id="91197" name="Line 66"/>
            <p:cNvSpPr/>
            <p:nvPr/>
          </p:nvSpPr>
          <p:spPr>
            <a:xfrm>
              <a:off x="3322" y="3109"/>
              <a:ext cx="677" cy="0"/>
            </a:xfrm>
            <a:prstGeom prst="line">
              <a:avLst/>
            </a:prstGeom>
            <a:ln w="28575" cap="flat" cmpd="sng">
              <a:solidFill>
                <a:schemeClr val="tx1"/>
              </a:solidFill>
              <a:prstDash val="solid"/>
              <a:headEnd type="none" w="med" len="med"/>
              <a:tailEnd type="none" w="med" len="med"/>
            </a:ln>
          </p:spPr>
        </p:sp>
        <p:sp>
          <p:nvSpPr>
            <p:cNvPr id="91198" name="Line 67"/>
            <p:cNvSpPr/>
            <p:nvPr/>
          </p:nvSpPr>
          <p:spPr>
            <a:xfrm>
              <a:off x="4010" y="2880"/>
              <a:ext cx="0" cy="240"/>
            </a:xfrm>
            <a:prstGeom prst="line">
              <a:avLst/>
            </a:prstGeom>
            <a:ln w="28575" cap="flat" cmpd="sng">
              <a:solidFill>
                <a:schemeClr val="tx1"/>
              </a:solidFill>
              <a:prstDash val="solid"/>
              <a:headEnd type="none" w="med" len="med"/>
              <a:tailEnd type="none" w="med" len="med"/>
            </a:ln>
          </p:spPr>
        </p:sp>
        <p:sp>
          <p:nvSpPr>
            <p:cNvPr id="91199" name="Line 68"/>
            <p:cNvSpPr/>
            <p:nvPr/>
          </p:nvSpPr>
          <p:spPr>
            <a:xfrm>
              <a:off x="4010" y="2880"/>
              <a:ext cx="677" cy="0"/>
            </a:xfrm>
            <a:prstGeom prst="line">
              <a:avLst/>
            </a:prstGeom>
            <a:ln w="28575" cap="flat" cmpd="sng">
              <a:solidFill>
                <a:schemeClr val="tx1"/>
              </a:solidFill>
              <a:prstDash val="solid"/>
              <a:headEnd type="none" w="med" len="med"/>
              <a:tailEnd type="none" w="med" len="med"/>
            </a:ln>
          </p:spPr>
        </p:sp>
        <p:sp>
          <p:nvSpPr>
            <p:cNvPr id="91200" name="Line 69"/>
            <p:cNvSpPr/>
            <p:nvPr/>
          </p:nvSpPr>
          <p:spPr>
            <a:xfrm>
              <a:off x="4701" y="2880"/>
              <a:ext cx="0" cy="240"/>
            </a:xfrm>
            <a:prstGeom prst="line">
              <a:avLst/>
            </a:prstGeom>
            <a:ln w="28575" cap="flat" cmpd="sng">
              <a:solidFill>
                <a:schemeClr val="tx1"/>
              </a:solidFill>
              <a:prstDash val="solid"/>
              <a:headEnd type="none" w="med" len="med"/>
              <a:tailEnd type="none" w="med" len="med"/>
            </a:ln>
          </p:spPr>
        </p:sp>
        <p:sp>
          <p:nvSpPr>
            <p:cNvPr id="91201" name="Line 70"/>
            <p:cNvSpPr/>
            <p:nvPr/>
          </p:nvSpPr>
          <p:spPr>
            <a:xfrm>
              <a:off x="1944" y="3109"/>
              <a:ext cx="677" cy="0"/>
            </a:xfrm>
            <a:prstGeom prst="line">
              <a:avLst/>
            </a:prstGeom>
            <a:ln w="28575" cap="flat" cmpd="sng">
              <a:solidFill>
                <a:schemeClr val="tx1"/>
              </a:solidFill>
              <a:prstDash val="solid"/>
              <a:headEnd type="none" w="med" len="med"/>
              <a:tailEnd type="none" w="med" len="med"/>
            </a:ln>
          </p:spPr>
        </p:sp>
        <p:sp>
          <p:nvSpPr>
            <p:cNvPr id="91202" name="Line 71"/>
            <p:cNvSpPr/>
            <p:nvPr/>
          </p:nvSpPr>
          <p:spPr>
            <a:xfrm>
              <a:off x="2631" y="2880"/>
              <a:ext cx="0" cy="240"/>
            </a:xfrm>
            <a:prstGeom prst="line">
              <a:avLst/>
            </a:prstGeom>
            <a:ln w="28575" cap="flat" cmpd="sng">
              <a:solidFill>
                <a:schemeClr val="tx1"/>
              </a:solidFill>
              <a:prstDash val="solid"/>
              <a:headEnd type="none" w="med" len="med"/>
              <a:tailEnd type="none" w="med" len="med"/>
            </a:ln>
          </p:spPr>
        </p:sp>
        <p:sp>
          <p:nvSpPr>
            <p:cNvPr id="91203" name="Line 72"/>
            <p:cNvSpPr/>
            <p:nvPr/>
          </p:nvSpPr>
          <p:spPr>
            <a:xfrm>
              <a:off x="2619" y="2880"/>
              <a:ext cx="723" cy="0"/>
            </a:xfrm>
            <a:prstGeom prst="line">
              <a:avLst/>
            </a:prstGeom>
            <a:ln w="28575" cap="flat" cmpd="sng">
              <a:solidFill>
                <a:schemeClr val="tx1"/>
              </a:solidFill>
              <a:prstDash val="solid"/>
              <a:headEnd type="none" w="med" len="med"/>
              <a:tailEnd type="none" w="med" len="med"/>
            </a:ln>
          </p:spPr>
        </p:sp>
        <p:sp>
          <p:nvSpPr>
            <p:cNvPr id="91204" name="Line 73"/>
            <p:cNvSpPr/>
            <p:nvPr/>
          </p:nvSpPr>
          <p:spPr>
            <a:xfrm>
              <a:off x="3331" y="2877"/>
              <a:ext cx="0" cy="240"/>
            </a:xfrm>
            <a:prstGeom prst="line">
              <a:avLst/>
            </a:prstGeom>
            <a:ln w="28575" cap="flat" cmpd="sng">
              <a:solidFill>
                <a:schemeClr val="tx1"/>
              </a:solidFill>
              <a:prstDash val="solid"/>
              <a:headEnd type="none" w="med" len="med"/>
              <a:tailEnd type="none" w="med" len="med"/>
            </a:ln>
          </p:spPr>
        </p:sp>
        <p:sp>
          <p:nvSpPr>
            <p:cNvPr id="91205" name="Line 74"/>
            <p:cNvSpPr/>
            <p:nvPr/>
          </p:nvSpPr>
          <p:spPr>
            <a:xfrm flipV="1">
              <a:off x="717" y="3109"/>
              <a:ext cx="533" cy="11"/>
            </a:xfrm>
            <a:prstGeom prst="line">
              <a:avLst/>
            </a:prstGeom>
            <a:ln w="28575" cap="flat" cmpd="sng">
              <a:solidFill>
                <a:schemeClr val="tx1"/>
              </a:solidFill>
              <a:prstDash val="solid"/>
              <a:headEnd type="none" w="med" len="med"/>
              <a:tailEnd type="none" w="med" len="med"/>
            </a:ln>
          </p:spPr>
        </p:sp>
        <p:sp>
          <p:nvSpPr>
            <p:cNvPr id="91206" name="Line 75"/>
            <p:cNvSpPr/>
            <p:nvPr/>
          </p:nvSpPr>
          <p:spPr>
            <a:xfrm>
              <a:off x="1260" y="2880"/>
              <a:ext cx="0" cy="240"/>
            </a:xfrm>
            <a:prstGeom prst="line">
              <a:avLst/>
            </a:prstGeom>
            <a:ln w="28575" cap="flat" cmpd="sng">
              <a:solidFill>
                <a:schemeClr val="tx1"/>
              </a:solidFill>
              <a:prstDash val="solid"/>
              <a:headEnd type="none" w="med" len="med"/>
              <a:tailEnd type="none" w="med" len="med"/>
            </a:ln>
          </p:spPr>
        </p:sp>
        <p:sp>
          <p:nvSpPr>
            <p:cNvPr id="91207" name="Line 76"/>
            <p:cNvSpPr/>
            <p:nvPr/>
          </p:nvSpPr>
          <p:spPr>
            <a:xfrm>
              <a:off x="1248" y="2880"/>
              <a:ext cx="701" cy="0"/>
            </a:xfrm>
            <a:prstGeom prst="line">
              <a:avLst/>
            </a:prstGeom>
            <a:ln w="28575" cap="flat" cmpd="sng">
              <a:solidFill>
                <a:schemeClr val="tx1"/>
              </a:solidFill>
              <a:prstDash val="solid"/>
              <a:headEnd type="none" w="med" len="med"/>
              <a:tailEnd type="none" w="med" len="med"/>
            </a:ln>
          </p:spPr>
        </p:sp>
        <p:sp>
          <p:nvSpPr>
            <p:cNvPr id="91208" name="Line 77"/>
            <p:cNvSpPr/>
            <p:nvPr/>
          </p:nvSpPr>
          <p:spPr>
            <a:xfrm>
              <a:off x="1952" y="2880"/>
              <a:ext cx="0" cy="240"/>
            </a:xfrm>
            <a:prstGeom prst="line">
              <a:avLst/>
            </a:prstGeom>
            <a:ln w="28575" cap="flat" cmpd="sng">
              <a:solidFill>
                <a:schemeClr val="tx1"/>
              </a:solidFill>
              <a:prstDash val="solid"/>
              <a:headEnd type="none" w="med" len="med"/>
              <a:tailEnd type="none" w="med" len="med"/>
            </a:ln>
          </p:spPr>
        </p:sp>
        <p:sp>
          <p:nvSpPr>
            <p:cNvPr id="91209" name="Line 78"/>
            <p:cNvSpPr/>
            <p:nvPr/>
          </p:nvSpPr>
          <p:spPr>
            <a:xfrm flipV="1">
              <a:off x="4714" y="3109"/>
              <a:ext cx="533" cy="11"/>
            </a:xfrm>
            <a:prstGeom prst="line">
              <a:avLst/>
            </a:prstGeom>
            <a:ln w="28575" cap="flat" cmpd="sng">
              <a:solidFill>
                <a:schemeClr val="tx1"/>
              </a:solidFill>
              <a:prstDash val="solid"/>
              <a:headEnd type="none" w="med" len="med"/>
              <a:tailEnd type="none" w="med" len="med"/>
            </a:ln>
          </p:spPr>
        </p:sp>
        <p:sp>
          <p:nvSpPr>
            <p:cNvPr id="91210" name="Text Box 84"/>
            <p:cNvSpPr txBox="1"/>
            <p:nvPr/>
          </p:nvSpPr>
          <p:spPr>
            <a:xfrm>
              <a:off x="328" y="2870"/>
              <a:ext cx="759" cy="307"/>
            </a:xfrm>
            <a:prstGeom prst="rect">
              <a:avLst/>
            </a:prstGeom>
            <a:noFill/>
            <a:ln w="2857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91160" name="Text Box 86"/>
          <p:cNvSpPr txBox="1"/>
          <p:nvPr/>
        </p:nvSpPr>
        <p:spPr>
          <a:xfrm>
            <a:off x="3486150" y="4343400"/>
            <a:ext cx="2817813" cy="366713"/>
          </a:xfrm>
          <a:prstGeom prst="rect">
            <a:avLst/>
          </a:prstGeom>
          <a:noFill/>
          <a:ln w="28575">
            <a:noFill/>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T </a:t>
            </a:r>
            <a:r>
              <a:rPr lang="zh-CN" altLang="en-US" sz="1800" dirty="0">
                <a:solidFill>
                  <a:schemeClr val="tx1"/>
                </a:solidFill>
                <a:latin typeface="华文新魏" panose="02010800040101010101" pitchFamily="2" charset="-122"/>
                <a:ea typeface="华文新魏" panose="02010800040101010101" pitchFamily="2" charset="-122"/>
              </a:rPr>
              <a:t>触发器典型时间图</a:t>
            </a:r>
            <a:endParaRPr lang="zh-CN" altLang="en-US" sz="1800" dirty="0">
              <a:solidFill>
                <a:schemeClr val="tx1"/>
              </a:solidFill>
              <a:latin typeface="华文新魏" panose="02010800040101010101" pitchFamily="2" charset="-122"/>
              <a:ea typeface="华文新魏" panose="02010800040101010101" pitchFamily="2" charset="-122"/>
            </a:endParaRPr>
          </a:p>
        </p:txBody>
      </p:sp>
      <p:grpSp>
        <p:nvGrpSpPr>
          <p:cNvPr id="91161" name="Group 90"/>
          <p:cNvGrpSpPr/>
          <p:nvPr/>
        </p:nvGrpSpPr>
        <p:grpSpPr>
          <a:xfrm>
            <a:off x="628650" y="915988"/>
            <a:ext cx="4006850" cy="1711325"/>
            <a:chOff x="124" y="768"/>
            <a:chExt cx="3072" cy="1437"/>
          </a:xfrm>
        </p:grpSpPr>
        <p:sp>
          <p:nvSpPr>
            <p:cNvPr id="91172" name="Text Box 4"/>
            <p:cNvSpPr txBox="1"/>
            <p:nvPr/>
          </p:nvSpPr>
          <p:spPr>
            <a:xfrm>
              <a:off x="124" y="1445"/>
              <a:ext cx="523"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73" name="Line 5"/>
            <p:cNvSpPr/>
            <p:nvPr/>
          </p:nvSpPr>
          <p:spPr>
            <a:xfrm flipV="1">
              <a:off x="2525" y="768"/>
              <a:ext cx="0" cy="432"/>
            </a:xfrm>
            <a:prstGeom prst="line">
              <a:avLst/>
            </a:prstGeom>
            <a:ln w="19050" cap="flat" cmpd="sng">
              <a:solidFill>
                <a:schemeClr val="tx1"/>
              </a:solidFill>
              <a:prstDash val="solid"/>
              <a:headEnd type="none" w="med" len="med"/>
              <a:tailEnd type="none" w="med" len="med"/>
            </a:ln>
          </p:spPr>
        </p:sp>
        <p:sp>
          <p:nvSpPr>
            <p:cNvPr id="91174" name="AutoShape 6"/>
            <p:cNvSpPr/>
            <p:nvPr/>
          </p:nvSpPr>
          <p:spPr>
            <a:xfrm>
              <a:off x="1792" y="1056"/>
              <a:ext cx="487" cy="768"/>
            </a:xfrm>
            <a:prstGeom prst="flowChartProcess">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75" name="Text Box 7"/>
            <p:cNvSpPr txBox="1"/>
            <p:nvPr/>
          </p:nvSpPr>
          <p:spPr>
            <a:xfrm>
              <a:off x="1753" y="1067"/>
              <a:ext cx="287"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76" name="Line 8"/>
            <p:cNvSpPr/>
            <p:nvPr/>
          </p:nvSpPr>
          <p:spPr>
            <a:xfrm>
              <a:off x="1792" y="1549"/>
              <a:ext cx="53" cy="61"/>
            </a:xfrm>
            <a:prstGeom prst="line">
              <a:avLst/>
            </a:prstGeom>
            <a:ln w="19050" cap="flat" cmpd="sng">
              <a:solidFill>
                <a:schemeClr val="tx1"/>
              </a:solidFill>
              <a:prstDash val="solid"/>
              <a:headEnd type="none" w="med" len="med"/>
              <a:tailEnd type="none" w="med" len="med"/>
            </a:ln>
          </p:spPr>
        </p:sp>
        <p:sp>
          <p:nvSpPr>
            <p:cNvPr id="91177" name="Line 9"/>
            <p:cNvSpPr/>
            <p:nvPr/>
          </p:nvSpPr>
          <p:spPr>
            <a:xfrm flipH="1">
              <a:off x="1792" y="1610"/>
              <a:ext cx="53" cy="62"/>
            </a:xfrm>
            <a:prstGeom prst="line">
              <a:avLst/>
            </a:prstGeom>
            <a:ln w="19050" cap="flat" cmpd="sng">
              <a:solidFill>
                <a:schemeClr val="tx1"/>
              </a:solidFill>
              <a:prstDash val="solid"/>
              <a:headEnd type="none" w="med" len="med"/>
              <a:tailEnd type="none" w="med" len="med"/>
            </a:ln>
          </p:spPr>
        </p:sp>
        <p:sp>
          <p:nvSpPr>
            <p:cNvPr id="91178" name="Text Box 10"/>
            <p:cNvSpPr txBox="1"/>
            <p:nvPr/>
          </p:nvSpPr>
          <p:spPr>
            <a:xfrm>
              <a:off x="1772" y="1489"/>
              <a:ext cx="565"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79" name="Text Box 11"/>
            <p:cNvSpPr txBox="1"/>
            <p:nvPr/>
          </p:nvSpPr>
          <p:spPr>
            <a:xfrm>
              <a:off x="2064" y="1056"/>
              <a:ext cx="188"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80" name="Text Box 12"/>
            <p:cNvSpPr txBox="1"/>
            <p:nvPr/>
          </p:nvSpPr>
          <p:spPr>
            <a:xfrm>
              <a:off x="2095" y="1479"/>
              <a:ext cx="187" cy="323"/>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81" name="Oval 13"/>
            <p:cNvSpPr/>
            <p:nvPr/>
          </p:nvSpPr>
          <p:spPr>
            <a:xfrm flipH="1">
              <a:off x="2280" y="1544"/>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1182" name="Rectangle 15"/>
            <p:cNvSpPr/>
            <p:nvPr/>
          </p:nvSpPr>
          <p:spPr>
            <a:xfrm>
              <a:off x="1014" y="912"/>
              <a:ext cx="324" cy="503"/>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83" name="Text Box 16"/>
            <p:cNvSpPr txBox="1"/>
            <p:nvPr/>
          </p:nvSpPr>
          <p:spPr>
            <a:xfrm>
              <a:off x="995" y="969"/>
              <a:ext cx="445"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1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84" name="Line 17"/>
            <p:cNvSpPr/>
            <p:nvPr/>
          </p:nvSpPr>
          <p:spPr>
            <a:xfrm flipH="1">
              <a:off x="1347" y="1200"/>
              <a:ext cx="436" cy="0"/>
            </a:xfrm>
            <a:prstGeom prst="line">
              <a:avLst/>
            </a:prstGeom>
            <a:ln w="19050" cap="flat" cmpd="sng">
              <a:solidFill>
                <a:schemeClr val="tx1"/>
              </a:solidFill>
              <a:prstDash val="solid"/>
              <a:headEnd type="none" w="med" len="med"/>
              <a:tailEnd type="none" w="med" len="med"/>
            </a:ln>
          </p:spPr>
        </p:sp>
        <p:sp>
          <p:nvSpPr>
            <p:cNvPr id="91185" name="Line 18"/>
            <p:cNvSpPr/>
            <p:nvPr/>
          </p:nvSpPr>
          <p:spPr>
            <a:xfrm flipH="1">
              <a:off x="520" y="1609"/>
              <a:ext cx="1263" cy="0"/>
            </a:xfrm>
            <a:prstGeom prst="line">
              <a:avLst/>
            </a:prstGeom>
            <a:ln w="19050" cap="flat" cmpd="sng">
              <a:solidFill>
                <a:schemeClr val="tx1"/>
              </a:solidFill>
              <a:prstDash val="solid"/>
              <a:headEnd type="none" w="med" len="med"/>
              <a:tailEnd type="none" w="med" len="med"/>
            </a:ln>
          </p:spPr>
        </p:sp>
        <p:sp>
          <p:nvSpPr>
            <p:cNvPr id="91186" name="Line 19"/>
            <p:cNvSpPr/>
            <p:nvPr/>
          </p:nvSpPr>
          <p:spPr>
            <a:xfrm flipH="1">
              <a:off x="520" y="1296"/>
              <a:ext cx="490" cy="0"/>
            </a:xfrm>
            <a:prstGeom prst="line">
              <a:avLst/>
            </a:prstGeom>
            <a:ln w="19050" cap="flat" cmpd="sng">
              <a:solidFill>
                <a:schemeClr val="tx1"/>
              </a:solidFill>
              <a:prstDash val="solid"/>
              <a:headEnd type="none" w="med" len="med"/>
              <a:tailEnd type="none" w="med" len="med"/>
            </a:ln>
          </p:spPr>
        </p:sp>
        <p:sp>
          <p:nvSpPr>
            <p:cNvPr id="91187" name="Line 20"/>
            <p:cNvSpPr/>
            <p:nvPr/>
          </p:nvSpPr>
          <p:spPr>
            <a:xfrm flipH="1">
              <a:off x="2268" y="1200"/>
              <a:ext cx="647" cy="0"/>
            </a:xfrm>
            <a:prstGeom prst="line">
              <a:avLst/>
            </a:prstGeom>
            <a:ln w="19050" cap="flat" cmpd="sng">
              <a:solidFill>
                <a:schemeClr val="tx1"/>
              </a:solidFill>
              <a:prstDash val="solid"/>
              <a:headEnd type="none" w="med" len="med"/>
              <a:tailEnd type="none" w="med" len="med"/>
            </a:ln>
          </p:spPr>
        </p:sp>
        <p:sp>
          <p:nvSpPr>
            <p:cNvPr id="91188" name="Oval 21"/>
            <p:cNvSpPr/>
            <p:nvPr/>
          </p:nvSpPr>
          <p:spPr>
            <a:xfrm flipH="1">
              <a:off x="2500" y="1177"/>
              <a:ext cx="45" cy="45"/>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89" name="Line 22"/>
            <p:cNvSpPr/>
            <p:nvPr/>
          </p:nvSpPr>
          <p:spPr>
            <a:xfrm flipH="1">
              <a:off x="651" y="768"/>
              <a:ext cx="1872" cy="0"/>
            </a:xfrm>
            <a:prstGeom prst="line">
              <a:avLst/>
            </a:prstGeom>
            <a:ln w="19050" cap="flat" cmpd="sng">
              <a:solidFill>
                <a:schemeClr val="tx1"/>
              </a:solidFill>
              <a:prstDash val="solid"/>
              <a:headEnd type="none" w="med" len="med"/>
              <a:tailEnd type="none" w="med" len="med"/>
            </a:ln>
          </p:spPr>
        </p:sp>
        <p:sp>
          <p:nvSpPr>
            <p:cNvPr id="91190" name="Line 23"/>
            <p:cNvSpPr/>
            <p:nvPr/>
          </p:nvSpPr>
          <p:spPr>
            <a:xfrm>
              <a:off x="651" y="768"/>
              <a:ext cx="0" cy="240"/>
            </a:xfrm>
            <a:prstGeom prst="line">
              <a:avLst/>
            </a:prstGeom>
            <a:ln w="19050" cap="flat" cmpd="sng">
              <a:solidFill>
                <a:schemeClr val="tx1"/>
              </a:solidFill>
              <a:prstDash val="solid"/>
              <a:headEnd type="none" w="med" len="med"/>
              <a:tailEnd type="none" w="med" len="med"/>
            </a:ln>
          </p:spPr>
        </p:sp>
        <p:sp>
          <p:nvSpPr>
            <p:cNvPr id="91191" name="Line 24"/>
            <p:cNvSpPr/>
            <p:nvPr/>
          </p:nvSpPr>
          <p:spPr>
            <a:xfrm>
              <a:off x="651" y="1008"/>
              <a:ext cx="360" cy="0"/>
            </a:xfrm>
            <a:prstGeom prst="line">
              <a:avLst/>
            </a:prstGeom>
            <a:ln w="19050" cap="flat" cmpd="sng">
              <a:solidFill>
                <a:schemeClr val="tx1"/>
              </a:solidFill>
              <a:prstDash val="solid"/>
              <a:headEnd type="none" w="med" len="med"/>
              <a:tailEnd type="none" w="med" len="med"/>
            </a:ln>
          </p:spPr>
        </p:sp>
        <p:sp>
          <p:nvSpPr>
            <p:cNvPr id="91192" name="Text Box 25"/>
            <p:cNvSpPr txBox="1"/>
            <p:nvPr/>
          </p:nvSpPr>
          <p:spPr>
            <a:xfrm>
              <a:off x="292" y="1123"/>
              <a:ext cx="187"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93" name="Text Box 26"/>
            <p:cNvSpPr txBox="1"/>
            <p:nvPr/>
          </p:nvSpPr>
          <p:spPr>
            <a:xfrm>
              <a:off x="2948" y="1043"/>
              <a:ext cx="187"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94" name="Text Box 27"/>
            <p:cNvSpPr txBox="1"/>
            <p:nvPr/>
          </p:nvSpPr>
          <p:spPr>
            <a:xfrm>
              <a:off x="2865" y="1411"/>
              <a:ext cx="331" cy="323"/>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95" name="Text Box 28"/>
            <p:cNvSpPr txBox="1"/>
            <p:nvPr/>
          </p:nvSpPr>
          <p:spPr>
            <a:xfrm>
              <a:off x="808" y="1881"/>
              <a:ext cx="1820"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用 </a:t>
              </a:r>
              <a:r>
                <a:rPr lang="en-US" altLang="zh-CN" sz="1800" dirty="0">
                  <a:solidFill>
                    <a:schemeClr val="tx1"/>
                  </a:solidFill>
                  <a:latin typeface="华文新魏" panose="02010800040101010101" pitchFamily="2" charset="-122"/>
                  <a:ea typeface="华文新魏" panose="02010800040101010101" pitchFamily="2" charset="-122"/>
                </a:rPr>
                <a:t>D </a:t>
              </a:r>
              <a:r>
                <a:rPr lang="zh-CN" altLang="en-US" sz="1800" dirty="0">
                  <a:solidFill>
                    <a:schemeClr val="tx1"/>
                  </a:solidFill>
                  <a:latin typeface="华文新魏" panose="02010800040101010101" pitchFamily="2" charset="-122"/>
                  <a:ea typeface="华文新魏" panose="02010800040101010101" pitchFamily="2" charset="-122"/>
                </a:rPr>
                <a:t>触发器实现</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91196" name="Line 87"/>
            <p:cNvSpPr/>
            <p:nvPr/>
          </p:nvSpPr>
          <p:spPr>
            <a:xfrm>
              <a:off x="2349" y="1584"/>
              <a:ext cx="576" cy="0"/>
            </a:xfrm>
            <a:prstGeom prst="line">
              <a:avLst/>
            </a:prstGeom>
            <a:ln w="19050" cap="flat" cmpd="sng">
              <a:solidFill>
                <a:schemeClr val="tx1"/>
              </a:solidFill>
              <a:prstDash val="solid"/>
              <a:headEnd type="none" w="med" len="med"/>
              <a:tailEnd type="none" w="med" len="med"/>
            </a:ln>
          </p:spPr>
        </p:sp>
      </p:grpSp>
      <p:grpSp>
        <p:nvGrpSpPr>
          <p:cNvPr id="91162" name="Group 93"/>
          <p:cNvGrpSpPr/>
          <p:nvPr/>
        </p:nvGrpSpPr>
        <p:grpSpPr>
          <a:xfrm>
            <a:off x="1300163" y="3886200"/>
            <a:ext cx="6386512" cy="365125"/>
            <a:chOff x="477" y="3264"/>
            <a:chExt cx="4800" cy="307"/>
          </a:xfrm>
        </p:grpSpPr>
        <p:sp>
          <p:nvSpPr>
            <p:cNvPr id="91166" name="Line 79"/>
            <p:cNvSpPr/>
            <p:nvPr/>
          </p:nvSpPr>
          <p:spPr>
            <a:xfrm>
              <a:off x="1266" y="3264"/>
              <a:ext cx="0" cy="240"/>
            </a:xfrm>
            <a:prstGeom prst="line">
              <a:avLst/>
            </a:prstGeom>
            <a:ln w="28575" cap="flat" cmpd="sng">
              <a:solidFill>
                <a:schemeClr val="tx1"/>
              </a:solidFill>
              <a:prstDash val="solid"/>
              <a:headEnd type="none" w="med" len="med"/>
              <a:tailEnd type="none" w="med" len="med"/>
            </a:ln>
          </p:spPr>
        </p:sp>
        <p:sp>
          <p:nvSpPr>
            <p:cNvPr id="91167" name="Line 80"/>
            <p:cNvSpPr/>
            <p:nvPr/>
          </p:nvSpPr>
          <p:spPr>
            <a:xfrm>
              <a:off x="1266" y="3264"/>
              <a:ext cx="2763" cy="0"/>
            </a:xfrm>
            <a:prstGeom prst="line">
              <a:avLst/>
            </a:prstGeom>
            <a:ln w="28575" cap="flat" cmpd="sng">
              <a:solidFill>
                <a:schemeClr val="tx1"/>
              </a:solidFill>
              <a:prstDash val="solid"/>
              <a:headEnd type="none" w="med" len="med"/>
              <a:tailEnd type="none" w="med" len="med"/>
            </a:ln>
          </p:spPr>
        </p:sp>
        <p:sp>
          <p:nvSpPr>
            <p:cNvPr id="91168" name="Line 81"/>
            <p:cNvSpPr/>
            <p:nvPr/>
          </p:nvSpPr>
          <p:spPr>
            <a:xfrm>
              <a:off x="4029" y="3264"/>
              <a:ext cx="0" cy="240"/>
            </a:xfrm>
            <a:prstGeom prst="line">
              <a:avLst/>
            </a:prstGeom>
            <a:ln w="28575" cap="flat" cmpd="sng">
              <a:solidFill>
                <a:schemeClr val="tx1"/>
              </a:solidFill>
              <a:prstDash val="solid"/>
              <a:headEnd type="none" w="med" len="med"/>
              <a:tailEnd type="none" w="med" len="med"/>
            </a:ln>
          </p:spPr>
        </p:sp>
        <p:sp>
          <p:nvSpPr>
            <p:cNvPr id="91169" name="Line 82"/>
            <p:cNvSpPr/>
            <p:nvPr/>
          </p:nvSpPr>
          <p:spPr>
            <a:xfrm flipV="1">
              <a:off x="4024" y="3504"/>
              <a:ext cx="1253" cy="0"/>
            </a:xfrm>
            <a:prstGeom prst="line">
              <a:avLst/>
            </a:prstGeom>
            <a:ln w="28575" cap="flat" cmpd="sng">
              <a:solidFill>
                <a:schemeClr val="tx1"/>
              </a:solidFill>
              <a:prstDash val="solid"/>
              <a:headEnd type="none" w="med" len="med"/>
              <a:tailEnd type="none" w="med" len="med"/>
            </a:ln>
          </p:spPr>
        </p:sp>
        <p:sp>
          <p:nvSpPr>
            <p:cNvPr id="91170" name="Text Box 85"/>
            <p:cNvSpPr txBox="1"/>
            <p:nvPr/>
          </p:nvSpPr>
          <p:spPr>
            <a:xfrm>
              <a:off x="477" y="3264"/>
              <a:ext cx="187" cy="307"/>
            </a:xfrm>
            <a:prstGeom prst="rect">
              <a:avLst/>
            </a:prstGeom>
            <a:noFill/>
            <a:ln w="2857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71" name="Line 88"/>
            <p:cNvSpPr/>
            <p:nvPr/>
          </p:nvSpPr>
          <p:spPr>
            <a:xfrm flipV="1">
              <a:off x="727" y="3493"/>
              <a:ext cx="533" cy="0"/>
            </a:xfrm>
            <a:prstGeom prst="line">
              <a:avLst/>
            </a:prstGeom>
            <a:ln w="28575" cap="flat" cmpd="sng">
              <a:solidFill>
                <a:schemeClr val="tx1"/>
              </a:solidFill>
              <a:prstDash val="solid"/>
              <a:headEnd type="none" w="med" len="med"/>
              <a:tailEnd type="none" w="med" len="med"/>
            </a:ln>
          </p:spPr>
        </p:sp>
      </p:grpSp>
      <p:sp>
        <p:nvSpPr>
          <p:cNvPr id="91163" name="Line 94"/>
          <p:cNvSpPr/>
          <p:nvPr/>
        </p:nvSpPr>
        <p:spPr>
          <a:xfrm>
            <a:off x="2357438" y="2643188"/>
            <a:ext cx="0" cy="1905000"/>
          </a:xfrm>
          <a:prstGeom prst="line">
            <a:avLst/>
          </a:prstGeom>
          <a:ln w="9525" cap="flat" cmpd="sng">
            <a:solidFill>
              <a:schemeClr val="tx1"/>
            </a:solidFill>
            <a:prstDash val="dash"/>
            <a:headEnd type="none" w="med" len="med"/>
            <a:tailEnd type="none" w="med" len="med"/>
          </a:ln>
        </p:spPr>
      </p:sp>
      <p:sp>
        <p:nvSpPr>
          <p:cNvPr id="91164" name="Line 94"/>
          <p:cNvSpPr/>
          <p:nvPr/>
        </p:nvSpPr>
        <p:spPr>
          <a:xfrm>
            <a:off x="4179888" y="2643188"/>
            <a:ext cx="0" cy="1905000"/>
          </a:xfrm>
          <a:prstGeom prst="line">
            <a:avLst/>
          </a:prstGeom>
          <a:ln w="9525" cap="flat" cmpd="sng">
            <a:solidFill>
              <a:schemeClr val="tx1"/>
            </a:solidFill>
            <a:prstDash val="dash"/>
            <a:headEnd type="none" w="med" len="med"/>
            <a:tailEnd type="none" w="med" len="med"/>
          </a:ln>
        </p:spPr>
      </p:sp>
      <p:sp>
        <p:nvSpPr>
          <p:cNvPr id="91165" name="Line 94"/>
          <p:cNvSpPr/>
          <p:nvPr/>
        </p:nvSpPr>
        <p:spPr>
          <a:xfrm>
            <a:off x="6013450" y="2611438"/>
            <a:ext cx="0" cy="1905000"/>
          </a:xfrm>
          <a:prstGeom prst="line">
            <a:avLst/>
          </a:prstGeom>
          <a:ln w="9525" cap="flat" cmpd="sng">
            <a:solidFill>
              <a:schemeClr val="tx1"/>
            </a:solidFill>
            <a:prstDash val="dash"/>
            <a:headEnd type="none" w="med" len="med"/>
            <a:tailEnd type="none" w="med" len="med"/>
          </a:ln>
        </p:spPr>
      </p:sp>
      <p:sp>
        <p:nvSpPr>
          <p:cNvPr id="6" name="文本框 5"/>
          <p:cNvSpPr txBox="1"/>
          <p:nvPr/>
        </p:nvSpPr>
        <p:spPr>
          <a:xfrm>
            <a:off x="1187450" y="1323340"/>
            <a:ext cx="294005" cy="26479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1</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3868420" y="1090930"/>
            <a:ext cx="294005" cy="26479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1</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3" name="文本框 2"/>
          <p:cNvSpPr txBox="1"/>
          <p:nvPr/>
        </p:nvSpPr>
        <p:spPr>
          <a:xfrm>
            <a:off x="2267585" y="1122680"/>
            <a:ext cx="294005" cy="26479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0</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14" name="矩形 13"/>
          <p:cNvSpPr/>
          <p:nvPr/>
        </p:nvSpPr>
        <p:spPr>
          <a:xfrm>
            <a:off x="3894455" y="1090930"/>
            <a:ext cx="219075" cy="27813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a:solidFill>
                  <a:srgbClr val="0000FF"/>
                </a:solidFill>
                <a:latin typeface="华文新魏" panose="02010800040101010101" pitchFamily="2" charset="-122"/>
                <a:ea typeface="华文新魏" panose="02010800040101010101" pitchFamily="2" charset="-122"/>
              </a:rPr>
              <a:t>0</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4" name="矩形 3"/>
          <p:cNvSpPr/>
          <p:nvPr/>
        </p:nvSpPr>
        <p:spPr>
          <a:xfrm>
            <a:off x="2267585" y="1131570"/>
            <a:ext cx="219075" cy="27813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a:solidFill>
                  <a:srgbClr val="0000FF"/>
                </a:solidFill>
                <a:latin typeface="华文新魏" panose="02010800040101010101" pitchFamily="2" charset="-122"/>
                <a:ea typeface="华文新魏" panose="02010800040101010101" pitchFamily="2" charset="-122"/>
              </a:rPr>
              <a:t>1</a:t>
            </a:r>
            <a:endParaRPr lang="en-US" altLang="zh-CN" sz="1600">
              <a:solidFill>
                <a:srgbClr val="0000FF"/>
              </a:solidFill>
              <a:latin typeface="华文新魏" panose="02010800040101010101" pitchFamily="2" charset="-122"/>
              <a:ea typeface="华文新魏" panose="02010800040101010101" pitchFamily="2" charset="-122"/>
            </a:endParaRPr>
          </a:p>
        </p:txBody>
      </p:sp>
      <p:sp>
        <p:nvSpPr>
          <p:cNvPr id="5" name="矩形 4"/>
          <p:cNvSpPr/>
          <p:nvPr/>
        </p:nvSpPr>
        <p:spPr>
          <a:xfrm>
            <a:off x="3868420" y="1079500"/>
            <a:ext cx="219075" cy="27813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a:solidFill>
                  <a:srgbClr val="0000FF"/>
                </a:solidFill>
                <a:latin typeface="华文新魏" panose="02010800040101010101" pitchFamily="2" charset="-122"/>
                <a:ea typeface="华文新魏" panose="02010800040101010101" pitchFamily="2" charset="-122"/>
              </a:rPr>
              <a:t>1</a:t>
            </a:r>
            <a:endParaRPr lang="en-US" altLang="zh-CN" sz="160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2" grpId="0"/>
      <p:bldP spid="2" grpId="1"/>
      <p:bldP spid="3" grpId="0"/>
      <p:bldP spid="3" grpId="1"/>
      <p:bldP spid="14" grpId="0" bldLvl="0" animBg="1"/>
      <p:bldP spid="14" grpId="1" animBg="1"/>
      <p:bldP spid="4" grpId="0" bldLvl="0" animBg="1"/>
      <p:bldP spid="4" grpId="1" animBg="1"/>
      <p:bldP spid="5" grpId="0" bldLvl="0" animBg="1"/>
      <p:bldP spid="5" grpId="1"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p:cNvSpPr>
          <p:nvPr>
            <p:ph type="title"/>
          </p:nvPr>
        </p:nvSpPr>
        <p:spPr>
          <a:xfrm>
            <a:off x="285750" y="501650"/>
            <a:ext cx="5500688" cy="519113"/>
          </a:xfrm>
          <a:prstGeom prst="rect">
            <a:avLst/>
          </a:prstGeom>
          <a:noFill/>
          <a:ln>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10</a:t>
            </a:r>
            <a:r>
              <a:rPr lang="zh-CN" altLang="en-US" sz="2000" b="1" dirty="0">
                <a:latin typeface="华文新魏" panose="02010800040101010101" pitchFamily="2" charset="-122"/>
                <a:ea typeface="华文新魏" panose="02010800040101010101" pitchFamily="2" charset="-122"/>
              </a:rPr>
              <a:t>）无使能控制的 </a:t>
            </a:r>
            <a:r>
              <a:rPr lang="en-US" altLang="zh-CN" sz="2000" b="1" dirty="0">
                <a:latin typeface="华文新魏" panose="02010800040101010101" pitchFamily="2" charset="-122"/>
                <a:ea typeface="华文新魏" panose="02010800040101010101" pitchFamily="2" charset="-122"/>
              </a:rPr>
              <a:t>T </a:t>
            </a:r>
            <a:r>
              <a:rPr lang="zh-CN" altLang="en-US" sz="2000" b="1" dirty="0">
                <a:latin typeface="华文新魏" panose="02010800040101010101" pitchFamily="2" charset="-122"/>
                <a:ea typeface="华文新魏" panose="02010800040101010101" pitchFamily="2" charset="-122"/>
              </a:rPr>
              <a:t>触发器</a:t>
            </a:r>
            <a:endParaRPr lang="zh-CN" altLang="en-US" sz="2000" b="1" dirty="0">
              <a:latin typeface="华文新魏" panose="02010800040101010101" pitchFamily="2" charset="-122"/>
              <a:ea typeface="华文新魏" panose="02010800040101010101" pitchFamily="2" charset="-122"/>
            </a:endParaRPr>
          </a:p>
        </p:txBody>
      </p:sp>
      <p:sp>
        <p:nvSpPr>
          <p:cNvPr id="92163" name="Text Box 4"/>
          <p:cNvSpPr txBox="1"/>
          <p:nvPr/>
        </p:nvSpPr>
        <p:spPr>
          <a:xfrm>
            <a:off x="342900" y="803275"/>
            <a:ext cx="8045450" cy="1198880"/>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触发器的 </a:t>
            </a:r>
            <a:r>
              <a:rPr lang="en-US" altLang="zh-CN" sz="1800" b="1" dirty="0">
                <a:solidFill>
                  <a:schemeClr val="accent2"/>
                </a:solidFill>
                <a:latin typeface="华文新魏" panose="02010800040101010101" pitchFamily="2" charset="-122"/>
                <a:ea typeface="华文新魏" panose="02010800040101010101" pitchFamily="2" charset="-122"/>
              </a:rPr>
              <a:t>T </a:t>
            </a:r>
            <a:r>
              <a:rPr lang="zh-CN" altLang="en-US" sz="1800" b="1" dirty="0">
                <a:solidFill>
                  <a:schemeClr val="accent2"/>
                </a:solidFill>
                <a:latin typeface="华文新魏" panose="02010800040101010101" pitchFamily="2" charset="-122"/>
                <a:ea typeface="华文新魏" panose="02010800040101010101" pitchFamily="2" charset="-122"/>
              </a:rPr>
              <a:t>端实际是一个使能控制端</a:t>
            </a:r>
            <a:r>
              <a:rPr lang="zh-CN" altLang="en-US" sz="1800" b="1" dirty="0">
                <a:solidFill>
                  <a:schemeClr val="tx1"/>
                </a:solidFill>
                <a:latin typeface="华文新魏" panose="02010800040101010101" pitchFamily="2" charset="-122"/>
                <a:ea typeface="华文新魏" panose="02010800040101010101" pitchFamily="2" charset="-122"/>
              </a:rPr>
              <a:t>，只有在 </a:t>
            </a:r>
            <a:r>
              <a:rPr lang="en-US" altLang="zh-CN" sz="1800" b="1" dirty="0">
                <a:solidFill>
                  <a:schemeClr val="accent2"/>
                </a:solidFill>
                <a:latin typeface="华文新魏" panose="02010800040101010101" pitchFamily="2" charset="-122"/>
                <a:ea typeface="华文新魏" panose="02010800040101010101" pitchFamily="2" charset="-122"/>
              </a:rPr>
              <a:t>T</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时，触发器</a:t>
            </a:r>
            <a:r>
              <a:rPr lang="en-US" altLang="zh-CN" sz="1800" b="1" dirty="0">
                <a:solidFill>
                  <a:schemeClr val="tx1"/>
                </a:solidFill>
                <a:latin typeface="华文新魏" panose="02010800040101010101" pitchFamily="2" charset="-122"/>
                <a:ea typeface="华文新魏" panose="02010800040101010101" pitchFamily="2" charset="-122"/>
              </a:rPr>
              <a:t>T </a:t>
            </a:r>
            <a:r>
              <a:rPr lang="zh-CN" altLang="en-US" sz="1800" b="1" dirty="0">
                <a:solidFill>
                  <a:schemeClr val="tx1"/>
                </a:solidFill>
                <a:latin typeface="华文新魏" panose="02010800040101010101" pitchFamily="2" charset="-122"/>
                <a:ea typeface="华文新魏" panose="02010800040101010101" pitchFamily="2" charset="-122"/>
              </a:rPr>
              <a:t>才处于计数状态。</a:t>
            </a:r>
            <a:r>
              <a:rPr lang="zh-CN" altLang="en-US" sz="1800" b="1" dirty="0">
                <a:solidFill>
                  <a:schemeClr val="accent2"/>
                </a:solidFill>
                <a:latin typeface="华文新魏" panose="02010800040101010101" pitchFamily="2" charset="-122"/>
                <a:ea typeface="华文新魏" panose="02010800040101010101" pitchFamily="2" charset="-122"/>
              </a:rPr>
              <a:t>在一些应用场合无需使能控制</a:t>
            </a:r>
            <a:r>
              <a:rPr lang="zh-CN" altLang="en-US" sz="1800" b="1" dirty="0">
                <a:solidFill>
                  <a:schemeClr val="tx1"/>
                </a:solidFill>
                <a:latin typeface="华文新魏" panose="02010800040101010101" pitchFamily="2" charset="-122"/>
                <a:ea typeface="华文新魏" panose="02010800040101010101" pitchFamily="2" charset="-122"/>
              </a:rPr>
              <a:t>，这种</a:t>
            </a: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触发器很容易用</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触发器及 </a:t>
            </a:r>
            <a:r>
              <a:rPr lang="en-US" altLang="zh-CN" sz="1800" b="1" dirty="0">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触发器构成，下图给出了无使能控制端的</a:t>
            </a: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触发器的逻辑符号、电路构成及工作时序图。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2164" name="Text Box 5"/>
          <p:cNvSpPr txBox="1"/>
          <p:nvPr/>
        </p:nvSpPr>
        <p:spPr>
          <a:xfrm>
            <a:off x="360363" y="3086100"/>
            <a:ext cx="167767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92165" name="Group 82"/>
          <p:cNvGrpSpPr/>
          <p:nvPr/>
        </p:nvGrpSpPr>
        <p:grpSpPr>
          <a:xfrm>
            <a:off x="421640" y="2136140"/>
            <a:ext cx="1957388" cy="766763"/>
            <a:chOff x="282" y="1611"/>
            <a:chExt cx="1404" cy="643"/>
          </a:xfrm>
        </p:grpSpPr>
        <p:sp>
          <p:nvSpPr>
            <p:cNvPr id="92231" name="Rectangle 6"/>
            <p:cNvSpPr/>
            <p:nvPr/>
          </p:nvSpPr>
          <p:spPr>
            <a:xfrm>
              <a:off x="662" y="1614"/>
              <a:ext cx="452" cy="640"/>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232" name="Text Box 7"/>
            <p:cNvSpPr txBox="1"/>
            <p:nvPr/>
          </p:nvSpPr>
          <p:spPr>
            <a:xfrm>
              <a:off x="947" y="1611"/>
              <a:ext cx="140"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33" name="Line 8"/>
            <p:cNvSpPr/>
            <p:nvPr/>
          </p:nvSpPr>
          <p:spPr>
            <a:xfrm>
              <a:off x="1115" y="1774"/>
              <a:ext cx="571" cy="0"/>
            </a:xfrm>
            <a:prstGeom prst="line">
              <a:avLst/>
            </a:prstGeom>
            <a:ln w="19050" cap="flat" cmpd="sng">
              <a:solidFill>
                <a:schemeClr val="tx1"/>
              </a:solidFill>
              <a:prstDash val="solid"/>
              <a:headEnd type="none" w="med" len="med"/>
              <a:tailEnd type="none" w="med" len="med"/>
            </a:ln>
          </p:spPr>
        </p:sp>
        <p:sp>
          <p:nvSpPr>
            <p:cNvPr id="92234" name="Oval 9"/>
            <p:cNvSpPr/>
            <p:nvPr/>
          </p:nvSpPr>
          <p:spPr>
            <a:xfrm flipH="1">
              <a:off x="1114" y="2072"/>
              <a:ext cx="54" cy="62"/>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2235" name="Text Box 11"/>
            <p:cNvSpPr txBox="1"/>
            <p:nvPr/>
          </p:nvSpPr>
          <p:spPr>
            <a:xfrm>
              <a:off x="593" y="1776"/>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36" name="Text Box 12"/>
            <p:cNvSpPr txBox="1"/>
            <p:nvPr/>
          </p:nvSpPr>
          <p:spPr>
            <a:xfrm>
              <a:off x="950" y="1918"/>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37" name="Line 13"/>
            <p:cNvSpPr/>
            <p:nvPr/>
          </p:nvSpPr>
          <p:spPr>
            <a:xfrm>
              <a:off x="282" y="1939"/>
              <a:ext cx="390" cy="0"/>
            </a:xfrm>
            <a:prstGeom prst="line">
              <a:avLst/>
            </a:prstGeom>
            <a:ln w="19050" cap="flat" cmpd="sng">
              <a:solidFill>
                <a:schemeClr val="tx1"/>
              </a:solidFill>
              <a:prstDash val="solid"/>
              <a:headEnd type="none" w="med" len="med"/>
              <a:tailEnd type="none" w="med" len="med"/>
            </a:ln>
          </p:spPr>
        </p:sp>
        <p:sp>
          <p:nvSpPr>
            <p:cNvPr id="92238" name="Line 14"/>
            <p:cNvSpPr/>
            <p:nvPr/>
          </p:nvSpPr>
          <p:spPr>
            <a:xfrm>
              <a:off x="1169" y="2102"/>
              <a:ext cx="503" cy="0"/>
            </a:xfrm>
            <a:prstGeom prst="line">
              <a:avLst/>
            </a:prstGeom>
            <a:ln w="19050" cap="flat" cmpd="sng">
              <a:solidFill>
                <a:schemeClr val="tx1"/>
              </a:solidFill>
              <a:prstDash val="solid"/>
              <a:headEnd type="none" w="med" len="med"/>
              <a:tailEnd type="none" w="med" len="med"/>
            </a:ln>
          </p:spPr>
        </p:sp>
      </p:grpSp>
      <p:sp>
        <p:nvSpPr>
          <p:cNvPr id="92166" name="Text Box 33"/>
          <p:cNvSpPr txBox="1"/>
          <p:nvPr/>
        </p:nvSpPr>
        <p:spPr>
          <a:xfrm>
            <a:off x="2511425" y="3086100"/>
            <a:ext cx="225298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）由</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触发器构成</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2167" name="Text Box 49"/>
          <p:cNvSpPr txBox="1"/>
          <p:nvPr/>
        </p:nvSpPr>
        <p:spPr>
          <a:xfrm>
            <a:off x="5422900" y="3073400"/>
            <a:ext cx="248412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）用</a:t>
            </a:r>
            <a:r>
              <a:rPr lang="en-US" altLang="zh-CN" sz="1800" b="1" dirty="0">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触发器构成</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92168" name="Group 80"/>
          <p:cNvGrpSpPr/>
          <p:nvPr/>
        </p:nvGrpSpPr>
        <p:grpSpPr>
          <a:xfrm>
            <a:off x="5091113" y="2139950"/>
            <a:ext cx="3225800" cy="996950"/>
            <a:chOff x="3551" y="1638"/>
            <a:chExt cx="2083" cy="816"/>
          </a:xfrm>
        </p:grpSpPr>
        <p:sp>
          <p:nvSpPr>
            <p:cNvPr id="92214" name="Text Box 34"/>
            <p:cNvSpPr txBox="1"/>
            <p:nvPr/>
          </p:nvSpPr>
          <p:spPr>
            <a:xfrm>
              <a:off x="3551" y="1638"/>
              <a:ext cx="389" cy="316"/>
            </a:xfrm>
            <a:prstGeom prst="rect">
              <a:avLst/>
            </a:prstGeom>
            <a:noFill/>
            <a:ln w="19050" cap="flat" cmpd="sng">
              <a:solidFill>
                <a:schemeClr val="bg1"/>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+5V</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15" name="Rectangle 35"/>
            <p:cNvSpPr/>
            <p:nvPr/>
          </p:nvSpPr>
          <p:spPr>
            <a:xfrm>
              <a:off x="4430" y="1743"/>
              <a:ext cx="465" cy="668"/>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216" name="Text Box 39"/>
            <p:cNvSpPr txBox="1"/>
            <p:nvPr/>
          </p:nvSpPr>
          <p:spPr>
            <a:xfrm>
              <a:off x="4447" y="1673"/>
              <a:ext cx="402" cy="52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17" name="Text Box 36"/>
            <p:cNvSpPr txBox="1"/>
            <p:nvPr/>
          </p:nvSpPr>
          <p:spPr>
            <a:xfrm>
              <a:off x="4411" y="1709"/>
              <a:ext cx="518" cy="301"/>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18" name="Line 37"/>
            <p:cNvSpPr/>
            <p:nvPr/>
          </p:nvSpPr>
          <p:spPr>
            <a:xfrm>
              <a:off x="4896" y="1868"/>
              <a:ext cx="321" cy="1"/>
            </a:xfrm>
            <a:prstGeom prst="line">
              <a:avLst/>
            </a:prstGeom>
            <a:ln w="19050" cap="flat" cmpd="sng">
              <a:solidFill>
                <a:schemeClr val="tx1"/>
              </a:solidFill>
              <a:prstDash val="solid"/>
              <a:headEnd type="none" w="med" len="med"/>
              <a:tailEnd type="none" w="med" len="med"/>
            </a:ln>
          </p:spPr>
        </p:sp>
        <p:sp>
          <p:nvSpPr>
            <p:cNvPr id="92219" name="Oval 38"/>
            <p:cNvSpPr/>
            <p:nvPr/>
          </p:nvSpPr>
          <p:spPr>
            <a:xfrm flipH="1">
              <a:off x="4895" y="2235"/>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2220" name="Text Box 40"/>
            <p:cNvSpPr txBox="1"/>
            <p:nvPr/>
          </p:nvSpPr>
          <p:spPr>
            <a:xfrm>
              <a:off x="4361" y="1890"/>
              <a:ext cx="187"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21" name="Text Box 41"/>
            <p:cNvSpPr txBox="1"/>
            <p:nvPr/>
          </p:nvSpPr>
          <p:spPr>
            <a:xfrm>
              <a:off x="4419" y="2114"/>
              <a:ext cx="187"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22" name="Text Box 42"/>
            <p:cNvSpPr txBox="1"/>
            <p:nvPr/>
          </p:nvSpPr>
          <p:spPr>
            <a:xfrm>
              <a:off x="4661" y="2114"/>
              <a:ext cx="187"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23" name="Line 43"/>
            <p:cNvSpPr/>
            <p:nvPr/>
          </p:nvSpPr>
          <p:spPr>
            <a:xfrm>
              <a:off x="3847" y="1845"/>
              <a:ext cx="588" cy="0"/>
            </a:xfrm>
            <a:prstGeom prst="line">
              <a:avLst/>
            </a:prstGeom>
            <a:ln w="19050" cap="flat" cmpd="sng">
              <a:solidFill>
                <a:schemeClr val="tx1"/>
              </a:solidFill>
              <a:prstDash val="solid"/>
              <a:headEnd type="none" w="med" len="med"/>
              <a:tailEnd type="none" w="med" len="med"/>
            </a:ln>
          </p:spPr>
        </p:sp>
        <p:sp>
          <p:nvSpPr>
            <p:cNvPr id="92224" name="Line 44"/>
            <p:cNvSpPr/>
            <p:nvPr/>
          </p:nvSpPr>
          <p:spPr>
            <a:xfrm>
              <a:off x="3837" y="2059"/>
              <a:ext cx="588" cy="0"/>
            </a:xfrm>
            <a:prstGeom prst="line">
              <a:avLst/>
            </a:prstGeom>
            <a:ln w="19050" cap="flat" cmpd="sng">
              <a:solidFill>
                <a:schemeClr val="tx1"/>
              </a:solidFill>
              <a:prstDash val="solid"/>
              <a:headEnd type="none" w="med" len="med"/>
              <a:tailEnd type="none" w="med" len="med"/>
            </a:ln>
          </p:spPr>
        </p:sp>
        <p:sp>
          <p:nvSpPr>
            <p:cNvPr id="92225" name="Line 45"/>
            <p:cNvSpPr/>
            <p:nvPr/>
          </p:nvSpPr>
          <p:spPr>
            <a:xfrm>
              <a:off x="4943" y="2263"/>
              <a:ext cx="274" cy="1"/>
            </a:xfrm>
            <a:prstGeom prst="line">
              <a:avLst/>
            </a:prstGeom>
            <a:ln w="19050" cap="flat" cmpd="sng">
              <a:solidFill>
                <a:schemeClr val="tx1"/>
              </a:solidFill>
              <a:prstDash val="solid"/>
              <a:headEnd type="none" w="med" len="med"/>
              <a:tailEnd type="none" w="med" len="med"/>
            </a:ln>
          </p:spPr>
        </p:sp>
        <p:sp>
          <p:nvSpPr>
            <p:cNvPr id="92226" name="Line 46"/>
            <p:cNvSpPr/>
            <p:nvPr/>
          </p:nvSpPr>
          <p:spPr>
            <a:xfrm flipH="1">
              <a:off x="4189" y="2285"/>
              <a:ext cx="238" cy="0"/>
            </a:xfrm>
            <a:prstGeom prst="line">
              <a:avLst/>
            </a:prstGeom>
            <a:ln w="19050" cap="flat" cmpd="sng">
              <a:solidFill>
                <a:schemeClr val="tx1"/>
              </a:solidFill>
              <a:prstDash val="solid"/>
              <a:headEnd type="none" w="med" len="med"/>
              <a:tailEnd type="none" w="med" len="med"/>
            </a:ln>
          </p:spPr>
        </p:sp>
        <p:sp>
          <p:nvSpPr>
            <p:cNvPr id="92227" name="Oval 47"/>
            <p:cNvSpPr/>
            <p:nvPr/>
          </p:nvSpPr>
          <p:spPr>
            <a:xfrm flipH="1">
              <a:off x="4164" y="1828"/>
              <a:ext cx="43" cy="41"/>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228" name="Line 48"/>
            <p:cNvSpPr/>
            <p:nvPr/>
          </p:nvSpPr>
          <p:spPr>
            <a:xfrm flipV="1">
              <a:off x="4190" y="1869"/>
              <a:ext cx="0" cy="420"/>
            </a:xfrm>
            <a:prstGeom prst="line">
              <a:avLst/>
            </a:prstGeom>
            <a:ln w="19050" cap="flat" cmpd="sng">
              <a:solidFill>
                <a:schemeClr val="tx1"/>
              </a:solidFill>
              <a:prstDash val="solid"/>
              <a:headEnd type="none" w="med" len="med"/>
              <a:tailEnd type="none" w="med" len="med"/>
            </a:ln>
          </p:spPr>
        </p:sp>
        <p:sp>
          <p:nvSpPr>
            <p:cNvPr id="92229" name="Text Box 50"/>
            <p:cNvSpPr txBox="1"/>
            <p:nvPr/>
          </p:nvSpPr>
          <p:spPr>
            <a:xfrm>
              <a:off x="5265" y="1715"/>
              <a:ext cx="187"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30" name="Text Box 51"/>
            <p:cNvSpPr txBox="1"/>
            <p:nvPr/>
          </p:nvSpPr>
          <p:spPr>
            <a:xfrm>
              <a:off x="5189" y="2154"/>
              <a:ext cx="445"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92169" name="Group 84"/>
          <p:cNvGrpSpPr/>
          <p:nvPr/>
        </p:nvGrpSpPr>
        <p:grpSpPr>
          <a:xfrm>
            <a:off x="414338" y="3684588"/>
            <a:ext cx="6645645" cy="1081907"/>
            <a:chOff x="270" y="3225"/>
            <a:chExt cx="4909" cy="899"/>
          </a:xfrm>
        </p:grpSpPr>
        <p:sp>
          <p:nvSpPr>
            <p:cNvPr id="92191" name="Line 53"/>
            <p:cNvSpPr/>
            <p:nvPr/>
          </p:nvSpPr>
          <p:spPr>
            <a:xfrm>
              <a:off x="3239" y="3438"/>
              <a:ext cx="670" cy="0"/>
            </a:xfrm>
            <a:prstGeom prst="line">
              <a:avLst/>
            </a:prstGeom>
            <a:ln w="19050" cap="flat" cmpd="sng">
              <a:solidFill>
                <a:srgbClr val="0000FF"/>
              </a:solidFill>
              <a:prstDash val="solid"/>
              <a:headEnd type="none" w="med" len="med"/>
              <a:tailEnd type="none" w="med" len="med"/>
            </a:ln>
          </p:spPr>
        </p:sp>
        <p:sp>
          <p:nvSpPr>
            <p:cNvPr id="92192" name="Line 54"/>
            <p:cNvSpPr/>
            <p:nvPr/>
          </p:nvSpPr>
          <p:spPr>
            <a:xfrm>
              <a:off x="3916" y="3234"/>
              <a:ext cx="0" cy="214"/>
            </a:xfrm>
            <a:prstGeom prst="line">
              <a:avLst/>
            </a:prstGeom>
            <a:ln w="19050" cap="flat" cmpd="sng">
              <a:solidFill>
                <a:srgbClr val="0000FF"/>
              </a:solidFill>
              <a:prstDash val="solid"/>
              <a:headEnd type="none" w="med" len="med"/>
              <a:tailEnd type="none" w="med" len="med"/>
            </a:ln>
          </p:spPr>
        </p:sp>
        <p:sp>
          <p:nvSpPr>
            <p:cNvPr id="92193" name="Line 55"/>
            <p:cNvSpPr/>
            <p:nvPr/>
          </p:nvSpPr>
          <p:spPr>
            <a:xfrm>
              <a:off x="3916" y="3234"/>
              <a:ext cx="694" cy="0"/>
            </a:xfrm>
            <a:prstGeom prst="line">
              <a:avLst/>
            </a:prstGeom>
            <a:ln w="19050" cap="flat" cmpd="sng">
              <a:solidFill>
                <a:srgbClr val="0000FF"/>
              </a:solidFill>
              <a:prstDash val="solid"/>
              <a:headEnd type="none" w="med" len="med"/>
              <a:tailEnd type="none" w="med" len="med"/>
            </a:ln>
          </p:spPr>
        </p:sp>
        <p:sp>
          <p:nvSpPr>
            <p:cNvPr id="92194" name="Line 56"/>
            <p:cNvSpPr/>
            <p:nvPr/>
          </p:nvSpPr>
          <p:spPr>
            <a:xfrm>
              <a:off x="4605" y="3234"/>
              <a:ext cx="0" cy="214"/>
            </a:xfrm>
            <a:prstGeom prst="line">
              <a:avLst/>
            </a:prstGeom>
            <a:ln w="19050" cap="flat" cmpd="sng">
              <a:solidFill>
                <a:srgbClr val="0000FF"/>
              </a:solidFill>
              <a:prstDash val="solid"/>
              <a:headEnd type="none" w="med" len="med"/>
              <a:tailEnd type="none" w="med" len="med"/>
            </a:ln>
          </p:spPr>
        </p:sp>
        <p:sp>
          <p:nvSpPr>
            <p:cNvPr id="92195" name="Line 57"/>
            <p:cNvSpPr/>
            <p:nvPr/>
          </p:nvSpPr>
          <p:spPr>
            <a:xfrm>
              <a:off x="1886" y="3438"/>
              <a:ext cx="671" cy="0"/>
            </a:xfrm>
            <a:prstGeom prst="line">
              <a:avLst/>
            </a:prstGeom>
            <a:ln w="19050" cap="flat" cmpd="sng">
              <a:solidFill>
                <a:srgbClr val="0000FF"/>
              </a:solidFill>
              <a:prstDash val="solid"/>
              <a:headEnd type="none" w="med" len="med"/>
              <a:tailEnd type="none" w="med" len="med"/>
            </a:ln>
          </p:spPr>
        </p:sp>
        <p:sp>
          <p:nvSpPr>
            <p:cNvPr id="92196" name="Line 58"/>
            <p:cNvSpPr/>
            <p:nvPr/>
          </p:nvSpPr>
          <p:spPr>
            <a:xfrm>
              <a:off x="2551" y="3234"/>
              <a:ext cx="0" cy="214"/>
            </a:xfrm>
            <a:prstGeom prst="line">
              <a:avLst/>
            </a:prstGeom>
            <a:ln w="19050" cap="flat" cmpd="sng">
              <a:solidFill>
                <a:srgbClr val="0000FF"/>
              </a:solidFill>
              <a:prstDash val="solid"/>
              <a:headEnd type="none" w="med" len="med"/>
              <a:tailEnd type="none" w="med" len="med"/>
            </a:ln>
          </p:spPr>
        </p:sp>
        <p:sp>
          <p:nvSpPr>
            <p:cNvPr id="92197" name="Line 59"/>
            <p:cNvSpPr/>
            <p:nvPr/>
          </p:nvSpPr>
          <p:spPr>
            <a:xfrm>
              <a:off x="2547" y="3234"/>
              <a:ext cx="694" cy="0"/>
            </a:xfrm>
            <a:prstGeom prst="line">
              <a:avLst/>
            </a:prstGeom>
            <a:ln w="19050" cap="flat" cmpd="sng">
              <a:solidFill>
                <a:srgbClr val="0000FF"/>
              </a:solidFill>
              <a:prstDash val="solid"/>
              <a:headEnd type="none" w="med" len="med"/>
              <a:tailEnd type="none" w="med" len="med"/>
            </a:ln>
          </p:spPr>
        </p:sp>
        <p:sp>
          <p:nvSpPr>
            <p:cNvPr id="92198" name="Line 60"/>
            <p:cNvSpPr/>
            <p:nvPr/>
          </p:nvSpPr>
          <p:spPr>
            <a:xfrm>
              <a:off x="3235" y="3234"/>
              <a:ext cx="0" cy="214"/>
            </a:xfrm>
            <a:prstGeom prst="line">
              <a:avLst/>
            </a:prstGeom>
            <a:ln w="19050" cap="flat" cmpd="sng">
              <a:solidFill>
                <a:srgbClr val="0000FF"/>
              </a:solidFill>
              <a:prstDash val="solid"/>
              <a:headEnd type="none" w="med" len="med"/>
              <a:tailEnd type="none" w="med" len="med"/>
            </a:ln>
          </p:spPr>
        </p:sp>
        <p:sp>
          <p:nvSpPr>
            <p:cNvPr id="92199" name="Line 61"/>
            <p:cNvSpPr/>
            <p:nvPr/>
          </p:nvSpPr>
          <p:spPr>
            <a:xfrm flipV="1">
              <a:off x="659" y="3442"/>
              <a:ext cx="528" cy="10"/>
            </a:xfrm>
            <a:prstGeom prst="line">
              <a:avLst/>
            </a:prstGeom>
            <a:ln w="19050" cap="flat" cmpd="sng">
              <a:solidFill>
                <a:srgbClr val="0000FF"/>
              </a:solidFill>
              <a:prstDash val="solid"/>
              <a:headEnd type="none" w="med" len="med"/>
              <a:tailEnd type="none" w="med" len="med"/>
            </a:ln>
          </p:spPr>
        </p:sp>
        <p:sp>
          <p:nvSpPr>
            <p:cNvPr id="92200" name="Line 62"/>
            <p:cNvSpPr/>
            <p:nvPr/>
          </p:nvSpPr>
          <p:spPr>
            <a:xfrm>
              <a:off x="1185" y="3234"/>
              <a:ext cx="0" cy="214"/>
            </a:xfrm>
            <a:prstGeom prst="line">
              <a:avLst/>
            </a:prstGeom>
            <a:ln w="19050" cap="flat" cmpd="sng">
              <a:solidFill>
                <a:srgbClr val="0000FF"/>
              </a:solidFill>
              <a:prstDash val="solid"/>
              <a:headEnd type="none" w="med" len="med"/>
              <a:tailEnd type="none" w="med" len="med"/>
            </a:ln>
          </p:spPr>
        </p:sp>
        <p:sp>
          <p:nvSpPr>
            <p:cNvPr id="92201" name="Line 63"/>
            <p:cNvSpPr/>
            <p:nvPr/>
          </p:nvSpPr>
          <p:spPr>
            <a:xfrm>
              <a:off x="1179" y="3234"/>
              <a:ext cx="716" cy="0"/>
            </a:xfrm>
            <a:prstGeom prst="line">
              <a:avLst/>
            </a:prstGeom>
            <a:ln w="19050" cap="flat" cmpd="sng">
              <a:solidFill>
                <a:srgbClr val="0000FF"/>
              </a:solidFill>
              <a:prstDash val="solid"/>
              <a:headEnd type="none" w="med" len="med"/>
              <a:tailEnd type="none" w="med" len="med"/>
            </a:ln>
          </p:spPr>
        </p:sp>
        <p:sp>
          <p:nvSpPr>
            <p:cNvPr id="92202" name="Line 64"/>
            <p:cNvSpPr/>
            <p:nvPr/>
          </p:nvSpPr>
          <p:spPr>
            <a:xfrm>
              <a:off x="1886" y="3234"/>
              <a:ext cx="0" cy="214"/>
            </a:xfrm>
            <a:prstGeom prst="line">
              <a:avLst/>
            </a:prstGeom>
            <a:ln w="19050" cap="flat" cmpd="sng">
              <a:solidFill>
                <a:srgbClr val="0000FF"/>
              </a:solidFill>
              <a:prstDash val="solid"/>
              <a:headEnd type="none" w="med" len="med"/>
              <a:tailEnd type="none" w="med" len="med"/>
            </a:ln>
          </p:spPr>
        </p:sp>
        <p:sp>
          <p:nvSpPr>
            <p:cNvPr id="92203" name="Line 65"/>
            <p:cNvSpPr/>
            <p:nvPr/>
          </p:nvSpPr>
          <p:spPr>
            <a:xfrm flipV="1">
              <a:off x="4609" y="3438"/>
              <a:ext cx="528" cy="10"/>
            </a:xfrm>
            <a:prstGeom prst="line">
              <a:avLst/>
            </a:prstGeom>
            <a:ln w="19050" cap="flat" cmpd="sng">
              <a:solidFill>
                <a:srgbClr val="0000FF"/>
              </a:solidFill>
              <a:prstDash val="solid"/>
              <a:headEnd type="none" w="med" len="med"/>
              <a:tailEnd type="none" w="med" len="med"/>
            </a:ln>
          </p:spPr>
        </p:sp>
        <p:sp>
          <p:nvSpPr>
            <p:cNvPr id="92204" name="Line 66"/>
            <p:cNvSpPr/>
            <p:nvPr/>
          </p:nvSpPr>
          <p:spPr>
            <a:xfrm>
              <a:off x="1199" y="3576"/>
              <a:ext cx="0" cy="214"/>
            </a:xfrm>
            <a:prstGeom prst="line">
              <a:avLst/>
            </a:prstGeom>
            <a:ln w="19050" cap="flat" cmpd="sng">
              <a:solidFill>
                <a:schemeClr val="tx1"/>
              </a:solidFill>
              <a:prstDash val="solid"/>
              <a:headEnd type="none" w="med" len="med"/>
              <a:tailEnd type="none" w="med" len="med"/>
            </a:ln>
          </p:spPr>
        </p:sp>
        <p:sp>
          <p:nvSpPr>
            <p:cNvPr id="92205" name="Line 67"/>
            <p:cNvSpPr/>
            <p:nvPr/>
          </p:nvSpPr>
          <p:spPr>
            <a:xfrm>
              <a:off x="1195" y="3576"/>
              <a:ext cx="1369" cy="0"/>
            </a:xfrm>
            <a:prstGeom prst="line">
              <a:avLst/>
            </a:prstGeom>
            <a:ln w="19050" cap="flat" cmpd="sng">
              <a:solidFill>
                <a:schemeClr val="tx1"/>
              </a:solidFill>
              <a:prstDash val="solid"/>
              <a:headEnd type="none" w="med" len="med"/>
              <a:tailEnd type="none" w="med" len="med"/>
            </a:ln>
          </p:spPr>
        </p:sp>
        <p:sp>
          <p:nvSpPr>
            <p:cNvPr id="92206" name="Line 68"/>
            <p:cNvSpPr/>
            <p:nvPr/>
          </p:nvSpPr>
          <p:spPr>
            <a:xfrm>
              <a:off x="3939" y="3576"/>
              <a:ext cx="0" cy="214"/>
            </a:xfrm>
            <a:prstGeom prst="line">
              <a:avLst/>
            </a:prstGeom>
            <a:ln w="19050" cap="flat" cmpd="sng">
              <a:solidFill>
                <a:schemeClr val="tx1"/>
              </a:solidFill>
              <a:prstDash val="solid"/>
              <a:headEnd type="none" w="med" len="med"/>
              <a:tailEnd type="none" w="med" len="med"/>
            </a:ln>
          </p:spPr>
        </p:sp>
        <p:sp>
          <p:nvSpPr>
            <p:cNvPr id="92207" name="Line 69"/>
            <p:cNvSpPr/>
            <p:nvPr/>
          </p:nvSpPr>
          <p:spPr>
            <a:xfrm flipV="1">
              <a:off x="2551" y="3790"/>
              <a:ext cx="1399" cy="0"/>
            </a:xfrm>
            <a:prstGeom prst="line">
              <a:avLst/>
            </a:prstGeom>
            <a:ln w="19050" cap="flat" cmpd="sng">
              <a:solidFill>
                <a:schemeClr val="tx1"/>
              </a:solidFill>
              <a:prstDash val="solid"/>
              <a:headEnd type="none" w="med" len="med"/>
              <a:tailEnd type="none" w="med" len="med"/>
            </a:ln>
          </p:spPr>
        </p:sp>
        <p:sp>
          <p:nvSpPr>
            <p:cNvPr id="92208" name="Text Box 70"/>
            <p:cNvSpPr txBox="1"/>
            <p:nvPr/>
          </p:nvSpPr>
          <p:spPr>
            <a:xfrm>
              <a:off x="270" y="3225"/>
              <a:ext cx="426" cy="30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09" name="Text Box 71"/>
            <p:cNvSpPr txBox="1"/>
            <p:nvPr/>
          </p:nvSpPr>
          <p:spPr>
            <a:xfrm>
              <a:off x="418" y="3576"/>
              <a:ext cx="187" cy="30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10" name="Text Box 72"/>
            <p:cNvSpPr txBox="1"/>
            <p:nvPr/>
          </p:nvSpPr>
          <p:spPr>
            <a:xfrm>
              <a:off x="1892" y="3818"/>
              <a:ext cx="1854" cy="306"/>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）工作时序图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2211" name="Line 73"/>
            <p:cNvSpPr/>
            <p:nvPr/>
          </p:nvSpPr>
          <p:spPr>
            <a:xfrm flipV="1">
              <a:off x="668" y="3780"/>
              <a:ext cx="528" cy="0"/>
            </a:xfrm>
            <a:prstGeom prst="line">
              <a:avLst/>
            </a:prstGeom>
            <a:ln w="19050" cap="flat" cmpd="sng">
              <a:solidFill>
                <a:schemeClr val="tx1"/>
              </a:solidFill>
              <a:prstDash val="solid"/>
              <a:headEnd type="none" w="med" len="med"/>
              <a:tailEnd type="none" w="med" len="med"/>
            </a:ln>
          </p:spPr>
        </p:sp>
        <p:sp>
          <p:nvSpPr>
            <p:cNvPr id="92212" name="Line 76"/>
            <p:cNvSpPr/>
            <p:nvPr/>
          </p:nvSpPr>
          <p:spPr>
            <a:xfrm>
              <a:off x="2554" y="3577"/>
              <a:ext cx="0" cy="214"/>
            </a:xfrm>
            <a:prstGeom prst="line">
              <a:avLst/>
            </a:prstGeom>
            <a:ln w="19050" cap="flat" cmpd="sng">
              <a:solidFill>
                <a:schemeClr val="tx1"/>
              </a:solidFill>
              <a:prstDash val="solid"/>
              <a:headEnd type="none" w="med" len="med"/>
              <a:tailEnd type="none" w="med" len="med"/>
            </a:ln>
          </p:spPr>
        </p:sp>
        <p:sp>
          <p:nvSpPr>
            <p:cNvPr id="92213" name="Line 77"/>
            <p:cNvSpPr/>
            <p:nvPr/>
          </p:nvSpPr>
          <p:spPr>
            <a:xfrm flipV="1">
              <a:off x="3938" y="3579"/>
              <a:ext cx="1241" cy="0"/>
            </a:xfrm>
            <a:prstGeom prst="line">
              <a:avLst/>
            </a:prstGeom>
            <a:ln w="19050" cap="flat" cmpd="sng">
              <a:solidFill>
                <a:schemeClr val="tx1"/>
              </a:solidFill>
              <a:prstDash val="solid"/>
              <a:headEnd type="none" w="med" len="med"/>
              <a:tailEnd type="none" w="med" len="med"/>
            </a:ln>
          </p:spPr>
        </p:sp>
      </p:grpSp>
      <p:grpSp>
        <p:nvGrpSpPr>
          <p:cNvPr id="92170" name="Group 81"/>
          <p:cNvGrpSpPr/>
          <p:nvPr/>
        </p:nvGrpSpPr>
        <p:grpSpPr>
          <a:xfrm>
            <a:off x="2517775" y="2089150"/>
            <a:ext cx="2699823" cy="1042988"/>
            <a:chOff x="1948" y="1574"/>
            <a:chExt cx="1937" cy="876"/>
          </a:xfrm>
        </p:grpSpPr>
        <p:sp>
          <p:nvSpPr>
            <p:cNvPr id="92173" name="Line 15"/>
            <p:cNvSpPr/>
            <p:nvPr/>
          </p:nvSpPr>
          <p:spPr>
            <a:xfrm flipH="1" flipV="1">
              <a:off x="2952" y="1574"/>
              <a:ext cx="1" cy="672"/>
            </a:xfrm>
            <a:prstGeom prst="line">
              <a:avLst/>
            </a:prstGeom>
            <a:ln w="19050" cap="flat" cmpd="sng">
              <a:solidFill>
                <a:schemeClr val="tx1"/>
              </a:solidFill>
              <a:prstDash val="solid"/>
              <a:headEnd type="none" w="med" len="med"/>
              <a:tailEnd type="none" w="med" len="med"/>
            </a:ln>
          </p:spPr>
        </p:sp>
        <p:sp>
          <p:nvSpPr>
            <p:cNvPr id="92174" name="AutoShape 16"/>
            <p:cNvSpPr/>
            <p:nvPr/>
          </p:nvSpPr>
          <p:spPr>
            <a:xfrm>
              <a:off x="2332" y="1785"/>
              <a:ext cx="447" cy="639"/>
            </a:xfrm>
            <a:prstGeom prst="flowChartProcess">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175" name="Text Box 17"/>
            <p:cNvSpPr txBox="1"/>
            <p:nvPr/>
          </p:nvSpPr>
          <p:spPr>
            <a:xfrm>
              <a:off x="2297" y="1814"/>
              <a:ext cx="251"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76" name="Line 18"/>
            <p:cNvSpPr/>
            <p:nvPr/>
          </p:nvSpPr>
          <p:spPr>
            <a:xfrm>
              <a:off x="2332" y="2198"/>
              <a:ext cx="46" cy="52"/>
            </a:xfrm>
            <a:prstGeom prst="line">
              <a:avLst/>
            </a:prstGeom>
            <a:ln w="19050" cap="flat" cmpd="sng">
              <a:solidFill>
                <a:schemeClr val="tx1"/>
              </a:solidFill>
              <a:prstDash val="solid"/>
              <a:headEnd type="none" w="med" len="med"/>
              <a:tailEnd type="none" w="med" len="med"/>
            </a:ln>
          </p:spPr>
        </p:sp>
        <p:sp>
          <p:nvSpPr>
            <p:cNvPr id="92177" name="Line 19"/>
            <p:cNvSpPr/>
            <p:nvPr/>
          </p:nvSpPr>
          <p:spPr>
            <a:xfrm flipH="1">
              <a:off x="2332" y="2250"/>
              <a:ext cx="46" cy="54"/>
            </a:xfrm>
            <a:prstGeom prst="line">
              <a:avLst/>
            </a:prstGeom>
            <a:ln w="19050" cap="flat" cmpd="sng">
              <a:solidFill>
                <a:schemeClr val="tx1"/>
              </a:solidFill>
              <a:prstDash val="solid"/>
              <a:headEnd type="none" w="med" len="med"/>
              <a:tailEnd type="none" w="med" len="med"/>
            </a:ln>
          </p:spPr>
        </p:sp>
        <p:sp>
          <p:nvSpPr>
            <p:cNvPr id="92178" name="Text Box 20"/>
            <p:cNvSpPr txBox="1"/>
            <p:nvPr/>
          </p:nvSpPr>
          <p:spPr>
            <a:xfrm>
              <a:off x="2319" y="2098"/>
              <a:ext cx="839"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79" name="Text Box 21"/>
            <p:cNvSpPr txBox="1"/>
            <p:nvPr/>
          </p:nvSpPr>
          <p:spPr>
            <a:xfrm>
              <a:off x="2569" y="1818"/>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80" name="Text Box 22"/>
            <p:cNvSpPr txBox="1"/>
            <p:nvPr/>
          </p:nvSpPr>
          <p:spPr>
            <a:xfrm>
              <a:off x="2588" y="2127"/>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81" name="Line 24"/>
            <p:cNvSpPr/>
            <p:nvPr/>
          </p:nvSpPr>
          <p:spPr>
            <a:xfrm flipH="1">
              <a:off x="2785" y="1908"/>
              <a:ext cx="564" cy="0"/>
            </a:xfrm>
            <a:prstGeom prst="line">
              <a:avLst/>
            </a:prstGeom>
            <a:ln w="19050" cap="flat" cmpd="sng">
              <a:solidFill>
                <a:schemeClr val="tx1"/>
              </a:solidFill>
              <a:prstDash val="solid"/>
              <a:headEnd type="none" w="med" len="med"/>
              <a:tailEnd type="none" w="med" len="med"/>
            </a:ln>
          </p:spPr>
        </p:sp>
        <p:sp>
          <p:nvSpPr>
            <p:cNvPr id="92182" name="Oval 25"/>
            <p:cNvSpPr/>
            <p:nvPr/>
          </p:nvSpPr>
          <p:spPr>
            <a:xfrm flipH="1">
              <a:off x="2932" y="2216"/>
              <a:ext cx="45" cy="45"/>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183" name="Text Box 26"/>
            <p:cNvSpPr txBox="1"/>
            <p:nvPr/>
          </p:nvSpPr>
          <p:spPr>
            <a:xfrm>
              <a:off x="3393" y="1759"/>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84" name="Text Box 27"/>
            <p:cNvSpPr txBox="1"/>
            <p:nvPr/>
          </p:nvSpPr>
          <p:spPr>
            <a:xfrm>
              <a:off x="3311" y="2143"/>
              <a:ext cx="574"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85" name="Line 28"/>
            <p:cNvSpPr/>
            <p:nvPr/>
          </p:nvSpPr>
          <p:spPr>
            <a:xfrm>
              <a:off x="2847" y="2236"/>
              <a:ext cx="502" cy="0"/>
            </a:xfrm>
            <a:prstGeom prst="line">
              <a:avLst/>
            </a:prstGeom>
            <a:ln w="19050" cap="flat" cmpd="sng">
              <a:solidFill>
                <a:schemeClr val="tx1"/>
              </a:solidFill>
              <a:prstDash val="solid"/>
              <a:headEnd type="none" w="med" len="med"/>
              <a:tailEnd type="none" w="med" len="med"/>
            </a:ln>
          </p:spPr>
        </p:sp>
        <p:sp>
          <p:nvSpPr>
            <p:cNvPr id="92186" name="Line 29"/>
            <p:cNvSpPr/>
            <p:nvPr/>
          </p:nvSpPr>
          <p:spPr>
            <a:xfrm flipH="1">
              <a:off x="1948" y="2256"/>
              <a:ext cx="380" cy="0"/>
            </a:xfrm>
            <a:prstGeom prst="line">
              <a:avLst/>
            </a:prstGeom>
            <a:ln w="19050" cap="flat" cmpd="sng">
              <a:solidFill>
                <a:schemeClr val="tx1"/>
              </a:solidFill>
              <a:prstDash val="solid"/>
              <a:headEnd type="none" w="med" len="med"/>
              <a:tailEnd type="none" w="med" len="med"/>
            </a:ln>
          </p:spPr>
        </p:sp>
        <p:sp>
          <p:nvSpPr>
            <p:cNvPr id="92187" name="Line 30"/>
            <p:cNvSpPr/>
            <p:nvPr/>
          </p:nvSpPr>
          <p:spPr>
            <a:xfrm flipH="1">
              <a:off x="2136" y="1920"/>
              <a:ext cx="192" cy="0"/>
            </a:xfrm>
            <a:prstGeom prst="line">
              <a:avLst/>
            </a:prstGeom>
            <a:ln w="19050" cap="flat" cmpd="sng">
              <a:solidFill>
                <a:schemeClr val="tx1"/>
              </a:solidFill>
              <a:prstDash val="solid"/>
              <a:headEnd type="none" w="med" len="med"/>
              <a:tailEnd type="none" w="med" len="med"/>
            </a:ln>
          </p:spPr>
        </p:sp>
        <p:sp>
          <p:nvSpPr>
            <p:cNvPr id="92188" name="Line 31"/>
            <p:cNvSpPr/>
            <p:nvPr/>
          </p:nvSpPr>
          <p:spPr>
            <a:xfrm flipV="1">
              <a:off x="2136" y="1584"/>
              <a:ext cx="0" cy="336"/>
            </a:xfrm>
            <a:prstGeom prst="line">
              <a:avLst/>
            </a:prstGeom>
            <a:ln w="19050" cap="flat" cmpd="sng">
              <a:solidFill>
                <a:schemeClr val="tx1"/>
              </a:solidFill>
              <a:prstDash val="solid"/>
              <a:headEnd type="none" w="med" len="med"/>
              <a:tailEnd type="none" w="med" len="med"/>
            </a:ln>
          </p:spPr>
        </p:sp>
        <p:sp>
          <p:nvSpPr>
            <p:cNvPr id="92189" name="Line 32"/>
            <p:cNvSpPr/>
            <p:nvPr/>
          </p:nvSpPr>
          <p:spPr>
            <a:xfrm>
              <a:off x="2136" y="1584"/>
              <a:ext cx="816" cy="0"/>
            </a:xfrm>
            <a:prstGeom prst="line">
              <a:avLst/>
            </a:prstGeom>
            <a:ln w="19050" cap="flat" cmpd="sng">
              <a:solidFill>
                <a:schemeClr val="tx1"/>
              </a:solidFill>
              <a:prstDash val="solid"/>
              <a:headEnd type="none" w="med" len="med"/>
              <a:tailEnd type="none" w="med" len="med"/>
            </a:ln>
          </p:spPr>
        </p:sp>
      </p:grpSp>
      <p:sp>
        <p:nvSpPr>
          <p:cNvPr id="92171" name="Text Box 10"/>
          <p:cNvSpPr txBox="1"/>
          <p:nvPr/>
        </p:nvSpPr>
        <p:spPr>
          <a:xfrm>
            <a:off x="869950" y="2330450"/>
            <a:ext cx="885825" cy="36512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72" name="Oval 119"/>
          <p:cNvSpPr/>
          <p:nvPr/>
        </p:nvSpPr>
        <p:spPr>
          <a:xfrm>
            <a:off x="3675063" y="2832100"/>
            <a:ext cx="114300" cy="8413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8" name="文本框 77"/>
          <p:cNvSpPr txBox="1"/>
          <p:nvPr/>
        </p:nvSpPr>
        <p:spPr>
          <a:xfrm>
            <a:off x="7533632" y="3610333"/>
            <a:ext cx="1338828" cy="369332"/>
          </a:xfrm>
          <a:prstGeom prst="rect">
            <a:avLst/>
          </a:prstGeom>
          <a:noFill/>
        </p:spPr>
        <p:txBody>
          <a:bodyPr wrap="none" rtlCol="0">
            <a:spAutoFit/>
          </a:bodyPr>
          <a:lstStyle/>
          <a:p>
            <a:r>
              <a:rPr lang="zh-CN" altLang="en-US" sz="1800" b="1" dirty="0">
                <a:solidFill>
                  <a:srgbClr val="0000FF"/>
                </a:solidFill>
                <a:latin typeface="华文新魏" panose="02010800040101010101" pitchFamily="2" charset="-122"/>
                <a:ea typeface="华文新魏" panose="02010800040101010101" pitchFamily="2" charset="-122"/>
              </a:rPr>
              <a:t>次态方程？</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p:cNvSpPr>
          <p:nvPr>
            <p:ph type="title"/>
          </p:nvPr>
        </p:nvSpPr>
        <p:spPr>
          <a:xfrm>
            <a:off x="457200" y="615950"/>
            <a:ext cx="7848600" cy="57150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锁存器</a:t>
            </a:r>
            <a:r>
              <a:rPr lang="zh-CN" altLang="en-US" sz="2000" b="1" i="1" dirty="0">
                <a:solidFill>
                  <a:srgbClr val="C00000"/>
                </a:solidFill>
                <a:latin typeface="华文新魏" panose="02010800040101010101" pitchFamily="2" charset="-122"/>
                <a:ea typeface="华文新魏" panose="02010800040101010101" pitchFamily="2" charset="-122"/>
              </a:rPr>
              <a:t> </a:t>
            </a:r>
            <a:r>
              <a:rPr lang="en-US" altLang="zh-CN" sz="2000" b="1" i="1" dirty="0">
                <a:solidFill>
                  <a:srgbClr val="C00000"/>
                </a:solidFill>
                <a:latin typeface="华文新魏" panose="02010800040101010101" pitchFamily="2" charset="-122"/>
                <a:ea typeface="华文新魏" panose="02010800040101010101" pitchFamily="2" charset="-122"/>
              </a:rPr>
              <a:t>Latches </a:t>
            </a:r>
            <a:r>
              <a:rPr lang="zh-CN" altLang="en-US" sz="2000" b="1" dirty="0">
                <a:solidFill>
                  <a:srgbClr val="C00000"/>
                </a:solidFill>
                <a:latin typeface="华文新魏" panose="02010800040101010101" pitchFamily="2" charset="-122"/>
                <a:ea typeface="华文新魏" panose="02010800040101010101" pitchFamily="2" charset="-122"/>
              </a:rPr>
              <a:t>和触发器</a:t>
            </a:r>
            <a:r>
              <a:rPr lang="zh-CN" altLang="en-US" sz="2000" b="1" i="1" dirty="0">
                <a:solidFill>
                  <a:srgbClr val="C00000"/>
                </a:solidFill>
                <a:latin typeface="华文新魏" panose="02010800040101010101" pitchFamily="2" charset="-122"/>
                <a:ea typeface="华文新魏" panose="02010800040101010101" pitchFamily="2" charset="-122"/>
              </a:rPr>
              <a:t> </a:t>
            </a:r>
            <a:r>
              <a:rPr lang="en-US" altLang="zh-CN" sz="2000" b="1" i="1" dirty="0">
                <a:solidFill>
                  <a:srgbClr val="C00000"/>
                </a:solidFill>
                <a:latin typeface="华文新魏" panose="02010800040101010101" pitchFamily="2" charset="-122"/>
                <a:ea typeface="华文新魏" panose="02010800040101010101" pitchFamily="2" charset="-122"/>
              </a:rPr>
              <a:t>Flip-flops </a:t>
            </a:r>
            <a:r>
              <a:rPr lang="zh-CN" altLang="en-US" sz="2000" b="1" dirty="0">
                <a:solidFill>
                  <a:srgbClr val="C00000"/>
                </a:solidFill>
                <a:latin typeface="华文新魏" panose="02010800040101010101" pitchFamily="2" charset="-122"/>
                <a:ea typeface="华文新魏" panose="02010800040101010101" pitchFamily="2" charset="-122"/>
              </a:rPr>
              <a:t>的区别及各自的分类</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sp>
        <p:nvSpPr>
          <p:cNvPr id="94211" name="Text Box 4"/>
          <p:cNvSpPr txBox="1"/>
          <p:nvPr/>
        </p:nvSpPr>
        <p:spPr>
          <a:xfrm>
            <a:off x="742315" y="1157605"/>
            <a:ext cx="8153400" cy="3138170"/>
          </a:xfrm>
          <a:prstGeom prst="rect">
            <a:avLst/>
          </a:prstGeom>
          <a:noFill/>
          <a:ln w="9525">
            <a:noFill/>
          </a:ln>
        </p:spPr>
        <p:txBody>
          <a:bodyPr wrap="square">
            <a:spAutoFit/>
          </a:bodyPr>
          <a:lstStyle/>
          <a:p>
            <a:pPr eaLnBrk="1" hangingPunct="1">
              <a:lnSpc>
                <a:spcPct val="80000"/>
              </a:lnSpc>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锁存器是利用</a:t>
            </a:r>
            <a:r>
              <a:rPr lang="zh-CN" altLang="en-US" b="1" dirty="0">
                <a:solidFill>
                  <a:srgbClr val="C00000"/>
                </a:solidFill>
                <a:latin typeface="华文新魏" panose="02010800040101010101" pitchFamily="2" charset="-122"/>
                <a:ea typeface="华文新魏" panose="02010800040101010101" pitchFamily="2" charset="-122"/>
              </a:rPr>
              <a:t>电平</a:t>
            </a:r>
            <a:r>
              <a:rPr lang="zh-CN" altLang="en-US" b="1" dirty="0">
                <a:solidFill>
                  <a:schemeClr val="tx1"/>
                </a:solidFill>
                <a:latin typeface="华文新魏" panose="02010800040101010101" pitchFamily="2" charset="-122"/>
                <a:ea typeface="华文新魏" panose="02010800040101010101" pitchFamily="2" charset="-122"/>
              </a:rPr>
              <a:t>控制数据的输入；</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触发器是利用</a:t>
            </a:r>
            <a:r>
              <a:rPr lang="zh-CN" altLang="en-US" b="1" dirty="0">
                <a:solidFill>
                  <a:srgbClr val="C00000"/>
                </a:solidFill>
                <a:latin typeface="华文新魏" panose="02010800040101010101" pitchFamily="2" charset="-122"/>
                <a:ea typeface="华文新魏" panose="02010800040101010101" pitchFamily="2" charset="-122"/>
              </a:rPr>
              <a:t>脉冲或边沿</a:t>
            </a:r>
            <a:r>
              <a:rPr lang="zh-CN" altLang="en-US" b="1" dirty="0">
                <a:solidFill>
                  <a:schemeClr val="tx1"/>
                </a:solidFill>
                <a:latin typeface="华文新魏" panose="02010800040101010101" pitchFamily="2" charset="-122"/>
                <a:ea typeface="华文新魏" panose="02010800040101010101" pitchFamily="2" charset="-122"/>
              </a:rPr>
              <a:t>控制数据的输入。</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buChar char="•"/>
            </a:pPr>
            <a:r>
              <a:rPr lang="zh-CN" altLang="en-US" b="1" dirty="0">
                <a:solidFill>
                  <a:srgbClr val="C00000"/>
                </a:solidFill>
                <a:latin typeface="华文新魏" panose="02010800040101010101" pitchFamily="2" charset="-122"/>
                <a:ea typeface="华文新魏" panose="02010800040101010101" pitchFamily="2" charset="-122"/>
              </a:rPr>
              <a:t>   锁存器包括：</a:t>
            </a:r>
            <a:endParaRPr lang="zh-CN" altLang="en-US" b="1" dirty="0">
              <a:solidFill>
                <a:srgbClr val="C0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C00000"/>
                </a:solidFill>
                <a:latin typeface="华文新魏" panose="02010800040101010101" pitchFamily="2" charset="-122"/>
                <a:ea typeface="华文新魏" panose="02010800040101010101" pitchFamily="2" charset="-122"/>
              </a:rPr>
              <a:t>不带使能</a:t>
            </a:r>
            <a:r>
              <a:rPr lang="zh-CN" altLang="en-US" b="1" dirty="0">
                <a:solidFill>
                  <a:schemeClr val="tx1"/>
                </a:solidFill>
                <a:latin typeface="华文新魏" panose="02010800040101010101" pitchFamily="2" charset="-122"/>
                <a:ea typeface="华文新魏" panose="02010800040101010101" pitchFamily="2" charset="-122"/>
              </a:rPr>
              <a:t>控制的锁存器</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输入电平直接影响输出</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C00000"/>
                </a:solidFill>
                <a:latin typeface="华文新魏" panose="02010800040101010101" pitchFamily="2" charset="-122"/>
                <a:ea typeface="华文新魏" panose="02010800040101010101" pitchFamily="2" charset="-122"/>
              </a:rPr>
              <a:t>带使能</a:t>
            </a:r>
            <a:r>
              <a:rPr lang="zh-CN" altLang="en-US" b="1" dirty="0">
                <a:solidFill>
                  <a:schemeClr val="tx1"/>
                </a:solidFill>
                <a:latin typeface="华文新魏" panose="02010800040101010101" pitchFamily="2" charset="-122"/>
                <a:ea typeface="华文新魏" panose="02010800040101010101" pitchFamily="2" charset="-122"/>
              </a:rPr>
              <a:t>控制的锁存器</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仅当使能输入有效时，其输入才直接影响输出</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buChar char="•"/>
            </a:pPr>
            <a:r>
              <a:rPr lang="zh-CN" altLang="en-US" b="1" dirty="0">
                <a:solidFill>
                  <a:srgbClr val="C00000"/>
                </a:solidFill>
                <a:latin typeface="华文新魏" panose="02010800040101010101" pitchFamily="2" charset="-122"/>
                <a:ea typeface="华文新魏" panose="02010800040101010101" pitchFamily="2" charset="-122"/>
              </a:rPr>
              <a:t>   触发器包括：</a:t>
            </a:r>
            <a:endParaRPr lang="zh-CN" altLang="en-US" b="1" dirty="0">
              <a:solidFill>
                <a:srgbClr val="C0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C00000"/>
                </a:solidFill>
                <a:latin typeface="华文新魏" panose="02010800040101010101" pitchFamily="2" charset="-122"/>
                <a:ea typeface="华文新魏" panose="02010800040101010101" pitchFamily="2" charset="-122"/>
              </a:rPr>
              <a:t>主从结构</a:t>
            </a:r>
            <a:r>
              <a:rPr lang="zh-CN" altLang="en-US" b="1" dirty="0">
                <a:solidFill>
                  <a:schemeClr val="tx1"/>
                </a:solidFill>
                <a:latin typeface="华文新魏" panose="02010800040101010101" pitchFamily="2" charset="-122"/>
                <a:ea typeface="华文新魏" panose="02010800040101010101" pitchFamily="2" charset="-122"/>
              </a:rPr>
              <a:t>的脉冲触发器；</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C00000"/>
                </a:solidFill>
                <a:latin typeface="华文新魏" panose="02010800040101010101" pitchFamily="2" charset="-122"/>
                <a:ea typeface="华文新魏" panose="02010800040101010101" pitchFamily="2" charset="-122"/>
              </a:rPr>
              <a:t>维持阻塞结构</a:t>
            </a:r>
            <a:r>
              <a:rPr lang="zh-CN" altLang="en-US" b="1" dirty="0">
                <a:solidFill>
                  <a:schemeClr val="tx1"/>
                </a:solidFill>
                <a:latin typeface="华文新魏" panose="02010800040101010101" pitchFamily="2" charset="-122"/>
                <a:ea typeface="华文新魏" panose="02010800040101010101" pitchFamily="2" charset="-122"/>
              </a:rPr>
              <a:t>的边沿触发器。</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tags/tag1.xml><?xml version="1.0" encoding="utf-8"?>
<p:tagLst xmlns:p="http://schemas.openxmlformats.org/presentationml/2006/main">
  <p:tag name="KSO_WM_UNIT_TABLE_BEAUTIFY" val="{f0705edd-f40e-418d-9bd4-0b24baef9ace}"/>
</p:tagLst>
</file>

<file path=ppt/tags/tag2.xml><?xml version="1.0" encoding="utf-8"?>
<p:tagLst xmlns:p="http://schemas.openxmlformats.org/presentationml/2006/main">
  <p:tag name="KSO_WM_UNIT_TABLE_BEAUTIFY" val="{967bfd4c-9a48-48d1-88a5-2bb501f807e7}"/>
</p:tagLst>
</file>

<file path=ppt/tags/tag3.xml><?xml version="1.0" encoding="utf-8"?>
<p:tagLst xmlns:p="http://schemas.openxmlformats.org/presentationml/2006/main">
  <p:tag name="KSO_WM_UNIT_TABLE_BEAUTIFY" val="smartTable{2aec9a7f-2eba-4e50-a8b9-5bf30af2a7d1}"/>
</p:tagLst>
</file>

<file path=ppt/tags/tag4.xml><?xml version="1.0" encoding="utf-8"?>
<p:tagLst xmlns:p="http://schemas.openxmlformats.org/presentationml/2006/main">
  <p:tag name="KSO_WM_UNIT_TABLE_BEAUTIFY" val="smartTable{f3678d93-a198-44f4-90da-829c7d84ab89}"/>
</p:tagLst>
</file>

<file path=ppt/tags/tag5.xml><?xml version="1.0" encoding="utf-8"?>
<p:tagLst xmlns:p="http://schemas.openxmlformats.org/presentationml/2006/main">
  <p:tag name="KSO_WM_UNIT_TABLE_BEAUTIFY" val="smartTable{8359b20d-2cf4-4b88-b80b-531208d6796f}"/>
</p:tagLst>
</file>

<file path=ppt/tags/tag6.xml><?xml version="1.0" encoding="utf-8"?>
<p:tagLst xmlns:p="http://schemas.openxmlformats.org/presentationml/2006/main">
  <p:tag name="KSO_WM_UNIT_TABLE_BEAUTIFY" val="smartTable{dd979d81-bda1-47f2-ae7a-72ae0ec441d6}"/>
</p:tagLst>
</file>

<file path=ppt/tags/tag7.xml><?xml version="1.0" encoding="utf-8"?>
<p:tagLst xmlns:p="http://schemas.openxmlformats.org/presentationml/2006/main">
  <p:tag name="KSO_WM_UNIT_TABLE_BEAUTIFY" val="smartTable{9ac361bc-1155-4e9d-8e12-35fe44aaaabb}"/>
</p:tagLst>
</file>

<file path=ppt/tags/tag8.xml><?xml version="1.0" encoding="utf-8"?>
<p:tagLst xmlns:p="http://schemas.openxmlformats.org/presentationml/2006/main">
  <p:tag name="KSO_WM_UNIT_TABLE_BEAUTIFY" val="smartTable{7cfcd384-22af-448f-9c00-ad617ec5a87a}"/>
</p:tagLst>
</file>

<file path=ppt/tags/tag9.xml><?xml version="1.0" encoding="utf-8"?>
<p:tagLst xmlns:p="http://schemas.openxmlformats.org/presentationml/2006/main">
  <p:tag name="KSO_WM_UNIT_TABLE_BEAUTIFY" val="smartTable{b5a012c3-0c64-45a4-a9bc-dcc0fab358c5}"/>
</p:tagLst>
</file>

<file path=ppt/tags/tag10.xml><?xml version="1.0" encoding="utf-8"?>
<p:tagLst xmlns:p="http://schemas.openxmlformats.org/presentationml/2006/main">
  <p:tag name="KSO_WM_UNIT_TABLE_BEAUTIFY" val="smartTable{b0e033a5-39cf-4923-8331-7464924bdb4b}"/>
</p:tagLst>
</file>

<file path=ppt/tags/tag11.xml><?xml version="1.0" encoding="utf-8"?>
<p:tagLst xmlns:p="http://schemas.openxmlformats.org/presentationml/2006/main">
  <p:tag name="KSO_WM_UNIT_TABLE_BEAUTIFY" val="smartTable{93f519d7-7d9e-40c8-bd37-77b7bcc38dc5}"/>
</p:tagLst>
</file>

<file path=ppt/tags/tag12.xml><?xml version="1.0" encoding="utf-8"?>
<p:tagLst xmlns:p="http://schemas.openxmlformats.org/presentationml/2006/main">
  <p:tag name="KSO_WM_UNIT_TABLE_BEAUTIFY" val="smartTable{f538e477-8f44-4a35-ae54-9ef4a59db7a0}"/>
</p:tagLst>
</file>

<file path=ppt/tags/tag13.xml><?xml version="1.0" encoding="utf-8"?>
<p:tagLst xmlns:p="http://schemas.openxmlformats.org/presentationml/2006/main">
  <p:tag name="KSO_WM_UNIT_TABLE_BEAUTIFY" val="smartTable{ff68a2e3-4d80-4584-ae22-8b1d17d9520c}"/>
</p:tagLst>
</file>

<file path=ppt/tags/tag14.xml><?xml version="1.0" encoding="utf-8"?>
<p:tagLst xmlns:p="http://schemas.openxmlformats.org/presentationml/2006/main">
  <p:tag name="KSO_WM_UNIT_TABLE_BEAUTIFY" val="smartTable{2e307dd9-6598-4b13-8718-8c40a83fe9a8}"/>
</p:tagLst>
</file>

<file path=ppt/tags/tag15.xml><?xml version="1.0" encoding="utf-8"?>
<p:tagLst xmlns:p="http://schemas.openxmlformats.org/presentationml/2006/main">
  <p:tag name="KSO_WM_UNIT_TABLE_BEAUTIFY" val="smartTable{2aea076b-6e83-4713-b7ca-ce0ea6bcb89d}"/>
</p:tagLst>
</file>

<file path=ppt/tags/tag16.xml><?xml version="1.0" encoding="utf-8"?>
<p:tagLst xmlns:p="http://schemas.openxmlformats.org/presentationml/2006/main">
  <p:tag name="KSO_WM_UNIT_TABLE_BEAUTIFY" val="smartTable{bbdd534c-c9a1-4926-895d-e11ca367fc66}"/>
</p:tagLst>
</file>

<file path=ppt/tags/tag17.xml><?xml version="1.0" encoding="utf-8"?>
<p:tagLst xmlns:p="http://schemas.openxmlformats.org/presentationml/2006/main">
  <p:tag name="KSO_WPP_MARK_KEY" val="90b28849-ec2f-4834-9555-9fdb9808ead4"/>
  <p:tag name="COMMONDATA" val="eyJoZGlkIjoiYWM1OWY0MGVhYmU5NTRkZGZlMzJmNTI0MzdiODI0Mjc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10592</Words>
  <Application>WPS 演示</Application>
  <PresentationFormat>全屏显示(16:9)</PresentationFormat>
  <Paragraphs>2998</Paragraphs>
  <Slides>66</Slides>
  <Notes>51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66</vt:i4>
      </vt:variant>
    </vt:vector>
  </HeadingPairs>
  <TitlesOfParts>
    <vt:vector size="81" baseType="lpstr">
      <vt:lpstr>Arial</vt:lpstr>
      <vt:lpstr>宋体</vt:lpstr>
      <vt:lpstr>Wingdings</vt:lpstr>
      <vt:lpstr>Calibri</vt:lpstr>
      <vt:lpstr>Times New Roman</vt:lpstr>
      <vt:lpstr>Calibri Light</vt:lpstr>
      <vt:lpstr>方正综艺简体</vt:lpstr>
      <vt:lpstr>微软雅黑</vt:lpstr>
      <vt:lpstr>华文新魏</vt:lpstr>
      <vt:lpstr>Wingdings</vt:lpstr>
      <vt:lpstr>黑体</vt:lpstr>
      <vt:lpstr>Arial Unicode MS</vt:lpstr>
      <vt:lpstr>仿宋</vt:lpstr>
      <vt:lpstr>Symbol</vt:lpstr>
      <vt:lpstr>自定义设计方案</vt:lpstr>
      <vt:lpstr>数 字 逻 辑 电 路</vt:lpstr>
      <vt:lpstr>第3章 时序逻辑电路</vt:lpstr>
      <vt:lpstr>3.1  时序逻辑电路基础</vt:lpstr>
      <vt:lpstr>3.1.1 时序电路概述</vt:lpstr>
      <vt:lpstr>1） 时序电路的一般形式</vt:lpstr>
      <vt:lpstr>时序电路的变化规律</vt:lpstr>
      <vt:lpstr>2） 时序电路的分类</vt:lpstr>
      <vt:lpstr>2） 时序电路的分类（续）</vt:lpstr>
      <vt:lpstr>2） 时序电路的分类（续）</vt:lpstr>
      <vt:lpstr>2） 时序电路的分类</vt:lpstr>
      <vt:lpstr>PowerPoint 演示文稿</vt:lpstr>
      <vt:lpstr>（4）状态表 State-table （二维表：现态、次态，输入、输出）</vt:lpstr>
      <vt:lpstr>（4）状态表 State-table（续）</vt:lpstr>
      <vt:lpstr>（4）状态表 State-table（续）</vt:lpstr>
      <vt:lpstr>3.2   时序电路的双稳态元件 Bistable Element</vt:lpstr>
      <vt:lpstr>锁存器 Latches 与触发器 Flip-flops 的区别及各自的分类</vt:lpstr>
      <vt:lpstr>1） S-R 锁存器（Set-Reset Latche）</vt:lpstr>
      <vt:lpstr>   S-R 锁存器</vt:lpstr>
      <vt:lpstr>PowerPoint 演示文稿</vt:lpstr>
      <vt:lpstr>2）  /S - /R 锁存器(/S - /R Latche)</vt:lpstr>
      <vt:lpstr> /S - /R 锁存器</vt:lpstr>
      <vt:lpstr>3） 带使能端的S-R 锁存器 S-R latche with enable</vt:lpstr>
      <vt:lpstr>带使能端的S-R锁存器</vt:lpstr>
      <vt:lpstr>带使能端的S-R 锁存器的工作过程(1)：</vt:lpstr>
      <vt:lpstr>带使能端的S-R 锁存器的工作过程(2)：</vt:lpstr>
      <vt:lpstr>带使能端的S-R 锁存器的工作过程(3)：</vt:lpstr>
      <vt:lpstr>带使能端的S-R 锁存器的工作过程(4)：</vt:lpstr>
      <vt:lpstr>带使能端的S-R 锁存器的工作过程(5)：</vt:lpstr>
      <vt:lpstr>带使能端的S-R 锁存器的工作过程(6)：</vt:lpstr>
      <vt:lpstr>4）D锁存器（ D Latche）</vt:lpstr>
      <vt:lpstr>D 锁存器的工作过程：</vt:lpstr>
      <vt:lpstr>D 锁存器</vt:lpstr>
      <vt:lpstr>5）边沿触发的D触发器</vt:lpstr>
      <vt:lpstr>边沿触发D触发器</vt:lpstr>
      <vt:lpstr>D 触发器的工作过程：</vt:lpstr>
      <vt:lpstr>D 触发器的工作过程(1)：初态 Q = 0</vt:lpstr>
      <vt:lpstr>D 触发器的工作过程(2)：</vt:lpstr>
      <vt:lpstr>D 触发器的工作过程(3)：</vt:lpstr>
      <vt:lpstr>D 触发器的工作过程(4)：</vt:lpstr>
      <vt:lpstr>D 触发器的工作过程(5)：</vt:lpstr>
      <vt:lpstr>D 触发器的工作过程(6)：</vt:lpstr>
      <vt:lpstr>D 触发器的工作过程(7)：</vt:lpstr>
      <vt:lpstr>D 触发器的工作过程(8)：</vt:lpstr>
      <vt:lpstr>D 触发器的工作过程(9)：</vt:lpstr>
      <vt:lpstr>D触发器的功能分析：</vt:lpstr>
      <vt:lpstr>D 触发器</vt:lpstr>
      <vt:lpstr>D 触发器</vt:lpstr>
      <vt:lpstr>D 触发器</vt:lpstr>
      <vt:lpstr>6）主从S-R 触发器（ Master/slave S-R Flip-flop）</vt:lpstr>
      <vt:lpstr>触发脉冲作用期间的情况：</vt:lpstr>
      <vt:lpstr>主从S-R 触发器的特性：</vt:lpstr>
      <vt:lpstr>主从S-R 触发器工作过程时序图：</vt:lpstr>
      <vt:lpstr>7） 主从J-K 触发器（Master/slave J-K Flip-flop）</vt:lpstr>
      <vt:lpstr>主从J-K触发器的特性</vt:lpstr>
      <vt:lpstr>主从J-K触发器的特性</vt:lpstr>
      <vt:lpstr>主从J-K 触发器工作过程时序图：</vt:lpstr>
      <vt:lpstr>主从J-K触发器的逻辑符号：</vt:lpstr>
      <vt:lpstr>8） 边沿触发J－K 触发器           Edge-triggered JK Flip-flop</vt:lpstr>
      <vt:lpstr>边沿触发J-K 触发器电路图（由D触发器构成的等价电路）</vt:lpstr>
      <vt:lpstr>边沿触发J-K 触发器的特性：</vt:lpstr>
      <vt:lpstr>边沿触发J-K 触发器的特性：</vt:lpstr>
      <vt:lpstr>9）T触发器 T Flip-flop</vt:lpstr>
      <vt:lpstr>9）T触发器 T Flip-flop</vt:lpstr>
      <vt:lpstr>T 触发器的实现</vt:lpstr>
      <vt:lpstr>10）无使能控制的 T 触发器</vt:lpstr>
      <vt:lpstr>锁存器 Latches 和触发器 Flip-flops 的区别及各自的分类</vt:lpstr>
    </vt:vector>
  </TitlesOfParts>
  <Company>xjtu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同步时序电路的分析</dc:title>
  <dc:creator>mcx</dc:creator>
  <cp:lastModifiedBy>NUC</cp:lastModifiedBy>
  <cp:revision>851</cp:revision>
  <dcterms:created xsi:type="dcterms:W3CDTF">2025-03-29T08:53:00Z</dcterms:created>
  <dcterms:modified xsi:type="dcterms:W3CDTF">2025-09-19T09:04:47Z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2052-12.8.2.18205</vt:lpwstr>
  </property>
  <property fmtid="{D5CDD505-2E9C-101B-9397-08002B2CF9AE}" pid="3" name="ICV">
    <vt:lpwstr>65E314BC2CE14ECF9EEDBEE847450623_13</vt:lpwstr>
  </property>
</Properties>
</file>