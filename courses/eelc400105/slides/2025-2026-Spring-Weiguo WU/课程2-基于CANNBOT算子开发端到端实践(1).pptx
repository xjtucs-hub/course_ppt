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81" r:id="rId9"/>
    <p:sldId id="265" r:id="rId10"/>
    <p:sldId id="266" r:id="rId11"/>
    <p:sldId id="267" r:id="rId12"/>
    <p:sldId id="268" r:id="rId13"/>
    <p:sldId id="269" r:id="rId14"/>
    <p:sldId id="270" r:id="rId15"/>
    <p:sldId id="271" r:id="rId16"/>
    <p:sldId id="272" r:id="rId17"/>
    <p:sldId id="273" r:id="rId18"/>
    <p:sldId id="263" r:id="rId19"/>
    <p:sldId id="280"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45" autoAdjust="0"/>
    <p:restoredTop sz="54078" autoAdjust="0"/>
  </p:normalViewPr>
  <p:slideViewPr>
    <p:cSldViewPr snapToGrid="0">
      <p:cViewPr varScale="1">
        <p:scale>
          <a:sx n="87" d="100"/>
          <a:sy n="87" d="100"/>
        </p:scale>
        <p:origin x="3078" y="8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A90A9E-5837-4402-8E5B-04918627B564}" type="datetimeFigureOut">
              <a:rPr lang="zh-CN" altLang="en-US" smtClean="0"/>
              <a:t>2026/7/7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250EF2-A169-445E-B743-453DFB281F91}" type="slidenum">
              <a:rPr lang="zh-CN" altLang="en-US" smtClean="0"/>
              <a:t>‹#›</a:t>
            </a:fld>
            <a:endParaRPr lang="zh-CN" altLang="en-US"/>
          </a:p>
        </p:txBody>
      </p:sp>
    </p:spTree>
    <p:extLst>
      <p:ext uri="{BB962C8B-B14F-4D97-AF65-F5344CB8AC3E}">
        <p14:creationId xmlns:p14="http://schemas.microsoft.com/office/powerpoint/2010/main" val="940897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小伙伴们大家好，我是本次训练营暑期季西安高校专场讲师 昇腾</a:t>
            </a:r>
            <a:r>
              <a:rPr lang="en-US" altLang="zh-CN" dirty="0"/>
              <a:t>CANN</a:t>
            </a:r>
            <a:r>
              <a:rPr lang="zh-CN" altLang="en-US" dirty="0"/>
              <a:t>布道师 祝建伟，现在由我来进行三节，基于</a:t>
            </a:r>
            <a:r>
              <a:rPr lang="en-US" altLang="zh-CN" dirty="0"/>
              <a:t>CANNBOT</a:t>
            </a:r>
            <a:r>
              <a:rPr lang="zh-CN" altLang="en-US" dirty="0"/>
              <a:t>算子开发端到端实践。</a:t>
            </a:r>
            <a:endParaRPr lang="en-US" altLang="zh-CN" dirty="0"/>
          </a:p>
          <a:p>
            <a:endParaRPr lang="en-US" altLang="zh-CN" dirty="0"/>
          </a:p>
          <a:p>
            <a:r>
              <a:rPr lang="zh-CN" altLang="en-US" dirty="0"/>
              <a:t>在接下来的时间里，我带大家了解</a:t>
            </a:r>
            <a:r>
              <a:rPr lang="en-US" altLang="zh-CN" dirty="0"/>
              <a:t>CANNBOT </a:t>
            </a:r>
            <a:r>
              <a:rPr lang="zh-CN" altLang="en-US" dirty="0"/>
              <a:t>，并手把手利用</a:t>
            </a:r>
            <a:r>
              <a:rPr lang="en-US" altLang="zh-CN" dirty="0"/>
              <a:t>CANNBOT</a:t>
            </a:r>
            <a:r>
              <a:rPr lang="zh-CN" altLang="en-US" dirty="0"/>
              <a:t>端到端生成一个算子。</a:t>
            </a:r>
            <a:endParaRPr lang="en-US" altLang="zh-CN" dirty="0"/>
          </a:p>
          <a:p>
            <a:endParaRPr lang="en-US" altLang="zh-CN" dirty="0"/>
          </a:p>
          <a:p>
            <a:r>
              <a:rPr lang="zh-CN" altLang="en-US" dirty="0"/>
              <a:t>界面的左下角是</a:t>
            </a:r>
            <a:r>
              <a:rPr lang="en-US" altLang="zh-CN" dirty="0"/>
              <a:t>CANNBOT</a:t>
            </a:r>
            <a:r>
              <a:rPr lang="zh-CN" altLang="en-US" dirty="0"/>
              <a:t>这个项目的 </a:t>
            </a:r>
            <a:r>
              <a:rPr lang="en-US" altLang="zh-CN" dirty="0" err="1"/>
              <a:t>gitcode</a:t>
            </a:r>
            <a:r>
              <a:rPr lang="en-US" altLang="zh-CN" dirty="0"/>
              <a:t> </a:t>
            </a:r>
            <a:r>
              <a:rPr lang="zh-CN" altLang="en-US" dirty="0"/>
              <a:t>链接，大家可以同时打开浏览下该仓库内容。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不管你是刚接触</a:t>
            </a:r>
            <a:r>
              <a:rPr lang="en-US" altLang="zh-CN" dirty="0" err="1"/>
              <a:t>AscendC</a:t>
            </a:r>
            <a:r>
              <a:rPr lang="zh-CN" altLang="en-US" dirty="0"/>
              <a:t>的新手，还是熟练的开发者。这门课都会给你带来实打实的收获。接下来开始进入今天的主题。</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1</a:t>
            </a:fld>
            <a:endParaRPr lang="zh-CN" altLang="en-US"/>
          </a:p>
        </p:txBody>
      </p:sp>
    </p:spTree>
    <p:extLst>
      <p:ext uri="{BB962C8B-B14F-4D97-AF65-F5344CB8AC3E}">
        <p14:creationId xmlns:p14="http://schemas.microsoft.com/office/powerpoint/2010/main" val="1655746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首先让我给大家介绍一下今天的内容大纲，今天的课程主要分为以下四个部分。</a:t>
            </a:r>
            <a:endParaRPr lang="en-US" altLang="zh-CN" dirty="0"/>
          </a:p>
          <a:p>
            <a:r>
              <a:rPr lang="zh-CN" altLang="en-US" dirty="0"/>
              <a:t>第一，认识</a:t>
            </a:r>
            <a:r>
              <a:rPr lang="en-US" altLang="zh-CN" dirty="0"/>
              <a:t>CANN BOT </a:t>
            </a:r>
            <a:r>
              <a:rPr lang="zh-CN" altLang="en-US" dirty="0"/>
              <a:t>，了解它的架构设计与核心能力。</a:t>
            </a:r>
            <a:endParaRPr lang="en-US" altLang="zh-CN" dirty="0"/>
          </a:p>
          <a:p>
            <a:r>
              <a:rPr lang="zh-CN" altLang="en-US" dirty="0"/>
              <a:t>第二部分，配置</a:t>
            </a:r>
            <a:r>
              <a:rPr lang="en-US" altLang="zh-CN" dirty="0"/>
              <a:t>CANNBOT</a:t>
            </a:r>
            <a:r>
              <a:rPr lang="zh-CN" altLang="en-US" dirty="0"/>
              <a:t>开发环境。</a:t>
            </a:r>
            <a:endParaRPr lang="en-US" altLang="zh-CN" dirty="0"/>
          </a:p>
          <a:p>
            <a:r>
              <a:rPr lang="zh-CN" altLang="en-US" dirty="0"/>
              <a:t>第三部分，</a:t>
            </a:r>
            <a:r>
              <a:rPr lang="en-US" altLang="zh-CN" dirty="0"/>
              <a:t>Ascend C</a:t>
            </a:r>
            <a:r>
              <a:rPr lang="zh-CN" altLang="en-US" dirty="0"/>
              <a:t>的七阶段开发流程，让大家理解</a:t>
            </a:r>
            <a:r>
              <a:rPr lang="en-US" altLang="zh-CN" dirty="0" err="1"/>
              <a:t>cann</a:t>
            </a:r>
            <a:r>
              <a:rPr lang="en-US" altLang="zh-CN" dirty="0"/>
              <a:t> bot</a:t>
            </a:r>
            <a:r>
              <a:rPr lang="zh-CN" altLang="en-US" dirty="0"/>
              <a:t>是如何工作的。</a:t>
            </a:r>
            <a:endParaRPr lang="en-US" altLang="zh-CN" dirty="0"/>
          </a:p>
          <a:p>
            <a:r>
              <a:rPr lang="zh-CN" altLang="en-US" dirty="0"/>
              <a:t>第四部分，实操演示，从</a:t>
            </a:r>
            <a:r>
              <a:rPr lang="en-US" altLang="zh-CN" dirty="0"/>
              <a:t>0</a:t>
            </a:r>
            <a:r>
              <a:rPr lang="zh-CN" altLang="en-US" dirty="0"/>
              <a:t>开始，一步步完成一个</a:t>
            </a:r>
            <a:r>
              <a:rPr lang="en-US" altLang="zh-CN" dirty="0" err="1"/>
              <a:t>softmax</a:t>
            </a:r>
            <a:r>
              <a:rPr lang="zh-CN" altLang="en-US" dirty="0"/>
              <a:t>算子的开发。</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2</a:t>
            </a:fld>
            <a:endParaRPr lang="zh-CN" altLang="en-US"/>
          </a:p>
        </p:txBody>
      </p:sp>
    </p:spTree>
    <p:extLst>
      <p:ext uri="{BB962C8B-B14F-4D97-AF65-F5344CB8AC3E}">
        <p14:creationId xmlns:p14="http://schemas.microsoft.com/office/powerpoint/2010/main" val="3137763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好，进入正题。首先我们来回答一个问题，</a:t>
            </a:r>
            <a:r>
              <a:rPr lang="en-US" altLang="zh-CN" dirty="0" err="1"/>
              <a:t>cannbot</a:t>
            </a:r>
            <a:r>
              <a:rPr lang="zh-CN" altLang="en-US" dirty="0"/>
              <a:t>是什么？</a:t>
            </a:r>
            <a:r>
              <a:rPr lang="en-US" altLang="zh-CN" dirty="0" err="1"/>
              <a:t>Cannbot</a:t>
            </a:r>
            <a:r>
              <a:rPr lang="zh-CN" altLang="en-US" dirty="0"/>
              <a:t>是面向</a:t>
            </a:r>
            <a:r>
              <a:rPr lang="en-US" altLang="zh-CN" dirty="0" err="1"/>
              <a:t>cann</a:t>
            </a:r>
            <a:r>
              <a:rPr lang="zh-CN" altLang="en-US" dirty="0"/>
              <a:t>开发的一系列</a:t>
            </a:r>
            <a:r>
              <a:rPr lang="en-US" altLang="zh-CN" dirty="0"/>
              <a:t>AI</a:t>
            </a:r>
            <a:r>
              <a:rPr lang="zh-CN" altLang="en-US" dirty="0"/>
              <a:t>智能体</a:t>
            </a:r>
            <a:endParaRPr lang="en-US" altLang="zh-CN" dirty="0"/>
          </a:p>
          <a:p>
            <a:r>
              <a:rPr lang="zh-CN" altLang="en-US" dirty="0"/>
              <a:t>旨在提升开发效率，目前已经在</a:t>
            </a:r>
            <a:r>
              <a:rPr lang="en-US" altLang="zh-CN" sz="1200" b="1" kern="0" spc="0" baseline="0" noProof="0" dirty="0">
                <a:solidFill>
                  <a:srgbClr val="2563EB"/>
                </a:solidFill>
                <a:latin typeface="SimHei" pitchFamily="49" charset="0"/>
                <a:ea typeface="SimHei" pitchFamily="49" charset="0"/>
                <a:cs typeface="SimHei" pitchFamily="49" charset="0"/>
              </a:rPr>
              <a:t>Ascend</a:t>
            </a:r>
            <a:r>
              <a:rPr lang="en-US" altLang="zh-CN" sz="1200" b="1" kern="0" spc="-15"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C</a:t>
            </a:r>
            <a:r>
              <a:rPr lang="en-US" altLang="zh-CN" sz="1200" b="1" kern="0" spc="-15"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a:t>
            </a:r>
            <a:r>
              <a:rPr lang="en-US" altLang="zh-CN" sz="1200" b="0" i="0" dirty="0">
                <a:solidFill>
                  <a:srgbClr val="252B3A"/>
                </a:solidFill>
                <a:effectLst/>
                <a:latin typeface="Arial" panose="020B0604020202020204" pitchFamily="34" charset="0"/>
              </a:rPr>
              <a:t> </a:t>
            </a:r>
            <a:r>
              <a:rPr lang="en-US" altLang="zh-CN" sz="1200" b="1" kern="0" dirty="0" err="1">
                <a:solidFill>
                  <a:srgbClr val="2563EB"/>
                </a:solidFill>
                <a:latin typeface="SimHei" pitchFamily="49" charset="0"/>
                <a:ea typeface="SimHei" pitchFamily="49" charset="0"/>
              </a:rPr>
              <a:t>Catlass</a:t>
            </a:r>
            <a:r>
              <a:rPr lang="en-US" altLang="zh-CN" sz="1200" b="1" kern="0" dirty="0">
                <a:solidFill>
                  <a:srgbClr val="2563EB"/>
                </a:solidFill>
                <a:latin typeface="SimHei" pitchFamily="49" charset="0"/>
                <a:ea typeface="SimHei" pitchFamily="49" charset="0"/>
              </a:rPr>
              <a:t> / </a:t>
            </a:r>
            <a:r>
              <a:rPr lang="en-US" altLang="zh-CN" sz="1200" b="1" kern="0" dirty="0" err="1">
                <a:solidFill>
                  <a:srgbClr val="2563EB"/>
                </a:solidFill>
                <a:latin typeface="SimHei" pitchFamily="49" charset="0"/>
                <a:ea typeface="SimHei" pitchFamily="49" charset="0"/>
              </a:rPr>
              <a:t>PyPTO</a:t>
            </a:r>
            <a:r>
              <a:rPr lang="en-US" altLang="zh-CN" sz="1200" b="1" kern="0" dirty="0">
                <a:solidFill>
                  <a:srgbClr val="2563EB"/>
                </a:solidFill>
                <a:latin typeface="SimHei" pitchFamily="49" charset="0"/>
                <a:ea typeface="SimHei" pitchFamily="49" charset="0"/>
              </a:rPr>
              <a:t> / </a:t>
            </a:r>
            <a:r>
              <a:rPr lang="en-US" altLang="zh-CN" sz="1200" b="1" kern="0" dirty="0" err="1">
                <a:solidFill>
                  <a:srgbClr val="2563EB"/>
                </a:solidFill>
                <a:latin typeface="SimHei" pitchFamily="49" charset="0"/>
                <a:ea typeface="SimHei" pitchFamily="49" charset="0"/>
              </a:rPr>
              <a:t>TileLang</a:t>
            </a:r>
            <a:r>
              <a:rPr lang="en-US" altLang="zh-CN" sz="1200" b="1" kern="0" dirty="0">
                <a:solidFill>
                  <a:srgbClr val="2563EB"/>
                </a:solidFill>
                <a:latin typeface="SimHei" pitchFamily="49" charset="0"/>
                <a:ea typeface="SimHei" pitchFamily="49" charset="0"/>
              </a:rPr>
              <a:t> / Triton </a:t>
            </a:r>
            <a:r>
              <a:rPr lang="en-US" altLang="zh-CN" sz="1200" b="1" kern="0" spc="0" baseline="0" noProof="0" dirty="0" err="1">
                <a:solidFill>
                  <a:srgbClr val="2563EB"/>
                </a:solidFill>
                <a:latin typeface="SimHei" pitchFamily="49" charset="0"/>
                <a:ea typeface="SimHei" pitchFamily="49" charset="0"/>
                <a:cs typeface="SimHei" pitchFamily="49" charset="0"/>
              </a:rPr>
              <a:t>算子开发全流程覆盖</a:t>
            </a:r>
            <a:r>
              <a:rPr lang="en-US" altLang="zh-CN" sz="1200" kern="0" spc="0" baseline="0" noProof="0" dirty="0" err="1">
                <a:solidFill>
                  <a:srgbClr val="64748B"/>
                </a:solidFill>
                <a:latin typeface="SimHei" pitchFamily="49" charset="0"/>
                <a:ea typeface="SimHei" pitchFamily="49" charset="0"/>
                <a:cs typeface="SimHei" pitchFamily="49" charset="0"/>
              </a:rPr>
              <a:t>，未来将拓展至CANN更多技术领域</a:t>
            </a:r>
            <a:r>
              <a:rPr lang="zh-CN" altLang="en-US" sz="1200" kern="0" spc="0" baseline="0" noProof="0" dirty="0">
                <a:solidFill>
                  <a:srgbClr val="64748B"/>
                </a:solidFill>
                <a:latin typeface="SimHei" pitchFamily="49" charset="0"/>
                <a:ea typeface="SimHei" pitchFamily="49" charset="0"/>
                <a:cs typeface="SimHei" pitchFamily="49" charset="0"/>
              </a:rPr>
              <a:t>。</a:t>
            </a:r>
            <a:endParaRPr lang="en-US" altLang="zh-CN" sz="1200" kern="0" spc="0" baseline="0" noProof="0" dirty="0">
              <a:solidFill>
                <a:srgbClr val="64748B"/>
              </a:solidFill>
              <a:latin typeface="SimHei" pitchFamily="49" charset="0"/>
              <a:ea typeface="SimHei" pitchFamily="49" charset="0"/>
              <a:cs typeface="SimHei" pitchFamily="49" charset="0"/>
            </a:endParaRPr>
          </a:p>
          <a:p>
            <a:r>
              <a:rPr lang="en-US" altLang="zh-CN" sz="1200" kern="0" spc="0" baseline="0" noProof="0" dirty="0" err="1">
                <a:solidFill>
                  <a:srgbClr val="64748B"/>
                </a:solidFill>
                <a:latin typeface="SimHei" pitchFamily="49" charset="0"/>
                <a:ea typeface="SimHei" pitchFamily="49" charset="0"/>
                <a:cs typeface="SimHei" pitchFamily="49" charset="0"/>
              </a:rPr>
              <a:t>CANNBot</a:t>
            </a:r>
            <a:r>
              <a:rPr lang="zh-CN" altLang="en-US" sz="1200" kern="0" spc="0" baseline="0" noProof="0" dirty="0">
                <a:solidFill>
                  <a:srgbClr val="64748B"/>
                </a:solidFill>
                <a:latin typeface="SimHei" pitchFamily="49" charset="0"/>
                <a:ea typeface="SimHei" pitchFamily="49" charset="0"/>
                <a:cs typeface="SimHei" pitchFamily="49" charset="0"/>
              </a:rPr>
              <a:t>的核心价值，就是把算子开发中标准化的开发工作流，通过</a:t>
            </a:r>
            <a:r>
              <a:rPr lang="en-US" altLang="zh-CN" sz="1200" kern="0" spc="0" baseline="0" noProof="0" dirty="0">
                <a:solidFill>
                  <a:srgbClr val="64748B"/>
                </a:solidFill>
                <a:latin typeface="SimHei" pitchFamily="49" charset="0"/>
                <a:ea typeface="SimHei" pitchFamily="49" charset="0"/>
                <a:cs typeface="SimHei" pitchFamily="49" charset="0"/>
              </a:rPr>
              <a:t>agent</a:t>
            </a:r>
            <a:r>
              <a:rPr lang="zh-CN" altLang="en-US" sz="1200" kern="0" spc="0" baseline="0" noProof="0" dirty="0">
                <a:solidFill>
                  <a:srgbClr val="64748B"/>
                </a:solidFill>
                <a:latin typeface="SimHei" pitchFamily="49" charset="0"/>
                <a:ea typeface="SimHei" pitchFamily="49" charset="0"/>
                <a:cs typeface="SimHei" pitchFamily="49" charset="0"/>
              </a:rPr>
              <a:t>驱动的方式，来进行自动方案设计、代码编写等。</a:t>
            </a:r>
            <a:r>
              <a:rPr lang="zh-CN" altLang="en-US" sz="1200" kern="0" spc="0" baseline="0" noProof="0" dirty="0">
                <a:solidFill>
                  <a:srgbClr val="64748B"/>
                </a:solidFill>
                <a:latin typeface="SimHei" pitchFamily="49" charset="0"/>
                <a:ea typeface="SimHei" pitchFamily="49" charset="0"/>
              </a:rPr>
              <a:t>能把开发周期从天缩短到小时级，目前</a:t>
            </a:r>
            <a:r>
              <a:rPr lang="en-US" altLang="zh-CN" sz="1200" kern="0" spc="0" baseline="0" noProof="0" dirty="0" err="1">
                <a:solidFill>
                  <a:srgbClr val="64748B"/>
                </a:solidFill>
                <a:latin typeface="SimHei" pitchFamily="49" charset="0"/>
                <a:ea typeface="SimHei" pitchFamily="49" charset="0"/>
              </a:rPr>
              <a:t>cannbot</a:t>
            </a:r>
            <a:r>
              <a:rPr lang="zh-CN" altLang="en-US" sz="1200" kern="0" spc="0" baseline="0" noProof="0" dirty="0">
                <a:solidFill>
                  <a:srgbClr val="64748B"/>
                </a:solidFill>
                <a:latin typeface="SimHei" pitchFamily="49" charset="0"/>
                <a:ea typeface="SimHei" pitchFamily="49" charset="0"/>
              </a:rPr>
              <a:t>的仓库里面已经有</a:t>
            </a:r>
            <a:r>
              <a:rPr lang="en-US" altLang="zh-CN" sz="1200" kern="0" spc="0" baseline="0" noProof="0" dirty="0">
                <a:solidFill>
                  <a:srgbClr val="64748B"/>
                </a:solidFill>
                <a:latin typeface="SimHei" pitchFamily="49" charset="0"/>
                <a:ea typeface="SimHei" pitchFamily="49" charset="0"/>
              </a:rPr>
              <a:t>110</a:t>
            </a:r>
            <a:r>
              <a:rPr lang="zh-CN" altLang="en-US" sz="1200" kern="0" spc="0" baseline="0" noProof="0" dirty="0">
                <a:solidFill>
                  <a:srgbClr val="64748B"/>
                </a:solidFill>
                <a:latin typeface="SimHei" pitchFamily="49" charset="0"/>
                <a:ea typeface="SimHei" pitchFamily="49" charset="0"/>
              </a:rPr>
              <a:t>多个</a:t>
            </a:r>
            <a:r>
              <a:rPr lang="en-US" altLang="zh-CN" sz="1200" kern="0" spc="0" baseline="0" noProof="0" dirty="0">
                <a:solidFill>
                  <a:srgbClr val="64748B"/>
                </a:solidFill>
                <a:latin typeface="SimHei" pitchFamily="49" charset="0"/>
                <a:ea typeface="SimHei" pitchFamily="49" charset="0"/>
              </a:rPr>
              <a:t>skills</a:t>
            </a:r>
            <a:r>
              <a:rPr lang="zh-CN" altLang="en-US" sz="1200" kern="0" spc="0" baseline="0" noProof="0" dirty="0">
                <a:solidFill>
                  <a:srgbClr val="64748B"/>
                </a:solidFill>
                <a:latin typeface="SimHei" pitchFamily="49" charset="0"/>
                <a:ea typeface="SimHei" pitchFamily="49" charset="0"/>
              </a:rPr>
              <a:t>，覆盖算子开发的全部流程，还有</a:t>
            </a:r>
            <a:r>
              <a:rPr lang="en-US" altLang="zh-CN" sz="1200" kern="0" spc="0" baseline="0" noProof="0" dirty="0">
                <a:solidFill>
                  <a:srgbClr val="64748B"/>
                </a:solidFill>
                <a:latin typeface="SimHei" pitchFamily="49" charset="0"/>
                <a:ea typeface="SimHei" pitchFamily="49" charset="0"/>
              </a:rPr>
              <a:t>teams</a:t>
            </a:r>
            <a:r>
              <a:rPr lang="zh-CN" altLang="en-US" sz="1200" kern="0" spc="0" baseline="0" noProof="0" dirty="0">
                <a:solidFill>
                  <a:srgbClr val="64748B"/>
                </a:solidFill>
                <a:latin typeface="SimHei" pitchFamily="49" charset="0"/>
                <a:ea typeface="SimHei" pitchFamily="49" charset="0"/>
              </a:rPr>
              <a:t>、</a:t>
            </a:r>
            <a:r>
              <a:rPr lang="en-US" altLang="zh-CN" sz="1200" kern="0" spc="0" baseline="0" noProof="0" dirty="0">
                <a:solidFill>
                  <a:srgbClr val="64748B"/>
                </a:solidFill>
                <a:latin typeface="SimHei" pitchFamily="49" charset="0"/>
                <a:ea typeface="SimHei" pitchFamily="49" charset="0"/>
              </a:rPr>
              <a:t>agents</a:t>
            </a:r>
            <a:r>
              <a:rPr lang="zh-CN" altLang="en-US" sz="1200" kern="0" spc="0" baseline="0" noProof="0" dirty="0">
                <a:solidFill>
                  <a:srgbClr val="64748B"/>
                </a:solidFill>
                <a:latin typeface="SimHei" pitchFamily="49" charset="0"/>
                <a:ea typeface="SimHei" pitchFamily="49" charset="0"/>
              </a:rPr>
              <a:t>、</a:t>
            </a:r>
            <a:r>
              <a:rPr lang="en-US" altLang="zh-CN" sz="1200" kern="0" spc="0" baseline="0" noProof="0" dirty="0">
                <a:solidFill>
                  <a:srgbClr val="64748B"/>
                </a:solidFill>
                <a:latin typeface="SimHei" pitchFamily="49" charset="0"/>
                <a:ea typeface="SimHei" pitchFamily="49" charset="0"/>
              </a:rPr>
              <a:t>skills</a:t>
            </a:r>
            <a:r>
              <a:rPr lang="zh-CN" altLang="en-US" sz="1200" kern="0" spc="0" baseline="0" noProof="0" dirty="0">
                <a:solidFill>
                  <a:srgbClr val="64748B"/>
                </a:solidFill>
                <a:latin typeface="SimHei" pitchFamily="49" charset="0"/>
                <a:ea typeface="SimHei" pitchFamily="49" charset="0"/>
              </a:rPr>
              <a:t>三层架构。总而言之，不管你是一个算子开发者，还是希望贡献</a:t>
            </a:r>
            <a:r>
              <a:rPr lang="en-US" altLang="zh-CN" sz="1200" kern="0" spc="0" baseline="0" noProof="0" dirty="0">
                <a:solidFill>
                  <a:srgbClr val="64748B"/>
                </a:solidFill>
                <a:latin typeface="SimHei" pitchFamily="49" charset="0"/>
                <a:ea typeface="SimHei" pitchFamily="49" charset="0"/>
              </a:rPr>
              <a:t>skill</a:t>
            </a:r>
            <a:r>
              <a:rPr lang="zh-CN" altLang="en-US" sz="1200" kern="0" spc="0" baseline="0" noProof="0" dirty="0">
                <a:solidFill>
                  <a:srgbClr val="64748B"/>
                </a:solidFill>
                <a:latin typeface="SimHei" pitchFamily="49" charset="0"/>
                <a:ea typeface="SimHei" pitchFamily="49" charset="0"/>
              </a:rPr>
              <a:t>、</a:t>
            </a:r>
            <a:r>
              <a:rPr lang="en-US" altLang="zh-CN" sz="1200" kern="0" spc="0" baseline="0" noProof="0" dirty="0">
                <a:solidFill>
                  <a:srgbClr val="64748B"/>
                </a:solidFill>
                <a:latin typeface="SimHei" pitchFamily="49" charset="0"/>
                <a:ea typeface="SimHei" pitchFamily="49" charset="0"/>
              </a:rPr>
              <a:t>agents</a:t>
            </a:r>
            <a:r>
              <a:rPr lang="zh-CN" altLang="en-US" sz="1200" kern="0" spc="0" baseline="0" noProof="0" dirty="0">
                <a:solidFill>
                  <a:srgbClr val="64748B"/>
                </a:solidFill>
                <a:latin typeface="SimHei" pitchFamily="49" charset="0"/>
                <a:ea typeface="SimHei" pitchFamily="49" charset="0"/>
              </a:rPr>
              <a:t>都可以来学习和使用</a:t>
            </a:r>
            <a:r>
              <a:rPr lang="en-US" altLang="zh-CN" sz="1200" kern="0" spc="0" baseline="0" noProof="0" dirty="0">
                <a:solidFill>
                  <a:srgbClr val="64748B"/>
                </a:solidFill>
                <a:latin typeface="SimHei" pitchFamily="49" charset="0"/>
                <a:ea typeface="SimHei" pitchFamily="49" charset="0"/>
              </a:rPr>
              <a:t>CANNBOT</a:t>
            </a:r>
            <a:r>
              <a:rPr lang="zh-CN" altLang="en-US" sz="1200" kern="0" spc="0" baseline="0" noProof="0" dirty="0">
                <a:solidFill>
                  <a:srgbClr val="64748B"/>
                </a:solidFill>
                <a:latin typeface="SimHei" pitchFamily="49" charset="0"/>
                <a:ea typeface="SimHei" pitchFamily="49" charset="0"/>
              </a:rPr>
              <a:t>。</a:t>
            </a:r>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3</a:t>
            </a:fld>
            <a:endParaRPr lang="zh-CN" altLang="en-US"/>
          </a:p>
        </p:txBody>
      </p:sp>
    </p:spTree>
    <p:extLst>
      <p:ext uri="{BB962C8B-B14F-4D97-AF65-F5344CB8AC3E}">
        <p14:creationId xmlns:p14="http://schemas.microsoft.com/office/powerpoint/2010/main" val="3388531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接下来我们深入了解一下</a:t>
            </a:r>
            <a:r>
              <a:rPr lang="en-US" altLang="zh-CN" dirty="0" err="1"/>
              <a:t>cannbot</a:t>
            </a:r>
            <a:r>
              <a:rPr lang="zh-CN" altLang="en-US" dirty="0"/>
              <a:t>的三层架构，理解这个架构有助于你更好的使用</a:t>
            </a:r>
            <a:r>
              <a:rPr lang="en-US" altLang="zh-CN" dirty="0" err="1"/>
              <a:t>cannbot</a:t>
            </a:r>
            <a:r>
              <a:rPr lang="zh-CN" altLang="en-US" dirty="0"/>
              <a:t>。</a:t>
            </a:r>
            <a:endParaRPr lang="en-US" altLang="zh-CN" dirty="0"/>
          </a:p>
          <a:p>
            <a:endParaRPr lang="en-US" altLang="zh-CN" dirty="0"/>
          </a:p>
          <a:p>
            <a:r>
              <a:rPr lang="zh-CN" altLang="en-US" dirty="0"/>
              <a:t>最底层是</a:t>
            </a:r>
            <a:r>
              <a:rPr lang="en-US" altLang="zh-CN" dirty="0"/>
              <a:t>skills</a:t>
            </a:r>
            <a:r>
              <a:rPr lang="zh-CN" altLang="en-US" dirty="0"/>
              <a:t>层，即知识能力层，你可以把它理解成算子专家的知识库，里面分门别类的放着算子开发所需要的各种知识，包</a:t>
            </a:r>
            <a:r>
              <a:rPr lang="en-US" altLang="zh-CN" dirty="0" err="1"/>
              <a:t>npu</a:t>
            </a:r>
            <a:r>
              <a:rPr lang="zh-CN" altLang="en-US" dirty="0"/>
              <a:t>架构知识、</a:t>
            </a:r>
            <a:r>
              <a:rPr lang="en-US" altLang="zh-CN" dirty="0"/>
              <a:t>tiling</a:t>
            </a:r>
            <a:r>
              <a:rPr lang="zh-CN" altLang="en-US" dirty="0"/>
              <a:t>设计方法论、</a:t>
            </a:r>
            <a:r>
              <a:rPr lang="en-US" altLang="zh-CN" dirty="0" err="1"/>
              <a:t>api</a:t>
            </a:r>
            <a:r>
              <a:rPr lang="zh-CN" altLang="en-US" dirty="0"/>
              <a:t>最佳实践，精度性能调试方法等。</a:t>
            </a:r>
            <a:r>
              <a:rPr lang="en-US" altLang="zh-CN" dirty="0"/>
              <a:t>Agent</a:t>
            </a:r>
            <a:r>
              <a:rPr lang="zh-CN" altLang="en-US" dirty="0"/>
              <a:t>遇到具体问题可以随时进来查手册。</a:t>
            </a:r>
            <a:endParaRPr lang="en-US" altLang="zh-CN" dirty="0"/>
          </a:p>
          <a:p>
            <a:endParaRPr lang="en-US" altLang="zh-CN" dirty="0"/>
          </a:p>
          <a:p>
            <a:r>
              <a:rPr lang="zh-CN" altLang="en-US" dirty="0"/>
              <a:t>中间层是</a:t>
            </a:r>
            <a:r>
              <a:rPr lang="en-US" altLang="zh-CN" dirty="0"/>
              <a:t>agent</a:t>
            </a:r>
            <a:r>
              <a:rPr lang="zh-CN" altLang="en-US" dirty="0"/>
              <a:t>层，即角色执行层。这是具体的角色专家，每个角色负责一个环节，比如</a:t>
            </a:r>
            <a:r>
              <a:rPr lang="en-US" altLang="zh-CN" dirty="0"/>
              <a:t>ARCHITECTOR</a:t>
            </a:r>
            <a:r>
              <a:rPr lang="zh-CN" altLang="en-US" dirty="0"/>
              <a:t>是架构师</a:t>
            </a:r>
            <a:endParaRPr lang="en-US" altLang="zh-CN" dirty="0"/>
          </a:p>
          <a:p>
            <a:r>
              <a:rPr lang="zh-CN" altLang="en-US" dirty="0"/>
              <a:t>负责方案设计，</a:t>
            </a:r>
            <a:r>
              <a:rPr lang="en-US" altLang="zh-CN" dirty="0"/>
              <a:t>develop</a:t>
            </a:r>
            <a:r>
              <a:rPr lang="zh-CN" altLang="en-US" dirty="0"/>
              <a:t>是开发者负责代码实现，</a:t>
            </a:r>
            <a:r>
              <a:rPr lang="en-US" altLang="zh-CN" dirty="0"/>
              <a:t>review</a:t>
            </a:r>
            <a:r>
              <a:rPr lang="zh-CN" altLang="en-US" dirty="0"/>
              <a:t>是代码审查员负责检查代码质量。</a:t>
            </a:r>
            <a:r>
              <a:rPr lang="en-US" altLang="zh-CN" dirty="0"/>
              <a:t>performance tun</a:t>
            </a:r>
            <a:r>
              <a:rPr lang="zh-CN" altLang="en-US" dirty="0"/>
              <a:t>和</a:t>
            </a:r>
            <a:r>
              <a:rPr lang="en-US" altLang="zh-CN" dirty="0"/>
              <a:t>test</a:t>
            </a:r>
            <a:r>
              <a:rPr lang="zh-CN" altLang="en-US" dirty="0"/>
              <a:t>是性能调优和测试工程师。这些</a:t>
            </a:r>
            <a:r>
              <a:rPr lang="en-US" altLang="zh-CN" dirty="0"/>
              <a:t>Agent</a:t>
            </a:r>
            <a:r>
              <a:rPr lang="zh-CN" altLang="en-US" dirty="0"/>
              <a:t>专家通过绑定</a:t>
            </a:r>
            <a:r>
              <a:rPr lang="en-US" altLang="zh-CN" dirty="0"/>
              <a:t>skills</a:t>
            </a:r>
            <a:r>
              <a:rPr lang="zh-CN" altLang="en-US" dirty="0"/>
              <a:t>，来执行具体的开发任务。</a:t>
            </a:r>
            <a:endParaRPr lang="en-US" altLang="zh-CN" dirty="0"/>
          </a:p>
          <a:p>
            <a:endParaRPr lang="en-US" altLang="zh-CN" dirty="0"/>
          </a:p>
          <a:p>
            <a:r>
              <a:rPr lang="zh-CN" altLang="en-US" dirty="0"/>
              <a:t>最上层是</a:t>
            </a:r>
            <a:r>
              <a:rPr lang="en-US" altLang="zh-CN" dirty="0"/>
              <a:t>TIMS</a:t>
            </a:r>
            <a:r>
              <a:rPr lang="zh-CN" altLang="en-US" dirty="0"/>
              <a:t>层及应用编排层，这是项目经理负责把这些专家组织起来，定义完整的开发流程。</a:t>
            </a:r>
            <a:endParaRPr lang="en-US" altLang="zh-CN" dirty="0"/>
          </a:p>
          <a:p>
            <a:r>
              <a:rPr lang="zh-CN" altLang="en-US" dirty="0"/>
              <a:t>三层之间的关系是</a:t>
            </a:r>
            <a:r>
              <a:rPr lang="en-US" altLang="zh-CN" dirty="0"/>
              <a:t>teams</a:t>
            </a:r>
            <a:r>
              <a:rPr lang="zh-CN" altLang="en-US" dirty="0"/>
              <a:t>编排</a:t>
            </a:r>
            <a:r>
              <a:rPr lang="en-US" altLang="zh-CN" dirty="0"/>
              <a:t>agents</a:t>
            </a:r>
            <a:r>
              <a:rPr lang="zh-CN" altLang="en-US" dirty="0"/>
              <a:t>，定义开发流程和协作模式，</a:t>
            </a:r>
            <a:r>
              <a:rPr lang="en-US" altLang="zh-CN" dirty="0"/>
              <a:t>agents</a:t>
            </a:r>
            <a:r>
              <a:rPr lang="zh-CN" altLang="en-US" dirty="0"/>
              <a:t>绑定</a:t>
            </a:r>
            <a:r>
              <a:rPr lang="en-US" altLang="zh-CN" dirty="0"/>
              <a:t>skills</a:t>
            </a:r>
            <a:r>
              <a:rPr lang="zh-CN" altLang="en-US" dirty="0"/>
              <a:t>，执行具体的开发任务。</a:t>
            </a:r>
            <a:r>
              <a:rPr lang="sv-SE" altLang="zh-CN" dirty="0"/>
              <a:t>skills</a:t>
            </a:r>
            <a:r>
              <a:rPr lang="zh-CN" altLang="sv-SE" dirty="0"/>
              <a:t>提供支持能力</a:t>
            </a:r>
            <a:r>
              <a:rPr lang="zh-CN" altLang="en-US" dirty="0"/>
              <a:t>。这种设计的好处就是，整个流程非常清晰，同时能灵活应对各种算子开发场景。</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4</a:t>
            </a:fld>
            <a:endParaRPr lang="zh-CN" altLang="en-US"/>
          </a:p>
        </p:txBody>
      </p:sp>
    </p:spTree>
    <p:extLst>
      <p:ext uri="{BB962C8B-B14F-4D97-AF65-F5344CB8AC3E}">
        <p14:creationId xmlns:p14="http://schemas.microsoft.com/office/powerpoint/2010/main" val="2755432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接下来我们再来看</a:t>
            </a:r>
            <a:r>
              <a:rPr lang="en-US" altLang="zh-CN" dirty="0"/>
              <a:t>skills</a:t>
            </a:r>
            <a:r>
              <a:rPr lang="zh-CN" altLang="en-US" dirty="0"/>
              <a:t>的全貌，也就是这技能具体都有哪些。</a:t>
            </a:r>
            <a:endParaRPr lang="en-US" altLang="zh-CN" dirty="0"/>
          </a:p>
          <a:p>
            <a:r>
              <a:rPr lang="zh-CN" altLang="en-US" dirty="0"/>
              <a:t>我们把它大致分为五大类，</a:t>
            </a:r>
            <a:endParaRPr lang="en-US" altLang="zh-CN" dirty="0"/>
          </a:p>
          <a:p>
            <a:endParaRPr lang="en-US" altLang="zh-CN" dirty="0"/>
          </a:p>
          <a:p>
            <a:r>
              <a:rPr lang="zh-CN" altLang="en-US" dirty="0"/>
              <a:t>第一类是知识库类，包括</a:t>
            </a:r>
            <a:r>
              <a:rPr lang="en-US" altLang="zh-CN" dirty="0"/>
              <a:t>NPU</a:t>
            </a:r>
            <a:r>
              <a:rPr lang="zh-CN" altLang="en-US" dirty="0"/>
              <a:t>架构知识与芯片映射，</a:t>
            </a:r>
            <a:r>
              <a:rPr lang="en-US" altLang="zh-CN" dirty="0"/>
              <a:t>tiling</a:t>
            </a:r>
            <a:r>
              <a:rPr lang="zh-CN" altLang="en-US" dirty="0"/>
              <a:t>设计方法论，</a:t>
            </a:r>
            <a:r>
              <a:rPr lang="en-US" altLang="zh-CN" dirty="0"/>
              <a:t>API</a:t>
            </a:r>
            <a:r>
              <a:rPr lang="zh-CN" altLang="en-US" dirty="0"/>
              <a:t>使用最佳实践</a:t>
            </a:r>
            <a:r>
              <a:rPr lang="en-US" altLang="zh-CN" dirty="0"/>
              <a:t>API</a:t>
            </a:r>
            <a:r>
              <a:rPr lang="zh-CN" altLang="en-US" dirty="0"/>
              <a:t>文档索引和在线搜索，以及算子精度标准等。</a:t>
            </a:r>
            <a:endParaRPr lang="en-US" altLang="zh-CN" dirty="0"/>
          </a:p>
          <a:p>
            <a:endParaRPr lang="en-US" altLang="zh-CN" dirty="0"/>
          </a:p>
          <a:p>
            <a:r>
              <a:rPr lang="zh-CN" altLang="en-US" dirty="0"/>
              <a:t>第二类是工具辅助类，主要包括</a:t>
            </a:r>
            <a:r>
              <a:rPr lang="en-US" altLang="zh-CN" dirty="0"/>
              <a:t>NPU</a:t>
            </a:r>
            <a:r>
              <a:rPr lang="zh-CN" altLang="en-US" dirty="0"/>
              <a:t>设备查询和环境验证和长任务聚焦防迷失</a:t>
            </a:r>
            <a:endParaRPr lang="en-US" altLang="zh-CN" dirty="0"/>
          </a:p>
          <a:p>
            <a:endParaRPr lang="en-US" altLang="zh-CN" dirty="0"/>
          </a:p>
          <a:p>
            <a:r>
              <a:rPr lang="zh-CN" altLang="en-US" dirty="0"/>
              <a:t>第三类是调试测试类，包括轻度调试与症状诊断，运行时错误码解析，算子性能采集分析等</a:t>
            </a:r>
            <a:endParaRPr lang="en-US" altLang="zh-CN" dirty="0"/>
          </a:p>
          <a:p>
            <a:endParaRPr lang="en-US" altLang="zh-CN" dirty="0"/>
          </a:p>
          <a:p>
            <a:r>
              <a:rPr lang="zh-CN" altLang="en-US" dirty="0"/>
              <a:t>第四类是测试开发类，包括</a:t>
            </a:r>
            <a:r>
              <a:rPr lang="en-US" altLang="zh-CN" dirty="0"/>
              <a:t>ST</a:t>
            </a:r>
            <a:r>
              <a:rPr lang="zh-CN" altLang="en-US" dirty="0"/>
              <a:t>测试用例设计，</a:t>
            </a:r>
            <a:r>
              <a:rPr lang="en-US" altLang="zh-CN" dirty="0"/>
              <a:t>UT</a:t>
            </a:r>
            <a:r>
              <a:rPr lang="zh-CN" altLang="en-US" dirty="0"/>
              <a:t>开发与覆盖率，增强代码显示规则，白盒测试用例生成等 </a:t>
            </a:r>
            <a:endParaRPr lang="en-US" altLang="zh-CN" dirty="0"/>
          </a:p>
          <a:p>
            <a:endParaRPr lang="en-US" altLang="zh-CN" dirty="0"/>
          </a:p>
          <a:p>
            <a:r>
              <a:rPr lang="zh-CN" altLang="en-US" dirty="0"/>
              <a:t>第五类是工程模板类，包括注册算子直调改造模板，</a:t>
            </a:r>
            <a:r>
              <a:rPr lang="en-US" altLang="zh-CN" dirty="0"/>
              <a:t>Ascend c kernel</a:t>
            </a:r>
            <a:r>
              <a:rPr lang="zh-CN" altLang="en-US" dirty="0"/>
              <a:t>工程质量模板。</a:t>
            </a:r>
            <a:endParaRPr lang="en-US" altLang="zh-CN" dirty="0"/>
          </a:p>
          <a:p>
            <a:endParaRPr lang="en-US" altLang="zh-CN" dirty="0"/>
          </a:p>
          <a:p>
            <a:r>
              <a:rPr lang="zh-CN" altLang="en-US" dirty="0"/>
              <a:t>这</a:t>
            </a:r>
            <a:r>
              <a:rPr lang="en-US" altLang="zh-CN" dirty="0"/>
              <a:t>100</a:t>
            </a:r>
            <a:r>
              <a:rPr lang="zh-CN" altLang="en-US" dirty="0"/>
              <a:t>多个</a:t>
            </a:r>
            <a:r>
              <a:rPr lang="en-US" altLang="zh-CN" dirty="0"/>
              <a:t>skills</a:t>
            </a:r>
            <a:r>
              <a:rPr lang="zh-CN" altLang="en-US" dirty="0"/>
              <a:t>就像工具箱里的各种工具，无论你在开发过程中遇到什么问题，相信都能在这里找到解决方案。</a:t>
            </a:r>
            <a:endParaRPr lang="en-US" altLang="zh-CN" dirty="0"/>
          </a:p>
          <a:p>
            <a:endParaRPr lang="en-US" altLang="zh-CN" dirty="0"/>
          </a:p>
          <a:p>
            <a:endParaRPr lang="en-US" altLang="zh-CN" dirty="0"/>
          </a:p>
          <a:p>
            <a:endParaRPr lang="en-US" altLang="zh-CN"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5</a:t>
            </a:fld>
            <a:endParaRPr lang="zh-CN" altLang="en-US"/>
          </a:p>
        </p:txBody>
      </p:sp>
    </p:spTree>
    <p:extLst>
      <p:ext uri="{BB962C8B-B14F-4D97-AF65-F5344CB8AC3E}">
        <p14:creationId xmlns:p14="http://schemas.microsoft.com/office/powerpoint/2010/main" val="3251401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接下来进入环境搭建环节，这部分我会教大家</a:t>
            </a:r>
            <a:r>
              <a:rPr lang="en-US" altLang="zh-CN" dirty="0"/>
              <a:t>5</a:t>
            </a:r>
            <a:r>
              <a:rPr lang="zh-CN" altLang="en-US" dirty="0"/>
              <a:t>分钟内搞定环境配置。下载和安装</a:t>
            </a:r>
            <a:r>
              <a:rPr lang="en-US" altLang="zh-CN" dirty="0" err="1"/>
              <a:t>cannbot</a:t>
            </a:r>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6</a:t>
            </a:fld>
            <a:endParaRPr lang="zh-CN" altLang="en-US"/>
          </a:p>
        </p:txBody>
      </p:sp>
    </p:spTree>
    <p:extLst>
      <p:ext uri="{BB962C8B-B14F-4D97-AF65-F5344CB8AC3E}">
        <p14:creationId xmlns:p14="http://schemas.microsoft.com/office/powerpoint/2010/main" val="267805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但首先我们来核对一下环境检查清单，确保以下四项就绪。</a:t>
            </a:r>
            <a:endParaRPr lang="en-US" altLang="zh-CN" dirty="0"/>
          </a:p>
          <a:p>
            <a:endParaRPr lang="en-US" altLang="zh-CN" dirty="0"/>
          </a:p>
          <a:p>
            <a:r>
              <a:rPr lang="zh-CN" altLang="en-US" dirty="0"/>
              <a:t>第一个是</a:t>
            </a:r>
            <a:r>
              <a:rPr lang="en-US" altLang="zh-CN" dirty="0"/>
              <a:t>NPU</a:t>
            </a:r>
            <a:r>
              <a:rPr lang="zh-CN" altLang="en-US" dirty="0"/>
              <a:t>设备，需要有昇腾</a:t>
            </a:r>
            <a:r>
              <a:rPr lang="en-US" altLang="zh-CN" dirty="0"/>
              <a:t>NPU</a:t>
            </a:r>
            <a:r>
              <a:rPr lang="zh-CN" altLang="en-US" dirty="0"/>
              <a:t>设备，比如昇腾</a:t>
            </a:r>
            <a:r>
              <a:rPr lang="en-US" altLang="zh-CN" dirty="0"/>
              <a:t>910</a:t>
            </a:r>
            <a:r>
              <a:rPr lang="zh-CN" altLang="en-US" dirty="0"/>
              <a:t>及后续系列产品，这块昨天的课程中专家们都已经介绍过了</a:t>
            </a:r>
            <a:endParaRPr lang="en-US" altLang="zh-CN" dirty="0"/>
          </a:p>
          <a:p>
            <a:endParaRPr lang="en-US" altLang="zh-CN" dirty="0"/>
          </a:p>
          <a:p>
            <a:r>
              <a:rPr lang="zh-CN" altLang="en-US" dirty="0"/>
              <a:t>第二个是确定</a:t>
            </a:r>
            <a:r>
              <a:rPr lang="en-US" altLang="zh-CN" dirty="0"/>
              <a:t>CANN</a:t>
            </a:r>
            <a:r>
              <a:rPr lang="zh-CN" altLang="en-US" dirty="0"/>
              <a:t>包已安装，现在云环境上的是</a:t>
            </a:r>
            <a:r>
              <a:rPr lang="en-US" altLang="zh-CN" dirty="0"/>
              <a:t>9.0.0</a:t>
            </a:r>
          </a:p>
          <a:p>
            <a:endParaRPr lang="en-US" altLang="zh-CN" dirty="0"/>
          </a:p>
          <a:p>
            <a:r>
              <a:rPr lang="zh-CN" altLang="en-US" dirty="0"/>
              <a:t>第三个是</a:t>
            </a:r>
            <a:r>
              <a:rPr lang="en-US" altLang="zh-CN" dirty="0"/>
              <a:t>AI</a:t>
            </a:r>
            <a:r>
              <a:rPr lang="zh-CN" altLang="en-US" dirty="0"/>
              <a:t> </a:t>
            </a:r>
            <a:r>
              <a:rPr lang="en-US" altLang="zh-CN" dirty="0"/>
              <a:t>coding</a:t>
            </a:r>
            <a:r>
              <a:rPr lang="zh-CN" altLang="en-US" dirty="0"/>
              <a:t>工具就绪，准备好</a:t>
            </a:r>
            <a:r>
              <a:rPr lang="en-US" altLang="zh-CN" dirty="0"/>
              <a:t>open code</a:t>
            </a:r>
            <a:r>
              <a:rPr lang="zh-CN" altLang="en-US" dirty="0"/>
              <a:t>或</a:t>
            </a:r>
            <a:r>
              <a:rPr lang="en-US" altLang="zh-CN" dirty="0"/>
              <a:t>cloud code</a:t>
            </a:r>
            <a:r>
              <a:rPr lang="zh-CN" altLang="en-US" dirty="0"/>
              <a:t>等</a:t>
            </a:r>
            <a:r>
              <a:rPr lang="en-US" altLang="zh-CN" dirty="0"/>
              <a:t>AI</a:t>
            </a:r>
            <a:r>
              <a:rPr lang="zh-CN" altLang="en-US" dirty="0"/>
              <a:t>编程工具</a:t>
            </a:r>
            <a:endParaRPr lang="en-US" altLang="zh-CN" dirty="0"/>
          </a:p>
          <a:p>
            <a:endParaRPr lang="en-US" altLang="zh-CN" dirty="0"/>
          </a:p>
          <a:p>
            <a:r>
              <a:rPr lang="zh-CN" altLang="en-US" dirty="0"/>
              <a:t>第四个是确保网络连接，因为我们需要从社区仓库克隆代码</a:t>
            </a:r>
            <a:endParaRPr lang="en-US" altLang="zh-CN" dirty="0"/>
          </a:p>
          <a:p>
            <a:endParaRPr lang="en-US" altLang="zh-CN" dirty="0"/>
          </a:p>
          <a:p>
            <a:r>
              <a:rPr lang="zh-CN" altLang="en-US" dirty="0"/>
              <a:t>。</a:t>
            </a:r>
            <a:r>
              <a:rPr lang="en-US" altLang="zh-CN" dirty="0"/>
              <a:t>CANN</a:t>
            </a:r>
            <a:r>
              <a:rPr lang="zh-CN" altLang="en-US" dirty="0"/>
              <a:t>社区提供了云开发环境支持，一键启动</a:t>
            </a:r>
            <a:r>
              <a:rPr lang="en-US" altLang="zh-CN" dirty="0"/>
              <a:t>NPU</a:t>
            </a:r>
            <a:r>
              <a:rPr lang="zh-CN" altLang="en-US" dirty="0"/>
              <a:t>设备。</a:t>
            </a:r>
            <a:r>
              <a:rPr lang="en-US" altLang="zh-CN" dirty="0"/>
              <a:t>CANN</a:t>
            </a:r>
            <a:r>
              <a:rPr lang="zh-CN" altLang="en-US" dirty="0"/>
              <a:t>包</a:t>
            </a:r>
            <a:r>
              <a:rPr lang="en-US" altLang="zh-CN" dirty="0"/>
              <a:t>open code</a:t>
            </a:r>
            <a:r>
              <a:rPr lang="zh-CN" altLang="en-US" dirty="0"/>
              <a:t>全都预装好了，进去就能够直接使用，非常适合新手体验。</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7</a:t>
            </a:fld>
            <a:endParaRPr lang="zh-CN" altLang="en-US"/>
          </a:p>
        </p:txBody>
      </p:sp>
    </p:spTree>
    <p:extLst>
      <p:ext uri="{BB962C8B-B14F-4D97-AF65-F5344CB8AC3E}">
        <p14:creationId xmlns:p14="http://schemas.microsoft.com/office/powerpoint/2010/main" val="3952894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好回到具体安装方式上面，</a:t>
            </a:r>
            <a:r>
              <a:rPr lang="en-US" altLang="zh-CN" dirty="0"/>
              <a:t>CANNBOT</a:t>
            </a:r>
            <a:r>
              <a:rPr lang="zh-CN" altLang="en-US" dirty="0"/>
              <a:t>目前有两种主要选择，一种是完整交互式安装、第二种是独立的</a:t>
            </a:r>
            <a:r>
              <a:rPr lang="en-US" altLang="zh-CN" dirty="0"/>
              <a:t>skill</a:t>
            </a:r>
            <a:r>
              <a:rPr lang="zh-CN" altLang="en-US" dirty="0"/>
              <a:t>安装。</a:t>
            </a:r>
            <a:endParaRPr lang="en-US" altLang="zh-CN" dirty="0"/>
          </a:p>
          <a:p>
            <a:endParaRPr lang="en-US" altLang="zh-CN" dirty="0"/>
          </a:p>
          <a:p>
            <a:r>
              <a:rPr lang="zh-CN" altLang="en-US" dirty="0"/>
              <a:t>推荐大家使用交互式安装的方式，通过选择同样可以进行</a:t>
            </a:r>
            <a:r>
              <a:rPr lang="en-US" altLang="zh-CN" dirty="0"/>
              <a:t>plugin</a:t>
            </a:r>
            <a:r>
              <a:rPr lang="zh-CN" altLang="en-US" dirty="0"/>
              <a:t>和</a:t>
            </a:r>
            <a:r>
              <a:rPr lang="en-US" altLang="zh-CN" dirty="0"/>
              <a:t>skill</a:t>
            </a:r>
            <a:r>
              <a:rPr lang="zh-CN" altLang="en-US" dirty="0"/>
              <a:t>安装。</a:t>
            </a:r>
            <a:endParaRPr lang="en-US" altLang="zh-CN" dirty="0"/>
          </a:p>
          <a:p>
            <a:endParaRPr lang="en-US" altLang="zh-CN" dirty="0"/>
          </a:p>
          <a:p>
            <a:r>
              <a:rPr lang="zh-CN" altLang="en-US" dirty="0"/>
              <a:t>交互式安装的方式也非常简单，使用第一个命令安装了交互式安装工具后，后续就可以使用交互式安装工具来交互选择需要安装哪些内容。</a:t>
            </a:r>
            <a:endParaRPr lang="en-US" altLang="zh-CN" dirty="0"/>
          </a:p>
          <a:p>
            <a:endParaRPr lang="en-US" altLang="zh-CN" dirty="0"/>
          </a:p>
          <a:p>
            <a:r>
              <a:rPr lang="zh-CN" altLang="en-US" dirty="0"/>
              <a:t>当我们在命令行输入</a:t>
            </a:r>
            <a:r>
              <a:rPr lang="en-US" altLang="zh-CN" dirty="0"/>
              <a:t>install-helper</a:t>
            </a:r>
            <a:r>
              <a:rPr lang="zh-CN" altLang="en-US" dirty="0"/>
              <a:t>安装助手后，可以看到下面第三步到第六中，每一个步骤都列举了一些可能的选项，可以按照需求进行安装。</a:t>
            </a:r>
            <a:endParaRPr lang="en-US" altLang="zh-CN" dirty="0"/>
          </a:p>
          <a:p>
            <a:endParaRPr lang="en-US" altLang="zh-CN" dirty="0"/>
          </a:p>
          <a:p>
            <a:r>
              <a:rPr lang="zh-CN" altLang="en-US" dirty="0"/>
              <a:t>对于初次使用的开发者，我们建议直接直接安装到当前目录，然后直接安装</a:t>
            </a:r>
            <a:r>
              <a:rPr lang="en-US" altLang="zh-CN" dirty="0"/>
              <a:t>plugin</a:t>
            </a:r>
            <a:r>
              <a:rPr lang="zh-CN" altLang="en-US" dirty="0"/>
              <a:t>，将</a:t>
            </a:r>
            <a:r>
              <a:rPr lang="en-US" altLang="zh-CN" dirty="0"/>
              <a:t>Ascend</a:t>
            </a:r>
            <a:r>
              <a:rPr lang="zh-CN" altLang="en-US" dirty="0"/>
              <a:t>相关的</a:t>
            </a:r>
            <a:r>
              <a:rPr lang="en-US" altLang="zh-CN" dirty="0"/>
              <a:t>plugin</a:t>
            </a:r>
            <a:r>
              <a:rPr lang="zh-CN" altLang="en-US" dirty="0"/>
              <a:t>全部都安装。</a:t>
            </a:r>
            <a:endParaRPr lang="en-US" altLang="zh-CN" dirty="0"/>
          </a:p>
          <a:p>
            <a:endParaRPr lang="en-US" altLang="zh-CN" dirty="0"/>
          </a:p>
          <a:p>
            <a:r>
              <a:rPr lang="zh-CN" altLang="en-US" dirty="0"/>
              <a:t>另外还支持</a:t>
            </a:r>
            <a:r>
              <a:rPr lang="en-US" altLang="zh-CN" dirty="0"/>
              <a:t>skills</a:t>
            </a:r>
            <a:r>
              <a:rPr lang="zh-CN" altLang="en-US" dirty="0"/>
              <a:t>的单独安装，直接根据</a:t>
            </a:r>
            <a:r>
              <a:rPr lang="en-US" altLang="zh-CN" dirty="0"/>
              <a:t>skill</a:t>
            </a:r>
            <a:r>
              <a:rPr lang="zh-CN" altLang="en-US" dirty="0"/>
              <a:t>名字和</a:t>
            </a:r>
            <a:r>
              <a:rPr lang="en-US" altLang="zh-CN" dirty="0"/>
              <a:t>ai coding</a:t>
            </a:r>
            <a:r>
              <a:rPr lang="zh-CN" altLang="en-US" dirty="0"/>
              <a:t>的工具名称，就可以安装对应功能的</a:t>
            </a:r>
            <a:r>
              <a:rPr lang="en-US" altLang="zh-CN" dirty="0"/>
              <a:t>skills</a:t>
            </a:r>
            <a:r>
              <a:rPr lang="zh-CN" altLang="en-US" dirty="0"/>
              <a:t>。</a:t>
            </a:r>
            <a:endParaRPr lang="en-US" altLang="zh-CN" dirty="0"/>
          </a:p>
          <a:p>
            <a:endParaRPr lang="en-US" altLang="zh-CN" dirty="0"/>
          </a:p>
          <a:p>
            <a:r>
              <a:rPr lang="zh-CN" altLang="en-US" dirty="0"/>
              <a:t>对于安装这块的内容，我们可以来看下实践操作。。。</a:t>
            </a:r>
            <a:endParaRPr lang="en-US" altLang="zh-CN"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8</a:t>
            </a:fld>
            <a:endParaRPr lang="zh-CN" altLang="en-US"/>
          </a:p>
        </p:txBody>
      </p:sp>
    </p:spTree>
    <p:extLst>
      <p:ext uri="{BB962C8B-B14F-4D97-AF65-F5344CB8AC3E}">
        <p14:creationId xmlns:p14="http://schemas.microsoft.com/office/powerpoint/2010/main" val="2949830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通过上面的实操，在安装完成后，我们还可以进入前面安装的插件目录下检查下目录结构是否完整和规范。比如在</a:t>
            </a:r>
            <a:r>
              <a:rPr lang="en-US" altLang="zh-CN" dirty="0" err="1"/>
              <a:t>AscendC</a:t>
            </a:r>
            <a:r>
              <a:rPr lang="zh-CN" altLang="en-US" dirty="0"/>
              <a:t>的注册式插件下，具有</a:t>
            </a:r>
            <a:r>
              <a:rPr lang="en-US" altLang="zh-CN" dirty="0"/>
              <a:t>agents</a:t>
            </a:r>
            <a:r>
              <a:rPr lang="zh-CN" altLang="en-US" dirty="0"/>
              <a:t>、</a:t>
            </a:r>
            <a:r>
              <a:rPr lang="en-US" altLang="zh-CN" dirty="0"/>
              <a:t>workflow</a:t>
            </a:r>
            <a:r>
              <a:rPr lang="zh-CN" altLang="en-US" dirty="0"/>
              <a:t>等目录，可以依次打开检查下里面的文件是否完整，甚至打开里面的</a:t>
            </a:r>
            <a:r>
              <a:rPr lang="en-US" altLang="zh-CN" dirty="0"/>
              <a:t>skill</a:t>
            </a:r>
            <a:r>
              <a:rPr lang="zh-CN" altLang="en-US" dirty="0"/>
              <a:t>文件查看、学习。</a:t>
            </a:r>
            <a:endParaRPr lang="en-US" altLang="zh-CN" dirty="0"/>
          </a:p>
          <a:p>
            <a:endParaRPr lang="en-US" altLang="zh-CN" dirty="0"/>
          </a:p>
          <a:p>
            <a:r>
              <a:rPr lang="zh-CN" altLang="en-US" dirty="0"/>
              <a:t>如何判断我们的</a:t>
            </a:r>
            <a:r>
              <a:rPr lang="en-US" altLang="zh-CN" dirty="0"/>
              <a:t>CANNBOT</a:t>
            </a:r>
            <a:r>
              <a:rPr lang="zh-CN" altLang="en-US" dirty="0"/>
              <a:t>安装成功呢？</a:t>
            </a:r>
            <a:endParaRPr lang="en-US" altLang="zh-CN" dirty="0"/>
          </a:p>
          <a:p>
            <a:endParaRPr lang="en-US" altLang="zh-CN" dirty="0"/>
          </a:p>
          <a:p>
            <a:r>
              <a:rPr lang="zh-CN" altLang="en-US" dirty="0"/>
              <a:t>使用</a:t>
            </a:r>
            <a:r>
              <a:rPr lang="en-US" altLang="zh-CN" dirty="0" err="1"/>
              <a:t>claude</a:t>
            </a:r>
            <a:r>
              <a:rPr lang="en-US" altLang="zh-CN" dirty="0"/>
              <a:t> code</a:t>
            </a:r>
            <a:r>
              <a:rPr lang="zh-CN" altLang="en-US" dirty="0"/>
              <a:t>启动后，可以输入一个算子需求进行测试，如果回显</a:t>
            </a:r>
            <a:r>
              <a:rPr lang="en-US" altLang="zh-CN" dirty="0"/>
              <a:t>Successfully loaded skill</a:t>
            </a:r>
            <a:r>
              <a:rPr lang="zh-CN" altLang="en-US" dirty="0"/>
              <a:t>代表安装正确。</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9</a:t>
            </a:fld>
            <a:endParaRPr lang="zh-CN" altLang="en-US"/>
          </a:p>
        </p:txBody>
      </p:sp>
    </p:spTree>
    <p:extLst>
      <p:ext uri="{BB962C8B-B14F-4D97-AF65-F5344CB8AC3E}">
        <p14:creationId xmlns:p14="http://schemas.microsoft.com/office/powerpoint/2010/main" val="1337989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好的环境准备完成之后，接下来我要给大家详细讲解，</a:t>
            </a:r>
            <a:r>
              <a:rPr lang="en-US" altLang="zh-CN" dirty="0" err="1"/>
              <a:t>AscendC</a:t>
            </a:r>
            <a:r>
              <a:rPr lang="zh-CN" altLang="en-US" dirty="0"/>
              <a:t>的开发的核心工作流程，理解这个流程对后续实操非常重要</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10</a:t>
            </a:fld>
            <a:endParaRPr lang="zh-CN" altLang="en-US"/>
          </a:p>
        </p:txBody>
      </p:sp>
    </p:spTree>
    <p:extLst>
      <p:ext uri="{BB962C8B-B14F-4D97-AF65-F5344CB8AC3E}">
        <p14:creationId xmlns:p14="http://schemas.microsoft.com/office/powerpoint/2010/main" val="73578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mn-lt"/>
                <a:ea typeface="+mn-ea"/>
                <a:cs typeface="+mn-cs"/>
              </a:rPr>
              <a:t>如上图所示，这一页是整个理论部分的核心，展示了</a:t>
            </a:r>
            <a:r>
              <a:rPr lang="en-US" altLang="zh-CN" sz="1200" kern="1200" dirty="0">
                <a:solidFill>
                  <a:schemeClr val="tx1"/>
                </a:solidFill>
                <a:latin typeface="+mn-lt"/>
                <a:ea typeface="+mn-ea"/>
                <a:cs typeface="+mn-cs"/>
              </a:rPr>
              <a:t>CANNBOT</a:t>
            </a:r>
            <a:r>
              <a:rPr lang="zh-CN" altLang="en-US" sz="1200" kern="1200" dirty="0">
                <a:solidFill>
                  <a:schemeClr val="tx1"/>
                </a:solidFill>
                <a:latin typeface="+mn-lt"/>
                <a:ea typeface="+mn-ea"/>
                <a:cs typeface="+mn-cs"/>
              </a:rPr>
              <a:t>的</a:t>
            </a:r>
            <a:r>
              <a:rPr lang="en-US" altLang="zh-CN" sz="1200" kern="1200" dirty="0" err="1">
                <a:solidFill>
                  <a:schemeClr val="tx1"/>
                </a:solidFill>
                <a:latin typeface="+mn-lt"/>
                <a:ea typeface="+mn-ea"/>
                <a:cs typeface="+mn-cs"/>
              </a:rPr>
              <a:t>AscendC</a:t>
            </a:r>
            <a:r>
              <a:rPr lang="en-US" altLang="zh-CN" sz="1200" kern="1200" dirty="0">
                <a:solidFill>
                  <a:schemeClr val="tx1"/>
                </a:solidFill>
                <a:latin typeface="+mn-lt"/>
                <a:ea typeface="+mn-ea"/>
                <a:cs typeface="+mn-cs"/>
              </a:rPr>
              <a:t> 7</a:t>
            </a:r>
            <a:r>
              <a:rPr lang="zh-CN" altLang="en-US" sz="1200" kern="1200" dirty="0">
                <a:solidFill>
                  <a:schemeClr val="tx1"/>
                </a:solidFill>
                <a:latin typeface="+mn-lt"/>
                <a:ea typeface="+mn-ea"/>
                <a:cs typeface="+mn-cs"/>
              </a:rPr>
              <a:t>阶段开发工作流。</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从</a:t>
            </a:r>
            <a:r>
              <a:rPr lang="en-US" altLang="zh-CN" sz="1200" kern="1200" dirty="0">
                <a:solidFill>
                  <a:schemeClr val="tx1"/>
                </a:solidFill>
                <a:latin typeface="+mn-lt"/>
                <a:ea typeface="+mn-ea"/>
                <a:cs typeface="+mn-cs"/>
              </a:rPr>
              <a:t>1~7</a:t>
            </a:r>
            <a:r>
              <a:rPr lang="zh-CN" altLang="en-US" sz="1200" kern="1200" dirty="0">
                <a:solidFill>
                  <a:schemeClr val="tx1"/>
                </a:solidFill>
                <a:latin typeface="+mn-lt"/>
                <a:ea typeface="+mn-ea"/>
                <a:cs typeface="+mn-cs"/>
              </a:rPr>
              <a:t>分别是环境检查，确保开发环境就绪</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第二部分是需求分析，确保理解了算子需求</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第三部分是算子实现，这是核心开发阶段</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第四部分是验证优化，确保算子实现功能的正确性</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第五部分是问题处理，主要用来调试和修复算子问题</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第六部分是性能验收   确保算子性能达标</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第七部分是总结报告    是对当前的算子生成结果进行一个文档汇总</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这里面还有三个关键的机制</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第一个是质量控制，每个阶段完成后才能进入下一个阶段，确保开发质量</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第二个是迭代优化，迭代四到迭代五，支持循环迭代，持续优化算子性能</a:t>
            </a:r>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第三是</a:t>
            </a:r>
            <a:r>
              <a:rPr lang="en-US" altLang="zh-CN" sz="1200" kern="1200" dirty="0">
                <a:solidFill>
                  <a:schemeClr val="tx1"/>
                </a:solidFill>
                <a:latin typeface="+mn-lt"/>
                <a:ea typeface="+mn-ea"/>
                <a:cs typeface="+mn-cs"/>
              </a:rPr>
              <a:t>Agent</a:t>
            </a:r>
            <a:r>
              <a:rPr lang="zh-CN" altLang="en-US" sz="1200" kern="1200" dirty="0">
                <a:solidFill>
                  <a:schemeClr val="tx1"/>
                </a:solidFill>
                <a:latin typeface="+mn-lt"/>
                <a:ea typeface="+mn-ea"/>
                <a:cs typeface="+mn-cs"/>
              </a:rPr>
              <a:t>的驱动，每个阶段由专门的</a:t>
            </a:r>
            <a:r>
              <a:rPr lang="en-US" altLang="zh-CN" sz="1200" kern="1200" dirty="0">
                <a:solidFill>
                  <a:schemeClr val="tx1"/>
                </a:solidFill>
                <a:latin typeface="+mn-lt"/>
                <a:ea typeface="+mn-ea"/>
                <a:cs typeface="+mn-cs"/>
              </a:rPr>
              <a:t>agent</a:t>
            </a:r>
            <a:r>
              <a:rPr lang="zh-CN" altLang="en-US" sz="1200" kern="1200" dirty="0">
                <a:solidFill>
                  <a:schemeClr val="tx1"/>
                </a:solidFill>
                <a:latin typeface="+mn-lt"/>
                <a:ea typeface="+mn-ea"/>
                <a:cs typeface="+mn-cs"/>
              </a:rPr>
              <a:t>来执行，自动完成各项任务</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这七个阶段环环相扣，像一条流水线。当你输入算子需求，</a:t>
            </a:r>
            <a:r>
              <a:rPr lang="en-US" altLang="zh-CN" sz="1200" kern="1200" dirty="0">
                <a:solidFill>
                  <a:schemeClr val="tx1"/>
                </a:solidFill>
                <a:latin typeface="+mn-lt"/>
                <a:ea typeface="+mn-ea"/>
                <a:cs typeface="+mn-cs"/>
              </a:rPr>
              <a:t>can bot</a:t>
            </a:r>
            <a:r>
              <a:rPr lang="zh-CN" altLang="en-US" sz="1200" kern="1200" dirty="0">
                <a:solidFill>
                  <a:schemeClr val="tx1"/>
                </a:solidFill>
                <a:latin typeface="+mn-lt"/>
                <a:ea typeface="+mn-ea"/>
                <a:cs typeface="+mn-cs"/>
              </a:rPr>
              <a:t>会自动加载开发工作流，按顺序执行。</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11</a:t>
            </a:fld>
            <a:endParaRPr lang="zh-CN" altLang="en-US"/>
          </a:p>
        </p:txBody>
      </p:sp>
    </p:spTree>
    <p:extLst>
      <p:ext uri="{BB962C8B-B14F-4D97-AF65-F5344CB8AC3E}">
        <p14:creationId xmlns:p14="http://schemas.microsoft.com/office/powerpoint/2010/main" val="15630470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我们具体来看一下阶段一和阶段二他在做什么，首先阶段一环境检查。</a:t>
            </a:r>
            <a:endParaRPr lang="en-US" altLang="zh-CN" dirty="0"/>
          </a:p>
          <a:p>
            <a:r>
              <a:rPr lang="zh-CN" altLang="en-US" dirty="0"/>
              <a:t>这是基础中的基础，</a:t>
            </a:r>
            <a:r>
              <a:rPr lang="en-US" altLang="zh-CN" dirty="0"/>
              <a:t>CANNBOT</a:t>
            </a:r>
            <a:r>
              <a:rPr lang="zh-CN" altLang="en-US" dirty="0"/>
              <a:t>会自动调用</a:t>
            </a:r>
            <a:r>
              <a:rPr lang="en-US" altLang="zh-CN" dirty="0"/>
              <a:t>Ascend-env-check</a:t>
            </a:r>
            <a:r>
              <a:rPr lang="zh-CN" altLang="en-US" dirty="0"/>
              <a:t>这个</a:t>
            </a:r>
            <a:r>
              <a:rPr lang="en-US" altLang="zh-CN" dirty="0"/>
              <a:t>skill</a:t>
            </a:r>
            <a:r>
              <a:rPr lang="zh-CN" altLang="en-US" dirty="0"/>
              <a:t>来检查基础环境，完成以下检查。</a:t>
            </a:r>
            <a:endParaRPr lang="en-US" altLang="zh-CN" dirty="0"/>
          </a:p>
          <a:p>
            <a:r>
              <a:rPr lang="zh-CN" altLang="en-US" dirty="0"/>
              <a:t>检查</a:t>
            </a:r>
            <a:r>
              <a:rPr lang="en-US" altLang="zh-CN" dirty="0"/>
              <a:t>NPU</a:t>
            </a:r>
            <a:r>
              <a:rPr lang="zh-CN" altLang="en-US" dirty="0"/>
              <a:t>设备是否可用，获取</a:t>
            </a:r>
            <a:r>
              <a:rPr lang="en-US" altLang="zh-CN" dirty="0"/>
              <a:t>NPU</a:t>
            </a:r>
            <a:r>
              <a:rPr lang="zh-CN" altLang="en-US" dirty="0"/>
              <a:t>设备信息，以及检查</a:t>
            </a:r>
            <a:r>
              <a:rPr lang="en-US" altLang="zh-CN" dirty="0"/>
              <a:t>CANN</a:t>
            </a:r>
            <a:r>
              <a:rPr lang="zh-CN" altLang="en-US" dirty="0"/>
              <a:t>版本是否正确。</a:t>
            </a:r>
            <a:endParaRPr lang="en-US" altLang="zh-CN" dirty="0"/>
          </a:p>
          <a:p>
            <a:r>
              <a:rPr lang="zh-CN" altLang="en-US" dirty="0"/>
              <a:t>环境变量是否配置，以及检查必要的库和工具是否安装。</a:t>
            </a:r>
            <a:endParaRPr lang="en-US" altLang="zh-CN" dirty="0"/>
          </a:p>
          <a:p>
            <a:endParaRPr lang="en-US" altLang="zh-CN" dirty="0"/>
          </a:p>
          <a:p>
            <a:r>
              <a:rPr lang="zh-CN" altLang="en-US" dirty="0"/>
              <a:t>如果环境有问题，</a:t>
            </a:r>
            <a:r>
              <a:rPr lang="en-US" altLang="zh-CN" dirty="0"/>
              <a:t>CANNBOT </a:t>
            </a:r>
            <a:r>
              <a:rPr lang="zh-CN" altLang="en-US" dirty="0"/>
              <a:t>会提示你修复，直到环境就绪后才会进入下一个阶段阶段。</a:t>
            </a:r>
            <a:endParaRPr lang="en-US" altLang="zh-CN" dirty="0"/>
          </a:p>
          <a:p>
            <a:endParaRPr lang="en-US" altLang="zh-CN" dirty="0"/>
          </a:p>
          <a:p>
            <a:r>
              <a:rPr lang="zh-CN" altLang="en-US" dirty="0"/>
              <a:t>第二个阶段是需求分析，这一阶段由架构师</a:t>
            </a:r>
            <a:r>
              <a:rPr lang="en-US" altLang="zh-CN" dirty="0"/>
              <a:t>Agent</a:t>
            </a:r>
            <a:r>
              <a:rPr lang="zh-CN" altLang="en-US" dirty="0"/>
              <a:t>的负责，此时</a:t>
            </a:r>
            <a:r>
              <a:rPr lang="en-US" altLang="zh-CN" dirty="0"/>
              <a:t>CANNBOT</a:t>
            </a:r>
            <a:r>
              <a:rPr lang="zh-CN" altLang="en-US" dirty="0"/>
              <a:t>会像架构师一样分析需求，主要包括算子功能理解。理解分析算子的数学表达式和计算逻辑。数据类型确定，包括分析支持哪些数据类型。</a:t>
            </a:r>
            <a:r>
              <a:rPr lang="en-US" altLang="zh-CN" dirty="0"/>
              <a:t>Float16</a:t>
            </a:r>
            <a:r>
              <a:rPr lang="zh-CN" altLang="en-US" dirty="0"/>
              <a:t>，</a:t>
            </a:r>
            <a:r>
              <a:rPr lang="en-US" altLang="zh-CN" dirty="0"/>
              <a:t>float32</a:t>
            </a:r>
            <a:r>
              <a:rPr lang="zh-CN" altLang="en-US" dirty="0"/>
              <a:t>还是</a:t>
            </a:r>
            <a:r>
              <a:rPr lang="en-US" altLang="zh-CN" dirty="0"/>
              <a:t>int32</a:t>
            </a:r>
            <a:r>
              <a:rPr lang="zh-CN" altLang="en-US" dirty="0"/>
              <a:t>，</a:t>
            </a:r>
            <a:r>
              <a:rPr lang="zh-CN" altLang="zh-CN" dirty="0"/>
              <a:t>Tensor 维度范围：限定输入输出 Shape 的最小、最大尺寸</a:t>
            </a:r>
            <a:r>
              <a:rPr lang="zh-CN" altLang="en-US" dirty="0"/>
              <a:t>。</a:t>
            </a:r>
            <a:r>
              <a:rPr lang="zh-CN" altLang="zh-CN" dirty="0"/>
              <a:t>性能指标：明确吞吐量、延迟阈值</a:t>
            </a:r>
            <a:r>
              <a:rPr lang="zh-CN" altLang="en-US" dirty="0"/>
              <a:t>。</a:t>
            </a:r>
            <a:endParaRPr lang="en-US" altLang="zh-CN" dirty="0"/>
          </a:p>
          <a:p>
            <a:endParaRPr lang="en-US" altLang="zh-CN" sz="1200" kern="1200" dirty="0">
              <a:solidFill>
                <a:schemeClr val="tx1"/>
              </a:solidFill>
              <a:latin typeface="+mn-lt"/>
              <a:ea typeface="+mn-ea"/>
              <a:cs typeface="+mn-cs"/>
            </a:endParaRPr>
          </a:p>
          <a:p>
            <a:r>
              <a:rPr lang="zh-CN" altLang="zh-CN" sz="1200" kern="1200" dirty="0">
                <a:solidFill>
                  <a:schemeClr val="tx1"/>
                </a:solidFill>
                <a:latin typeface="+mn-lt"/>
                <a:ea typeface="+mn-ea"/>
                <a:cs typeface="+mn-cs"/>
              </a:rPr>
              <a:t>架构智能体调用 </a:t>
            </a:r>
            <a:r>
              <a:rPr lang="en-US" altLang="zh-CN" sz="1200" kern="1200" noProof="0" dirty="0" err="1">
                <a:solidFill>
                  <a:schemeClr val="tx1"/>
                </a:solidFill>
                <a:latin typeface="+mn-lt"/>
                <a:ea typeface="+mn-ea"/>
                <a:cs typeface="+mn-cs"/>
              </a:rPr>
              <a:t>ascendc</a:t>
            </a:r>
            <a:r>
              <a:rPr lang="en-US" altLang="zh-CN" sz="1200" kern="1200" noProof="0" dirty="0">
                <a:solidFill>
                  <a:schemeClr val="tx1"/>
                </a:solidFill>
                <a:latin typeface="+mn-lt"/>
                <a:ea typeface="+mn-ea"/>
                <a:cs typeface="+mn-cs"/>
              </a:rPr>
              <a:t>-</a:t>
            </a:r>
            <a:r>
              <a:rPr lang="en-US" altLang="zh-CN" sz="1200" kern="1200" noProof="0" dirty="0" err="1">
                <a:solidFill>
                  <a:schemeClr val="tx1"/>
                </a:solidFill>
                <a:latin typeface="+mn-lt"/>
                <a:ea typeface="+mn-ea"/>
                <a:cs typeface="+mn-cs"/>
              </a:rPr>
              <a:t>npu</a:t>
            </a:r>
            <a:r>
              <a:rPr lang="en-US" altLang="zh-CN" sz="1200" kern="1200" noProof="0" dirty="0">
                <a:solidFill>
                  <a:schemeClr val="tx1"/>
                </a:solidFill>
                <a:latin typeface="+mn-lt"/>
                <a:ea typeface="+mn-ea"/>
                <a:cs typeface="+mn-cs"/>
              </a:rPr>
              <a:t>-arch 和 </a:t>
            </a:r>
            <a:r>
              <a:rPr lang="en-US" altLang="zh-CN" sz="1200" kern="1200" noProof="0" dirty="0" err="1">
                <a:solidFill>
                  <a:schemeClr val="tx1"/>
                </a:solidFill>
                <a:latin typeface="+mn-lt"/>
                <a:ea typeface="+mn-ea"/>
                <a:cs typeface="+mn-cs"/>
              </a:rPr>
              <a:t>ascendc</a:t>
            </a:r>
            <a:r>
              <a:rPr lang="en-US" altLang="zh-CN" sz="1200" kern="1200" noProof="0" dirty="0">
                <a:solidFill>
                  <a:schemeClr val="tx1"/>
                </a:solidFill>
                <a:latin typeface="+mn-lt"/>
                <a:ea typeface="+mn-ea"/>
                <a:cs typeface="+mn-cs"/>
              </a:rPr>
              <a:t>-</a:t>
            </a:r>
            <a:r>
              <a:rPr lang="en-US" altLang="zh-CN" sz="1200" kern="1200" noProof="0" dirty="0" err="1">
                <a:solidFill>
                  <a:schemeClr val="tx1"/>
                </a:solidFill>
                <a:latin typeface="+mn-lt"/>
                <a:ea typeface="+mn-ea"/>
                <a:cs typeface="+mn-cs"/>
              </a:rPr>
              <a:t>api</a:t>
            </a:r>
            <a:r>
              <a:rPr lang="en-US" altLang="zh-CN" sz="1200" kern="1200" noProof="0" dirty="0">
                <a:solidFill>
                  <a:schemeClr val="tx1"/>
                </a:solidFill>
                <a:latin typeface="+mn-lt"/>
                <a:ea typeface="+mn-ea"/>
                <a:cs typeface="+mn-cs"/>
              </a:rPr>
              <a:t>-best-practices </a:t>
            </a:r>
            <a:r>
              <a:rPr lang="zh-CN" altLang="en-US" sz="1200" kern="1200" noProof="0" dirty="0">
                <a:solidFill>
                  <a:schemeClr val="tx1"/>
                </a:solidFill>
                <a:latin typeface="+mn-lt"/>
                <a:ea typeface="+mn-ea"/>
                <a:cs typeface="+mn-cs"/>
              </a:rPr>
              <a:t>这两个</a:t>
            </a:r>
            <a:r>
              <a:rPr lang="en-US" altLang="zh-CN" sz="1200" kern="1200" noProof="0" dirty="0">
                <a:solidFill>
                  <a:schemeClr val="tx1"/>
                </a:solidFill>
                <a:latin typeface="+mn-lt"/>
                <a:ea typeface="+mn-ea"/>
                <a:cs typeface="+mn-cs"/>
              </a:rPr>
              <a:t>skills</a:t>
            </a:r>
            <a:r>
              <a:rPr lang="zh-CN" altLang="en-US" sz="1200" kern="1200" noProof="0" dirty="0">
                <a:solidFill>
                  <a:schemeClr val="tx1"/>
                </a:solidFill>
                <a:latin typeface="+mn-lt"/>
                <a:ea typeface="+mn-ea"/>
                <a:cs typeface="+mn-cs"/>
              </a:rPr>
              <a:t>，</a:t>
            </a:r>
            <a:r>
              <a:rPr lang="zh-CN" altLang="zh-CN" sz="1200" kern="1200" dirty="0">
                <a:solidFill>
                  <a:schemeClr val="tx1"/>
                </a:solidFill>
                <a:latin typeface="+mn-lt"/>
                <a:ea typeface="+mn-ea"/>
                <a:cs typeface="+mn-cs"/>
              </a:rPr>
              <a:t>结合昇腾芯片硬件特性输出标准化算子</a:t>
            </a:r>
            <a:r>
              <a:rPr lang="zh-CN" altLang="en-US" sz="1200" kern="1200" dirty="0">
                <a:solidFill>
                  <a:schemeClr val="tx1"/>
                </a:solidFill>
                <a:latin typeface="+mn-lt"/>
                <a:ea typeface="+mn-ea"/>
                <a:cs typeface="+mn-cs"/>
              </a:rPr>
              <a:t>需求分析与</a:t>
            </a:r>
            <a:r>
              <a:rPr lang="zh-CN" altLang="zh-CN" sz="1200" kern="1200" dirty="0">
                <a:solidFill>
                  <a:schemeClr val="tx1"/>
                </a:solidFill>
                <a:latin typeface="+mn-lt"/>
                <a:ea typeface="+mn-ea"/>
                <a:cs typeface="+mn-cs"/>
              </a:rPr>
              <a:t>设计方案</a:t>
            </a:r>
            <a:r>
              <a:rPr lang="zh-CN" altLang="en-US" sz="1200" kern="1200" dirty="0">
                <a:solidFill>
                  <a:schemeClr val="tx1"/>
                </a:solidFill>
                <a:latin typeface="+mn-lt"/>
                <a:ea typeface="+mn-ea"/>
                <a:cs typeface="+mn-cs"/>
              </a:rPr>
              <a:t>。</a:t>
            </a:r>
            <a:endParaRPr lang="en-US" altLang="zh-CN" sz="1200" kern="1200" dirty="0">
              <a:solidFill>
                <a:schemeClr val="tx1"/>
              </a:solidFill>
              <a:latin typeface="+mn-lt"/>
              <a:ea typeface="+mn-ea"/>
              <a:cs typeface="+mn-cs"/>
            </a:endParaRPr>
          </a:p>
          <a:p>
            <a:endParaRPr lang="en-US" altLang="zh-CN" sz="1200" kern="1200" dirty="0">
              <a:solidFill>
                <a:schemeClr val="tx1"/>
              </a:solidFill>
              <a:latin typeface="+mn-lt"/>
              <a:ea typeface="+mn-ea"/>
              <a:cs typeface="+mn-cs"/>
            </a:endParaRPr>
          </a:p>
          <a:p>
            <a:r>
              <a:rPr lang="zh-CN" altLang="en-US" sz="1200" kern="1200" dirty="0">
                <a:solidFill>
                  <a:schemeClr val="tx1"/>
                </a:solidFill>
                <a:latin typeface="+mn-lt"/>
                <a:ea typeface="+mn-ea"/>
                <a:cs typeface="+mn-cs"/>
              </a:rPr>
              <a:t>在架构师生成设计方案后，开发者还可以进行人工审核方案，查看是否符合算子开发需求，然后进入下一阶段。</a:t>
            </a:r>
            <a:endParaRPr lang="en-US" altLang="zh-CN" sz="1200" kern="1200" dirty="0">
              <a:solidFill>
                <a:schemeClr val="tx1"/>
              </a:solidFill>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12</a:t>
            </a:fld>
            <a:endParaRPr lang="zh-CN" altLang="en-US"/>
          </a:p>
        </p:txBody>
      </p:sp>
    </p:spTree>
    <p:extLst>
      <p:ext uri="{BB962C8B-B14F-4D97-AF65-F5344CB8AC3E}">
        <p14:creationId xmlns:p14="http://schemas.microsoft.com/office/powerpoint/2010/main" val="950406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阶段三：算子实现，分为两大模块：Tiling 分块设计、Kernel 代码生成</a:t>
            </a:r>
          </a:p>
          <a:p>
            <a:r>
              <a:rPr lang="zh-CN" altLang="zh-CN" dirty="0"/>
              <a:t>第一部分 Tiling 分块设计</a:t>
            </a:r>
          </a:p>
          <a:p>
            <a:r>
              <a:rPr lang="zh-CN" altLang="zh-CN" dirty="0"/>
              <a:t>Tiling 是将大批量 Tensor 数据切分为小块，分配到多 AI Core 并行计算的核心技术。</a:t>
            </a:r>
            <a:r>
              <a:rPr lang="zh-CN" altLang="en-US" dirty="0"/>
              <a:t>因为</a:t>
            </a:r>
            <a:r>
              <a:rPr lang="en-US" altLang="zh-CN" dirty="0"/>
              <a:t> </a:t>
            </a:r>
            <a:r>
              <a:rPr lang="zh-CN" altLang="zh-CN" dirty="0"/>
              <a:t>NPU 内置多个 AI Core，合理分块可以充分利用多核算力，大幅提升运行速度</a:t>
            </a:r>
            <a:endParaRPr lang="en-US" altLang="zh-CN" dirty="0"/>
          </a:p>
          <a:p>
            <a:endParaRPr lang="zh-CN" altLang="zh-CN" dirty="0"/>
          </a:p>
          <a:p>
            <a:r>
              <a:rPr lang="zh-CN" altLang="zh-CN" dirty="0"/>
              <a:t>标准 Tiling 设计四步法</a:t>
            </a:r>
            <a:r>
              <a:rPr lang="zh-CN" altLang="en-US" dirty="0"/>
              <a:t>：</a:t>
            </a:r>
            <a:endParaRPr lang="en-US" altLang="zh-CN" dirty="0"/>
          </a:p>
          <a:p>
            <a:endParaRPr lang="en-US" altLang="zh-CN" dirty="0"/>
          </a:p>
          <a:p>
            <a:pPr marL="0" marR="0" indent="0" eaLnBrk="0">
              <a:lnSpc>
                <a:spcPct val="100000"/>
              </a:lnSpc>
            </a:pPr>
            <a:r>
              <a:rPr lang="zh-CN" altLang="en-US" dirty="0"/>
              <a:t>第一部分是分析数据特征：</a:t>
            </a:r>
            <a:r>
              <a:rPr lang="en-US" altLang="zh-CN" sz="1200" kern="0" spc="-15" baseline="0" noProof="0" dirty="0" err="1">
                <a:solidFill>
                  <a:srgbClr val="64748B"/>
                </a:solidFill>
                <a:latin typeface="SimHei" pitchFamily="49" charset="0"/>
                <a:ea typeface="SimHei" pitchFamily="49" charset="0"/>
                <a:cs typeface="SimHei" pitchFamily="49" charset="0"/>
              </a:rPr>
              <a:t>理解输入数据的</a:t>
            </a:r>
            <a:r>
              <a:rPr lang="en-US" altLang="zh-CN" sz="1200" kern="0" spc="0" baseline="0" noProof="0" dirty="0" err="1">
                <a:solidFill>
                  <a:srgbClr val="64748B"/>
                </a:solidFill>
                <a:latin typeface="SimHei" pitchFamily="49" charset="0"/>
                <a:ea typeface="SimHei" pitchFamily="49" charset="0"/>
                <a:cs typeface="SimHei" pitchFamily="49" charset="0"/>
              </a:rPr>
              <a:t>Shape、数据类型、访问模式</a:t>
            </a: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r>
              <a:rPr lang="zh-CN" altLang="en-US" sz="1200" kern="0" spc="0" baseline="0" noProof="0" dirty="0">
                <a:solidFill>
                  <a:srgbClr val="64748B"/>
                </a:solidFill>
                <a:latin typeface="SimHei" pitchFamily="49" charset="0"/>
                <a:ea typeface="SimHei" pitchFamily="49" charset="0"/>
                <a:cs typeface="SimHei" pitchFamily="49" charset="0"/>
              </a:rPr>
              <a:t>第二部分是确定切分的策略：</a:t>
            </a:r>
            <a:r>
              <a:rPr lang="en-US" altLang="zh-CN" sz="1200" kern="0" spc="-15" baseline="0" noProof="0" dirty="0" err="1">
                <a:solidFill>
                  <a:srgbClr val="64748B"/>
                </a:solidFill>
                <a:latin typeface="SimHei" pitchFamily="49" charset="0"/>
                <a:ea typeface="SimHei" pitchFamily="49" charset="0"/>
                <a:cs typeface="SimHei" pitchFamily="49" charset="0"/>
              </a:rPr>
              <a:t>选择合适的切分</a:t>
            </a:r>
            <a:r>
              <a:rPr lang="en-US" altLang="zh-CN" sz="1200" kern="0" spc="0" baseline="0" noProof="0" dirty="0" err="1">
                <a:solidFill>
                  <a:srgbClr val="64748B"/>
                </a:solidFill>
                <a:latin typeface="SimHei" pitchFamily="49" charset="0"/>
                <a:ea typeface="SimHei" pitchFamily="49" charset="0"/>
                <a:cs typeface="SimHei" pitchFamily="49" charset="0"/>
              </a:rPr>
              <a:t>维度（N</a:t>
            </a:r>
            <a:r>
              <a:rPr lang="en-US" altLang="zh-CN" sz="1200" kern="0" spc="0" baseline="0" noProof="0" dirty="0">
                <a:solidFill>
                  <a:srgbClr val="64748B"/>
                </a:solidFill>
                <a:latin typeface="SimHei" pitchFamily="49" charset="0"/>
                <a:ea typeface="SimHei" pitchFamily="49" charset="0"/>
                <a:cs typeface="SimHei" pitchFamily="49" charset="0"/>
              </a:rPr>
              <a:t>/H/W/</a:t>
            </a:r>
            <a:r>
              <a:rPr lang="en-US" altLang="zh-CN" sz="1200" kern="0" spc="0" baseline="0" noProof="0" dirty="0" err="1">
                <a:solidFill>
                  <a:srgbClr val="64748B"/>
                </a:solidFill>
                <a:latin typeface="SimHei" pitchFamily="49" charset="0"/>
                <a:ea typeface="SimHei" pitchFamily="49" charset="0"/>
                <a:cs typeface="SimHei" pitchFamily="49" charset="0"/>
              </a:rPr>
              <a:t>C等</a:t>
            </a: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r>
              <a:rPr lang="zh-CN" altLang="en-US" sz="1200" kern="0" spc="0" baseline="0" noProof="0" dirty="0">
                <a:solidFill>
                  <a:srgbClr val="64748B"/>
                </a:solidFill>
                <a:latin typeface="SimHei" pitchFamily="49" charset="0"/>
                <a:ea typeface="SimHei" pitchFamily="49" charset="0"/>
                <a:cs typeface="SimHei" pitchFamily="49" charset="0"/>
              </a:rPr>
              <a:t>第三部分是计算</a:t>
            </a:r>
            <a:r>
              <a:rPr lang="en-US" altLang="zh-CN" sz="1200" kern="0" spc="0" baseline="0" noProof="0" dirty="0">
                <a:solidFill>
                  <a:srgbClr val="64748B"/>
                </a:solidFill>
                <a:latin typeface="SimHei" pitchFamily="49" charset="0"/>
                <a:ea typeface="SimHei" pitchFamily="49" charset="0"/>
                <a:cs typeface="SimHei" pitchFamily="49" charset="0"/>
              </a:rPr>
              <a:t>tiling</a:t>
            </a:r>
            <a:r>
              <a:rPr lang="zh-CN" altLang="en-US" sz="1200" kern="0" spc="0" baseline="0" noProof="0" dirty="0">
                <a:solidFill>
                  <a:srgbClr val="64748B"/>
                </a:solidFill>
                <a:latin typeface="SimHei" pitchFamily="49" charset="0"/>
                <a:ea typeface="SimHei" pitchFamily="49" charset="0"/>
                <a:cs typeface="SimHei" pitchFamily="49" charset="0"/>
              </a:rPr>
              <a:t>参数：确定</a:t>
            </a:r>
            <a:r>
              <a:rPr lang="en-US" altLang="zh-CN" sz="1200" kern="0" spc="0" baseline="0" noProof="0" dirty="0" err="1">
                <a:solidFill>
                  <a:srgbClr val="64748B"/>
                </a:solidFill>
                <a:latin typeface="SimHei" pitchFamily="49" charset="0"/>
                <a:ea typeface="SimHei" pitchFamily="49" charset="0"/>
                <a:cs typeface="SimHei" pitchFamily="49" charset="0"/>
              </a:rPr>
              <a:t>block_dim</a:t>
            </a:r>
            <a:r>
              <a:rPr lang="zh-CN" altLang="en-US" sz="1200" kern="0" spc="0" baseline="0" noProof="0" dirty="0">
                <a:solidFill>
                  <a:srgbClr val="64748B"/>
                </a:solidFill>
                <a:latin typeface="SimHei" pitchFamily="49" charset="0"/>
                <a:ea typeface="SimHei" pitchFamily="49" charset="0"/>
                <a:cs typeface="SimHei" pitchFamily="49" charset="0"/>
              </a:rPr>
              <a:t>、</a:t>
            </a:r>
            <a:r>
              <a:rPr lang="en-US" altLang="zh-CN" sz="1200" kern="0" spc="0" baseline="0" noProof="0" dirty="0" err="1">
                <a:solidFill>
                  <a:srgbClr val="64748B"/>
                </a:solidFill>
                <a:latin typeface="SimHei" pitchFamily="49" charset="0"/>
                <a:ea typeface="SimHei" pitchFamily="49" charset="0"/>
                <a:cs typeface="SimHei" pitchFamily="49" charset="0"/>
              </a:rPr>
              <a:t>tile_size</a:t>
            </a:r>
            <a:r>
              <a:rPr lang="zh-CN" altLang="en-US" sz="1200" kern="0" spc="0" baseline="0" noProof="0" dirty="0">
                <a:solidFill>
                  <a:srgbClr val="64748B"/>
                </a:solidFill>
                <a:latin typeface="SimHei" pitchFamily="49" charset="0"/>
                <a:ea typeface="SimHei" pitchFamily="49" charset="0"/>
                <a:cs typeface="SimHei" pitchFamily="49" charset="0"/>
              </a:rPr>
              <a:t>等参数的计算</a:t>
            </a: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r>
              <a:rPr lang="zh-CN" altLang="en-US" sz="1200" kern="0" spc="0" baseline="0" noProof="0" dirty="0">
                <a:solidFill>
                  <a:srgbClr val="64748B"/>
                </a:solidFill>
                <a:latin typeface="SimHei" pitchFamily="49" charset="0"/>
                <a:ea typeface="SimHei" pitchFamily="49" charset="0"/>
                <a:cs typeface="SimHei" pitchFamily="49" charset="0"/>
              </a:rPr>
              <a:t>第四部分是</a:t>
            </a:r>
            <a:r>
              <a:rPr lang="en-US" altLang="zh-CN" sz="1200" kern="0" spc="0" baseline="0" noProof="0" dirty="0">
                <a:solidFill>
                  <a:srgbClr val="64748B"/>
                </a:solidFill>
                <a:latin typeface="SimHei" pitchFamily="49" charset="0"/>
                <a:ea typeface="SimHei" pitchFamily="49" charset="0"/>
                <a:cs typeface="SimHei" pitchFamily="49" charset="0"/>
              </a:rPr>
              <a:t>buffer</a:t>
            </a:r>
            <a:r>
              <a:rPr lang="zh-CN" altLang="en-US" sz="1200" kern="0" spc="0" baseline="0" noProof="0" dirty="0">
                <a:solidFill>
                  <a:srgbClr val="64748B"/>
                </a:solidFill>
                <a:latin typeface="SimHei" pitchFamily="49" charset="0"/>
                <a:ea typeface="SimHei" pitchFamily="49" charset="0"/>
                <a:cs typeface="SimHei" pitchFamily="49" charset="0"/>
              </a:rPr>
              <a:t>规划：如何合理分配</a:t>
            </a:r>
            <a:r>
              <a:rPr lang="en-US" altLang="zh-CN" sz="1200" kern="0" spc="0" baseline="0" noProof="0" dirty="0">
                <a:solidFill>
                  <a:srgbClr val="64748B"/>
                </a:solidFill>
                <a:latin typeface="SimHei" pitchFamily="49" charset="0"/>
                <a:ea typeface="SimHei" pitchFamily="49" charset="0"/>
                <a:cs typeface="SimHei" pitchFamily="49" charset="0"/>
              </a:rPr>
              <a:t>GM</a:t>
            </a:r>
            <a:r>
              <a:rPr lang="zh-CN" altLang="en-US" sz="1200" kern="0" spc="0" baseline="0" noProof="0" dirty="0">
                <a:solidFill>
                  <a:srgbClr val="64748B"/>
                </a:solidFill>
                <a:latin typeface="SimHei" pitchFamily="49" charset="0"/>
                <a:ea typeface="SimHei" pitchFamily="49" charset="0"/>
                <a:cs typeface="SimHei" pitchFamily="49" charset="0"/>
              </a:rPr>
              <a:t>、</a:t>
            </a:r>
            <a:r>
              <a:rPr lang="en-US" altLang="zh-CN" sz="1200" kern="0" spc="0" baseline="0" noProof="0" dirty="0">
                <a:solidFill>
                  <a:srgbClr val="64748B"/>
                </a:solidFill>
                <a:latin typeface="SimHei" pitchFamily="49" charset="0"/>
                <a:ea typeface="SimHei" pitchFamily="49" charset="0"/>
                <a:cs typeface="SimHei" pitchFamily="49" charset="0"/>
              </a:rPr>
              <a:t>UB</a:t>
            </a:r>
            <a:r>
              <a:rPr lang="zh-CN" altLang="en-US" sz="1200" kern="0" spc="0" baseline="0" noProof="0" dirty="0">
                <a:solidFill>
                  <a:srgbClr val="64748B"/>
                </a:solidFill>
                <a:latin typeface="SimHei" pitchFamily="49" charset="0"/>
                <a:ea typeface="SimHei" pitchFamily="49" charset="0"/>
                <a:cs typeface="SimHei" pitchFamily="49" charset="0"/>
              </a:rPr>
              <a:t>、以及</a:t>
            </a:r>
            <a:r>
              <a:rPr lang="en-US" altLang="zh-CN" sz="1200" kern="0" spc="0" baseline="0" noProof="0" dirty="0">
                <a:solidFill>
                  <a:srgbClr val="64748B"/>
                </a:solidFill>
                <a:latin typeface="SimHei" pitchFamily="49" charset="0"/>
                <a:ea typeface="SimHei" pitchFamily="49" charset="0"/>
                <a:cs typeface="SimHei" pitchFamily="49" charset="0"/>
              </a:rPr>
              <a:t>L1</a:t>
            </a:r>
            <a:r>
              <a:rPr lang="zh-CN" altLang="en-US" sz="1200" kern="0" spc="0" baseline="0" noProof="0" dirty="0">
                <a:solidFill>
                  <a:srgbClr val="64748B"/>
                </a:solidFill>
                <a:latin typeface="SimHei" pitchFamily="49" charset="0"/>
                <a:ea typeface="SimHei" pitchFamily="49" charset="0"/>
                <a:cs typeface="SimHei" pitchFamily="49" charset="0"/>
              </a:rPr>
              <a:t>的内存</a:t>
            </a: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endParaRPr lang="en-US" altLang="zh-CN" sz="1200" kern="0" spc="0" baseline="0" noProof="0" dirty="0">
              <a:solidFill>
                <a:srgbClr val="64748B"/>
              </a:solidFill>
              <a:latin typeface="SimHei" pitchFamily="49" charset="0"/>
              <a:ea typeface="SimHei" pitchFamily="49" charset="0"/>
              <a:cs typeface="SimHei" pitchFamily="49" charset="0"/>
            </a:endParaRPr>
          </a:p>
          <a:p>
            <a:pPr marL="0" marR="0" indent="0" eaLnBrk="0">
              <a:lnSpc>
                <a:spcPct val="100000"/>
              </a:lnSpc>
            </a:pPr>
            <a:r>
              <a:rPr lang="en-US" altLang="zh-CN" sz="1200" kern="0" spc="0" baseline="0" noProof="0" dirty="0">
                <a:solidFill>
                  <a:srgbClr val="64748B"/>
                </a:solidFill>
                <a:latin typeface="SimHei" pitchFamily="49" charset="0"/>
                <a:ea typeface="SimHei" pitchFamily="49" charset="0"/>
                <a:cs typeface="SimHei" pitchFamily="49" charset="0"/>
              </a:rPr>
              <a:t>Tiling</a:t>
            </a:r>
            <a:r>
              <a:rPr lang="zh-CN" altLang="en-US" sz="1200" kern="0" spc="0" baseline="0" noProof="0" dirty="0">
                <a:solidFill>
                  <a:srgbClr val="64748B"/>
                </a:solidFill>
                <a:latin typeface="SimHei" pitchFamily="49" charset="0"/>
                <a:ea typeface="SimHei" pitchFamily="49" charset="0"/>
                <a:cs typeface="SimHei" pitchFamily="49" charset="0"/>
              </a:rPr>
              <a:t>内容设计在算子开发中往往比较困难，但是通过</a:t>
            </a:r>
            <a:r>
              <a:rPr lang="en-US" altLang="zh-CN" sz="1200" kern="0" spc="0" baseline="0" noProof="0" dirty="0">
                <a:solidFill>
                  <a:srgbClr val="64748B"/>
                </a:solidFill>
                <a:latin typeface="SimHei" pitchFamily="49" charset="0"/>
                <a:ea typeface="SimHei" pitchFamily="49" charset="0"/>
                <a:cs typeface="SimHei" pitchFamily="49" charset="0"/>
              </a:rPr>
              <a:t>CANNBOT</a:t>
            </a:r>
            <a:r>
              <a:rPr lang="zh-CN" altLang="en-US" sz="1200" kern="0" spc="0" baseline="0" noProof="0" dirty="0">
                <a:solidFill>
                  <a:srgbClr val="64748B"/>
                </a:solidFill>
                <a:latin typeface="SimHei" pitchFamily="49" charset="0"/>
                <a:ea typeface="SimHei" pitchFamily="49" charset="0"/>
                <a:cs typeface="SimHei" pitchFamily="49" charset="0"/>
              </a:rPr>
              <a:t>可以完成自动</a:t>
            </a:r>
            <a:r>
              <a:rPr lang="en-US" altLang="zh-CN" sz="1200" kern="0" spc="0" baseline="0" noProof="0" dirty="0">
                <a:solidFill>
                  <a:srgbClr val="64748B"/>
                </a:solidFill>
                <a:latin typeface="SimHei" pitchFamily="49" charset="0"/>
                <a:ea typeface="SimHei" pitchFamily="49" charset="0"/>
                <a:cs typeface="SimHei" pitchFamily="49" charset="0"/>
              </a:rPr>
              <a:t>tiling</a:t>
            </a:r>
            <a:r>
              <a:rPr lang="zh-CN" altLang="en-US" sz="1200" kern="0" spc="0" baseline="0" noProof="0" dirty="0">
                <a:solidFill>
                  <a:srgbClr val="64748B"/>
                </a:solidFill>
                <a:latin typeface="SimHei" pitchFamily="49" charset="0"/>
                <a:ea typeface="SimHei" pitchFamily="49" charset="0"/>
                <a:cs typeface="SimHei" pitchFamily="49" charset="0"/>
              </a:rPr>
              <a:t>设计。</a:t>
            </a:r>
            <a:endParaRPr lang="en-US" altLang="zh-CN" sz="1200" kern="0" spc="0" baseline="0" noProof="0" dirty="0">
              <a:solidFill>
                <a:srgbClr val="64748B"/>
              </a:solidFill>
              <a:latin typeface="SimHei" pitchFamily="49" charset="0"/>
              <a:ea typeface="SimHei" pitchFamily="49" charset="0"/>
              <a:cs typeface="SimHei" pitchFamily="49" charset="0"/>
            </a:endParaRPr>
          </a:p>
          <a:p>
            <a:endParaRPr lang="zh-CN" altLang="zh-CN" dirty="0"/>
          </a:p>
          <a:p>
            <a:r>
              <a:rPr lang="zh-CN" altLang="zh-CN" dirty="0"/>
              <a:t>CANN Bot </a:t>
            </a:r>
            <a:r>
              <a:rPr lang="zh-CN" altLang="zh-CN" sz="1200" kern="1200" dirty="0">
                <a:solidFill>
                  <a:schemeClr val="tx1"/>
                </a:solidFill>
                <a:latin typeface="+mn-lt"/>
                <a:ea typeface="+mn-ea"/>
                <a:cs typeface="+mn-cs"/>
              </a:rPr>
              <a:t>内置 </a:t>
            </a:r>
            <a:r>
              <a:rPr lang="en-US" altLang="zh-CN" sz="1200" kern="1200" noProof="0" dirty="0" err="1">
                <a:solidFill>
                  <a:schemeClr val="tx1"/>
                </a:solidFill>
                <a:latin typeface="+mn-lt"/>
                <a:ea typeface="+mn-ea"/>
                <a:cs typeface="+mn-cs"/>
              </a:rPr>
              <a:t>ascendc</a:t>
            </a:r>
            <a:r>
              <a:rPr lang="en-US" altLang="zh-CN" sz="1200" kern="1200" noProof="0" dirty="0">
                <a:solidFill>
                  <a:schemeClr val="tx1"/>
                </a:solidFill>
                <a:latin typeface="+mn-lt"/>
                <a:ea typeface="+mn-ea"/>
                <a:cs typeface="+mn-cs"/>
              </a:rPr>
              <a:t>-tiling-design</a:t>
            </a:r>
            <a:r>
              <a:rPr lang="zh-CN" altLang="zh-CN" sz="1200" kern="1200" dirty="0">
                <a:solidFill>
                  <a:schemeClr val="tx1"/>
                </a:solidFill>
                <a:latin typeface="+mn-lt"/>
                <a:ea typeface="+mn-ea"/>
                <a:cs typeface="+mn-cs"/>
              </a:rPr>
              <a:t>技能，自动完成全部参数计算，</a:t>
            </a:r>
            <a:r>
              <a:rPr lang="zh-CN" altLang="en-US" sz="1200" kern="1200" dirty="0">
                <a:solidFill>
                  <a:schemeClr val="tx1"/>
                </a:solidFill>
                <a:latin typeface="+mn-lt"/>
                <a:ea typeface="+mn-ea"/>
                <a:cs typeface="+mn-cs"/>
              </a:rPr>
              <a:t>完成多核切分和</a:t>
            </a:r>
            <a:r>
              <a:rPr lang="en-US" altLang="zh-CN" sz="1200" kern="1200" dirty="0">
                <a:solidFill>
                  <a:schemeClr val="tx1"/>
                </a:solidFill>
                <a:latin typeface="+mn-lt"/>
                <a:ea typeface="+mn-ea"/>
                <a:cs typeface="+mn-cs"/>
              </a:rPr>
              <a:t>UB</a:t>
            </a:r>
            <a:r>
              <a:rPr lang="zh-CN" altLang="en-US" sz="1200" kern="1200" dirty="0">
                <a:solidFill>
                  <a:schemeClr val="tx1"/>
                </a:solidFill>
                <a:latin typeface="+mn-lt"/>
                <a:ea typeface="+mn-ea"/>
                <a:cs typeface="+mn-cs"/>
              </a:rPr>
              <a:t>切分的策略设计。</a:t>
            </a:r>
            <a:endParaRPr lang="en-US" altLang="zh-CN"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13</a:t>
            </a:fld>
            <a:endParaRPr lang="zh-CN" altLang="en-US"/>
          </a:p>
        </p:txBody>
      </p:sp>
    </p:spTree>
    <p:extLst>
      <p:ext uri="{BB962C8B-B14F-4D97-AF65-F5344CB8AC3E}">
        <p14:creationId xmlns:p14="http://schemas.microsoft.com/office/powerpoint/2010/main" val="1784551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Tiling 方案确认后进入 Kernel 代码生成，由开发智能体负责</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在此阶段中，</a:t>
            </a:r>
            <a:r>
              <a:rPr lang="en-US" altLang="zh-CN" dirty="0" err="1"/>
              <a:t>CANNBot</a:t>
            </a:r>
            <a:r>
              <a:rPr lang="zh-CN" altLang="en-US" dirty="0"/>
              <a:t>会自动生成符合</a:t>
            </a:r>
            <a:r>
              <a:rPr lang="en-US" altLang="zh-CN" dirty="0" err="1"/>
              <a:t>AscendC</a:t>
            </a:r>
            <a:r>
              <a:rPr lang="zh-CN" altLang="en-US" dirty="0"/>
              <a:t>规范的</a:t>
            </a:r>
            <a:r>
              <a:rPr lang="en-US" altLang="zh-CN" dirty="0"/>
              <a:t>kernel</a:t>
            </a:r>
            <a:r>
              <a:rPr lang="zh-CN" altLang="en-US" dirty="0"/>
              <a:t>代码。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代码生成流程有一下四步：</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第一部分是分析需求：理解算子功能和数据特征。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第二部分是选择模板：基于算子类型选择代码模板，</a:t>
            </a:r>
            <a:r>
              <a:rPr lang="en-US" altLang="zh-CN" dirty="0"/>
              <a:t>element wise</a:t>
            </a:r>
            <a:r>
              <a:rPr lang="zh-CN" altLang="en-US" dirty="0"/>
              <a:t>、</a:t>
            </a:r>
            <a:r>
              <a:rPr lang="en-US" altLang="zh-CN" dirty="0" err="1"/>
              <a:t>matmul</a:t>
            </a:r>
            <a:r>
              <a:rPr lang="zh-CN" altLang="en-US" dirty="0"/>
              <a:t>、</a:t>
            </a:r>
            <a:r>
              <a:rPr lang="en-US" altLang="zh-CN" dirty="0"/>
              <a:t>reduce</a:t>
            </a:r>
            <a:r>
              <a:rPr lang="zh-CN" altLang="en-US" dirty="0"/>
              <a:t>的模板不同。</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第三部是生成代码：填充</a:t>
            </a:r>
            <a:r>
              <a:rPr lang="en-US" altLang="zh-CN" dirty="0"/>
              <a:t>tiling</a:t>
            </a:r>
            <a:r>
              <a:rPr lang="zh-CN" altLang="en-US" dirty="0"/>
              <a:t>信息和</a:t>
            </a:r>
            <a:r>
              <a:rPr lang="en-US" altLang="zh-CN" dirty="0"/>
              <a:t>kernel</a:t>
            </a:r>
            <a:r>
              <a:rPr lang="zh-CN" altLang="en-US" dirty="0"/>
              <a:t>代码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第四部分是优化调整：应用最佳实践和性能优化。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在代码质量保证方面：生成的代码会自动满足：</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遵循</a:t>
            </a:r>
            <a:r>
              <a:rPr lang="en-US" altLang="zh-CN" dirty="0"/>
              <a:t>API</a:t>
            </a:r>
            <a:r>
              <a:rPr lang="zh-CN" altLang="en-US" dirty="0"/>
              <a:t>最佳实践</a:t>
            </a:r>
            <a:r>
              <a:rPr lang="en-US" altLang="zh-CN" dirty="0"/>
              <a:t>,</a:t>
            </a:r>
            <a:r>
              <a:rPr lang="zh-CN" altLang="en-US" dirty="0"/>
              <a:t>符合</a:t>
            </a:r>
            <a:r>
              <a:rPr lang="en-US" altLang="zh-CN" dirty="0"/>
              <a:t>NPU</a:t>
            </a:r>
            <a:r>
              <a:rPr lang="zh-CN" altLang="en-US" dirty="0"/>
              <a:t>架构特性，自动对齐内存并进行流水线优化。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生成产物如由上图所示：包括编译配置、源代码文件、编译脚本、运行脚本、文档等等</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Kernel</a:t>
            </a:r>
            <a:r>
              <a:rPr lang="zh-CN" altLang="en-US" dirty="0"/>
              <a:t>函数结构遵循标准三步骤，数据从</a:t>
            </a:r>
            <a:r>
              <a:rPr lang="en-US" altLang="zh-CN" dirty="0"/>
              <a:t>GM</a:t>
            </a:r>
            <a:r>
              <a:rPr lang="zh-CN" altLang="en-US" dirty="0"/>
              <a:t>搬入</a:t>
            </a:r>
            <a:r>
              <a:rPr lang="en-US" altLang="zh-CN" dirty="0"/>
              <a:t>UB</a:t>
            </a:r>
            <a:r>
              <a:rPr lang="zh-CN" altLang="en-US" dirty="0"/>
              <a:t>、执行计算</a:t>
            </a:r>
            <a:r>
              <a:rPr lang="en-US" altLang="zh-CN" dirty="0"/>
              <a:t>,UB</a:t>
            </a:r>
            <a:r>
              <a:rPr lang="zh-CN" altLang="en-US" dirty="0"/>
              <a:t>搬运到</a:t>
            </a:r>
            <a:r>
              <a:rPr lang="en-US" altLang="zh-CN" dirty="0"/>
              <a:t>GM</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14</a:t>
            </a:fld>
            <a:endParaRPr lang="zh-CN" altLang="en-US"/>
          </a:p>
        </p:txBody>
      </p:sp>
    </p:spTree>
    <p:extLst>
      <p:ext uri="{BB962C8B-B14F-4D97-AF65-F5344CB8AC3E}">
        <p14:creationId xmlns:p14="http://schemas.microsoft.com/office/powerpoint/2010/main" val="2356153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在代码生成后，需要在阶段四个阶段</a:t>
            </a:r>
            <a:r>
              <a:rPr lang="en-US" altLang="zh-CN" dirty="0"/>
              <a:t>5</a:t>
            </a:r>
            <a:r>
              <a:rPr lang="zh-CN" altLang="en-US" dirty="0"/>
              <a:t>进行验证及问题处理。</a:t>
            </a:r>
            <a:endParaRPr lang="en-US" altLang="zh-CN" dirty="0"/>
          </a:p>
          <a:p>
            <a:r>
              <a:rPr lang="zh-CN" altLang="en-US" dirty="0"/>
              <a:t>首先来看阶段</a:t>
            </a:r>
            <a:r>
              <a:rPr lang="en-US" altLang="zh-CN" dirty="0"/>
              <a:t>4</a:t>
            </a:r>
          </a:p>
          <a:p>
            <a:r>
              <a:rPr lang="zh-CN" altLang="en-US" dirty="0"/>
              <a:t>阶段</a:t>
            </a:r>
            <a:r>
              <a:rPr lang="en-US" altLang="zh-CN" dirty="0"/>
              <a:t>4</a:t>
            </a:r>
            <a:r>
              <a:rPr lang="zh-CN" altLang="en-US" dirty="0"/>
              <a:t>主要式为了确保算子的正确性和性能。第一步是编译算子生成二进制文件，然后运行测试，验证算子的精度。如果还有性能上的要求，还会使用</a:t>
            </a:r>
            <a:r>
              <a:rPr lang="en-US" altLang="zh-CN" dirty="0"/>
              <a:t>profiling</a:t>
            </a:r>
            <a:r>
              <a:rPr lang="zh-CN" altLang="en-US" dirty="0"/>
              <a:t>进行性能优化。</a:t>
            </a:r>
            <a:endParaRPr lang="en-US" altLang="zh-CN" dirty="0"/>
          </a:p>
          <a:p>
            <a:endParaRPr lang="en-US" altLang="zh-CN" dirty="0"/>
          </a:p>
          <a:p>
            <a:r>
              <a:rPr lang="zh-CN" altLang="en-US" dirty="0"/>
              <a:t>在阶段</a:t>
            </a:r>
            <a:r>
              <a:rPr lang="en-US" altLang="zh-CN" dirty="0"/>
              <a:t>4</a:t>
            </a:r>
            <a:r>
              <a:rPr lang="zh-CN" altLang="en-US" dirty="0"/>
              <a:t>中，如果出现了精度或者性能的问题，就会走到阶段</a:t>
            </a:r>
            <a:r>
              <a:rPr lang="en-US" altLang="zh-CN" dirty="0"/>
              <a:t>5</a:t>
            </a:r>
            <a:r>
              <a:rPr lang="zh-CN" altLang="en-US" dirty="0"/>
              <a:t>中的问题处理。</a:t>
            </a:r>
            <a:endParaRPr lang="en-US" altLang="zh-CN" dirty="0"/>
          </a:p>
          <a:p>
            <a:r>
              <a:rPr lang="zh-CN" altLang="en-US" dirty="0"/>
              <a:t>在阶段</a:t>
            </a:r>
            <a:r>
              <a:rPr lang="en-US" altLang="zh-CN" dirty="0"/>
              <a:t>5</a:t>
            </a:r>
            <a:r>
              <a:rPr lang="zh-CN" altLang="en-US" dirty="0"/>
              <a:t>中，第一步就是精度调试，对比</a:t>
            </a:r>
            <a:r>
              <a:rPr lang="en-US" altLang="zh-CN" dirty="0" err="1"/>
              <a:t>cpu</a:t>
            </a:r>
            <a:r>
              <a:rPr lang="zh-CN" altLang="en-US" dirty="0"/>
              <a:t>和</a:t>
            </a:r>
            <a:r>
              <a:rPr lang="en-US" altLang="zh-CN" dirty="0" err="1"/>
              <a:t>npu</a:t>
            </a:r>
            <a:r>
              <a:rPr lang="zh-CN" altLang="en-US" dirty="0"/>
              <a:t>的输出，定位精度问题。</a:t>
            </a:r>
            <a:endParaRPr lang="en-US" altLang="zh-CN" dirty="0"/>
          </a:p>
          <a:p>
            <a:r>
              <a:rPr lang="zh-CN" altLang="en-US" dirty="0"/>
              <a:t>第二部是运行时调试，解析</a:t>
            </a:r>
            <a:r>
              <a:rPr lang="en-US" altLang="zh-CN" dirty="0"/>
              <a:t>agent</a:t>
            </a:r>
            <a:r>
              <a:rPr lang="zh-CN" altLang="en-US" dirty="0"/>
              <a:t>返回的报错码，解决</a:t>
            </a:r>
            <a:r>
              <a:rPr lang="en-US" altLang="zh-CN" dirty="0"/>
              <a:t>kernel</a:t>
            </a:r>
            <a:r>
              <a:rPr lang="zh-CN" altLang="en-US" dirty="0"/>
              <a:t>挂起、编译等问题。</a:t>
            </a:r>
            <a:endParaRPr lang="en-US" altLang="zh-CN" dirty="0"/>
          </a:p>
          <a:p>
            <a:r>
              <a:rPr lang="zh-CN" altLang="en-US" dirty="0"/>
              <a:t>最后就是</a:t>
            </a:r>
            <a:r>
              <a:rPr lang="en-US" altLang="zh-CN" dirty="0" err="1"/>
              <a:t>cannbot</a:t>
            </a:r>
            <a:r>
              <a:rPr lang="zh-CN" altLang="en-US" dirty="0"/>
              <a:t>自行进行修复。</a:t>
            </a:r>
            <a:endParaRPr lang="en-US" altLang="zh-CN" dirty="0"/>
          </a:p>
          <a:p>
            <a:endParaRPr lang="en-US" altLang="zh-CN" dirty="0"/>
          </a:p>
          <a:p>
            <a:r>
              <a:rPr lang="zh-CN" altLang="en-US" dirty="0"/>
              <a:t>整个阶段</a:t>
            </a:r>
            <a:r>
              <a:rPr lang="en-US" altLang="zh-CN" dirty="0"/>
              <a:t>4-5</a:t>
            </a:r>
            <a:r>
              <a:rPr lang="zh-CN" altLang="en-US" dirty="0"/>
              <a:t>是会循环验证的，也就是处理问题后，不断验证优化，直至满足开发者的要求。</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15</a:t>
            </a:fld>
            <a:endParaRPr lang="zh-CN" altLang="en-US"/>
          </a:p>
        </p:txBody>
      </p:sp>
    </p:spTree>
    <p:extLst>
      <p:ext uri="{BB962C8B-B14F-4D97-AF65-F5344CB8AC3E}">
        <p14:creationId xmlns:p14="http://schemas.microsoft.com/office/powerpoint/2010/main" val="989305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最后两个阶段是性能验收和总结</a:t>
            </a:r>
            <a:endParaRPr lang="en-US" altLang="zh-CN" dirty="0"/>
          </a:p>
          <a:p>
            <a:r>
              <a:rPr lang="zh-CN" altLang="en-US" dirty="0"/>
              <a:t>性能验收阶段主要采集性能数据并判定是否达标，在性格数据采集阶段，会调用</a:t>
            </a:r>
            <a:r>
              <a:rPr lang="en-US" altLang="zh-CN" dirty="0"/>
              <a:t>profiling</a:t>
            </a:r>
            <a:r>
              <a:rPr lang="zh-CN" altLang="en-US" dirty="0"/>
              <a:t>技能，使用</a:t>
            </a:r>
            <a:r>
              <a:rPr lang="en-US" altLang="zh-CN" dirty="0"/>
              <a:t>profiling</a:t>
            </a:r>
            <a:r>
              <a:rPr lang="zh-CN" altLang="en-US" dirty="0"/>
              <a:t>工具采集详细的性能数据，然后进行性能达标判定。判定标准有完成达标、基本达标此时会给出优化建议、第三中是未达标，需要继续优化。</a:t>
            </a:r>
            <a:endParaRPr lang="en-US" altLang="zh-CN" dirty="0"/>
          </a:p>
          <a:p>
            <a:endParaRPr lang="en-US" altLang="zh-CN" dirty="0"/>
          </a:p>
          <a:p>
            <a:r>
              <a:rPr lang="zh-CN" altLang="en-US" dirty="0"/>
              <a:t>到下一步阶段</a:t>
            </a:r>
            <a:r>
              <a:rPr lang="en-US" altLang="zh-CN" dirty="0"/>
              <a:t>7</a:t>
            </a:r>
            <a:r>
              <a:rPr lang="zh-CN" altLang="en-US" dirty="0"/>
              <a:t>，主要汇总开发结果并生成对应的分档，包括总分，代码路径，以及精度和性能的测试结果。特别是在开发迭代中遇到的问题，也会收录到文档里面，适合进行复盘。最后会生成设计文档、开发文档、测试文档、验收报告等。给开发者进行核对。</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16</a:t>
            </a:fld>
            <a:endParaRPr lang="zh-CN" altLang="en-US"/>
          </a:p>
        </p:txBody>
      </p:sp>
    </p:spTree>
    <p:extLst>
      <p:ext uri="{BB962C8B-B14F-4D97-AF65-F5344CB8AC3E}">
        <p14:creationId xmlns:p14="http://schemas.microsoft.com/office/powerpoint/2010/main" val="1803649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讲完了理论部分的知识，接下来开始第四部分，实操演示</a:t>
            </a:r>
          </a:p>
        </p:txBody>
      </p:sp>
      <p:sp>
        <p:nvSpPr>
          <p:cNvPr id="4" name="灯片编号占位符 3"/>
          <p:cNvSpPr>
            <a:spLocks noGrp="1"/>
          </p:cNvSpPr>
          <p:nvPr>
            <p:ph type="sldNum" sz="quarter" idx="5"/>
          </p:nvPr>
        </p:nvSpPr>
        <p:spPr/>
        <p:txBody>
          <a:bodyPr/>
          <a:lstStyle/>
          <a:p>
            <a:fld id="{93250EF2-A169-445E-B743-453DFB281F91}" type="slidenum">
              <a:rPr lang="zh-CN" altLang="en-US" smtClean="0"/>
              <a:t>17</a:t>
            </a:fld>
            <a:endParaRPr lang="zh-CN" altLang="en-US"/>
          </a:p>
        </p:txBody>
      </p:sp>
    </p:spTree>
    <p:extLst>
      <p:ext uri="{BB962C8B-B14F-4D97-AF65-F5344CB8AC3E}">
        <p14:creationId xmlns:p14="http://schemas.microsoft.com/office/powerpoint/2010/main" val="2948721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首先介绍本次演示的实操的算子需求，开发一个</a:t>
            </a:r>
            <a:r>
              <a:rPr lang="en-US" altLang="zh-CN" dirty="0" err="1"/>
              <a:t>softmax</a:t>
            </a:r>
            <a:r>
              <a:rPr lang="zh-CN" altLang="en-US" dirty="0"/>
              <a:t>算子。</a:t>
            </a:r>
            <a:endParaRPr lang="en-US" altLang="zh-CN" dirty="0"/>
          </a:p>
          <a:p>
            <a:r>
              <a:rPr lang="zh-CN" altLang="en-US" dirty="0"/>
              <a:t>整个演示的过程主要是</a:t>
            </a:r>
            <a:r>
              <a:rPr lang="en-US" altLang="zh-CN" dirty="0"/>
              <a:t>4</a:t>
            </a:r>
            <a:r>
              <a:rPr lang="zh-CN" altLang="en-US" dirty="0"/>
              <a:t>个步骤</a:t>
            </a:r>
            <a:endParaRPr lang="en-US" altLang="zh-CN" dirty="0"/>
          </a:p>
          <a:p>
            <a:r>
              <a:rPr lang="en-US" altLang="zh-CN" dirty="0"/>
              <a:t>1</a:t>
            </a:r>
            <a:r>
              <a:rPr lang="zh-CN" altLang="en-US" dirty="0"/>
              <a:t>、首先启动</a:t>
            </a:r>
            <a:r>
              <a:rPr lang="en-US" altLang="zh-CN" dirty="0"/>
              <a:t>CANNBOT</a:t>
            </a:r>
            <a:r>
              <a:rPr lang="zh-CN" altLang="en-US" dirty="0"/>
              <a:t>并输入需求</a:t>
            </a:r>
            <a:endParaRPr lang="en-US" altLang="zh-CN" dirty="0"/>
          </a:p>
          <a:p>
            <a:r>
              <a:rPr lang="en-US" altLang="zh-CN" dirty="0"/>
              <a:t>2</a:t>
            </a:r>
            <a:r>
              <a:rPr lang="zh-CN" altLang="en-US" dirty="0"/>
              <a:t>、</a:t>
            </a:r>
            <a:r>
              <a:rPr lang="en-US" altLang="zh-CN" dirty="0"/>
              <a:t>CANNBOT </a:t>
            </a:r>
            <a:r>
              <a:rPr lang="zh-CN" altLang="en-US" dirty="0"/>
              <a:t>自行完成方案设计与代码生成</a:t>
            </a:r>
            <a:endParaRPr lang="en-US" altLang="zh-CN" dirty="0"/>
          </a:p>
          <a:p>
            <a:r>
              <a:rPr lang="en-US" altLang="zh-CN" dirty="0"/>
              <a:t>3</a:t>
            </a:r>
            <a:r>
              <a:rPr lang="zh-CN" altLang="en-US" dirty="0"/>
              <a:t>、</a:t>
            </a:r>
            <a:r>
              <a:rPr lang="en-US" altLang="zh-CN" dirty="0"/>
              <a:t>CANNBOT</a:t>
            </a:r>
            <a:r>
              <a:rPr lang="zh-CN" altLang="en-US" dirty="0"/>
              <a:t>或人工完成中间步骤的产品审查</a:t>
            </a:r>
            <a:endParaRPr lang="en-US" altLang="zh-CN" dirty="0"/>
          </a:p>
          <a:p>
            <a:r>
              <a:rPr lang="en-US" altLang="zh-CN" dirty="0"/>
              <a:t>4</a:t>
            </a:r>
            <a:r>
              <a:rPr lang="zh-CN" altLang="en-US" dirty="0"/>
              <a:t>、最后编译运行完成</a:t>
            </a:r>
            <a:endParaRPr lang="en-US" altLang="zh-CN" dirty="0"/>
          </a:p>
          <a:p>
            <a:r>
              <a:rPr lang="zh-CN" altLang="en-US" dirty="0"/>
              <a:t>在整个与</a:t>
            </a:r>
            <a:r>
              <a:rPr lang="en-US" altLang="zh-CN" dirty="0"/>
              <a:t>CANNBOT</a:t>
            </a:r>
            <a:r>
              <a:rPr lang="zh-CN" altLang="en-US" dirty="0"/>
              <a:t>交互的过程中，我们可以通过不断打断，给</a:t>
            </a:r>
            <a:r>
              <a:rPr lang="en-US" altLang="zh-CN" dirty="0"/>
              <a:t>agent</a:t>
            </a:r>
            <a:r>
              <a:rPr lang="zh-CN" altLang="en-US" dirty="0"/>
              <a:t>新的要求来改正其输出。</a:t>
            </a:r>
            <a:endParaRPr lang="en-US" altLang="zh-CN" dirty="0"/>
          </a:p>
          <a:p>
            <a:endParaRPr lang="en-US" altLang="zh-CN" dirty="0"/>
          </a:p>
          <a:p>
            <a:r>
              <a:rPr lang="zh-CN" altLang="en-US" dirty="0"/>
              <a:t>为了保证算子生成的效果，这里模型推荐使用一些旗舰模型，比如</a:t>
            </a:r>
            <a:r>
              <a:rPr lang="en-US" altLang="zh-CN" dirty="0" err="1"/>
              <a:t>deepseek</a:t>
            </a:r>
            <a:r>
              <a:rPr lang="en-US" altLang="zh-CN" dirty="0"/>
              <a:t> v4 pro</a:t>
            </a:r>
            <a:r>
              <a:rPr lang="zh-CN" altLang="en-US" dirty="0"/>
              <a:t>、</a:t>
            </a:r>
            <a:r>
              <a:rPr lang="en-US" altLang="zh-CN" dirty="0"/>
              <a:t>kimi2.6 2.7 </a:t>
            </a:r>
            <a:r>
              <a:rPr lang="zh-CN" altLang="en-US" dirty="0"/>
              <a:t>以及</a:t>
            </a:r>
            <a:r>
              <a:rPr lang="en-US" altLang="zh-CN" dirty="0"/>
              <a:t>glm5.1</a:t>
            </a:r>
            <a:r>
              <a:rPr lang="zh-CN" altLang="en-US" dirty="0"/>
              <a:t>、</a:t>
            </a:r>
            <a:r>
              <a:rPr lang="en-US" altLang="zh-CN" dirty="0"/>
              <a:t>5.2</a:t>
            </a:r>
            <a:r>
              <a:rPr lang="zh-CN" altLang="en-US" dirty="0"/>
              <a:t>当然有其他更强的模型也可以。</a:t>
            </a:r>
            <a:endParaRPr lang="en-US" altLang="zh-CN" dirty="0"/>
          </a:p>
          <a:p>
            <a:endParaRPr lang="en-US" altLang="zh-CN" dirty="0"/>
          </a:p>
          <a:p>
            <a:r>
              <a:rPr lang="zh-CN" altLang="en-US" dirty="0"/>
              <a:t>接下来我给大家演示一下：</a:t>
            </a:r>
            <a:endParaRPr lang="en-US" altLang="zh-CN" dirty="0"/>
          </a:p>
          <a:p>
            <a:r>
              <a:rPr lang="en-US" altLang="zh-CN" dirty="0"/>
              <a:t>1</a:t>
            </a:r>
            <a:r>
              <a:rPr lang="zh-CN" altLang="en-US" dirty="0"/>
              <a:t>、首先第一步，我们要把</a:t>
            </a:r>
            <a:r>
              <a:rPr lang="en-US" altLang="zh-CN" dirty="0"/>
              <a:t>AI </a:t>
            </a:r>
            <a:r>
              <a:rPr lang="en-US" altLang="zh-CN" dirty="0" err="1"/>
              <a:t>Codeing</a:t>
            </a:r>
            <a:r>
              <a:rPr lang="zh-CN" altLang="en-US" dirty="0"/>
              <a:t>编程助手接入大模型，这里我选择的式</a:t>
            </a:r>
            <a:r>
              <a:rPr lang="en-US" altLang="zh-CN" dirty="0" err="1"/>
              <a:t>deepseek</a:t>
            </a:r>
            <a:r>
              <a:rPr lang="zh-CN" altLang="en-US" dirty="0"/>
              <a:t>。</a:t>
            </a:r>
            <a:endParaRPr lang="en-US" altLang="zh-CN" dirty="0"/>
          </a:p>
          <a:p>
            <a:r>
              <a:rPr lang="en-US" altLang="zh-CN" dirty="0"/>
              <a:t>2</a:t>
            </a:r>
            <a:r>
              <a:rPr lang="zh-CN" altLang="en-US" dirty="0"/>
              <a:t>、因为整个过程要持续几个小时，我这边导出了一个之前按的记录，大家可以一起看一下流程，后面下会后，大家自己再尝试一下。</a:t>
            </a:r>
            <a:endParaRPr lang="en-US" altLang="zh-CN" dirty="0"/>
          </a:p>
          <a:p>
            <a:endParaRPr lang="en-US" altLang="zh-CN" dirty="0"/>
          </a:p>
          <a:p>
            <a:endParaRPr lang="en-US" altLang="zh-CN" dirty="0"/>
          </a:p>
          <a:p>
            <a:r>
              <a:rPr lang="zh-CN" altLang="en-US" dirty="0"/>
              <a:t>整个流程非常长，然后中间有很多可以学习的地方，这里我就不一一赘述了，还是建议大家都去实践一下。</a:t>
            </a:r>
            <a:endParaRPr lang="en-US" altLang="zh-CN" dirty="0"/>
          </a:p>
          <a:p>
            <a:r>
              <a:rPr lang="zh-CN" altLang="en-US" dirty="0"/>
              <a:t>在实践的过程中，如果大家发现</a:t>
            </a:r>
            <a:r>
              <a:rPr lang="en-US" altLang="zh-CN" dirty="0"/>
              <a:t>CANNBOT</a:t>
            </a:r>
            <a:r>
              <a:rPr lang="zh-CN" altLang="en-US" dirty="0"/>
              <a:t>的问题，也欢迎大家在社区中提</a:t>
            </a:r>
            <a:r>
              <a:rPr lang="en-US" altLang="zh-CN" dirty="0"/>
              <a:t>issue</a:t>
            </a:r>
            <a:r>
              <a:rPr lang="zh-CN" altLang="en-US" dirty="0"/>
              <a:t>。如果大家有什么好的</a:t>
            </a:r>
            <a:r>
              <a:rPr lang="en-US" altLang="zh-CN" dirty="0"/>
              <a:t>skill</a:t>
            </a:r>
            <a:r>
              <a:rPr lang="zh-CN" altLang="en-US" dirty="0"/>
              <a:t>和</a:t>
            </a:r>
            <a:r>
              <a:rPr lang="en-US" altLang="zh-CN" dirty="0"/>
              <a:t>agent</a:t>
            </a:r>
            <a:r>
              <a:rPr lang="zh-CN" altLang="en-US" dirty="0"/>
              <a:t>的设计方法和思路，也可以在社区中提</a:t>
            </a:r>
            <a:r>
              <a:rPr lang="en-US" altLang="zh-CN" dirty="0"/>
              <a:t>PR</a:t>
            </a:r>
            <a:r>
              <a:rPr lang="zh-CN" altLang="en-US" dirty="0"/>
              <a:t>贡献。</a:t>
            </a:r>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18</a:t>
            </a:fld>
            <a:endParaRPr lang="zh-CN" altLang="en-US"/>
          </a:p>
        </p:txBody>
      </p:sp>
    </p:spTree>
    <p:extLst>
      <p:ext uri="{BB962C8B-B14F-4D97-AF65-F5344CB8AC3E}">
        <p14:creationId xmlns:p14="http://schemas.microsoft.com/office/powerpoint/2010/main" val="1537142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b="0" kern="1200" dirty="0">
                <a:solidFill>
                  <a:schemeClr val="tx1"/>
                </a:solidFill>
                <a:effectLst/>
                <a:latin typeface="+mn-lt"/>
                <a:ea typeface="+mn-ea"/>
                <a:cs typeface="+mn-cs"/>
              </a:rPr>
              <a:t>课程结束再次提醒：课件、回放、资料全部在开源社区可下载，有技术疑问可扫描直播二维码进入社区互动板块提问，欢迎大家贡献 Skills 技能、反馈优化建议，共同共建昇腾 AI 开发生态</a:t>
            </a:r>
          </a:p>
          <a:p>
            <a:r>
              <a:rPr lang="zh-CN" altLang="zh-CN" sz="1200" b="0" kern="1200" dirty="0">
                <a:solidFill>
                  <a:schemeClr val="tx1"/>
                </a:solidFill>
                <a:effectLst/>
                <a:latin typeface="+mn-lt"/>
                <a:ea typeface="+mn-ea"/>
                <a:cs typeface="+mn-cs"/>
              </a:rPr>
              <a:t>感谢各位参与，祝大家使用 CANN Bot 开发顺利，我们社区再见</a:t>
            </a:r>
          </a:p>
          <a:p>
            <a:endParaRPr lang="zh-CN" altLang="en-US" dirty="0"/>
          </a:p>
        </p:txBody>
      </p:sp>
      <p:sp>
        <p:nvSpPr>
          <p:cNvPr id="4" name="灯片编号占位符 3"/>
          <p:cNvSpPr>
            <a:spLocks noGrp="1"/>
          </p:cNvSpPr>
          <p:nvPr>
            <p:ph type="sldNum" sz="quarter" idx="5"/>
          </p:nvPr>
        </p:nvSpPr>
        <p:spPr/>
        <p:txBody>
          <a:bodyPr/>
          <a:lstStyle/>
          <a:p>
            <a:fld id="{93250EF2-A169-445E-B743-453DFB281F91}" type="slidenum">
              <a:rPr lang="zh-CN" altLang="en-US" smtClean="0"/>
              <a:t>19</a:t>
            </a:fld>
            <a:endParaRPr lang="zh-CN" altLang="en-US"/>
          </a:p>
        </p:txBody>
      </p:sp>
    </p:spTree>
    <p:extLst>
      <p:ext uri="{BB962C8B-B14F-4D97-AF65-F5344CB8AC3E}">
        <p14:creationId xmlns:p14="http://schemas.microsoft.com/office/powerpoint/2010/main" val="4006406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F1E961-6A42-5AA5-B9C0-EDD47D7A44C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1C1F541-3207-1C99-A46E-8CEA7B6B72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106F4F8-4DF7-EDBF-EB96-2AA4F4DBCA20}"/>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FB8604D0-024C-4E87-8401-93B26CA9EF9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F5F7DE-E9B3-449D-46C4-FCB292D06E9F}"/>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2306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718BEF-BB7F-D7AD-B511-ECA35107FCA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20C3AE-71B3-DCC9-85B2-0CEA90F0387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DCB44EA-4461-FB9C-D8B5-485CD5E0E908}"/>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9FA974BD-2973-1261-1139-EC89DFD1E58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0A465BD-AA19-488E-485F-90FD4D4F85A7}"/>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1895186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E9E14-4559-4DB3-95E4-4C79B48149F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EB37CDF-4D0A-1175-A77D-C6CAB6D141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BE8B381-930C-74E3-35FC-1C4469FE98E0}"/>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73EA410B-FA4B-7726-9573-5223B5A57C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66761C-4773-82A4-C792-FC3AD757BA30}"/>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109180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2C8E58-0961-220A-705F-E3E92B0476C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8437D42-47B9-1032-FA0C-42E389A8345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D38DC2E-8D2B-CCF8-F00F-034C7A6100E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2F58445-3266-93AD-B12E-41F7083478D4}"/>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6" name="页脚占位符 5">
            <a:extLst>
              <a:ext uri="{FF2B5EF4-FFF2-40B4-BE49-F238E27FC236}">
                <a16:creationId xmlns:a16="http://schemas.microsoft.com/office/drawing/2014/main" id="{4395F074-2FB1-CFD5-6FF5-04DE204FB2C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7FBD992-DCAF-BE72-3EB4-DD371FBC139C}"/>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1071459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8CDE91-C9E4-DBEF-9070-02BD836F99D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002D305-8932-A9EF-B3E1-97333963D6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84B5780-9490-C449-91FF-3A87C3635F8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E45042B-9904-9C58-18A8-D622AE3BE9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460E082-37B2-E119-95AA-F38DE5D12F4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7F03895-158B-B698-2472-B335862976FF}"/>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8" name="页脚占位符 7">
            <a:extLst>
              <a:ext uri="{FF2B5EF4-FFF2-40B4-BE49-F238E27FC236}">
                <a16:creationId xmlns:a16="http://schemas.microsoft.com/office/drawing/2014/main" id="{21C5FBF9-2675-4FD5-EE71-10FA92E1488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A98CEDD-1442-2730-8F66-93BE730A45C7}"/>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4078521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D10ED4-1E43-705F-B2E0-75B3FB1177E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1625DD7-15CF-22CF-ABE1-65DC61868ED9}"/>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4" name="页脚占位符 3">
            <a:extLst>
              <a:ext uri="{FF2B5EF4-FFF2-40B4-BE49-F238E27FC236}">
                <a16:creationId xmlns:a16="http://schemas.microsoft.com/office/drawing/2014/main" id="{04C3EC0A-2DC1-3BDE-A3B2-5FB4B43C932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5C5E84A-B247-FF83-677F-108495E14AE6}"/>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3452428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6EA6B4F-85FE-A7DB-C141-2DD8E3FD1060}"/>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3" name="页脚占位符 2">
            <a:extLst>
              <a:ext uri="{FF2B5EF4-FFF2-40B4-BE49-F238E27FC236}">
                <a16:creationId xmlns:a16="http://schemas.microsoft.com/office/drawing/2014/main" id="{DD7CA9D0-BEC9-6F49-3AF5-39E59DCB462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0CE402D-0410-FA21-B162-142B7DA57411}"/>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3885288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983B2C-4328-B82B-FB3D-C800B594810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6619AD4-D942-5D47-CD4B-430A857395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065B22C-8D6F-E052-3848-AB19241AEB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2AA7C2-B3E4-7768-16C1-2C5EB32B3C55}"/>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6" name="页脚占位符 5">
            <a:extLst>
              <a:ext uri="{FF2B5EF4-FFF2-40B4-BE49-F238E27FC236}">
                <a16:creationId xmlns:a16="http://schemas.microsoft.com/office/drawing/2014/main" id="{719D119E-3FAF-C5A9-00CC-C6DF938D1A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769F46F-191D-52DB-F78F-6C25CA8CD85A}"/>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26944083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FE31F-8787-4370-D57B-009C8509761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E78BF02-5F6C-FCC8-4D14-11692CC6C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EAF2224-8A88-0489-BD7E-B2F8003567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CB0AD64-D22B-350D-ADEC-DE95F7183097}"/>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6" name="页脚占位符 5">
            <a:extLst>
              <a:ext uri="{FF2B5EF4-FFF2-40B4-BE49-F238E27FC236}">
                <a16:creationId xmlns:a16="http://schemas.microsoft.com/office/drawing/2014/main" id="{17517E2D-B999-BF9C-04F7-6E820BC8A6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A5A95F9-E350-2047-5D0A-396FEE7F9508}"/>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271817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29A5ED-AD3B-BA1A-E887-21C5D6B49F8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E86B34C-094D-D41F-FD1B-6D7C1AF5861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B273A12-34BF-D34A-3DD7-5FA01FF9218C}"/>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4F7F7052-9DBC-42E4-CD61-FB326E1F453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97A92D-71D5-C24E-E858-AD2E0DBA1CFC}"/>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1045278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E41843B-AB27-6923-21FB-C24755FB2B9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FFB2E78-7550-5847-C669-742C0E3CC1C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828191-7876-5C6A-E462-E32118BD4528}"/>
              </a:ext>
            </a:extLst>
          </p:cNvPr>
          <p:cNvSpPr>
            <a:spLocks noGrp="1"/>
          </p:cNvSpPr>
          <p:nvPr>
            <p:ph type="dt" sz="half" idx="10"/>
          </p:nvPr>
        </p:nvSpPr>
        <p:spPr/>
        <p:txBody>
          <a:bodyPr/>
          <a:lstStyle/>
          <a:p>
            <a:fld id="{459BAAE3-0C01-431E-ABCF-C8F0264AA5EB}"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A51773EB-F223-F223-B494-AE6BD0608B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11AC537-AF80-F0C5-8467-AA092863C103}"/>
              </a:ext>
            </a:extLst>
          </p:cNvPr>
          <p:cNvSpPr>
            <a:spLocks noGrp="1"/>
          </p:cNvSpPr>
          <p:nvPr>
            <p:ph type="sldNum" sz="quarter" idx="12"/>
          </p:nvPr>
        </p:nvSpPr>
        <p:spPr/>
        <p:txBody>
          <a:body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4134429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3181C2-495B-04D6-5858-616CE9EEFA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98F04A8-4197-5CC3-F349-6BD8C7E6E7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1C8450-BF14-2DFE-4EA7-5EBA46CB08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9BAAE3-0C01-431E-ABCF-C8F0264AA5EB}" type="datetimeFigureOut">
              <a:rPr lang="zh-CN" altLang="en-US" smtClean="0"/>
              <a:t>2026/7/7</a:t>
            </a:fld>
            <a:endParaRPr lang="zh-CN" altLang="en-US"/>
          </a:p>
        </p:txBody>
      </p:sp>
      <p:sp>
        <p:nvSpPr>
          <p:cNvPr id="5" name="页脚占位符 4">
            <a:extLst>
              <a:ext uri="{FF2B5EF4-FFF2-40B4-BE49-F238E27FC236}">
                <a16:creationId xmlns:a16="http://schemas.microsoft.com/office/drawing/2014/main" id="{DEFECC1A-F654-2605-FF1F-4070E9B2E4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45AACEA-6D3A-62C0-4E16-CEBE7155B3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25AF99-974C-4824-B7E2-73402EB3CE91}" type="slidenum">
              <a:rPr lang="zh-CN" altLang="en-US" smtClean="0"/>
              <a:t>‹#›</a:t>
            </a:fld>
            <a:endParaRPr lang="zh-CN" altLang="en-US"/>
          </a:p>
        </p:txBody>
      </p:sp>
    </p:spTree>
    <p:extLst>
      <p:ext uri="{BB962C8B-B14F-4D97-AF65-F5344CB8AC3E}">
        <p14:creationId xmlns:p14="http://schemas.microsoft.com/office/powerpoint/2010/main" val="2151023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gitcode.com/cann/skills"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gitcode.com/cann/skill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gitcode.com/cann/skills" TargetMode="External"/><Relationship Id="rId5" Type="http://schemas.openxmlformats.org/officeDocument/2006/relationships/image" Target="../media/image5.png"/><Relationship Id="rId10"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26" Type="http://schemas.openxmlformats.org/officeDocument/2006/relationships/image" Target="../media/image35.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5" Type="http://schemas.openxmlformats.org/officeDocument/2006/relationships/image" Target="../media/image34.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33.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32.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hyperlink" Target="https://gitcode.com/cann/skill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link.gitcode.com/?target=https%3A%2F%2Fagentskills.io%2F&amp;from=https%3A%2F%2Fgitcode.com%2Fcann%2Fcannbot-skills&amp;lang=zh&amp;theme=white" TargetMode="External"/><Relationship Id="rId5" Type="http://schemas.openxmlformats.org/officeDocument/2006/relationships/image" Target="../media/image43.png"/><Relationship Id="rId4" Type="http://schemas.openxmlformats.org/officeDocument/2006/relationships/image" Target="../media/image42.pn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0.xml.rels><?xml version="1.0" encoding="UTF-8" standalone="yes"?>
<Relationships xmlns="http://schemas.openxmlformats.org/package/2006/relationships"><Relationship Id="rId3" Type="http://schemas.openxmlformats.org/officeDocument/2006/relationships/hyperlink" Target="https://gitcode.com/cann/skills"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49.png"/><Relationship Id="rId21" Type="http://schemas.openxmlformats.org/officeDocument/2006/relationships/image" Target="../media/image2.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notesSlide" Target="../notesSlides/notesSlide11.xml"/><Relationship Id="rId16" Type="http://schemas.openxmlformats.org/officeDocument/2006/relationships/image" Target="../media/image62.png"/><Relationship Id="rId20" Type="http://schemas.openxmlformats.org/officeDocument/2006/relationships/image" Target="../media/image66.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png"/><Relationship Id="rId19" Type="http://schemas.openxmlformats.org/officeDocument/2006/relationships/image" Target="../media/image65.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1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9.png"/><Relationship Id="rId4" Type="http://schemas.openxmlformats.org/officeDocument/2006/relationships/image" Target="../media/image68.png"/></Relationships>
</file>

<file path=ppt/slides/_rels/slide13.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4.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1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1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17.xml.rels><?xml version="1.0" encoding="UTF-8" standalone="yes"?>
<Relationships xmlns="http://schemas.openxmlformats.org/package/2006/relationships"><Relationship Id="rId3" Type="http://schemas.openxmlformats.org/officeDocument/2006/relationships/hyperlink" Target="https://gitcode.com/cann/skills"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89.png"/><Relationship Id="rId7" Type="http://schemas.openxmlformats.org/officeDocument/2006/relationships/image" Target="../media/image93.png"/><Relationship Id="rId12" Type="http://schemas.openxmlformats.org/officeDocument/2006/relationships/image" Target="../media/image98.png"/><Relationship Id="rId17" Type="http://schemas.openxmlformats.org/officeDocument/2006/relationships/image" Target="../media/image103.png"/><Relationship Id="rId2" Type="http://schemas.openxmlformats.org/officeDocument/2006/relationships/notesSlide" Target="../notesSlides/notesSlide18.xml"/><Relationship Id="rId16" Type="http://schemas.openxmlformats.org/officeDocument/2006/relationships/image" Target="../media/image102.png"/><Relationship Id="rId1" Type="http://schemas.openxmlformats.org/officeDocument/2006/relationships/slideLayout" Target="../slideLayouts/slideLayout1.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5" Type="http://schemas.openxmlformats.org/officeDocument/2006/relationships/image" Target="../media/image101.png"/><Relationship Id="rId10" Type="http://schemas.openxmlformats.org/officeDocument/2006/relationships/image" Target="../media/image96.png"/><Relationship Id="rId4" Type="http://schemas.openxmlformats.org/officeDocument/2006/relationships/image" Target="../media/image90.png"/><Relationship Id="rId9" Type="http://schemas.openxmlformats.org/officeDocument/2006/relationships/image" Target="../media/image95.png"/><Relationship Id="rId14" Type="http://schemas.openxmlformats.org/officeDocument/2006/relationships/image" Target="../media/image100.png"/></Relationships>
</file>

<file path=ppt/slides/_rels/slide19.xml.rels><?xml version="1.0" encoding="UTF-8" standalone="yes"?>
<Relationships xmlns="http://schemas.openxmlformats.org/package/2006/relationships"><Relationship Id="rId3" Type="http://schemas.openxmlformats.org/officeDocument/2006/relationships/image" Target="../media/image104.png"/><Relationship Id="rId7"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4674817-E374-4541-91A5-27C9ECB2E0DC"/>
          <p:cNvPicPr>
            <a:picLocks noChangeAspect="1"/>
          </p:cNvPicPr>
          <p:nvPr/>
        </p:nvPicPr>
        <p:blipFill>
          <a:blip r:embed="rId3" cstate="print">
            <a:extLst>
              <a:ext uri="{9EA10E6A-0498-4278-DA7B-DADB95CEF311}"/>
            </a:extLst>
          </a:blip>
          <a:srcRect/>
          <a:stretch/>
        </p:blipFill>
        <p:spPr>
          <a:xfrm>
            <a:off x="0" y="0"/>
            <a:ext cx="12192000" cy="6857998"/>
          </a:xfrm>
          <a:prstGeom prst="rect">
            <a:avLst/>
          </a:prstGeom>
        </p:spPr>
      </p:pic>
      <p:sp>
        <p:nvSpPr>
          <p:cNvPr id="3" name="TextBox3"/>
          <p:cNvSpPr txBox="1"/>
          <p:nvPr/>
        </p:nvSpPr>
        <p:spPr>
          <a:xfrm>
            <a:off x="711835" y="1437640"/>
            <a:ext cx="6048375" cy="4479496"/>
          </a:xfrm>
          <a:prstGeom prst="rect">
            <a:avLst/>
          </a:prstGeom>
          <a:noFill/>
        </p:spPr>
        <p:txBody>
          <a:bodyPr wrap="square" lIns="0" tIns="48895" rIns="0" bIns="0" rtlCol="0">
            <a:spAutoFit/>
          </a:bodyPr>
          <a:lstStyle/>
          <a:p>
            <a:pPr marL="469265" marR="0" indent="0" eaLnBrk="0">
              <a:lnSpc>
                <a:spcPct val="93558"/>
              </a:lnSpc>
              <a:spcBef>
                <a:spcPts val="384"/>
              </a:spcBef>
              <a:spcAft>
                <a:spcPts val="114"/>
              </a:spcAft>
            </a:pPr>
            <a:r>
              <a:rPr lang="zh-CN" altLang="en-US" sz="3950" b="1" kern="0" spc="-15" baseline="0" noProof="0" dirty="0">
                <a:solidFill>
                  <a:srgbClr val="000000"/>
                </a:solidFill>
                <a:latin typeface="Arial" pitchFamily="34" charset="0"/>
                <a:ea typeface="SimHei" pitchFamily="49" charset="0"/>
                <a:cs typeface="Arial" pitchFamily="34" charset="0"/>
              </a:rPr>
              <a:t>基于</a:t>
            </a:r>
            <a:r>
              <a:rPr lang="en-US" altLang="zh-CN" sz="3950" b="1" kern="0" spc="-15" baseline="0" noProof="0" dirty="0">
                <a:solidFill>
                  <a:srgbClr val="000000"/>
                </a:solidFill>
                <a:latin typeface="Arial" pitchFamily="34" charset="0"/>
                <a:ea typeface="SimHei" pitchFamily="49" charset="0"/>
                <a:cs typeface="Arial" pitchFamily="34" charset="0"/>
              </a:rPr>
              <a:t>CANNBOT</a:t>
            </a:r>
            <a:r>
              <a:rPr lang="zh-CN" altLang="en-US" sz="3950" b="1" kern="0" spc="-15" baseline="0" noProof="0" dirty="0">
                <a:solidFill>
                  <a:srgbClr val="000000"/>
                </a:solidFill>
                <a:latin typeface="Arial" pitchFamily="34" charset="0"/>
                <a:ea typeface="SimHei" pitchFamily="49" charset="0"/>
                <a:cs typeface="Arial" pitchFamily="34" charset="0"/>
              </a:rPr>
              <a:t>算子开发端到端实践</a:t>
            </a:r>
            <a:endParaRPr lang="en-US" altLang="zh-CN" sz="3600" b="1" kern="0" spc="0" baseline="0" noProof="0" dirty="0">
              <a:solidFill>
                <a:srgbClr val="000000"/>
              </a:solidFill>
              <a:latin typeface="SimHei" pitchFamily="49" charset="0"/>
              <a:ea typeface="SimHei" pitchFamily="49" charset="0"/>
              <a:cs typeface="SimHei" pitchFamily="49" charset="0"/>
            </a:endParaRPr>
          </a:p>
          <a:p>
            <a:pPr marL="0" marR="0" indent="0" eaLnBrk="0">
              <a:lnSpc>
                <a:spcPct val="307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556260" marR="0" indent="0" eaLnBrk="0">
              <a:lnSpc>
                <a:spcPct val="91935"/>
              </a:lnSpc>
              <a:spcBef>
                <a:spcPts val="144"/>
              </a:spcBef>
              <a:spcAft>
                <a:spcPts val="990"/>
              </a:spcAft>
            </a:pPr>
            <a:r>
              <a:rPr lang="en-US" altLang="zh-CN" sz="1550" b="1" kern="0" spc="-15" baseline="0" noProof="0" dirty="0" err="1">
                <a:solidFill>
                  <a:srgbClr val="000000"/>
                </a:solidFill>
                <a:latin typeface="SimHei" pitchFamily="49" charset="0"/>
                <a:ea typeface="SimHei" pitchFamily="49" charset="0"/>
                <a:cs typeface="SimHei" pitchFamily="49" charset="0"/>
              </a:rPr>
              <a:t>作者</a:t>
            </a:r>
            <a:r>
              <a:rPr lang="en-US" altLang="zh-CN" sz="1550" b="1" kern="0" spc="0" baseline="0" noProof="0" dirty="0">
                <a:solidFill>
                  <a:srgbClr val="000000"/>
                </a:solidFill>
                <a:latin typeface="SimHei" pitchFamily="49" charset="0"/>
                <a:ea typeface="SimHei" pitchFamily="49" charset="0"/>
                <a:cs typeface="SimHei" pitchFamily="49" charset="0"/>
              </a:rPr>
              <a:t>：</a:t>
            </a:r>
            <a:r>
              <a:rPr lang="zh-CN" altLang="en-US" sz="1550" b="1" kern="0" dirty="0">
                <a:solidFill>
                  <a:srgbClr val="000000"/>
                </a:solidFill>
                <a:latin typeface="SimHei" pitchFamily="49" charset="0"/>
                <a:ea typeface="SimHei" pitchFamily="49" charset="0"/>
                <a:cs typeface="SimHei" pitchFamily="49" charset="0"/>
              </a:rPr>
              <a:t>祝建伟</a:t>
            </a:r>
            <a:endParaRPr lang="en-US" altLang="zh-CN" sz="1550" b="1" kern="0" spc="0" baseline="0" noProof="0" dirty="0">
              <a:solidFill>
                <a:srgbClr val="000000"/>
              </a:solidFill>
              <a:latin typeface="SimHei" pitchFamily="49" charset="0"/>
              <a:ea typeface="SimHei" pitchFamily="49" charset="0"/>
              <a:cs typeface="SimHei" pitchFamily="49" charset="0"/>
            </a:endParaRPr>
          </a:p>
          <a:p>
            <a:pPr marL="556260" marR="0" indent="0" eaLnBrk="0">
              <a:lnSpc>
                <a:spcPct val="93010"/>
              </a:lnSpc>
              <a:spcBef>
                <a:spcPts val="150"/>
              </a:spcBef>
              <a:spcAft>
                <a:spcPts val="39"/>
              </a:spcAft>
            </a:pPr>
            <a:r>
              <a:rPr lang="en-US" altLang="zh-CN" sz="1550" b="1" kern="0" spc="-15" baseline="0" noProof="0" dirty="0">
                <a:solidFill>
                  <a:srgbClr val="000000"/>
                </a:solidFill>
                <a:latin typeface="SimHei" pitchFamily="49" charset="0"/>
                <a:ea typeface="SimHei" pitchFamily="49" charset="0"/>
                <a:cs typeface="SimHei" pitchFamily="49" charset="0"/>
              </a:rPr>
              <a:t>时间</a:t>
            </a:r>
            <a:r>
              <a:rPr lang="en-US" altLang="zh-CN" sz="1550" b="1" kern="0" spc="0" baseline="0" noProof="0" dirty="0">
                <a:solidFill>
                  <a:srgbClr val="000000"/>
                </a:solidFill>
                <a:latin typeface="SimHei" pitchFamily="49" charset="0"/>
                <a:ea typeface="SimHei" pitchFamily="49" charset="0"/>
                <a:cs typeface="SimHei" pitchFamily="49" charset="0"/>
              </a:rPr>
              <a:t>：</a:t>
            </a:r>
            <a:r>
              <a:rPr lang="en-US" altLang="zh-CN" sz="1550" b="1" kern="0" spc="0" baseline="0" noProof="0" dirty="0">
                <a:solidFill>
                  <a:srgbClr val="000000"/>
                </a:solidFill>
                <a:latin typeface="Arial" pitchFamily="34" charset="0"/>
                <a:ea typeface="Arial" pitchFamily="34" charset="0"/>
                <a:cs typeface="Arial" pitchFamily="34" charset="0"/>
              </a:rPr>
              <a:t>2026-07-07</a:t>
            </a: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2916"/>
              </a:lnSpc>
            </a:pPr>
            <a:r>
              <a:rPr lang="en-US" altLang="zh-CN" sz="1600" dirty="0"/>
              <a:t>https://gitcode.com/cann/cannbot-skills</a:t>
            </a:r>
          </a:p>
        </p:txBody>
      </p:sp>
      <p:sp>
        <p:nvSpPr>
          <p:cNvPr id="4" name="TextBox4">
            <a:hlinkClick r:id="rId4"/>
          </p:cNvPr>
          <p:cNvSpPr txBox="1"/>
          <p:nvPr/>
        </p:nvSpPr>
        <p:spPr>
          <a:xfrm>
            <a:off x="711835" y="6193790"/>
            <a:ext cx="1619250" cy="133350"/>
          </a:xfrm>
          <a:prstGeom prst="rect">
            <a:avLst/>
          </a:prstGeom>
          <a:noFill/>
        </p:spPr>
        <p:txBody>
          <a:bodyPr wrap="square" lIns="0" tIns="0" rIns="0" bIns="0" rtlCol="0">
            <a:spAutoFit/>
          </a:bodyPr>
          <a:lstStyle/>
          <a:p>
            <a:pPr marL="0" marR="0" indent="0" algn="just" eaLnBrk="0">
              <a:lnSpc>
                <a:spcPct val="86666"/>
              </a:lnSpc>
            </a:pPr>
            <a:endParaRPr lang="en-US" altLang="zh-CN" sz="1000" kern="0" spc="0" baseline="0" noProof="0" dirty="0">
              <a:solidFill>
                <a:srgbClr val="000000"/>
              </a:solidFill>
              <a:latin typeface="Arial" pitchFamily="34" charset="0"/>
              <a:ea typeface="Arial" pitchFamily="34" charset="0"/>
              <a:cs typeface="Arial" pitchFamily="34" charset="0"/>
            </a:endParaRPr>
          </a:p>
        </p:txBody>
      </p:sp>
    </p:spTree>
    <p:extLst>
      <p:ext uri="{3196384B-EA66-4543-22C4-EDAD9653FB05}"/>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5"/>
          <p:cNvSpPr txBox="1"/>
          <p:nvPr/>
        </p:nvSpPr>
        <p:spPr>
          <a:xfrm>
            <a:off x="1628140" y="2665095"/>
            <a:ext cx="1219200" cy="731837"/>
          </a:xfrm>
          <a:prstGeom prst="rect">
            <a:avLst/>
          </a:prstGeom>
          <a:noFill/>
        </p:spPr>
        <p:txBody>
          <a:bodyPr wrap="square" lIns="0" tIns="0" rIns="0" bIns="0" rtlCol="0">
            <a:spAutoFit/>
          </a:bodyPr>
          <a:lstStyle/>
          <a:p>
            <a:pPr marL="0" marR="0" indent="0" eaLnBrk="0">
              <a:lnSpc>
                <a:spcPct val="100000"/>
              </a:lnSpc>
            </a:pPr>
            <a:r>
              <a:rPr lang="en-US" altLang="zh-CN" sz="4800" kern="0" spc="-15" baseline="0" noProof="0" dirty="0">
                <a:solidFill>
                  <a:srgbClr val="6F6F6F"/>
                </a:solidFill>
                <a:latin typeface="SimHei" pitchFamily="49" charset="0"/>
                <a:ea typeface="SimHei" pitchFamily="49" charset="0"/>
                <a:cs typeface="SimHei" pitchFamily="49" charset="0"/>
              </a:rPr>
              <a:t>目录</a:t>
            </a:r>
          </a:p>
        </p:txBody>
      </p:sp>
      <p:sp>
        <p:nvSpPr>
          <p:cNvPr id="6" name="TextBox6"/>
          <p:cNvSpPr txBox="1"/>
          <p:nvPr/>
        </p:nvSpPr>
        <p:spPr>
          <a:xfrm>
            <a:off x="711835" y="6193155"/>
            <a:ext cx="1882775" cy="146050"/>
          </a:xfrm>
          <a:prstGeom prst="rect">
            <a:avLst/>
          </a:prstGeom>
          <a:noFill/>
        </p:spPr>
        <p:txBody>
          <a:bodyPr wrap="square" lIns="0" tIns="0" rIns="0" bIns="0" rtlCol="0">
            <a:spAutoFit/>
          </a:bodyPr>
          <a:lstStyle/>
          <a:p>
            <a:pPr marL="0" marR="0" indent="0" eaLnBrk="0">
              <a:lnSpc>
                <a:spcPct val="100000"/>
              </a:lnSpc>
            </a:pP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https</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gitcode.c</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om</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/c</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ann/</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s</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kil</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ls</a:t>
            </a:r>
            <a:r>
              <a:rPr lang="en-US" altLang="zh-CN" sz="1425" kern="0" spc="-325" baseline="8094" noProof="0" dirty="0">
                <a:latin typeface="Microsoft YaHei" pitchFamily="34" charset="0"/>
                <a:ea typeface="Microsoft YaHei" pitchFamily="34" charset="0"/>
                <a:cs typeface="Microsoft YaHei" pitchFamily="34" charset="0"/>
              </a:rPr>
              <a:t> </a:t>
            </a:r>
          </a:p>
        </p:txBody>
      </p:sp>
      <p:sp>
        <p:nvSpPr>
          <p:cNvPr id="7" name="TextBox7">
            <a:hlinkClick r:id="rId3"/>
          </p:cNvPr>
          <p:cNvSpPr txBox="1"/>
          <p:nvPr/>
        </p:nvSpPr>
        <p:spPr>
          <a:xfrm>
            <a:off x="711835" y="6196965"/>
            <a:ext cx="1882775" cy="134937"/>
          </a:xfrm>
          <a:prstGeom prst="rect">
            <a:avLst/>
          </a:prstGeom>
          <a:noFill/>
        </p:spPr>
        <p:txBody>
          <a:bodyPr wrap="square" lIns="0" tIns="0" rIns="0" bIns="0" rtlCol="0">
            <a:spAutoFit/>
          </a:bodyPr>
          <a:lstStyle/>
          <a:p>
            <a:pPr marL="0" marR="0" indent="0" algn="just" eaLnBrk="0">
              <a:lnSpc>
                <a:spcPct val="88333"/>
              </a:lnSpc>
            </a:pPr>
            <a:endParaRPr lang="en-US" altLang="zh-CN" sz="1000" kern="0" spc="0" baseline="0" noProof="0" dirty="0">
              <a:solidFill>
                <a:srgbClr val="000000"/>
              </a:solidFill>
              <a:latin typeface="Arial" pitchFamily="34" charset="0"/>
              <a:ea typeface="Arial" pitchFamily="34" charset="0"/>
              <a:cs typeface="Arial" pitchFamily="34" charset="0"/>
            </a:endParaRPr>
          </a:p>
        </p:txBody>
      </p:sp>
      <p:sp>
        <p:nvSpPr>
          <p:cNvPr id="8" name="VectorPath 8"/>
          <p:cNvSpPr/>
          <p:nvPr/>
        </p:nvSpPr>
        <p:spPr>
          <a:xfrm>
            <a:off x="3949700" y="1884045"/>
            <a:ext cx="24765" cy="3752215"/>
          </a:xfrm>
          <a:custGeom>
            <a:avLst/>
            <a:gdLst/>
            <a:ahLst/>
            <a:cxnLst/>
            <a:rect l="l" t="t" r="r" b="b"/>
            <a:pathLst>
              <a:path w="24532" h="3752215">
                <a:moveTo>
                  <a:pt x="6371" y="6350"/>
                </a:moveTo>
                <a:lnTo>
                  <a:pt x="18436" y="3745865"/>
                </a:lnTo>
              </a:path>
            </a:pathLst>
          </a:custGeom>
          <a:ln w="12700" cap="flat" cmpd="sng">
            <a:solidFill>
              <a:srgbClr val="A6A6A6">
                <a:alpha val="100000"/>
              </a:srgbClr>
            </a:solidFill>
            <a:round/>
          </a:ln>
        </p:spPr>
      </p:sp>
      <p:grpSp>
        <p:nvGrpSpPr>
          <p:cNvPr id="9" name="Combination 9"/>
          <p:cNvGrpSpPr/>
          <p:nvPr/>
        </p:nvGrpSpPr>
        <p:grpSpPr>
          <a:xfrm>
            <a:off x="5153025" y="1814195"/>
            <a:ext cx="4492625" cy="605790"/>
            <a:chOff x="5153025" y="1814195"/>
            <a:chExt cx="4492625" cy="605790"/>
          </a:xfrm>
        </p:grpSpPr>
        <p:sp>
          <p:nvSpPr>
            <p:cNvPr id="10" name="VectorPath 10"/>
            <p:cNvSpPr/>
            <p:nvPr/>
          </p:nvSpPr>
          <p:spPr>
            <a:xfrm>
              <a:off x="5157724" y="1818831"/>
              <a:ext cx="4483227" cy="596074"/>
            </a:xfrm>
            <a:custGeom>
              <a:avLst/>
              <a:gdLst/>
              <a:ahLst/>
              <a:cxnLst/>
              <a:rect l="l" t="t" r="r" b="b"/>
              <a:pathLst>
                <a:path w="4483227" h="596074">
                  <a:moveTo>
                    <a:pt x="0" y="596074"/>
                  </a:moveTo>
                  <a:lnTo>
                    <a:pt x="4483227" y="596074"/>
                  </a:lnTo>
                  <a:lnTo>
                    <a:pt x="4483227" y="0"/>
                  </a:lnTo>
                  <a:lnTo>
                    <a:pt x="0" y="0"/>
                  </a:lnTo>
                  <a:lnTo>
                    <a:pt x="0" y="596074"/>
                  </a:lnTo>
                  <a:close/>
                </a:path>
              </a:pathLst>
            </a:custGeom>
            <a:solidFill>
              <a:srgbClr val="C00000">
                <a:alpha val="100000"/>
              </a:srgbClr>
            </a:solidFill>
          </p:spPr>
        </p:sp>
        <p:sp>
          <p:nvSpPr>
            <p:cNvPr id="11" name="VectorPath 11"/>
            <p:cNvSpPr/>
            <p:nvPr/>
          </p:nvSpPr>
          <p:spPr>
            <a:xfrm>
              <a:off x="5152962" y="1814068"/>
              <a:ext cx="4492752" cy="605600"/>
            </a:xfrm>
            <a:custGeom>
              <a:avLst/>
              <a:gdLst/>
              <a:ahLst/>
              <a:cxnLst/>
              <a:rect l="l" t="t" r="r" b="b"/>
              <a:pathLst>
                <a:path w="4492625" h="605473">
                  <a:moveTo>
                    <a:pt x="4699" y="600710"/>
                  </a:moveTo>
                  <a:lnTo>
                    <a:pt x="4487926" y="600710"/>
                  </a:lnTo>
                  <a:lnTo>
                    <a:pt x="4487926" y="4636"/>
                  </a:lnTo>
                  <a:lnTo>
                    <a:pt x="4699" y="4636"/>
                  </a:lnTo>
                  <a:lnTo>
                    <a:pt x="4699" y="600710"/>
                  </a:lnTo>
                  <a:close/>
                </a:path>
              </a:pathLst>
            </a:custGeom>
            <a:ln w="9525" cap="flat" cmpd="sng">
              <a:solidFill>
                <a:srgbClr val="A6A6A6">
                  <a:alpha val="100000"/>
                </a:srgbClr>
              </a:solidFill>
              <a:miter lim="1000000"/>
            </a:ln>
          </p:spPr>
        </p:sp>
      </p:grpSp>
      <p:grpSp>
        <p:nvGrpSpPr>
          <p:cNvPr id="12" name="Combination 12"/>
          <p:cNvGrpSpPr/>
          <p:nvPr/>
        </p:nvGrpSpPr>
        <p:grpSpPr>
          <a:xfrm>
            <a:off x="5153025" y="2964180"/>
            <a:ext cx="4492625" cy="601345"/>
            <a:chOff x="5153025" y="2964180"/>
            <a:chExt cx="4492625" cy="601345"/>
          </a:xfrm>
        </p:grpSpPr>
        <p:sp>
          <p:nvSpPr>
            <p:cNvPr id="13" name="VectorPath 13"/>
            <p:cNvSpPr/>
            <p:nvPr/>
          </p:nvSpPr>
          <p:spPr>
            <a:xfrm>
              <a:off x="5157724" y="2968905"/>
              <a:ext cx="4483227" cy="591795"/>
            </a:xfrm>
            <a:custGeom>
              <a:avLst/>
              <a:gdLst/>
              <a:ahLst/>
              <a:cxnLst/>
              <a:rect l="l" t="t" r="r" b="b"/>
              <a:pathLst>
                <a:path w="4483227" h="591795">
                  <a:moveTo>
                    <a:pt x="0" y="591795"/>
                  </a:moveTo>
                  <a:lnTo>
                    <a:pt x="4483227" y="591795"/>
                  </a:lnTo>
                  <a:lnTo>
                    <a:pt x="4483227" y="0"/>
                  </a:lnTo>
                  <a:lnTo>
                    <a:pt x="0" y="0"/>
                  </a:lnTo>
                  <a:lnTo>
                    <a:pt x="0" y="591795"/>
                  </a:lnTo>
                  <a:close/>
                </a:path>
              </a:pathLst>
            </a:custGeom>
            <a:solidFill>
              <a:srgbClr val="F2F2F2">
                <a:alpha val="100000"/>
              </a:srgbClr>
            </a:solidFill>
          </p:spPr>
        </p:sp>
        <p:sp>
          <p:nvSpPr>
            <p:cNvPr id="14" name="VectorPath 14"/>
            <p:cNvSpPr/>
            <p:nvPr/>
          </p:nvSpPr>
          <p:spPr>
            <a:xfrm>
              <a:off x="5152962" y="2964142"/>
              <a:ext cx="4492752" cy="601320"/>
            </a:xfrm>
            <a:custGeom>
              <a:avLst/>
              <a:gdLst/>
              <a:ahLst/>
              <a:cxnLst/>
              <a:rect l="l" t="t" r="r" b="b"/>
              <a:pathLst>
                <a:path w="4492625" h="601282">
                  <a:moveTo>
                    <a:pt x="4699" y="596519"/>
                  </a:moveTo>
                  <a:lnTo>
                    <a:pt x="4487926" y="596519"/>
                  </a:lnTo>
                  <a:lnTo>
                    <a:pt x="4487926" y="4725"/>
                  </a:lnTo>
                  <a:lnTo>
                    <a:pt x="4699" y="4725"/>
                  </a:lnTo>
                  <a:lnTo>
                    <a:pt x="4699" y="596519"/>
                  </a:lnTo>
                  <a:close/>
                </a:path>
              </a:pathLst>
            </a:custGeom>
            <a:ln w="9525" cap="flat" cmpd="sng">
              <a:solidFill>
                <a:srgbClr val="A6A6A6">
                  <a:alpha val="100000"/>
                </a:srgbClr>
              </a:solidFill>
              <a:miter lim="1000000"/>
            </a:ln>
          </p:spPr>
        </p:sp>
      </p:grpSp>
      <p:grpSp>
        <p:nvGrpSpPr>
          <p:cNvPr id="15" name="Combination 15"/>
          <p:cNvGrpSpPr/>
          <p:nvPr/>
        </p:nvGrpSpPr>
        <p:grpSpPr>
          <a:xfrm>
            <a:off x="5153025" y="3995420"/>
            <a:ext cx="4492625" cy="596900"/>
            <a:chOff x="5153025" y="3995420"/>
            <a:chExt cx="4492625" cy="596900"/>
          </a:xfrm>
        </p:grpSpPr>
        <p:sp>
          <p:nvSpPr>
            <p:cNvPr id="16" name="VectorPath 16"/>
            <p:cNvSpPr/>
            <p:nvPr/>
          </p:nvSpPr>
          <p:spPr>
            <a:xfrm>
              <a:off x="5157724" y="4000361"/>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F2F2F2">
                <a:alpha val="100000"/>
              </a:srgbClr>
            </a:solidFill>
          </p:spPr>
        </p:sp>
        <p:sp>
          <p:nvSpPr>
            <p:cNvPr id="17" name="VectorPath 17"/>
            <p:cNvSpPr/>
            <p:nvPr/>
          </p:nvSpPr>
          <p:spPr>
            <a:xfrm>
              <a:off x="5152962" y="3995598"/>
              <a:ext cx="4492752" cy="597040"/>
            </a:xfrm>
            <a:custGeom>
              <a:avLst/>
              <a:gdLst/>
              <a:ahLst/>
              <a:cxnLst/>
              <a:rect l="l" t="t" r="r" b="b"/>
              <a:pathLst>
                <a:path w="4492625" h="596722">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grpSp>
        <p:nvGrpSpPr>
          <p:cNvPr id="18" name="Combination 18"/>
          <p:cNvGrpSpPr/>
          <p:nvPr/>
        </p:nvGrpSpPr>
        <p:grpSpPr>
          <a:xfrm>
            <a:off x="5153025" y="5022850"/>
            <a:ext cx="4492625" cy="597535"/>
            <a:chOff x="5153025" y="5022850"/>
            <a:chExt cx="4492625" cy="597535"/>
          </a:xfrm>
        </p:grpSpPr>
        <p:sp>
          <p:nvSpPr>
            <p:cNvPr id="19" name="VectorPath 19"/>
            <p:cNvSpPr/>
            <p:nvPr/>
          </p:nvSpPr>
          <p:spPr>
            <a:xfrm>
              <a:off x="5157724" y="5027816"/>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F2F2F2">
                <a:alpha val="100000"/>
              </a:srgbClr>
            </a:solidFill>
          </p:spPr>
        </p:sp>
        <p:sp>
          <p:nvSpPr>
            <p:cNvPr id="20" name="VectorPath 20"/>
            <p:cNvSpPr/>
            <p:nvPr/>
          </p:nvSpPr>
          <p:spPr>
            <a:xfrm>
              <a:off x="5152962" y="5023053"/>
              <a:ext cx="4492752" cy="597040"/>
            </a:xfrm>
            <a:custGeom>
              <a:avLst/>
              <a:gdLst/>
              <a:ahLst/>
              <a:cxnLst/>
              <a:rect l="l" t="t" r="r" b="b"/>
              <a:pathLst>
                <a:path w="4492625" h="597040">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sp>
        <p:nvSpPr>
          <p:cNvPr id="21" name="TextBox21"/>
          <p:cNvSpPr txBox="1"/>
          <p:nvPr/>
        </p:nvSpPr>
        <p:spPr>
          <a:xfrm>
            <a:off x="5966460" y="1925955"/>
            <a:ext cx="2867025" cy="381000"/>
          </a:xfrm>
          <a:prstGeom prst="rect">
            <a:avLst/>
          </a:prstGeom>
          <a:noFill/>
        </p:spPr>
        <p:txBody>
          <a:bodyPr wrap="square" lIns="0" tIns="0" rIns="0" bIns="0" rtlCol="0">
            <a:spAutoFit/>
          </a:bodyPr>
          <a:lstStyle/>
          <a:p>
            <a:pPr marL="0" marR="0" indent="0" eaLnBrk="0">
              <a:lnSpc>
                <a:spcPct val="103993"/>
              </a:lnSpc>
            </a:pPr>
            <a:r>
              <a:rPr lang="en-US" altLang="zh-CN" sz="3600" kern="0" spc="0" baseline="2838" noProof="0" dirty="0">
                <a:solidFill>
                  <a:srgbClr val="FFFFFF"/>
                </a:solidFill>
                <a:latin typeface="Arial" pitchFamily="34" charset="0"/>
                <a:ea typeface="Arial" pitchFamily="34" charset="0"/>
                <a:cs typeface="Arial" pitchFamily="34" charset="0"/>
              </a:rPr>
              <a:t>Part</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FFFFFF"/>
                </a:solidFill>
                <a:latin typeface="Arial" pitchFamily="34" charset="0"/>
                <a:ea typeface="Arial" pitchFamily="34" charset="0"/>
                <a:cs typeface="Arial" pitchFamily="34" charset="0"/>
              </a:rPr>
              <a:t>1</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FFFFFF"/>
                </a:solidFill>
                <a:latin typeface="Arial" pitchFamily="34" charset="0"/>
                <a:ea typeface="Arial" pitchFamily="34" charset="0"/>
                <a:cs typeface="Arial" pitchFamily="34" charset="0"/>
              </a:rPr>
              <a:t>CANNBot</a:t>
            </a:r>
            <a:r>
              <a:rPr lang="en-US" altLang="zh-CN" sz="3600" kern="0" spc="0" baseline="2838" noProof="0" dirty="0">
                <a:solidFill>
                  <a:srgbClr val="FFFFFF"/>
                </a:solidFill>
                <a:latin typeface="SimHei" pitchFamily="49" charset="0"/>
                <a:ea typeface="SimHei" pitchFamily="49" charset="0"/>
                <a:cs typeface="SimHei" pitchFamily="49" charset="0"/>
              </a:rPr>
              <a:t>概述</a:t>
            </a:r>
          </a:p>
        </p:txBody>
      </p:sp>
      <p:sp>
        <p:nvSpPr>
          <p:cNvPr id="22" name="TextBox22"/>
          <p:cNvSpPr txBox="1"/>
          <p:nvPr/>
        </p:nvSpPr>
        <p:spPr>
          <a:xfrm>
            <a:off x="6334125" y="3088640"/>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2" noProof="0" dirty="0">
                <a:solidFill>
                  <a:srgbClr val="BFBFBF"/>
                </a:solidFill>
                <a:latin typeface="SimHei" pitchFamily="49" charset="0"/>
                <a:ea typeface="SimHei" pitchFamily="49" charset="0"/>
                <a:cs typeface="SimHei" pitchFamily="49" charset="0"/>
              </a:rPr>
              <a:t>Part</a:t>
            </a:r>
            <a:r>
              <a:rPr lang="en-US" altLang="zh-CN" sz="3600" kern="0" spc="-550" baseline="4172" noProof="0" dirty="0">
                <a:latin typeface="SimHei" pitchFamily="49" charset="0"/>
                <a:ea typeface="SimHei" pitchFamily="49" charset="0"/>
                <a:cs typeface="SimHei" pitchFamily="49" charset="0"/>
              </a:rPr>
              <a:t> </a:t>
            </a:r>
            <a:r>
              <a:rPr lang="en-US" altLang="zh-CN" sz="3600" kern="0" spc="-100" baseline="4172" noProof="0" dirty="0">
                <a:solidFill>
                  <a:srgbClr val="BFBFBF"/>
                </a:solidFill>
                <a:latin typeface="SimHei" pitchFamily="49" charset="0"/>
                <a:ea typeface="SimHei" pitchFamily="49" charset="0"/>
                <a:cs typeface="SimHei" pitchFamily="49" charset="0"/>
              </a:rPr>
              <a:t>2</a:t>
            </a:r>
            <a:r>
              <a:rPr lang="en-US" altLang="zh-CN" sz="3600" kern="0" spc="-550" baseline="4172" noProof="0" dirty="0">
                <a:latin typeface="SimHei" pitchFamily="49" charset="0"/>
                <a:ea typeface="SimHei" pitchFamily="49" charset="0"/>
                <a:cs typeface="SimHei" pitchFamily="49" charset="0"/>
              </a:rPr>
              <a:t> </a:t>
            </a:r>
            <a:r>
              <a:rPr lang="en-US" altLang="zh-CN" sz="3600" kern="0" spc="-60" baseline="4172" noProof="0" dirty="0">
                <a:solidFill>
                  <a:srgbClr val="BFBFBF"/>
                </a:solidFill>
                <a:latin typeface="SimHei" pitchFamily="49" charset="0"/>
                <a:ea typeface="SimHei" pitchFamily="49" charset="0"/>
                <a:cs typeface="SimHei" pitchFamily="49" charset="0"/>
              </a:rPr>
              <a:t>环境搭建</a:t>
            </a:r>
          </a:p>
        </p:txBody>
      </p:sp>
      <p:sp>
        <p:nvSpPr>
          <p:cNvPr id="23" name="TextBox23"/>
          <p:cNvSpPr txBox="1"/>
          <p:nvPr/>
        </p:nvSpPr>
        <p:spPr>
          <a:xfrm>
            <a:off x="6181725" y="4117975"/>
            <a:ext cx="24384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BFBFB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BFBFBF"/>
                </a:solidFill>
                <a:latin typeface="SimHei" pitchFamily="49" charset="0"/>
                <a:ea typeface="SimHei" pitchFamily="49" charset="0"/>
                <a:cs typeface="SimHei" pitchFamily="49" charset="0"/>
              </a:rPr>
              <a:t>3</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BFBFBF"/>
                </a:solidFill>
                <a:latin typeface="SimHei" pitchFamily="49" charset="0"/>
                <a:ea typeface="SimHei" pitchFamily="49" charset="0"/>
                <a:cs typeface="SimHei" pitchFamily="49" charset="0"/>
              </a:rPr>
              <a:t>核心工作流</a:t>
            </a:r>
          </a:p>
        </p:txBody>
      </p:sp>
      <p:sp>
        <p:nvSpPr>
          <p:cNvPr id="24" name="TextBox24"/>
          <p:cNvSpPr txBox="1"/>
          <p:nvPr/>
        </p:nvSpPr>
        <p:spPr>
          <a:xfrm>
            <a:off x="6334125" y="5145405"/>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BFBFB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BFBFBF"/>
                </a:solidFill>
                <a:latin typeface="SimHei" pitchFamily="49" charset="0"/>
                <a:ea typeface="SimHei" pitchFamily="49" charset="0"/>
                <a:cs typeface="SimHei" pitchFamily="49" charset="0"/>
              </a:rPr>
              <a:t>4</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BFBFBF"/>
                </a:solidFill>
                <a:latin typeface="SimHei" pitchFamily="49" charset="0"/>
                <a:ea typeface="SimHei" pitchFamily="49" charset="0"/>
                <a:cs typeface="SimHei" pitchFamily="49" charset="0"/>
              </a:rPr>
              <a:t>实操演示</a:t>
            </a:r>
          </a:p>
        </p:txBody>
      </p:sp>
      <p:pic>
        <p:nvPicPr>
          <p:cNvPr id="25" name="380B4856-70BA-480C-26CE-0BC33849356A"/>
          <p:cNvPicPr>
            <a:picLocks noChangeAspect="1"/>
          </p:cNvPicPr>
          <p:nvPr/>
        </p:nvPicPr>
        <p:blipFill>
          <a:blip r:embed="rId4" cstate="print">
            <a:extLst>
              <a:ext uri="{89898B5E-454C-446E-FC09-50FA79F0D754}"/>
            </a:extLst>
          </a:blip>
          <a:srcRect/>
          <a:stretch>
            <a:fillRect/>
          </a:stretch>
        </p:blipFill>
        <p:spPr>
          <a:xfrm>
            <a:off x="10137140" y="6043295"/>
            <a:ext cx="1316567" cy="351367"/>
          </a:xfrm>
          <a:prstGeom prst="rect">
            <a:avLst/>
          </a:prstGeom>
        </p:spPr>
      </p:pic>
    </p:spTree>
    <p:extLst>
      <p:ext uri="{74984C0C-A8E1-43EA-43F0-F2865EABD2F5}"/>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26"/>
          <p:cNvSpPr txBox="1"/>
          <p:nvPr/>
        </p:nvSpPr>
        <p:spPr>
          <a:xfrm>
            <a:off x="339090" y="228600"/>
            <a:ext cx="2881312" cy="434975"/>
          </a:xfrm>
          <a:prstGeom prst="rect">
            <a:avLst/>
          </a:prstGeom>
          <a:noFill/>
        </p:spPr>
        <p:txBody>
          <a:bodyPr wrap="square" lIns="0" tIns="0" rIns="0" bIns="0" rtlCol="0">
            <a:spAutoFit/>
          </a:bodyPr>
          <a:lstStyle/>
          <a:p>
            <a:pPr marL="0" marR="0" indent="0" eaLnBrk="0">
              <a:lnSpc>
                <a:spcPct val="103787"/>
              </a:lnSpc>
            </a:pPr>
            <a:r>
              <a:rPr lang="en-US" altLang="zh-CN" sz="2750" b="1" kern="0" spc="-15" baseline="0" noProof="0" dirty="0">
                <a:solidFill>
                  <a:srgbClr val="1E293B"/>
                </a:solidFill>
                <a:latin typeface="Arial" pitchFamily="34" charset="0"/>
                <a:ea typeface="Arial" pitchFamily="34" charset="0"/>
                <a:cs typeface="Arial" pitchFamily="34" charset="0"/>
              </a:rPr>
              <a:t>CANNB</a:t>
            </a:r>
            <a:r>
              <a:rPr lang="en-US" altLang="zh-CN" sz="2750" b="1" kern="0" spc="0" baseline="0" noProof="0" dirty="0">
                <a:solidFill>
                  <a:srgbClr val="1E293B"/>
                </a:solidFill>
                <a:latin typeface="Arial" pitchFamily="34" charset="0"/>
                <a:ea typeface="Arial" pitchFamily="34" charset="0"/>
                <a:cs typeface="Arial" pitchFamily="34" charset="0"/>
              </a:rPr>
              <a:t>ot</a:t>
            </a:r>
            <a:r>
              <a:rPr lang="en-US" altLang="zh-CN" sz="2750" b="1" kern="0" spc="0" baseline="0" noProof="0" dirty="0">
                <a:solidFill>
                  <a:srgbClr val="1E293B"/>
                </a:solidFill>
                <a:latin typeface="SimHei" pitchFamily="49" charset="0"/>
                <a:ea typeface="SimHei" pitchFamily="49" charset="0"/>
                <a:cs typeface="SimHei" pitchFamily="49" charset="0"/>
              </a:rPr>
              <a:t>是什么?</a:t>
            </a:r>
          </a:p>
        </p:txBody>
      </p:sp>
      <p:pic>
        <p:nvPicPr>
          <p:cNvPr id="27" name="BC26556F-459D-4BD2-85C8-7E315043FCD7"/>
          <p:cNvPicPr>
            <a:picLocks noChangeAspect="1"/>
          </p:cNvPicPr>
          <p:nvPr/>
        </p:nvPicPr>
        <p:blipFill>
          <a:blip r:embed="rId3" cstate="print">
            <a:extLst>
              <a:ext uri="{30994014-721A-48BB-F3E7-40912D39BC8C}"/>
            </a:extLst>
          </a:blip>
          <a:srcRect/>
          <a:stretch>
            <a:fillRect/>
          </a:stretch>
        </p:blipFill>
        <p:spPr>
          <a:xfrm>
            <a:off x="316865" y="1231265"/>
            <a:ext cx="8839200" cy="1236133"/>
          </a:xfrm>
          <a:prstGeom prst="rect">
            <a:avLst/>
          </a:prstGeom>
        </p:spPr>
      </p:pic>
      <p:grpSp>
        <p:nvGrpSpPr>
          <p:cNvPr id="28" name="Combination 28"/>
          <p:cNvGrpSpPr/>
          <p:nvPr/>
        </p:nvGrpSpPr>
        <p:grpSpPr>
          <a:xfrm>
            <a:off x="346075" y="1252220"/>
            <a:ext cx="8780146" cy="1177925"/>
            <a:chOff x="346075" y="1252220"/>
            <a:chExt cx="8780146" cy="1177925"/>
          </a:xfrm>
        </p:grpSpPr>
        <p:sp>
          <p:nvSpPr>
            <p:cNvPr id="29" name="VectorPath 29"/>
            <p:cNvSpPr/>
            <p:nvPr/>
          </p:nvSpPr>
          <p:spPr>
            <a:xfrm>
              <a:off x="346075" y="1252220"/>
              <a:ext cx="8780146" cy="1177925"/>
            </a:xfrm>
            <a:custGeom>
              <a:avLst/>
              <a:gdLst/>
              <a:ahLst/>
              <a:cxnLst/>
              <a:rect l="l" t="t" r="r" b="b"/>
              <a:pathLst>
                <a:path w="8780146" h="1177925">
                  <a:moveTo>
                    <a:pt x="34633" y="0"/>
                  </a:moveTo>
                  <a:lnTo>
                    <a:pt x="8676260" y="0"/>
                  </a:lnTo>
                  <a:cubicBezTo>
                    <a:pt x="8733664" y="0"/>
                    <a:pt x="8780146" y="46482"/>
                    <a:pt x="8780146" y="103886"/>
                  </a:cubicBezTo>
                  <a:lnTo>
                    <a:pt x="8780146" y="1074039"/>
                  </a:lnTo>
                  <a:cubicBezTo>
                    <a:pt x="8780146" y="1131443"/>
                    <a:pt x="8733664" y="1177925"/>
                    <a:pt x="8676260" y="1177925"/>
                  </a:cubicBezTo>
                  <a:lnTo>
                    <a:pt x="34633" y="1177925"/>
                  </a:lnTo>
                  <a:cubicBezTo>
                    <a:pt x="15507" y="1177925"/>
                    <a:pt x="0" y="1162431"/>
                    <a:pt x="0" y="1143254"/>
                  </a:cubicBezTo>
                  <a:lnTo>
                    <a:pt x="0" y="34671"/>
                  </a:lnTo>
                  <a:cubicBezTo>
                    <a:pt x="0" y="15494"/>
                    <a:pt x="15519" y="0"/>
                    <a:pt x="34633" y="0"/>
                  </a:cubicBezTo>
                </a:path>
              </a:pathLst>
            </a:custGeom>
            <a:solidFill>
              <a:srgbClr val="FFFFFF">
                <a:alpha val="100000"/>
              </a:srgbClr>
            </a:solidFill>
          </p:spPr>
        </p:sp>
        <p:sp>
          <p:nvSpPr>
            <p:cNvPr id="30" name="VectorPath 30"/>
            <p:cNvSpPr/>
            <p:nvPr/>
          </p:nvSpPr>
          <p:spPr>
            <a:xfrm>
              <a:off x="346075" y="1252220"/>
              <a:ext cx="34925" cy="1177925"/>
            </a:xfrm>
            <a:custGeom>
              <a:avLst/>
              <a:gdLst/>
              <a:ahLst/>
              <a:cxnLst/>
              <a:rect l="l" t="t" r="r" b="b"/>
              <a:pathLst>
                <a:path w="34925" h="1177925">
                  <a:moveTo>
                    <a:pt x="34925" y="0"/>
                  </a:moveTo>
                  <a:lnTo>
                    <a:pt x="34925" y="0"/>
                  </a:lnTo>
                  <a:lnTo>
                    <a:pt x="34925" y="1177925"/>
                  </a:lnTo>
                  <a:lnTo>
                    <a:pt x="34925" y="1177925"/>
                  </a:lnTo>
                  <a:cubicBezTo>
                    <a:pt x="15634" y="1177925"/>
                    <a:pt x="0" y="1162431"/>
                    <a:pt x="0" y="1143254"/>
                  </a:cubicBezTo>
                  <a:lnTo>
                    <a:pt x="0" y="34671"/>
                  </a:lnTo>
                  <a:cubicBezTo>
                    <a:pt x="0" y="15494"/>
                    <a:pt x="15646" y="0"/>
                    <a:pt x="34925" y="0"/>
                  </a:cubicBezTo>
                </a:path>
              </a:pathLst>
            </a:custGeom>
            <a:solidFill>
              <a:srgbClr val="2563EB">
                <a:alpha val="100000"/>
              </a:srgbClr>
            </a:solidFill>
          </p:spPr>
        </p:sp>
        <p:sp>
          <p:nvSpPr>
            <p:cNvPr id="31" name="VectorPath 31"/>
            <p:cNvSpPr/>
            <p:nvPr/>
          </p:nvSpPr>
          <p:spPr>
            <a:xfrm>
              <a:off x="570865" y="1459865"/>
              <a:ext cx="415925" cy="415925"/>
            </a:xfrm>
            <a:custGeom>
              <a:avLst/>
              <a:gdLst/>
              <a:ahLst/>
              <a:cxnLst/>
              <a:rect l="l" t="t" r="r" b="b"/>
              <a:pathLst>
                <a:path w="415925" h="415925">
                  <a:moveTo>
                    <a:pt x="69317" y="0"/>
                  </a:moveTo>
                  <a:lnTo>
                    <a:pt x="346608" y="0"/>
                  </a:lnTo>
                  <a:cubicBezTo>
                    <a:pt x="384861" y="0"/>
                    <a:pt x="415925" y="31115"/>
                    <a:pt x="415925" y="69342"/>
                  </a:cubicBezTo>
                  <a:lnTo>
                    <a:pt x="415925" y="346583"/>
                  </a:lnTo>
                  <a:cubicBezTo>
                    <a:pt x="415925" y="384937"/>
                    <a:pt x="384886" y="415925"/>
                    <a:pt x="346608" y="415925"/>
                  </a:cubicBezTo>
                  <a:lnTo>
                    <a:pt x="69317" y="415925"/>
                  </a:lnTo>
                  <a:cubicBezTo>
                    <a:pt x="31064" y="415925"/>
                    <a:pt x="0" y="384810"/>
                    <a:pt x="0" y="346583"/>
                  </a:cubicBezTo>
                  <a:lnTo>
                    <a:pt x="0" y="69342"/>
                  </a:lnTo>
                  <a:cubicBezTo>
                    <a:pt x="0" y="31115"/>
                    <a:pt x="31064" y="0"/>
                    <a:pt x="69317" y="0"/>
                  </a:cubicBezTo>
                </a:path>
              </a:pathLst>
            </a:custGeom>
            <a:solidFill>
              <a:srgbClr val="2563EB">
                <a:alpha val="10000"/>
              </a:srgbClr>
            </a:solidFill>
          </p:spPr>
        </p:sp>
        <p:sp>
          <p:nvSpPr>
            <p:cNvPr id="32" name="VectorPath 32"/>
            <p:cNvSpPr/>
            <p:nvPr/>
          </p:nvSpPr>
          <p:spPr>
            <a:xfrm>
              <a:off x="675005" y="1563370"/>
              <a:ext cx="207645" cy="207645"/>
            </a:xfrm>
            <a:custGeom>
              <a:avLst/>
              <a:gdLst/>
              <a:ahLst/>
              <a:cxnLst/>
              <a:rect l="l" t="t" r="r" b="b"/>
              <a:pathLst>
                <a:path w="207645" h="207645">
                  <a:moveTo>
                    <a:pt x="181686" y="103759"/>
                  </a:moveTo>
                  <a:cubicBezTo>
                    <a:pt x="181686" y="60833"/>
                    <a:pt x="146799" y="25908"/>
                    <a:pt x="103823" y="25908"/>
                  </a:cubicBezTo>
                  <a:cubicBezTo>
                    <a:pt x="60846" y="25908"/>
                    <a:pt x="25959" y="60833"/>
                    <a:pt x="25959" y="103759"/>
                  </a:cubicBezTo>
                  <a:cubicBezTo>
                    <a:pt x="25959" y="146812"/>
                    <a:pt x="60846" y="181737"/>
                    <a:pt x="103823" y="181737"/>
                  </a:cubicBezTo>
                  <a:cubicBezTo>
                    <a:pt x="146799" y="181737"/>
                    <a:pt x="181686" y="146812"/>
                    <a:pt x="181686" y="103759"/>
                  </a:cubicBezTo>
                  <a:moveTo>
                    <a:pt x="0" y="103759"/>
                  </a:moveTo>
                  <a:cubicBezTo>
                    <a:pt x="0" y="46482"/>
                    <a:pt x="46520" y="0"/>
                    <a:pt x="103823" y="0"/>
                  </a:cubicBezTo>
                  <a:cubicBezTo>
                    <a:pt x="161125" y="0"/>
                    <a:pt x="207645" y="46482"/>
                    <a:pt x="207645" y="103759"/>
                  </a:cubicBezTo>
                  <a:cubicBezTo>
                    <a:pt x="207645" y="161163"/>
                    <a:pt x="161125" y="207645"/>
                    <a:pt x="103823" y="207645"/>
                  </a:cubicBezTo>
                  <a:cubicBezTo>
                    <a:pt x="46520" y="207645"/>
                    <a:pt x="0" y="161163"/>
                    <a:pt x="0" y="103759"/>
                  </a:cubicBezTo>
                  <a:moveTo>
                    <a:pt x="103823" y="136271"/>
                  </a:moveTo>
                  <a:cubicBezTo>
                    <a:pt x="121730" y="136271"/>
                    <a:pt x="136271" y="121666"/>
                    <a:pt x="136271" y="103759"/>
                  </a:cubicBezTo>
                  <a:cubicBezTo>
                    <a:pt x="136271" y="85979"/>
                    <a:pt x="121730" y="71374"/>
                    <a:pt x="103823" y="71374"/>
                  </a:cubicBezTo>
                  <a:cubicBezTo>
                    <a:pt x="85916" y="71374"/>
                    <a:pt x="71374" y="85979"/>
                    <a:pt x="71374" y="103759"/>
                  </a:cubicBezTo>
                  <a:cubicBezTo>
                    <a:pt x="71374" y="121666"/>
                    <a:pt x="85916" y="136271"/>
                    <a:pt x="103823" y="136271"/>
                  </a:cubicBezTo>
                  <a:moveTo>
                    <a:pt x="103823" y="45466"/>
                  </a:moveTo>
                  <a:cubicBezTo>
                    <a:pt x="136055" y="45466"/>
                    <a:pt x="162217" y="71628"/>
                    <a:pt x="162217" y="103759"/>
                  </a:cubicBezTo>
                  <a:cubicBezTo>
                    <a:pt x="162217" y="136017"/>
                    <a:pt x="136055" y="162179"/>
                    <a:pt x="103823" y="162179"/>
                  </a:cubicBezTo>
                  <a:cubicBezTo>
                    <a:pt x="71590" y="162179"/>
                    <a:pt x="45428" y="136017"/>
                    <a:pt x="45428" y="103759"/>
                  </a:cubicBezTo>
                  <a:cubicBezTo>
                    <a:pt x="45428" y="71628"/>
                    <a:pt x="71590" y="45466"/>
                    <a:pt x="103823" y="45466"/>
                  </a:cubicBezTo>
                  <a:moveTo>
                    <a:pt x="90843" y="103759"/>
                  </a:moveTo>
                  <a:cubicBezTo>
                    <a:pt x="90843" y="96647"/>
                    <a:pt x="96660" y="90805"/>
                    <a:pt x="103823" y="90805"/>
                  </a:cubicBezTo>
                  <a:cubicBezTo>
                    <a:pt x="110985" y="90805"/>
                    <a:pt x="116802" y="96647"/>
                    <a:pt x="116802" y="103759"/>
                  </a:cubicBezTo>
                  <a:cubicBezTo>
                    <a:pt x="116802" y="110998"/>
                    <a:pt x="110985" y="116840"/>
                    <a:pt x="103823" y="116840"/>
                  </a:cubicBezTo>
                  <a:cubicBezTo>
                    <a:pt x="96660" y="116840"/>
                    <a:pt x="90843" y="110998"/>
                    <a:pt x="90843" y="103759"/>
                  </a:cubicBezTo>
                </a:path>
              </a:pathLst>
            </a:custGeom>
            <a:solidFill>
              <a:srgbClr val="2563EB">
                <a:alpha val="100000"/>
              </a:srgbClr>
            </a:solidFill>
          </p:spPr>
        </p:sp>
      </p:grpSp>
      <p:sp>
        <p:nvSpPr>
          <p:cNvPr id="33" name="TextBox33"/>
          <p:cNvSpPr txBox="1"/>
          <p:nvPr/>
        </p:nvSpPr>
        <p:spPr>
          <a:xfrm>
            <a:off x="1125220" y="1482090"/>
            <a:ext cx="811212" cy="236537"/>
          </a:xfrm>
          <a:prstGeom prst="rect">
            <a:avLst/>
          </a:prstGeom>
          <a:noFill/>
        </p:spPr>
        <p:txBody>
          <a:bodyPr wrap="square" lIns="0" tIns="0" rIns="0" bIns="0" rtlCol="0">
            <a:spAutoFit/>
          </a:bodyPr>
          <a:lstStyle/>
          <a:p>
            <a:pPr marL="0" marR="0" indent="0" eaLnBrk="0">
              <a:lnSpc>
                <a:spcPct val="100000"/>
              </a:lnSpc>
            </a:pPr>
            <a:r>
              <a:rPr lang="en-US" altLang="zh-CN" sz="2325" b="1" kern="0" spc="-25" baseline="4087" noProof="0" dirty="0">
                <a:solidFill>
                  <a:srgbClr val="1E293B"/>
                </a:solidFill>
                <a:latin typeface="SimHei" pitchFamily="49" charset="0"/>
                <a:ea typeface="SimHei" pitchFamily="49" charset="0"/>
                <a:cs typeface="SimHei" pitchFamily="49" charset="0"/>
              </a:rPr>
              <a:t>核心定位</a:t>
            </a:r>
          </a:p>
        </p:txBody>
      </p:sp>
      <p:sp>
        <p:nvSpPr>
          <p:cNvPr id="34" name="TextBox34"/>
          <p:cNvSpPr txBox="1"/>
          <p:nvPr/>
        </p:nvSpPr>
        <p:spPr>
          <a:xfrm>
            <a:off x="1125220" y="1804035"/>
            <a:ext cx="7751762" cy="425437"/>
          </a:xfrm>
          <a:prstGeom prst="rect">
            <a:avLst/>
          </a:prstGeom>
          <a:noFill/>
        </p:spPr>
        <p:txBody>
          <a:bodyPr wrap="square" lIns="0" tIns="0" rIns="0" bIns="0" rtlCol="0">
            <a:spAutoFit/>
          </a:bodyPr>
          <a:lstStyle/>
          <a:p>
            <a:pPr marL="0" marR="0" indent="0" eaLnBrk="0">
              <a:lnSpc>
                <a:spcPct val="119965"/>
              </a:lnSpc>
            </a:pPr>
            <a:r>
              <a:rPr lang="en-US" altLang="zh-CN" sz="1200" kern="0" spc="0" baseline="0" noProof="0" dirty="0">
                <a:solidFill>
                  <a:srgbClr val="64748B"/>
                </a:solidFill>
                <a:latin typeface="SimHei" pitchFamily="49" charset="0"/>
                <a:ea typeface="SimHei" pitchFamily="49" charset="0"/>
                <a:cs typeface="SimHei" pitchFamily="49" charset="0"/>
              </a:rPr>
              <a:t>CANNBot是面向</a:t>
            </a:r>
            <a:r>
              <a:rPr lang="en-US" altLang="zh-CN" sz="1200" kern="0" spc="-15" baseline="0" noProof="0" dirty="0">
                <a:latin typeface="SimHei" pitchFamily="49" charset="0"/>
                <a:ea typeface="SimHei" pitchFamily="49" charset="0"/>
                <a:cs typeface="SimHei" pitchFamily="49" charset="0"/>
              </a:rPr>
              <a:t> </a:t>
            </a:r>
            <a:r>
              <a:rPr lang="en-US" altLang="zh-CN" sz="1200" b="1" kern="0" spc="0" baseline="0" noProof="0" dirty="0" err="1">
                <a:solidFill>
                  <a:srgbClr val="2563EB"/>
                </a:solidFill>
                <a:latin typeface="SimHei" pitchFamily="49" charset="0"/>
                <a:ea typeface="SimHei" pitchFamily="49" charset="0"/>
                <a:cs typeface="SimHei" pitchFamily="49" charset="0"/>
              </a:rPr>
              <a:t>CANN开发</a:t>
            </a:r>
            <a:r>
              <a:rPr lang="en-US" altLang="zh-CN" sz="1200" b="1" kern="0" spc="-15" baseline="0" noProof="0" dirty="0">
                <a:latin typeface="SimHei" pitchFamily="49" charset="0"/>
                <a:ea typeface="SimHei" pitchFamily="49" charset="0"/>
                <a:cs typeface="SimHei" pitchFamily="49" charset="0"/>
              </a:rPr>
              <a:t> </a:t>
            </a:r>
            <a:r>
              <a:rPr lang="en-US" altLang="zh-CN" sz="1200" kern="0" spc="0" baseline="0" noProof="0" dirty="0">
                <a:solidFill>
                  <a:srgbClr val="64748B"/>
                </a:solidFill>
                <a:latin typeface="SimHei" pitchFamily="49" charset="0"/>
                <a:ea typeface="SimHei" pitchFamily="49" charset="0"/>
                <a:cs typeface="SimHei" pitchFamily="49" charset="0"/>
              </a:rPr>
              <a:t>的</a:t>
            </a:r>
            <a:r>
              <a:rPr lang="zh-CN" altLang="en-US" sz="1200" kern="0" spc="0" baseline="0" noProof="0" dirty="0">
                <a:solidFill>
                  <a:srgbClr val="64748B"/>
                </a:solidFill>
                <a:latin typeface="SimHei" pitchFamily="49" charset="0"/>
                <a:ea typeface="SimHei" pitchFamily="49" charset="0"/>
                <a:cs typeface="SimHei" pitchFamily="49" charset="0"/>
              </a:rPr>
              <a:t>一</a:t>
            </a:r>
            <a:r>
              <a:rPr lang="en-US" altLang="zh-CN" sz="1200" kern="0" spc="0" baseline="0" noProof="0" dirty="0" err="1">
                <a:solidFill>
                  <a:srgbClr val="64748B"/>
                </a:solidFill>
                <a:latin typeface="SimHei" pitchFamily="49" charset="0"/>
                <a:ea typeface="SimHei" pitchFamily="49" charset="0"/>
                <a:cs typeface="SimHei" pitchFamily="49" charset="0"/>
              </a:rPr>
              <a:t>系列智能体，旨在提升开发效率</a:t>
            </a:r>
            <a:r>
              <a:rPr lang="en-US" altLang="zh-CN" sz="1200" kern="0" spc="0" baseline="0" noProof="0" dirty="0">
                <a:solidFill>
                  <a:srgbClr val="64748B"/>
                </a:solidFill>
                <a:latin typeface="SimHei" pitchFamily="49" charset="0"/>
                <a:ea typeface="SimHei" pitchFamily="49" charset="0"/>
                <a:cs typeface="SimHei" pitchFamily="49" charset="0"/>
              </a:rPr>
              <a:t>。</a:t>
            </a:r>
            <a:r>
              <a:rPr lang="zh-CN" altLang="en-US" sz="1200" kern="0" dirty="0">
                <a:solidFill>
                  <a:srgbClr val="64748B"/>
                </a:solidFill>
                <a:latin typeface="SimHei" pitchFamily="49" charset="0"/>
                <a:ea typeface="SimHei" pitchFamily="49" charset="0"/>
                <a:cs typeface="SimHei" pitchFamily="49" charset="0"/>
              </a:rPr>
              <a:t>本</a:t>
            </a:r>
            <a:r>
              <a:rPr lang="en-US" altLang="zh-CN" sz="1200" kern="0" spc="0" baseline="0" noProof="0" dirty="0" err="1">
                <a:solidFill>
                  <a:srgbClr val="64748B"/>
                </a:solidFill>
                <a:latin typeface="SimHei" pitchFamily="49" charset="0"/>
                <a:ea typeface="SimHei" pitchFamily="49" charset="0"/>
                <a:cs typeface="SimHei" pitchFamily="49" charset="0"/>
              </a:rPr>
              <a:t>仓库为其提供可复用的</a:t>
            </a:r>
            <a:r>
              <a:rPr lang="en-US" altLang="zh-CN" sz="1200" kern="0" spc="-15"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Skills模块</a:t>
            </a:r>
            <a:r>
              <a:rPr lang="en-US" altLang="zh-CN" sz="1200" b="1" kern="0" spc="-15" baseline="0" noProof="0" dirty="0">
                <a:latin typeface="SimHei" pitchFamily="49" charset="0"/>
                <a:ea typeface="SimHei" pitchFamily="49" charset="0"/>
                <a:cs typeface="SimHei" pitchFamily="49" charset="0"/>
              </a:rPr>
              <a:t> </a:t>
            </a:r>
            <a:r>
              <a:rPr lang="en-US" altLang="zh-CN" sz="1200" kern="0" spc="0" baseline="0" noProof="0" dirty="0">
                <a:solidFill>
                  <a:srgbClr val="64748B"/>
                </a:solidFill>
                <a:latin typeface="SimHei" pitchFamily="49" charset="0"/>
                <a:ea typeface="SimHei" pitchFamily="49" charset="0"/>
                <a:cs typeface="SimHei" pitchFamily="49" charset="0"/>
              </a:rPr>
              <a:t>，目前已实现</a:t>
            </a:r>
            <a:r>
              <a:rPr lang="en-US" altLang="zh-CN" sz="1200" kern="0" spc="0"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Ascend</a:t>
            </a:r>
            <a:r>
              <a:rPr lang="en-US" altLang="zh-CN" sz="1200" b="1" kern="0" spc="-15"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C</a:t>
            </a:r>
            <a:r>
              <a:rPr lang="en-US" altLang="zh-CN" sz="1200" b="1" kern="0" spc="-15"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a:t>
            </a:r>
            <a:r>
              <a:rPr lang="en-US" altLang="zh-CN" sz="1200" b="0" i="0" dirty="0">
                <a:solidFill>
                  <a:srgbClr val="252B3A"/>
                </a:solidFill>
                <a:effectLst/>
                <a:latin typeface="Arial" panose="020B0604020202020204" pitchFamily="34" charset="0"/>
              </a:rPr>
              <a:t> </a:t>
            </a:r>
            <a:r>
              <a:rPr lang="en-US" altLang="zh-CN" sz="1200" b="1" kern="0" dirty="0">
                <a:solidFill>
                  <a:srgbClr val="2563EB"/>
                </a:solidFill>
                <a:latin typeface="SimHei" pitchFamily="49" charset="0"/>
                <a:ea typeface="SimHei" pitchFamily="49" charset="0"/>
              </a:rPr>
              <a:t>CATALASS / </a:t>
            </a:r>
            <a:r>
              <a:rPr lang="en-US" altLang="zh-CN" sz="1200" b="1" kern="0" dirty="0" err="1">
                <a:solidFill>
                  <a:srgbClr val="2563EB"/>
                </a:solidFill>
                <a:latin typeface="SimHei" pitchFamily="49" charset="0"/>
                <a:ea typeface="SimHei" pitchFamily="49" charset="0"/>
              </a:rPr>
              <a:t>PyPTO</a:t>
            </a:r>
            <a:r>
              <a:rPr lang="en-US" altLang="zh-CN" sz="1200" b="1" kern="0" dirty="0">
                <a:solidFill>
                  <a:srgbClr val="2563EB"/>
                </a:solidFill>
                <a:latin typeface="SimHei" pitchFamily="49" charset="0"/>
                <a:ea typeface="SimHei" pitchFamily="49" charset="0"/>
              </a:rPr>
              <a:t> / </a:t>
            </a:r>
            <a:r>
              <a:rPr lang="en-US" altLang="zh-CN" sz="1200" b="1" kern="0" dirty="0" err="1">
                <a:solidFill>
                  <a:srgbClr val="2563EB"/>
                </a:solidFill>
                <a:latin typeface="SimHei" pitchFamily="49" charset="0"/>
                <a:ea typeface="SimHei" pitchFamily="49" charset="0"/>
              </a:rPr>
              <a:t>TileLang</a:t>
            </a:r>
            <a:r>
              <a:rPr lang="en-US" altLang="zh-CN" sz="1200" b="1" kern="0" dirty="0">
                <a:solidFill>
                  <a:srgbClr val="2563EB"/>
                </a:solidFill>
                <a:latin typeface="SimHei" pitchFamily="49" charset="0"/>
                <a:ea typeface="SimHei" pitchFamily="49" charset="0"/>
              </a:rPr>
              <a:t> / Triton </a:t>
            </a:r>
            <a:r>
              <a:rPr lang="en-US" altLang="zh-CN" sz="1200" b="1" kern="0" spc="0" baseline="0" noProof="0" dirty="0" err="1">
                <a:solidFill>
                  <a:srgbClr val="2563EB"/>
                </a:solidFill>
                <a:latin typeface="SimHei" pitchFamily="49" charset="0"/>
                <a:ea typeface="SimHei" pitchFamily="49" charset="0"/>
                <a:cs typeface="SimHei" pitchFamily="49" charset="0"/>
              </a:rPr>
              <a:t>算子开发全流程覆盖</a:t>
            </a:r>
            <a:r>
              <a:rPr lang="en-US" altLang="zh-CN" sz="1200" kern="0" spc="0" baseline="0" noProof="0" dirty="0" err="1">
                <a:solidFill>
                  <a:srgbClr val="64748B"/>
                </a:solidFill>
                <a:latin typeface="SimHei" pitchFamily="49" charset="0"/>
                <a:ea typeface="SimHei" pitchFamily="49" charset="0"/>
                <a:cs typeface="SimHei" pitchFamily="49" charset="0"/>
              </a:rPr>
              <a:t>，未来将拓展至CANN更多技术领域</a:t>
            </a:r>
            <a:r>
              <a:rPr lang="en-US" altLang="zh-CN" sz="1200" kern="0" spc="0" baseline="0" noProof="0" dirty="0">
                <a:solidFill>
                  <a:srgbClr val="64748B"/>
                </a:solidFill>
                <a:latin typeface="SimHei" pitchFamily="49" charset="0"/>
                <a:ea typeface="SimHei" pitchFamily="49" charset="0"/>
                <a:cs typeface="SimHei" pitchFamily="49" charset="0"/>
              </a:rPr>
              <a:t>。</a:t>
            </a:r>
            <a:r>
              <a:rPr lang="en-US" altLang="zh-CN" sz="1200" kern="0" spc="0" baseline="0" noProof="0" dirty="0">
                <a:latin typeface="SimHei" pitchFamily="49" charset="0"/>
                <a:ea typeface="SimHei" pitchFamily="49" charset="0"/>
                <a:cs typeface="SimHei" pitchFamily="49" charset="0"/>
              </a:rPr>
              <a:t> </a:t>
            </a:r>
          </a:p>
        </p:txBody>
      </p:sp>
      <p:pic>
        <p:nvPicPr>
          <p:cNvPr id="35" name="F608FABD-0BC0-447A-2D18-F1F92174D364"/>
          <p:cNvPicPr>
            <a:picLocks noChangeAspect="1"/>
          </p:cNvPicPr>
          <p:nvPr/>
        </p:nvPicPr>
        <p:blipFill>
          <a:blip r:embed="rId4" cstate="print">
            <a:extLst>
              <a:ext uri="{C2468BD0-0896-4253-BBCC-A51D6C8ACED0}"/>
            </a:extLst>
          </a:blip>
          <a:srcRect/>
          <a:stretch>
            <a:fillRect/>
          </a:stretch>
        </p:blipFill>
        <p:spPr>
          <a:xfrm>
            <a:off x="316865" y="2909570"/>
            <a:ext cx="8839200" cy="1549400"/>
          </a:xfrm>
          <a:prstGeom prst="rect">
            <a:avLst/>
          </a:prstGeom>
        </p:spPr>
      </p:pic>
      <p:grpSp>
        <p:nvGrpSpPr>
          <p:cNvPr id="36" name="Combination 36"/>
          <p:cNvGrpSpPr/>
          <p:nvPr/>
        </p:nvGrpSpPr>
        <p:grpSpPr>
          <a:xfrm>
            <a:off x="346075" y="2929890"/>
            <a:ext cx="8780146" cy="1489075"/>
            <a:chOff x="346075" y="2929890"/>
            <a:chExt cx="8780146" cy="1489075"/>
          </a:xfrm>
        </p:grpSpPr>
        <p:sp>
          <p:nvSpPr>
            <p:cNvPr id="37" name="VectorPath 37"/>
            <p:cNvSpPr/>
            <p:nvPr/>
          </p:nvSpPr>
          <p:spPr>
            <a:xfrm>
              <a:off x="346075" y="2929890"/>
              <a:ext cx="8780146" cy="1489075"/>
            </a:xfrm>
            <a:custGeom>
              <a:avLst/>
              <a:gdLst/>
              <a:ahLst/>
              <a:cxnLst/>
              <a:rect l="l" t="t" r="r" b="b"/>
              <a:pathLst>
                <a:path w="8780146" h="1489075">
                  <a:moveTo>
                    <a:pt x="34633" y="0"/>
                  </a:moveTo>
                  <a:lnTo>
                    <a:pt x="8676260" y="0"/>
                  </a:lnTo>
                  <a:cubicBezTo>
                    <a:pt x="8733664" y="0"/>
                    <a:pt x="8780146" y="46482"/>
                    <a:pt x="8780146" y="103886"/>
                  </a:cubicBezTo>
                  <a:lnTo>
                    <a:pt x="8780146" y="1385189"/>
                  </a:lnTo>
                  <a:cubicBezTo>
                    <a:pt x="8780146" y="1442593"/>
                    <a:pt x="8733664" y="1489075"/>
                    <a:pt x="8676260" y="1489075"/>
                  </a:cubicBezTo>
                  <a:lnTo>
                    <a:pt x="34633" y="1489075"/>
                  </a:lnTo>
                  <a:cubicBezTo>
                    <a:pt x="15507" y="1489075"/>
                    <a:pt x="0" y="1473581"/>
                    <a:pt x="0" y="1454404"/>
                  </a:cubicBezTo>
                  <a:lnTo>
                    <a:pt x="0" y="34671"/>
                  </a:lnTo>
                  <a:cubicBezTo>
                    <a:pt x="0" y="15494"/>
                    <a:pt x="15519" y="0"/>
                    <a:pt x="34633" y="0"/>
                  </a:cubicBezTo>
                </a:path>
              </a:pathLst>
            </a:custGeom>
            <a:solidFill>
              <a:srgbClr val="FFFFFF">
                <a:alpha val="100000"/>
              </a:srgbClr>
            </a:solidFill>
          </p:spPr>
        </p:sp>
        <p:sp>
          <p:nvSpPr>
            <p:cNvPr id="38" name="VectorPath 38"/>
            <p:cNvSpPr/>
            <p:nvPr/>
          </p:nvSpPr>
          <p:spPr>
            <a:xfrm>
              <a:off x="346075" y="2929890"/>
              <a:ext cx="34925" cy="1489075"/>
            </a:xfrm>
            <a:custGeom>
              <a:avLst/>
              <a:gdLst/>
              <a:ahLst/>
              <a:cxnLst/>
              <a:rect l="l" t="t" r="r" b="b"/>
              <a:pathLst>
                <a:path w="34925" h="1489075">
                  <a:moveTo>
                    <a:pt x="34925" y="0"/>
                  </a:moveTo>
                  <a:lnTo>
                    <a:pt x="34925" y="0"/>
                  </a:lnTo>
                  <a:lnTo>
                    <a:pt x="34925" y="1489075"/>
                  </a:lnTo>
                  <a:lnTo>
                    <a:pt x="34925" y="1489075"/>
                  </a:lnTo>
                  <a:cubicBezTo>
                    <a:pt x="15634" y="1489075"/>
                    <a:pt x="0" y="1473581"/>
                    <a:pt x="0" y="1454404"/>
                  </a:cubicBezTo>
                  <a:lnTo>
                    <a:pt x="0" y="34671"/>
                  </a:lnTo>
                  <a:cubicBezTo>
                    <a:pt x="0" y="15494"/>
                    <a:pt x="15646" y="0"/>
                    <a:pt x="34925" y="0"/>
                  </a:cubicBezTo>
                </a:path>
              </a:pathLst>
            </a:custGeom>
            <a:solidFill>
              <a:srgbClr val="0EA5E9">
                <a:alpha val="100000"/>
              </a:srgbClr>
            </a:solidFill>
          </p:spPr>
        </p:sp>
        <p:sp>
          <p:nvSpPr>
            <p:cNvPr id="39" name="VectorPath 39"/>
            <p:cNvSpPr/>
            <p:nvPr/>
          </p:nvSpPr>
          <p:spPr>
            <a:xfrm>
              <a:off x="570865" y="3138170"/>
              <a:ext cx="415925" cy="415925"/>
            </a:xfrm>
            <a:custGeom>
              <a:avLst/>
              <a:gdLst/>
              <a:ahLst/>
              <a:cxnLst/>
              <a:rect l="l" t="t" r="r" b="b"/>
              <a:pathLst>
                <a:path w="415925" h="415925">
                  <a:moveTo>
                    <a:pt x="69317" y="0"/>
                  </a:moveTo>
                  <a:lnTo>
                    <a:pt x="346608" y="0"/>
                  </a:lnTo>
                  <a:cubicBezTo>
                    <a:pt x="384861" y="0"/>
                    <a:pt x="415925" y="31115"/>
                    <a:pt x="415925" y="69342"/>
                  </a:cubicBezTo>
                  <a:lnTo>
                    <a:pt x="415925" y="346583"/>
                  </a:lnTo>
                  <a:cubicBezTo>
                    <a:pt x="415925" y="384937"/>
                    <a:pt x="384886" y="415925"/>
                    <a:pt x="346608" y="415925"/>
                  </a:cubicBezTo>
                  <a:lnTo>
                    <a:pt x="69317" y="415925"/>
                  </a:lnTo>
                  <a:cubicBezTo>
                    <a:pt x="31064" y="415925"/>
                    <a:pt x="0" y="384810"/>
                    <a:pt x="0" y="346583"/>
                  </a:cubicBezTo>
                  <a:lnTo>
                    <a:pt x="0" y="69342"/>
                  </a:lnTo>
                  <a:cubicBezTo>
                    <a:pt x="0" y="31115"/>
                    <a:pt x="31064" y="0"/>
                    <a:pt x="69317" y="0"/>
                  </a:cubicBezTo>
                </a:path>
              </a:pathLst>
            </a:custGeom>
            <a:solidFill>
              <a:srgbClr val="0EA5E9">
                <a:alpha val="10000"/>
              </a:srgbClr>
            </a:solidFill>
          </p:spPr>
        </p:sp>
        <p:sp>
          <p:nvSpPr>
            <p:cNvPr id="40" name="VectorPath 40"/>
            <p:cNvSpPr/>
            <p:nvPr/>
          </p:nvSpPr>
          <p:spPr>
            <a:xfrm>
              <a:off x="674154" y="3251454"/>
              <a:ext cx="209347" cy="184912"/>
            </a:xfrm>
            <a:custGeom>
              <a:avLst/>
              <a:gdLst/>
              <a:ahLst/>
              <a:cxnLst/>
              <a:rect l="l" t="t" r="r" b="b"/>
              <a:pathLst>
                <a:path w="209347" h="184912">
                  <a:moveTo>
                    <a:pt x="48184" y="3937"/>
                  </a:moveTo>
                  <a:cubicBezTo>
                    <a:pt x="50000" y="1397"/>
                    <a:pt x="52921" y="0"/>
                    <a:pt x="56007" y="0"/>
                  </a:cubicBezTo>
                  <a:lnTo>
                    <a:pt x="153340" y="0"/>
                  </a:lnTo>
                  <a:cubicBezTo>
                    <a:pt x="156426" y="0"/>
                    <a:pt x="159347" y="1397"/>
                    <a:pt x="161163" y="3937"/>
                  </a:cubicBezTo>
                  <a:lnTo>
                    <a:pt x="206591" y="65532"/>
                  </a:lnTo>
                  <a:cubicBezTo>
                    <a:pt x="209347" y="69342"/>
                    <a:pt x="209067" y="74422"/>
                    <a:pt x="205981" y="77851"/>
                  </a:cubicBezTo>
                  <a:lnTo>
                    <a:pt x="111887" y="181737"/>
                  </a:lnTo>
                  <a:cubicBezTo>
                    <a:pt x="110071" y="183769"/>
                    <a:pt x="107429" y="184912"/>
                    <a:pt x="104673" y="184912"/>
                  </a:cubicBezTo>
                  <a:cubicBezTo>
                    <a:pt x="101917" y="184912"/>
                    <a:pt x="99314" y="183769"/>
                    <a:pt x="97460" y="181737"/>
                  </a:cubicBezTo>
                  <a:lnTo>
                    <a:pt x="3365" y="77851"/>
                  </a:lnTo>
                  <a:cubicBezTo>
                    <a:pt x="241" y="74422"/>
                    <a:pt x="0" y="69342"/>
                    <a:pt x="2756" y="65532"/>
                  </a:cubicBezTo>
                  <a:lnTo>
                    <a:pt x="48184" y="3937"/>
                  </a:lnTo>
                  <a:close/>
                  <a:moveTo>
                    <a:pt x="63792" y="20066"/>
                  </a:moveTo>
                  <a:cubicBezTo>
                    <a:pt x="62459" y="21082"/>
                    <a:pt x="62090" y="22860"/>
                    <a:pt x="62941" y="24384"/>
                  </a:cubicBezTo>
                  <a:lnTo>
                    <a:pt x="86220" y="63119"/>
                  </a:lnTo>
                  <a:lnTo>
                    <a:pt x="26518" y="68072"/>
                  </a:lnTo>
                  <a:cubicBezTo>
                    <a:pt x="24854" y="68199"/>
                    <a:pt x="23558" y="69596"/>
                    <a:pt x="23558" y="71374"/>
                  </a:cubicBezTo>
                  <a:cubicBezTo>
                    <a:pt x="23558" y="73025"/>
                    <a:pt x="24854" y="74422"/>
                    <a:pt x="26518" y="74549"/>
                  </a:cubicBezTo>
                  <a:lnTo>
                    <a:pt x="104394" y="81026"/>
                  </a:lnTo>
                  <a:cubicBezTo>
                    <a:pt x="104546" y="81026"/>
                    <a:pt x="104750" y="81026"/>
                    <a:pt x="104915" y="81026"/>
                  </a:cubicBezTo>
                  <a:lnTo>
                    <a:pt x="182778" y="74549"/>
                  </a:lnTo>
                  <a:cubicBezTo>
                    <a:pt x="184442" y="74422"/>
                    <a:pt x="185738" y="73025"/>
                    <a:pt x="185738" y="71374"/>
                  </a:cubicBezTo>
                  <a:cubicBezTo>
                    <a:pt x="185738" y="69596"/>
                    <a:pt x="184442" y="68199"/>
                    <a:pt x="182778" y="68072"/>
                  </a:cubicBezTo>
                  <a:lnTo>
                    <a:pt x="123088" y="63119"/>
                  </a:lnTo>
                  <a:lnTo>
                    <a:pt x="146368" y="24384"/>
                  </a:lnTo>
                  <a:cubicBezTo>
                    <a:pt x="147218" y="22860"/>
                    <a:pt x="146850" y="21082"/>
                    <a:pt x="145517" y="20066"/>
                  </a:cubicBezTo>
                  <a:cubicBezTo>
                    <a:pt x="144170" y="19050"/>
                    <a:pt x="142304" y="19304"/>
                    <a:pt x="141173" y="20447"/>
                  </a:cubicBezTo>
                  <a:lnTo>
                    <a:pt x="104673" y="60071"/>
                  </a:lnTo>
                  <a:lnTo>
                    <a:pt x="68136" y="20447"/>
                  </a:lnTo>
                  <a:cubicBezTo>
                    <a:pt x="66992" y="19304"/>
                    <a:pt x="65126" y="19050"/>
                    <a:pt x="63792" y="20066"/>
                  </a:cubicBezTo>
                </a:path>
              </a:pathLst>
            </a:custGeom>
            <a:solidFill>
              <a:srgbClr val="0EA5E9">
                <a:alpha val="100000"/>
              </a:srgbClr>
            </a:solidFill>
          </p:spPr>
        </p:sp>
        <p:sp>
          <p:nvSpPr>
            <p:cNvPr id="41" name="VectorPath 41"/>
            <p:cNvSpPr/>
            <p:nvPr/>
          </p:nvSpPr>
          <p:spPr>
            <a:xfrm>
              <a:off x="1142365" y="3484245"/>
              <a:ext cx="138430" cy="138430"/>
            </a:xfrm>
            <a:custGeom>
              <a:avLst/>
              <a:gdLst/>
              <a:ahLst/>
              <a:cxnLst/>
              <a:rect l="l" t="t" r="r" b="b"/>
              <a:pathLst>
                <a:path w="138430" h="138430">
                  <a:moveTo>
                    <a:pt x="69215" y="138430"/>
                  </a:moveTo>
                  <a:cubicBezTo>
                    <a:pt x="107417" y="138430"/>
                    <a:pt x="138430" y="107442"/>
                    <a:pt x="138430" y="69215"/>
                  </a:cubicBezTo>
                  <a:cubicBezTo>
                    <a:pt x="138430" y="30988"/>
                    <a:pt x="107417" y="0"/>
                    <a:pt x="69215" y="0"/>
                  </a:cubicBezTo>
                  <a:cubicBezTo>
                    <a:pt x="31013" y="0"/>
                    <a:pt x="0" y="30988"/>
                    <a:pt x="0" y="69215"/>
                  </a:cubicBezTo>
                  <a:cubicBezTo>
                    <a:pt x="0" y="107442"/>
                    <a:pt x="31013" y="138430"/>
                    <a:pt x="69215" y="138430"/>
                  </a:cubicBezTo>
                  <a:moveTo>
                    <a:pt x="92037" y="57531"/>
                  </a:moveTo>
                  <a:lnTo>
                    <a:pt x="70409" y="92075"/>
                  </a:lnTo>
                  <a:cubicBezTo>
                    <a:pt x="69266" y="93980"/>
                    <a:pt x="67323" y="95123"/>
                    <a:pt x="65189" y="95123"/>
                  </a:cubicBezTo>
                  <a:cubicBezTo>
                    <a:pt x="63055" y="95250"/>
                    <a:pt x="60998" y="94361"/>
                    <a:pt x="59728" y="92583"/>
                  </a:cubicBezTo>
                  <a:lnTo>
                    <a:pt x="46749" y="75311"/>
                  </a:lnTo>
                  <a:cubicBezTo>
                    <a:pt x="44590" y="72390"/>
                    <a:pt x="45174" y="68326"/>
                    <a:pt x="48044" y="66167"/>
                  </a:cubicBezTo>
                  <a:cubicBezTo>
                    <a:pt x="50914" y="64008"/>
                    <a:pt x="54966" y="64643"/>
                    <a:pt x="57125" y="67437"/>
                  </a:cubicBezTo>
                  <a:lnTo>
                    <a:pt x="64427" y="77216"/>
                  </a:lnTo>
                  <a:lnTo>
                    <a:pt x="81026" y="50673"/>
                  </a:lnTo>
                  <a:cubicBezTo>
                    <a:pt x="82918" y="47625"/>
                    <a:pt x="86919" y="46609"/>
                    <a:pt x="89979" y="48641"/>
                  </a:cubicBezTo>
                  <a:cubicBezTo>
                    <a:pt x="93040" y="50546"/>
                    <a:pt x="93955" y="54483"/>
                    <a:pt x="92037" y="57531"/>
                  </a:cubicBezTo>
                </a:path>
              </a:pathLst>
            </a:custGeom>
            <a:solidFill>
              <a:srgbClr val="0EA5E9">
                <a:alpha val="100000"/>
              </a:srgbClr>
            </a:solidFill>
          </p:spPr>
        </p:sp>
        <p:sp>
          <p:nvSpPr>
            <p:cNvPr id="42" name="VectorPath 42"/>
            <p:cNvSpPr/>
            <p:nvPr/>
          </p:nvSpPr>
          <p:spPr>
            <a:xfrm>
              <a:off x="1142365" y="3761105"/>
              <a:ext cx="138430" cy="138430"/>
            </a:xfrm>
            <a:custGeom>
              <a:avLst/>
              <a:gdLst/>
              <a:ahLst/>
              <a:cxnLst/>
              <a:rect l="l" t="t" r="r" b="b"/>
              <a:pathLst>
                <a:path w="138430" h="138430">
                  <a:moveTo>
                    <a:pt x="69215" y="138430"/>
                  </a:moveTo>
                  <a:cubicBezTo>
                    <a:pt x="107417" y="138430"/>
                    <a:pt x="138430" y="107442"/>
                    <a:pt x="138430" y="69215"/>
                  </a:cubicBezTo>
                  <a:cubicBezTo>
                    <a:pt x="138430" y="30988"/>
                    <a:pt x="107417" y="0"/>
                    <a:pt x="69215" y="0"/>
                  </a:cubicBezTo>
                  <a:cubicBezTo>
                    <a:pt x="31013" y="0"/>
                    <a:pt x="0" y="30988"/>
                    <a:pt x="0" y="69215"/>
                  </a:cubicBezTo>
                  <a:cubicBezTo>
                    <a:pt x="0" y="107442"/>
                    <a:pt x="31013" y="138430"/>
                    <a:pt x="69215" y="138430"/>
                  </a:cubicBezTo>
                  <a:moveTo>
                    <a:pt x="92037" y="57531"/>
                  </a:moveTo>
                  <a:lnTo>
                    <a:pt x="70409" y="92075"/>
                  </a:lnTo>
                  <a:cubicBezTo>
                    <a:pt x="69266" y="93980"/>
                    <a:pt x="67323" y="95123"/>
                    <a:pt x="65189" y="95123"/>
                  </a:cubicBezTo>
                  <a:cubicBezTo>
                    <a:pt x="63055" y="95250"/>
                    <a:pt x="60998" y="94361"/>
                    <a:pt x="59728" y="92583"/>
                  </a:cubicBezTo>
                  <a:lnTo>
                    <a:pt x="46749" y="75311"/>
                  </a:lnTo>
                  <a:cubicBezTo>
                    <a:pt x="44590" y="72390"/>
                    <a:pt x="45174" y="68326"/>
                    <a:pt x="48044" y="66167"/>
                  </a:cubicBezTo>
                  <a:cubicBezTo>
                    <a:pt x="50914" y="64008"/>
                    <a:pt x="54966" y="64643"/>
                    <a:pt x="57125" y="67437"/>
                  </a:cubicBezTo>
                  <a:lnTo>
                    <a:pt x="64427" y="77216"/>
                  </a:lnTo>
                  <a:lnTo>
                    <a:pt x="81026" y="50673"/>
                  </a:lnTo>
                  <a:cubicBezTo>
                    <a:pt x="82918" y="47625"/>
                    <a:pt x="86919" y="46609"/>
                    <a:pt x="89979" y="48641"/>
                  </a:cubicBezTo>
                  <a:cubicBezTo>
                    <a:pt x="93040" y="50546"/>
                    <a:pt x="93955" y="54483"/>
                    <a:pt x="92037" y="57531"/>
                  </a:cubicBezTo>
                </a:path>
              </a:pathLst>
            </a:custGeom>
            <a:solidFill>
              <a:srgbClr val="0EA5E9">
                <a:alpha val="100000"/>
              </a:srgbClr>
            </a:solidFill>
          </p:spPr>
        </p:sp>
        <p:sp>
          <p:nvSpPr>
            <p:cNvPr id="43" name="VectorPath 43"/>
            <p:cNvSpPr/>
            <p:nvPr/>
          </p:nvSpPr>
          <p:spPr>
            <a:xfrm>
              <a:off x="1142365" y="4038600"/>
              <a:ext cx="138430" cy="138430"/>
            </a:xfrm>
            <a:custGeom>
              <a:avLst/>
              <a:gdLst/>
              <a:ahLst/>
              <a:cxnLst/>
              <a:rect l="l" t="t" r="r" b="b"/>
              <a:pathLst>
                <a:path w="138430" h="138430">
                  <a:moveTo>
                    <a:pt x="69215" y="138430"/>
                  </a:moveTo>
                  <a:cubicBezTo>
                    <a:pt x="107417" y="138430"/>
                    <a:pt x="138430" y="107442"/>
                    <a:pt x="138430" y="69215"/>
                  </a:cubicBezTo>
                  <a:cubicBezTo>
                    <a:pt x="138430" y="30988"/>
                    <a:pt x="107417" y="0"/>
                    <a:pt x="69215" y="0"/>
                  </a:cubicBezTo>
                  <a:cubicBezTo>
                    <a:pt x="31013" y="0"/>
                    <a:pt x="0" y="30988"/>
                    <a:pt x="0" y="69215"/>
                  </a:cubicBezTo>
                  <a:cubicBezTo>
                    <a:pt x="0" y="107442"/>
                    <a:pt x="31013" y="138430"/>
                    <a:pt x="69215" y="138430"/>
                  </a:cubicBezTo>
                  <a:moveTo>
                    <a:pt x="92037" y="57531"/>
                  </a:moveTo>
                  <a:lnTo>
                    <a:pt x="70409" y="92075"/>
                  </a:lnTo>
                  <a:cubicBezTo>
                    <a:pt x="69266" y="93980"/>
                    <a:pt x="67323" y="95123"/>
                    <a:pt x="65189" y="95123"/>
                  </a:cubicBezTo>
                  <a:cubicBezTo>
                    <a:pt x="63055" y="95250"/>
                    <a:pt x="60998" y="94361"/>
                    <a:pt x="59728" y="92583"/>
                  </a:cubicBezTo>
                  <a:lnTo>
                    <a:pt x="46749" y="75311"/>
                  </a:lnTo>
                  <a:cubicBezTo>
                    <a:pt x="44590" y="72390"/>
                    <a:pt x="45174" y="68326"/>
                    <a:pt x="48044" y="66167"/>
                  </a:cubicBezTo>
                  <a:cubicBezTo>
                    <a:pt x="50914" y="64008"/>
                    <a:pt x="54966" y="64643"/>
                    <a:pt x="57125" y="67437"/>
                  </a:cubicBezTo>
                  <a:lnTo>
                    <a:pt x="64427" y="77216"/>
                  </a:lnTo>
                  <a:lnTo>
                    <a:pt x="81026" y="50673"/>
                  </a:lnTo>
                  <a:cubicBezTo>
                    <a:pt x="82918" y="47625"/>
                    <a:pt x="86919" y="46609"/>
                    <a:pt x="89979" y="48641"/>
                  </a:cubicBezTo>
                  <a:cubicBezTo>
                    <a:pt x="93040" y="50546"/>
                    <a:pt x="93955" y="54483"/>
                    <a:pt x="92037" y="57531"/>
                  </a:cubicBezTo>
                </a:path>
              </a:pathLst>
            </a:custGeom>
            <a:solidFill>
              <a:srgbClr val="0EA5E9">
                <a:alpha val="100000"/>
              </a:srgbClr>
            </a:solidFill>
          </p:spPr>
        </p:sp>
      </p:grpSp>
      <p:sp>
        <p:nvSpPr>
          <p:cNvPr id="44" name="TextBox44"/>
          <p:cNvSpPr txBox="1"/>
          <p:nvPr/>
        </p:nvSpPr>
        <p:spPr>
          <a:xfrm>
            <a:off x="1125220" y="3172460"/>
            <a:ext cx="2751137" cy="1065212"/>
          </a:xfrm>
          <a:prstGeom prst="rect">
            <a:avLst/>
          </a:prstGeom>
          <a:noFill/>
        </p:spPr>
        <p:txBody>
          <a:bodyPr wrap="square" lIns="0" tIns="16510" rIns="0" bIns="0" rtlCol="0">
            <a:spAutoFit/>
          </a:bodyPr>
          <a:lstStyle/>
          <a:p>
            <a:pPr marL="0" marR="0" indent="0" eaLnBrk="0">
              <a:lnSpc>
                <a:spcPct val="88580"/>
              </a:lnSpc>
              <a:spcBef>
                <a:spcPts val="130"/>
              </a:spcBef>
              <a:spcAft>
                <a:spcPts val="850"/>
              </a:spcAft>
            </a:pPr>
            <a:r>
              <a:rPr lang="en-US" altLang="zh-CN" sz="1350" b="1" kern="0" spc="-15" baseline="0" noProof="0" dirty="0">
                <a:solidFill>
                  <a:srgbClr val="1E293B"/>
                </a:solidFill>
                <a:latin typeface="SimHei" pitchFamily="49" charset="0"/>
                <a:ea typeface="SimHei" pitchFamily="49" charset="0"/>
                <a:cs typeface="SimHei" pitchFamily="49" charset="0"/>
              </a:rPr>
              <a:t>核心价值</a:t>
            </a:r>
          </a:p>
          <a:p>
            <a:pPr marL="242570" marR="0" indent="0" eaLnBrk="0">
              <a:lnSpc>
                <a:spcPct val="93055"/>
              </a:lnSpc>
              <a:spcBef>
                <a:spcPts val="114"/>
              </a:spcBef>
              <a:spcAft>
                <a:spcPts val="30"/>
              </a:spcAft>
            </a:pPr>
            <a:r>
              <a:rPr lang="en-US" altLang="zh-CN" sz="1800" kern="0" spc="-25" baseline="5044" noProof="0" dirty="0">
                <a:solidFill>
                  <a:srgbClr val="64748B"/>
                </a:solidFill>
                <a:latin typeface="SimHei" pitchFamily="49" charset="0"/>
                <a:ea typeface="SimHei" pitchFamily="49" charset="0"/>
                <a:cs typeface="SimHei" pitchFamily="49" charset="0"/>
              </a:rPr>
              <a:t>标准化开发工作流</a:t>
            </a:r>
          </a:p>
          <a:p>
            <a:pPr marL="0" marR="0" indent="0" eaLnBrk="0">
              <a:lnSpc>
                <a:spcPct val="620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242570" marR="0" indent="0" eaLnBrk="0">
              <a:lnSpc>
                <a:spcPct val="93055"/>
              </a:lnSpc>
              <a:spcBef>
                <a:spcPts val="114"/>
              </a:spcBef>
              <a:spcAft>
                <a:spcPts val="29"/>
              </a:spcAft>
            </a:pPr>
            <a:r>
              <a:rPr lang="en-US" altLang="zh-CN" sz="1800" kern="0" spc="-25" baseline="5044" noProof="0" dirty="0">
                <a:solidFill>
                  <a:srgbClr val="64748B"/>
                </a:solidFill>
                <a:latin typeface="SimHei" pitchFamily="49" charset="0"/>
                <a:ea typeface="SimHei" pitchFamily="49" charset="0"/>
                <a:cs typeface="SimHei" pitchFamily="49" charset="0"/>
              </a:rPr>
              <a:t>自动设计方案、编写代码、审查质量</a:t>
            </a:r>
          </a:p>
          <a:p>
            <a:pPr marL="0" marR="0" indent="0" eaLnBrk="0">
              <a:lnSpc>
                <a:spcPct val="7333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242570" marR="0" indent="0" eaLnBrk="0">
              <a:lnSpc>
                <a:spcPct val="100000"/>
              </a:lnSpc>
            </a:pPr>
            <a:r>
              <a:rPr lang="en-US" altLang="zh-CN" sz="1800" kern="0" spc="-60" baseline="3998" noProof="0" dirty="0">
                <a:solidFill>
                  <a:srgbClr val="64748B"/>
                </a:solidFill>
                <a:latin typeface="SimHei" pitchFamily="49" charset="0"/>
                <a:ea typeface="SimHei" pitchFamily="49" charset="0"/>
                <a:cs typeface="SimHei" pitchFamily="49" charset="0"/>
              </a:rPr>
              <a:t>输出包含</a:t>
            </a:r>
            <a:r>
              <a:rPr lang="en-US" altLang="zh-CN" sz="1800" kern="0" spc="-40" baseline="3998" noProof="0" dirty="0">
                <a:solidFill>
                  <a:srgbClr val="64748B"/>
                </a:solidFill>
                <a:latin typeface="SimHei" pitchFamily="49" charset="0"/>
                <a:ea typeface="SimHei" pitchFamily="49" charset="0"/>
                <a:cs typeface="SimHei" pitchFamily="49" charset="0"/>
              </a:rPr>
              <a:t>Kernel</a:t>
            </a:r>
            <a:r>
              <a:rPr lang="en-US" altLang="zh-CN" sz="1800" kern="0" spc="-60" baseline="3998" noProof="0" dirty="0">
                <a:solidFill>
                  <a:srgbClr val="64748B"/>
                </a:solidFill>
                <a:latin typeface="SimHei" pitchFamily="49" charset="0"/>
                <a:ea typeface="SimHei" pitchFamily="49" charset="0"/>
                <a:cs typeface="SimHei" pitchFamily="49" charset="0"/>
              </a:rPr>
              <a:t>和</a:t>
            </a:r>
            <a:r>
              <a:rPr lang="en-US" altLang="zh-CN" sz="1800" kern="0" spc="-40" baseline="3998" noProof="0" dirty="0">
                <a:solidFill>
                  <a:srgbClr val="64748B"/>
                </a:solidFill>
                <a:latin typeface="SimHei" pitchFamily="49" charset="0"/>
                <a:ea typeface="SimHei" pitchFamily="49" charset="0"/>
                <a:cs typeface="SimHei" pitchFamily="49" charset="0"/>
              </a:rPr>
              <a:t>Tiling</a:t>
            </a:r>
            <a:r>
              <a:rPr lang="en-US" altLang="zh-CN" sz="1800" kern="0" spc="-60" baseline="3998" noProof="0" dirty="0">
                <a:solidFill>
                  <a:srgbClr val="64748B"/>
                </a:solidFill>
                <a:latin typeface="SimHei" pitchFamily="49" charset="0"/>
                <a:ea typeface="SimHei" pitchFamily="49" charset="0"/>
                <a:cs typeface="SimHei" pitchFamily="49" charset="0"/>
              </a:rPr>
              <a:t>的可编译代码</a:t>
            </a:r>
          </a:p>
        </p:txBody>
      </p:sp>
      <p:pic>
        <p:nvPicPr>
          <p:cNvPr id="45" name="73850A20-D983-4E83-9448-D681D25D7B72"/>
          <p:cNvPicPr>
            <a:picLocks noChangeAspect="1"/>
          </p:cNvPicPr>
          <p:nvPr/>
        </p:nvPicPr>
        <p:blipFill>
          <a:blip r:embed="rId5" cstate="print">
            <a:extLst>
              <a:ext uri="{101BD04C-F8C6-4B05-322F-6C1805229F38}"/>
            </a:extLst>
          </a:blip>
          <a:srcRect/>
          <a:stretch>
            <a:fillRect/>
          </a:stretch>
        </p:blipFill>
        <p:spPr>
          <a:xfrm>
            <a:off x="316865" y="4898390"/>
            <a:ext cx="8839200" cy="1270000"/>
          </a:xfrm>
          <a:prstGeom prst="rect">
            <a:avLst/>
          </a:prstGeom>
        </p:spPr>
      </p:pic>
      <p:grpSp>
        <p:nvGrpSpPr>
          <p:cNvPr id="46" name="Combination 46"/>
          <p:cNvGrpSpPr/>
          <p:nvPr/>
        </p:nvGrpSpPr>
        <p:grpSpPr>
          <a:xfrm>
            <a:off x="346075" y="4918710"/>
            <a:ext cx="8780146" cy="1212215"/>
            <a:chOff x="346075" y="4918710"/>
            <a:chExt cx="8780146" cy="1212215"/>
          </a:xfrm>
        </p:grpSpPr>
        <p:sp>
          <p:nvSpPr>
            <p:cNvPr id="47" name="VectorPath 47"/>
            <p:cNvSpPr/>
            <p:nvPr/>
          </p:nvSpPr>
          <p:spPr>
            <a:xfrm>
              <a:off x="346075" y="4918710"/>
              <a:ext cx="8780146" cy="1212215"/>
            </a:xfrm>
            <a:custGeom>
              <a:avLst/>
              <a:gdLst/>
              <a:ahLst/>
              <a:cxnLst/>
              <a:rect l="l" t="t" r="r" b="b"/>
              <a:pathLst>
                <a:path w="8780146" h="1212215">
                  <a:moveTo>
                    <a:pt x="34633" y="0"/>
                  </a:moveTo>
                  <a:lnTo>
                    <a:pt x="8676260" y="0"/>
                  </a:lnTo>
                  <a:cubicBezTo>
                    <a:pt x="8733664" y="0"/>
                    <a:pt x="8780146" y="46482"/>
                    <a:pt x="8780146" y="103886"/>
                  </a:cubicBezTo>
                  <a:lnTo>
                    <a:pt x="8780146" y="1108316"/>
                  </a:lnTo>
                  <a:cubicBezTo>
                    <a:pt x="8780146" y="1165695"/>
                    <a:pt x="8733664" y="1212215"/>
                    <a:pt x="8676260" y="1212215"/>
                  </a:cubicBezTo>
                  <a:lnTo>
                    <a:pt x="34633" y="1212215"/>
                  </a:lnTo>
                  <a:cubicBezTo>
                    <a:pt x="15507" y="1212215"/>
                    <a:pt x="0" y="1196708"/>
                    <a:pt x="0" y="1177582"/>
                  </a:cubicBezTo>
                  <a:lnTo>
                    <a:pt x="0" y="34671"/>
                  </a:lnTo>
                  <a:cubicBezTo>
                    <a:pt x="0" y="15494"/>
                    <a:pt x="15519" y="0"/>
                    <a:pt x="34633" y="0"/>
                  </a:cubicBezTo>
                </a:path>
              </a:pathLst>
            </a:custGeom>
            <a:solidFill>
              <a:srgbClr val="FFFFFF">
                <a:alpha val="100000"/>
              </a:srgbClr>
            </a:solidFill>
          </p:spPr>
        </p:sp>
        <p:sp>
          <p:nvSpPr>
            <p:cNvPr id="48" name="VectorPath 48"/>
            <p:cNvSpPr/>
            <p:nvPr/>
          </p:nvSpPr>
          <p:spPr>
            <a:xfrm>
              <a:off x="570865" y="5126355"/>
              <a:ext cx="415925" cy="415925"/>
            </a:xfrm>
            <a:custGeom>
              <a:avLst/>
              <a:gdLst/>
              <a:ahLst/>
              <a:cxnLst/>
              <a:rect l="l" t="t" r="r" b="b"/>
              <a:pathLst>
                <a:path w="415925" h="415925">
                  <a:moveTo>
                    <a:pt x="69317" y="0"/>
                  </a:moveTo>
                  <a:lnTo>
                    <a:pt x="346608" y="0"/>
                  </a:lnTo>
                  <a:cubicBezTo>
                    <a:pt x="384861" y="0"/>
                    <a:pt x="415925" y="31115"/>
                    <a:pt x="415925" y="69342"/>
                  </a:cubicBezTo>
                  <a:lnTo>
                    <a:pt x="415925" y="346583"/>
                  </a:lnTo>
                  <a:cubicBezTo>
                    <a:pt x="415925" y="384937"/>
                    <a:pt x="384886" y="415925"/>
                    <a:pt x="346608" y="415925"/>
                  </a:cubicBezTo>
                  <a:lnTo>
                    <a:pt x="69317" y="415925"/>
                  </a:lnTo>
                  <a:cubicBezTo>
                    <a:pt x="31064" y="415925"/>
                    <a:pt x="0" y="384810"/>
                    <a:pt x="0" y="346583"/>
                  </a:cubicBezTo>
                  <a:lnTo>
                    <a:pt x="0" y="69342"/>
                  </a:lnTo>
                  <a:cubicBezTo>
                    <a:pt x="0" y="31115"/>
                    <a:pt x="31064" y="0"/>
                    <a:pt x="69317" y="0"/>
                  </a:cubicBezTo>
                </a:path>
              </a:pathLst>
            </a:custGeom>
            <a:solidFill>
              <a:srgbClr val="64748B">
                <a:alpha val="10000"/>
              </a:srgbClr>
            </a:solidFill>
          </p:spPr>
        </p:sp>
        <p:sp>
          <p:nvSpPr>
            <p:cNvPr id="49" name="VectorPath 49"/>
            <p:cNvSpPr/>
            <p:nvPr/>
          </p:nvSpPr>
          <p:spPr>
            <a:xfrm>
              <a:off x="736625" y="5236972"/>
              <a:ext cx="84404" cy="84328"/>
            </a:xfrm>
            <a:custGeom>
              <a:avLst/>
              <a:gdLst/>
              <a:ahLst/>
              <a:cxnLst/>
              <a:rect l="l" t="t" r="r" b="b"/>
              <a:pathLst>
                <a:path w="84404" h="84328">
                  <a:moveTo>
                    <a:pt x="42202" y="0"/>
                  </a:moveTo>
                  <a:moveTo>
                    <a:pt x="42202" y="0"/>
                  </a:moveTo>
                  <a:cubicBezTo>
                    <a:pt x="65494" y="0"/>
                    <a:pt x="84404" y="18923"/>
                    <a:pt x="84404" y="42164"/>
                  </a:cubicBezTo>
                  <a:cubicBezTo>
                    <a:pt x="84404" y="65405"/>
                    <a:pt x="65494" y="84328"/>
                    <a:pt x="42202" y="84328"/>
                  </a:cubicBezTo>
                  <a:cubicBezTo>
                    <a:pt x="18910" y="84328"/>
                    <a:pt x="0" y="65405"/>
                    <a:pt x="0" y="42164"/>
                  </a:cubicBezTo>
                  <a:cubicBezTo>
                    <a:pt x="0" y="18923"/>
                    <a:pt x="18910" y="0"/>
                    <a:pt x="42202" y="0"/>
                  </a:cubicBezTo>
                </a:path>
              </a:pathLst>
            </a:custGeom>
            <a:solidFill>
              <a:srgbClr val="64748B">
                <a:alpha val="100000"/>
              </a:srgbClr>
            </a:solidFill>
          </p:spPr>
        </p:sp>
        <p:sp>
          <p:nvSpPr>
            <p:cNvPr id="50" name="VectorPath 50"/>
            <p:cNvSpPr/>
            <p:nvPr/>
          </p:nvSpPr>
          <p:spPr>
            <a:xfrm>
              <a:off x="648970" y="5340858"/>
              <a:ext cx="259715" cy="84328"/>
            </a:xfrm>
            <a:custGeom>
              <a:avLst/>
              <a:gdLst/>
              <a:ahLst/>
              <a:cxnLst/>
              <a:rect l="l" t="t" r="r" b="b"/>
              <a:pathLst>
                <a:path w="259715" h="84328">
                  <a:moveTo>
                    <a:pt x="0" y="58293"/>
                  </a:moveTo>
                  <a:moveTo>
                    <a:pt x="0" y="58293"/>
                  </a:moveTo>
                  <a:cubicBezTo>
                    <a:pt x="0" y="29718"/>
                    <a:pt x="23254" y="6477"/>
                    <a:pt x="51943" y="6477"/>
                  </a:cubicBezTo>
                  <a:cubicBezTo>
                    <a:pt x="57137" y="6477"/>
                    <a:pt x="62167" y="7239"/>
                    <a:pt x="66916" y="8636"/>
                  </a:cubicBezTo>
                  <a:cubicBezTo>
                    <a:pt x="53569" y="23495"/>
                    <a:pt x="45453" y="43307"/>
                    <a:pt x="45453" y="64897"/>
                  </a:cubicBezTo>
                  <a:lnTo>
                    <a:pt x="45453" y="71374"/>
                  </a:lnTo>
                  <a:cubicBezTo>
                    <a:pt x="45453" y="75946"/>
                    <a:pt x="46419" y="80391"/>
                    <a:pt x="48171" y="84328"/>
                  </a:cubicBezTo>
                  <a:lnTo>
                    <a:pt x="12992" y="84328"/>
                  </a:lnTo>
                  <a:cubicBezTo>
                    <a:pt x="5804" y="84328"/>
                    <a:pt x="0" y="78486"/>
                    <a:pt x="0" y="71374"/>
                  </a:cubicBezTo>
                  <a:lnTo>
                    <a:pt x="0" y="58293"/>
                  </a:lnTo>
                  <a:close/>
                  <a:moveTo>
                    <a:pt x="211544" y="84328"/>
                  </a:moveTo>
                  <a:moveTo>
                    <a:pt x="211544" y="84328"/>
                  </a:moveTo>
                  <a:cubicBezTo>
                    <a:pt x="213296" y="80391"/>
                    <a:pt x="214262" y="75946"/>
                    <a:pt x="214262" y="71374"/>
                  </a:cubicBezTo>
                  <a:lnTo>
                    <a:pt x="214262" y="64897"/>
                  </a:lnTo>
                  <a:cubicBezTo>
                    <a:pt x="214262" y="43307"/>
                    <a:pt x="206146" y="23495"/>
                    <a:pt x="192799" y="8636"/>
                  </a:cubicBezTo>
                  <a:cubicBezTo>
                    <a:pt x="197549" y="7239"/>
                    <a:pt x="202578" y="6477"/>
                    <a:pt x="207772" y="6477"/>
                  </a:cubicBezTo>
                  <a:cubicBezTo>
                    <a:pt x="236461" y="6477"/>
                    <a:pt x="259715" y="29718"/>
                    <a:pt x="259715" y="58293"/>
                  </a:cubicBezTo>
                  <a:lnTo>
                    <a:pt x="259715" y="71374"/>
                  </a:lnTo>
                  <a:cubicBezTo>
                    <a:pt x="259715" y="78486"/>
                    <a:pt x="253911" y="84328"/>
                    <a:pt x="246723" y="84328"/>
                  </a:cubicBezTo>
                  <a:lnTo>
                    <a:pt x="211544" y="84328"/>
                  </a:lnTo>
                  <a:close/>
                  <a:moveTo>
                    <a:pt x="64922" y="64897"/>
                  </a:moveTo>
                  <a:moveTo>
                    <a:pt x="64922" y="64897"/>
                  </a:moveTo>
                  <a:cubicBezTo>
                    <a:pt x="64922" y="28956"/>
                    <a:pt x="93980" y="0"/>
                    <a:pt x="129858" y="0"/>
                  </a:cubicBezTo>
                  <a:cubicBezTo>
                    <a:pt x="165735" y="0"/>
                    <a:pt x="194793" y="28956"/>
                    <a:pt x="194793" y="64897"/>
                  </a:cubicBezTo>
                  <a:lnTo>
                    <a:pt x="194793" y="71374"/>
                  </a:lnTo>
                  <a:cubicBezTo>
                    <a:pt x="194793" y="78486"/>
                    <a:pt x="188989" y="84328"/>
                    <a:pt x="181801" y="84328"/>
                  </a:cubicBezTo>
                  <a:lnTo>
                    <a:pt x="77915" y="84328"/>
                  </a:lnTo>
                  <a:cubicBezTo>
                    <a:pt x="70726" y="84328"/>
                    <a:pt x="64922" y="78486"/>
                    <a:pt x="64922" y="71374"/>
                  </a:cubicBezTo>
                  <a:lnTo>
                    <a:pt x="64922" y="64897"/>
                  </a:lnTo>
                  <a:close/>
                </a:path>
              </a:pathLst>
            </a:custGeom>
            <a:solidFill>
              <a:srgbClr val="64748B">
                <a:alpha val="100000"/>
              </a:srgbClr>
            </a:solidFill>
          </p:spPr>
        </p:sp>
      </p:grpSp>
      <p:sp>
        <p:nvSpPr>
          <p:cNvPr id="51" name="VectorPath 51"/>
          <p:cNvSpPr/>
          <p:nvPr/>
        </p:nvSpPr>
        <p:spPr>
          <a:xfrm>
            <a:off x="346075" y="4918710"/>
            <a:ext cx="34925" cy="1212215"/>
          </a:xfrm>
          <a:custGeom>
            <a:avLst/>
            <a:gdLst/>
            <a:ahLst/>
            <a:cxnLst/>
            <a:rect l="l" t="t" r="r" b="b"/>
            <a:pathLst>
              <a:path w="34925" h="1212215">
                <a:moveTo>
                  <a:pt x="34925" y="0"/>
                </a:moveTo>
                <a:lnTo>
                  <a:pt x="34925" y="0"/>
                </a:lnTo>
                <a:lnTo>
                  <a:pt x="34925" y="1212215"/>
                </a:lnTo>
                <a:lnTo>
                  <a:pt x="34925" y="1212215"/>
                </a:lnTo>
                <a:cubicBezTo>
                  <a:pt x="15634" y="1212215"/>
                  <a:pt x="0" y="1196708"/>
                  <a:pt x="0" y="1177582"/>
                </a:cubicBezTo>
                <a:lnTo>
                  <a:pt x="0" y="34671"/>
                </a:lnTo>
                <a:cubicBezTo>
                  <a:pt x="0" y="15494"/>
                  <a:pt x="15646" y="0"/>
                  <a:pt x="34925" y="0"/>
                </a:cubicBezTo>
              </a:path>
            </a:pathLst>
          </a:custGeom>
          <a:solidFill>
            <a:srgbClr val="64748B">
              <a:alpha val="100000"/>
            </a:srgbClr>
          </a:solidFill>
        </p:spPr>
      </p:sp>
      <p:grpSp>
        <p:nvGrpSpPr>
          <p:cNvPr id="52" name="Combination 52"/>
          <p:cNvGrpSpPr/>
          <p:nvPr/>
        </p:nvGrpSpPr>
        <p:grpSpPr>
          <a:xfrm>
            <a:off x="658495" y="5266055"/>
            <a:ext cx="240665" cy="58420"/>
            <a:chOff x="658495" y="5266055"/>
            <a:chExt cx="240665" cy="58420"/>
          </a:xfrm>
        </p:grpSpPr>
        <p:sp>
          <p:nvSpPr>
            <p:cNvPr id="53" name="VectorPath 53"/>
            <p:cNvSpPr/>
            <p:nvPr/>
          </p:nvSpPr>
          <p:spPr>
            <a:xfrm>
              <a:off x="658711" y="5266182"/>
              <a:ext cx="58433" cy="58420"/>
            </a:xfrm>
            <a:custGeom>
              <a:avLst/>
              <a:gdLst/>
              <a:ahLst/>
              <a:cxnLst/>
              <a:rect l="l" t="t" r="r" b="b"/>
              <a:pathLst>
                <a:path w="58433" h="58293">
                  <a:moveTo>
                    <a:pt x="29223" y="0"/>
                  </a:moveTo>
                  <a:moveTo>
                    <a:pt x="29223" y="0"/>
                  </a:moveTo>
                  <a:cubicBezTo>
                    <a:pt x="45339" y="0"/>
                    <a:pt x="58433" y="13081"/>
                    <a:pt x="58433" y="29210"/>
                  </a:cubicBezTo>
                  <a:cubicBezTo>
                    <a:pt x="58433" y="45339"/>
                    <a:pt x="45339" y="58420"/>
                    <a:pt x="29223" y="58420"/>
                  </a:cubicBezTo>
                  <a:cubicBezTo>
                    <a:pt x="13094" y="58420"/>
                    <a:pt x="0" y="45339"/>
                    <a:pt x="0" y="29210"/>
                  </a:cubicBezTo>
                  <a:cubicBezTo>
                    <a:pt x="0" y="13081"/>
                    <a:pt x="13094" y="0"/>
                    <a:pt x="29223" y="0"/>
                  </a:cubicBezTo>
                </a:path>
              </a:pathLst>
            </a:custGeom>
            <a:solidFill>
              <a:srgbClr val="64748B">
                <a:alpha val="100000"/>
              </a:srgbClr>
            </a:solidFill>
          </p:spPr>
        </p:sp>
        <p:sp>
          <p:nvSpPr>
            <p:cNvPr id="54" name="VectorPath 54"/>
            <p:cNvSpPr/>
            <p:nvPr/>
          </p:nvSpPr>
          <p:spPr>
            <a:xfrm>
              <a:off x="840511" y="5266182"/>
              <a:ext cx="58433" cy="58420"/>
            </a:xfrm>
            <a:custGeom>
              <a:avLst/>
              <a:gdLst/>
              <a:ahLst/>
              <a:cxnLst/>
              <a:rect l="l" t="t" r="r" b="b"/>
              <a:pathLst>
                <a:path w="58433" h="58293">
                  <a:moveTo>
                    <a:pt x="0" y="29210"/>
                  </a:moveTo>
                  <a:moveTo>
                    <a:pt x="0" y="29210"/>
                  </a:moveTo>
                  <a:cubicBezTo>
                    <a:pt x="0" y="13081"/>
                    <a:pt x="13094" y="0"/>
                    <a:pt x="29223" y="0"/>
                  </a:cubicBezTo>
                  <a:cubicBezTo>
                    <a:pt x="45339" y="0"/>
                    <a:pt x="58433" y="13081"/>
                    <a:pt x="58433" y="29210"/>
                  </a:cubicBezTo>
                  <a:cubicBezTo>
                    <a:pt x="58433" y="45339"/>
                    <a:pt x="45339" y="58420"/>
                    <a:pt x="29223" y="58420"/>
                  </a:cubicBezTo>
                  <a:cubicBezTo>
                    <a:pt x="13094" y="58420"/>
                    <a:pt x="0" y="45339"/>
                    <a:pt x="0" y="29210"/>
                  </a:cubicBezTo>
                </a:path>
              </a:pathLst>
            </a:custGeom>
            <a:solidFill>
              <a:srgbClr val="64748B">
                <a:alpha val="100000"/>
              </a:srgbClr>
            </a:solidFill>
          </p:spPr>
        </p:sp>
      </p:grpSp>
      <p:sp>
        <p:nvSpPr>
          <p:cNvPr id="55" name="VectorPath 55"/>
          <p:cNvSpPr/>
          <p:nvPr/>
        </p:nvSpPr>
        <p:spPr>
          <a:xfrm>
            <a:off x="1155700" y="5474970"/>
            <a:ext cx="112395" cy="136525"/>
          </a:xfrm>
          <a:custGeom>
            <a:avLst/>
            <a:gdLst/>
            <a:ahLst/>
            <a:cxnLst/>
            <a:rect l="l" t="t" r="r" b="b"/>
            <a:pathLst>
              <a:path w="112395" h="136271">
                <a:moveTo>
                  <a:pt x="56197" y="64897"/>
                </a:moveTo>
                <a:cubicBezTo>
                  <a:pt x="74130" y="64897"/>
                  <a:pt x="88684" y="50292"/>
                  <a:pt x="88684" y="32385"/>
                </a:cubicBezTo>
                <a:cubicBezTo>
                  <a:pt x="88684" y="14605"/>
                  <a:pt x="74130" y="0"/>
                  <a:pt x="56197" y="0"/>
                </a:cubicBezTo>
                <a:cubicBezTo>
                  <a:pt x="38265" y="0"/>
                  <a:pt x="23711" y="14605"/>
                  <a:pt x="23711" y="32385"/>
                </a:cubicBezTo>
                <a:cubicBezTo>
                  <a:pt x="23711" y="50292"/>
                  <a:pt x="38265" y="64897"/>
                  <a:pt x="56197" y="64897"/>
                </a:cubicBezTo>
                <a:moveTo>
                  <a:pt x="48158" y="80010"/>
                </a:moveTo>
                <a:cubicBezTo>
                  <a:pt x="21488" y="80010"/>
                  <a:pt x="-114" y="101600"/>
                  <a:pt x="-114" y="128245"/>
                </a:cubicBezTo>
                <a:cubicBezTo>
                  <a:pt x="-114" y="132677"/>
                  <a:pt x="3492" y="136271"/>
                  <a:pt x="7925" y="136271"/>
                </a:cubicBezTo>
                <a:lnTo>
                  <a:pt x="104470" y="136271"/>
                </a:lnTo>
                <a:cubicBezTo>
                  <a:pt x="108902" y="136271"/>
                  <a:pt x="112509" y="132677"/>
                  <a:pt x="112509" y="128245"/>
                </a:cubicBezTo>
                <a:cubicBezTo>
                  <a:pt x="112509" y="101600"/>
                  <a:pt x="90907" y="80010"/>
                  <a:pt x="64237" y="80010"/>
                </a:cubicBezTo>
                <a:lnTo>
                  <a:pt x="48158" y="80010"/>
                </a:lnTo>
                <a:close/>
              </a:path>
            </a:pathLst>
          </a:custGeom>
          <a:solidFill>
            <a:srgbClr val="64748B">
              <a:alpha val="100000"/>
            </a:srgbClr>
          </a:solidFill>
        </p:spPr>
      </p:sp>
      <p:sp>
        <p:nvSpPr>
          <p:cNvPr id="56" name="VectorPath 56"/>
          <p:cNvSpPr/>
          <p:nvPr/>
        </p:nvSpPr>
        <p:spPr>
          <a:xfrm>
            <a:off x="1155700" y="5751830"/>
            <a:ext cx="112395" cy="136525"/>
          </a:xfrm>
          <a:custGeom>
            <a:avLst/>
            <a:gdLst/>
            <a:ahLst/>
            <a:cxnLst/>
            <a:rect l="l" t="t" r="r" b="b"/>
            <a:pathLst>
              <a:path w="112395" h="136271">
                <a:moveTo>
                  <a:pt x="56197" y="64897"/>
                </a:moveTo>
                <a:cubicBezTo>
                  <a:pt x="74130" y="64897"/>
                  <a:pt x="88684" y="50356"/>
                  <a:pt x="88684" y="32449"/>
                </a:cubicBezTo>
                <a:cubicBezTo>
                  <a:pt x="88684" y="14542"/>
                  <a:pt x="74130" y="0"/>
                  <a:pt x="56197" y="0"/>
                </a:cubicBezTo>
                <a:cubicBezTo>
                  <a:pt x="38265" y="0"/>
                  <a:pt x="23711" y="14542"/>
                  <a:pt x="23711" y="32449"/>
                </a:cubicBezTo>
                <a:cubicBezTo>
                  <a:pt x="23711" y="50356"/>
                  <a:pt x="38265" y="64897"/>
                  <a:pt x="56197" y="64897"/>
                </a:cubicBezTo>
                <a:moveTo>
                  <a:pt x="48158" y="80035"/>
                </a:moveTo>
                <a:cubicBezTo>
                  <a:pt x="21488" y="80035"/>
                  <a:pt x="-114" y="101613"/>
                  <a:pt x="-114" y="128245"/>
                </a:cubicBezTo>
                <a:cubicBezTo>
                  <a:pt x="-114" y="132677"/>
                  <a:pt x="3492" y="136271"/>
                  <a:pt x="7925" y="136271"/>
                </a:cubicBezTo>
                <a:lnTo>
                  <a:pt x="104470" y="136271"/>
                </a:lnTo>
                <a:cubicBezTo>
                  <a:pt x="108902" y="136271"/>
                  <a:pt x="112509" y="132677"/>
                  <a:pt x="112509" y="128245"/>
                </a:cubicBezTo>
                <a:cubicBezTo>
                  <a:pt x="112509" y="101613"/>
                  <a:pt x="90907" y="80035"/>
                  <a:pt x="64237" y="80035"/>
                </a:cubicBezTo>
                <a:lnTo>
                  <a:pt x="48158" y="80035"/>
                </a:lnTo>
                <a:close/>
              </a:path>
            </a:pathLst>
          </a:custGeom>
          <a:solidFill>
            <a:srgbClr val="64748B">
              <a:alpha val="100000"/>
            </a:srgbClr>
          </a:solidFill>
        </p:spPr>
      </p:sp>
      <p:sp>
        <p:nvSpPr>
          <p:cNvPr id="57" name="TextBox57"/>
          <p:cNvSpPr txBox="1"/>
          <p:nvPr/>
        </p:nvSpPr>
        <p:spPr>
          <a:xfrm>
            <a:off x="1125220" y="5149850"/>
            <a:ext cx="3287395" cy="979499"/>
          </a:xfrm>
          <a:prstGeom prst="rect">
            <a:avLst/>
          </a:prstGeom>
          <a:noFill/>
        </p:spPr>
        <p:txBody>
          <a:bodyPr wrap="square" lIns="0" tIns="18415" rIns="0" bIns="0" rtlCol="0">
            <a:spAutoFit/>
          </a:bodyPr>
          <a:lstStyle/>
          <a:p>
            <a:pPr marL="0" marR="0" indent="0" eaLnBrk="0">
              <a:lnSpc>
                <a:spcPct val="93010"/>
              </a:lnSpc>
              <a:spcBef>
                <a:spcPts val="144"/>
              </a:spcBef>
              <a:spcAft>
                <a:spcPts val="710"/>
              </a:spcAft>
            </a:pPr>
            <a:r>
              <a:rPr lang="en-US" altLang="zh-CN" sz="2325" b="1" kern="0" spc="-25" baseline="4898" noProof="0" dirty="0">
                <a:solidFill>
                  <a:srgbClr val="1E293B"/>
                </a:solidFill>
                <a:latin typeface="SimHei" pitchFamily="49" charset="0"/>
                <a:ea typeface="SimHei" pitchFamily="49" charset="0"/>
                <a:cs typeface="SimHei" pitchFamily="49" charset="0"/>
              </a:rPr>
              <a:t>目标用户</a:t>
            </a:r>
          </a:p>
          <a:p>
            <a:pPr marL="242570" marR="0" indent="0" eaLnBrk="0">
              <a:lnSpc>
                <a:spcPct val="93055"/>
              </a:lnSpc>
              <a:spcBef>
                <a:spcPts val="114"/>
              </a:spcBef>
              <a:spcAft>
                <a:spcPts val="29"/>
              </a:spcAft>
            </a:pPr>
            <a:r>
              <a:rPr lang="en-US" altLang="zh-CN" sz="1800" kern="0" spc="-25" baseline="5044" noProof="0" dirty="0">
                <a:solidFill>
                  <a:srgbClr val="64748B"/>
                </a:solidFill>
                <a:latin typeface="SimHei" pitchFamily="49" charset="0"/>
                <a:ea typeface="SimHei" pitchFamily="49" charset="0"/>
                <a:cs typeface="SimHei" pitchFamily="49" charset="0"/>
              </a:rPr>
              <a:t>CA</a:t>
            </a:r>
            <a:r>
              <a:rPr lang="en-US" altLang="zh-CN" sz="1800" kern="0" spc="0" baseline="5044" noProof="0" dirty="0">
                <a:solidFill>
                  <a:srgbClr val="64748B"/>
                </a:solidFill>
                <a:latin typeface="SimHei" pitchFamily="49" charset="0"/>
                <a:ea typeface="SimHei" pitchFamily="49" charset="0"/>
                <a:cs typeface="SimHei" pitchFamily="49" charset="0"/>
              </a:rPr>
              <a:t>NN社区开发者</a:t>
            </a:r>
          </a:p>
          <a:p>
            <a:pPr marL="0" marR="0" indent="0" eaLnBrk="0">
              <a:lnSpc>
                <a:spcPct val="61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242570" marR="0" indent="0" eaLnBrk="0">
              <a:lnSpc>
                <a:spcPct val="100000"/>
              </a:lnSpc>
            </a:pPr>
            <a:r>
              <a:rPr lang="en-US" altLang="zh-CN" sz="1800" kern="0" spc="0" baseline="3998" noProof="0" dirty="0">
                <a:solidFill>
                  <a:srgbClr val="64748B"/>
                </a:solidFill>
                <a:latin typeface="SimHei" pitchFamily="49" charset="0"/>
                <a:ea typeface="SimHei" pitchFamily="49" charset="0"/>
                <a:cs typeface="SimHei" pitchFamily="49" charset="0"/>
              </a:rPr>
              <a:t>Ascend</a:t>
            </a:r>
            <a:r>
              <a:rPr lang="en-US" altLang="zh-CN" sz="1800" kern="0" spc="-25" baseline="3998" noProof="0" dirty="0">
                <a:latin typeface="SimHei" pitchFamily="49" charset="0"/>
                <a:ea typeface="SimHei" pitchFamily="49" charset="0"/>
                <a:cs typeface="SimHei" pitchFamily="49" charset="0"/>
              </a:rPr>
              <a:t> </a:t>
            </a:r>
            <a:r>
              <a:rPr lang="en-US" altLang="zh-CN" sz="1800" kern="0" spc="0" baseline="3998" noProof="0" dirty="0">
                <a:solidFill>
                  <a:srgbClr val="64748B"/>
                </a:solidFill>
                <a:latin typeface="SimHei" pitchFamily="49" charset="0"/>
                <a:ea typeface="SimHei" pitchFamily="49" charset="0"/>
                <a:cs typeface="SimHei" pitchFamily="49" charset="0"/>
              </a:rPr>
              <a:t>C</a:t>
            </a:r>
            <a:r>
              <a:rPr lang="en-US" altLang="zh-CN" sz="1800" kern="0" spc="-25" baseline="3998" noProof="0" dirty="0">
                <a:latin typeface="SimHei" pitchFamily="49" charset="0"/>
                <a:ea typeface="SimHei" pitchFamily="49" charset="0"/>
                <a:cs typeface="SimHei" pitchFamily="49" charset="0"/>
              </a:rPr>
              <a:t> </a:t>
            </a:r>
            <a:r>
              <a:rPr lang="en-US" altLang="zh-CN" kern="0" baseline="3998" dirty="0">
                <a:solidFill>
                  <a:srgbClr val="64748B"/>
                </a:solidFill>
                <a:latin typeface="SimHei" pitchFamily="49" charset="0"/>
                <a:ea typeface="SimHei" pitchFamily="49" charset="0"/>
              </a:rPr>
              <a:t>/</a:t>
            </a:r>
            <a:r>
              <a:rPr lang="en-US" altLang="zh-CN" kern="0" baseline="3998">
                <a:solidFill>
                  <a:srgbClr val="64748B"/>
                </a:solidFill>
                <a:latin typeface="SimHei" pitchFamily="49" charset="0"/>
                <a:ea typeface="SimHei" pitchFamily="49" charset="0"/>
              </a:rPr>
              <a:t> CATALASS </a:t>
            </a:r>
            <a:r>
              <a:rPr lang="en-US" altLang="zh-CN" kern="0" baseline="3998" dirty="0">
                <a:solidFill>
                  <a:srgbClr val="64748B"/>
                </a:solidFill>
                <a:latin typeface="SimHei" pitchFamily="49" charset="0"/>
                <a:ea typeface="SimHei" pitchFamily="49" charset="0"/>
              </a:rPr>
              <a:t>/ </a:t>
            </a:r>
            <a:r>
              <a:rPr lang="en-US" altLang="zh-CN" kern="0" baseline="3998" dirty="0" err="1">
                <a:solidFill>
                  <a:srgbClr val="64748B"/>
                </a:solidFill>
                <a:latin typeface="SimHei" pitchFamily="49" charset="0"/>
                <a:ea typeface="SimHei" pitchFamily="49" charset="0"/>
              </a:rPr>
              <a:t>PyPTO</a:t>
            </a:r>
            <a:r>
              <a:rPr lang="en-US" altLang="zh-CN" kern="0" baseline="3998" dirty="0">
                <a:solidFill>
                  <a:srgbClr val="64748B"/>
                </a:solidFill>
                <a:latin typeface="SimHei" pitchFamily="49" charset="0"/>
                <a:ea typeface="SimHei" pitchFamily="49" charset="0"/>
              </a:rPr>
              <a:t> / </a:t>
            </a:r>
            <a:r>
              <a:rPr lang="en-US" altLang="zh-CN" kern="0" baseline="3998" dirty="0" err="1">
                <a:solidFill>
                  <a:srgbClr val="64748B"/>
                </a:solidFill>
                <a:latin typeface="SimHei" pitchFamily="49" charset="0"/>
                <a:ea typeface="SimHei" pitchFamily="49" charset="0"/>
              </a:rPr>
              <a:t>TileLang</a:t>
            </a:r>
            <a:r>
              <a:rPr lang="en-US" altLang="zh-CN" kern="0" baseline="3998" dirty="0">
                <a:solidFill>
                  <a:srgbClr val="64748B"/>
                </a:solidFill>
                <a:latin typeface="SimHei" pitchFamily="49" charset="0"/>
                <a:ea typeface="SimHei" pitchFamily="49" charset="0"/>
              </a:rPr>
              <a:t> / Triton  </a:t>
            </a:r>
            <a:r>
              <a:rPr lang="en-US" altLang="zh-CN" kern="0" baseline="3998" dirty="0" err="1">
                <a:solidFill>
                  <a:srgbClr val="64748B"/>
                </a:solidFill>
                <a:latin typeface="SimHei" pitchFamily="49" charset="0"/>
                <a:ea typeface="SimHei" pitchFamily="49" charset="0"/>
              </a:rPr>
              <a:t>算子开发者</a:t>
            </a:r>
            <a:endParaRPr lang="en-US" altLang="zh-CN" kern="0" baseline="3998" dirty="0">
              <a:solidFill>
                <a:srgbClr val="64748B"/>
              </a:solidFill>
              <a:latin typeface="SimHei" pitchFamily="49" charset="0"/>
              <a:ea typeface="SimHei" pitchFamily="49" charset="0"/>
            </a:endParaRPr>
          </a:p>
        </p:txBody>
      </p:sp>
      <p:sp>
        <p:nvSpPr>
          <p:cNvPr id="58" name="TextBox58"/>
          <p:cNvSpPr txBox="1"/>
          <p:nvPr/>
        </p:nvSpPr>
        <p:spPr>
          <a:xfrm>
            <a:off x="472440" y="6443345"/>
            <a:ext cx="1789112" cy="146050"/>
          </a:xfrm>
          <a:prstGeom prst="rect">
            <a:avLst/>
          </a:prstGeom>
          <a:noFill/>
        </p:spPr>
        <p:txBody>
          <a:bodyPr wrap="square" lIns="0" tIns="0" rIns="0" bIns="0" rtlCol="0">
            <a:spAutoFit/>
          </a:bodyPr>
          <a:lstStyle/>
          <a:p>
            <a:pPr marL="0" marR="0" indent="0" eaLnBrk="0">
              <a:lnSpc>
                <a:spcPct val="100000"/>
              </a:lnSpc>
            </a:pPr>
            <a:r>
              <a:rPr lang="en-US" altLang="zh-CN" sz="950" kern="0" spc="35" baseline="0" noProof="0" dirty="0">
                <a:solidFill>
                  <a:srgbClr val="7F7F7F"/>
                </a:solidFill>
                <a:latin typeface="Arial" pitchFamily="34" charset="0"/>
                <a:ea typeface="Arial" pitchFamily="34" charset="0"/>
                <a:cs typeface="Arial" pitchFamily="34" charset="0"/>
              </a:rPr>
              <a:t>ht</a:t>
            </a:r>
            <a:r>
              <a:rPr lang="en-US" altLang="zh-CN" sz="950" kern="0" spc="50" baseline="0" noProof="0" dirty="0">
                <a:solidFill>
                  <a:srgbClr val="7F7F7F"/>
                </a:solidFill>
                <a:latin typeface="Arial" pitchFamily="34" charset="0"/>
                <a:ea typeface="Arial" pitchFamily="34" charset="0"/>
                <a:cs typeface="Arial" pitchFamily="34" charset="0"/>
              </a:rPr>
              <a:t>tp</a:t>
            </a:r>
            <a:r>
              <a:rPr lang="en-US" altLang="zh-CN" sz="950" kern="0" spc="35" baseline="0" noProof="0" dirty="0">
                <a:solidFill>
                  <a:srgbClr val="7F7F7F"/>
                </a:solidFill>
                <a:latin typeface="Arial" pitchFamily="34" charset="0"/>
                <a:ea typeface="Arial" pitchFamily="34" charset="0"/>
                <a:cs typeface="Arial" pitchFamily="34" charset="0"/>
              </a:rPr>
              <a:t>s:/</a:t>
            </a:r>
            <a:r>
              <a:rPr lang="en-US" altLang="zh-CN" sz="950" kern="0" spc="50" baseline="0" noProof="0" dirty="0">
                <a:solidFill>
                  <a:srgbClr val="7F7F7F"/>
                </a:solidFill>
                <a:latin typeface="Arial" pitchFamily="34" charset="0"/>
                <a:ea typeface="Arial" pitchFamily="34" charset="0"/>
                <a:cs typeface="Arial" pitchFamily="34" charset="0"/>
              </a:rPr>
              <a:t>/g</a:t>
            </a:r>
            <a:r>
              <a:rPr lang="en-US" altLang="zh-CN" sz="950" kern="0" spc="35" baseline="0" noProof="0" dirty="0">
                <a:solidFill>
                  <a:srgbClr val="7F7F7F"/>
                </a:solidFill>
                <a:latin typeface="Arial" pitchFamily="34" charset="0"/>
                <a:ea typeface="Arial" pitchFamily="34" charset="0"/>
                <a:cs typeface="Arial" pitchFamily="34" charset="0"/>
              </a:rPr>
              <a:t>itcod</a:t>
            </a:r>
            <a:r>
              <a:rPr lang="en-US" altLang="zh-CN" sz="950" kern="0" spc="50" baseline="0" noProof="0" dirty="0">
                <a:solidFill>
                  <a:srgbClr val="7F7F7F"/>
                </a:solidFill>
                <a:latin typeface="Arial" pitchFamily="34" charset="0"/>
                <a:ea typeface="Arial" pitchFamily="34" charset="0"/>
                <a:cs typeface="Arial" pitchFamily="34" charset="0"/>
              </a:rPr>
              <a:t>e</a:t>
            </a:r>
            <a:r>
              <a:rPr lang="en-US" altLang="zh-CN" sz="950" kern="0" spc="35" baseline="0" noProof="0" dirty="0">
                <a:solidFill>
                  <a:srgbClr val="7F7F7F"/>
                </a:solidFill>
                <a:latin typeface="Arial" pitchFamily="34" charset="0"/>
                <a:ea typeface="Arial" pitchFamily="34" charset="0"/>
                <a:cs typeface="Arial" pitchFamily="34" charset="0"/>
              </a:rPr>
              <a:t>.com/cann/</a:t>
            </a:r>
            <a:r>
              <a:rPr lang="en-US" altLang="zh-CN" sz="950" kern="0" spc="25" baseline="0" noProof="0" dirty="0">
                <a:solidFill>
                  <a:srgbClr val="7F7F7F"/>
                </a:solidFill>
                <a:latin typeface="Arial" pitchFamily="34" charset="0"/>
                <a:ea typeface="Arial" pitchFamily="34" charset="0"/>
                <a:cs typeface="Arial" pitchFamily="34" charset="0"/>
              </a:rPr>
              <a:t>skills</a:t>
            </a:r>
            <a:r>
              <a:rPr lang="en-US" altLang="zh-CN" sz="950" kern="0" spc="-5" baseline="0" noProof="0" dirty="0">
                <a:latin typeface="Arial" pitchFamily="34" charset="0"/>
                <a:ea typeface="Arial" pitchFamily="34" charset="0"/>
                <a:cs typeface="Arial" pitchFamily="34" charset="0"/>
              </a:rPr>
              <a:t> </a:t>
            </a:r>
          </a:p>
        </p:txBody>
      </p:sp>
      <p:sp>
        <p:nvSpPr>
          <p:cNvPr id="59" name="TextBox59">
            <a:hlinkClick r:id="rId6"/>
          </p:cNvPr>
          <p:cNvSpPr txBox="1"/>
          <p:nvPr/>
        </p:nvSpPr>
        <p:spPr>
          <a:xfrm>
            <a:off x="472440" y="6454140"/>
            <a:ext cx="1789112" cy="127000"/>
          </a:xfrm>
          <a:prstGeom prst="rect">
            <a:avLst/>
          </a:prstGeom>
          <a:noFill/>
        </p:spPr>
        <p:txBody>
          <a:bodyPr wrap="square" lIns="0" tIns="0" rIns="0" bIns="0" rtlCol="0">
            <a:spAutoFit/>
          </a:bodyPr>
          <a:lstStyle/>
          <a:p>
            <a:pPr marL="0" marR="0" indent="0" algn="just" eaLnBrk="0">
              <a:lnSpc>
                <a:spcPct val="82916"/>
              </a:lnSpc>
            </a:pPr>
            <a:endParaRPr lang="en-US" altLang="zh-CN" sz="1000" kern="0" spc="0" baseline="0" noProof="0" dirty="0">
              <a:solidFill>
                <a:srgbClr val="000000"/>
              </a:solidFill>
              <a:latin typeface="Arial" pitchFamily="34" charset="0"/>
              <a:ea typeface="Arial" pitchFamily="34" charset="0"/>
              <a:cs typeface="Arial" pitchFamily="34" charset="0"/>
            </a:endParaRPr>
          </a:p>
        </p:txBody>
      </p:sp>
      <p:sp>
        <p:nvSpPr>
          <p:cNvPr id="60" name="VectorPath 60"/>
          <p:cNvSpPr/>
          <p:nvPr/>
        </p:nvSpPr>
        <p:spPr>
          <a:xfrm>
            <a:off x="5086985" y="5474970"/>
            <a:ext cx="112395" cy="136525"/>
          </a:xfrm>
          <a:custGeom>
            <a:avLst/>
            <a:gdLst/>
            <a:ahLst/>
            <a:cxnLst/>
            <a:rect l="l" t="t" r="r" b="b"/>
            <a:pathLst>
              <a:path w="112395" h="136271">
                <a:moveTo>
                  <a:pt x="56261" y="64897"/>
                </a:moveTo>
                <a:cubicBezTo>
                  <a:pt x="74168" y="64897"/>
                  <a:pt x="88646" y="50292"/>
                  <a:pt x="88646" y="32385"/>
                </a:cubicBezTo>
                <a:cubicBezTo>
                  <a:pt x="88646" y="14605"/>
                  <a:pt x="74168" y="0"/>
                  <a:pt x="56261" y="0"/>
                </a:cubicBezTo>
                <a:cubicBezTo>
                  <a:pt x="38227" y="0"/>
                  <a:pt x="23749" y="14605"/>
                  <a:pt x="23749" y="32385"/>
                </a:cubicBezTo>
                <a:cubicBezTo>
                  <a:pt x="23749" y="50292"/>
                  <a:pt x="38227" y="64897"/>
                  <a:pt x="56261" y="64897"/>
                </a:cubicBezTo>
                <a:moveTo>
                  <a:pt x="48133" y="80010"/>
                </a:moveTo>
                <a:cubicBezTo>
                  <a:pt x="21463" y="80010"/>
                  <a:pt x="-127" y="101600"/>
                  <a:pt x="-127" y="128245"/>
                </a:cubicBezTo>
                <a:cubicBezTo>
                  <a:pt x="-127" y="132677"/>
                  <a:pt x="3429" y="136271"/>
                  <a:pt x="7874" y="136271"/>
                </a:cubicBezTo>
                <a:lnTo>
                  <a:pt x="104521" y="136271"/>
                </a:lnTo>
                <a:cubicBezTo>
                  <a:pt x="108966" y="136271"/>
                  <a:pt x="112522" y="132677"/>
                  <a:pt x="112522" y="128245"/>
                </a:cubicBezTo>
                <a:cubicBezTo>
                  <a:pt x="112522" y="101600"/>
                  <a:pt x="90932" y="80010"/>
                  <a:pt x="64262" y="80010"/>
                </a:cubicBezTo>
                <a:lnTo>
                  <a:pt x="48133" y="80010"/>
                </a:lnTo>
                <a:close/>
              </a:path>
            </a:pathLst>
          </a:custGeom>
          <a:solidFill>
            <a:srgbClr val="64748B">
              <a:alpha val="100000"/>
            </a:srgbClr>
          </a:solidFill>
        </p:spPr>
      </p:sp>
      <p:sp>
        <p:nvSpPr>
          <p:cNvPr id="61" name="VectorPath 61"/>
          <p:cNvSpPr/>
          <p:nvPr/>
        </p:nvSpPr>
        <p:spPr>
          <a:xfrm>
            <a:off x="5086985" y="5751830"/>
            <a:ext cx="112395" cy="136525"/>
          </a:xfrm>
          <a:custGeom>
            <a:avLst/>
            <a:gdLst/>
            <a:ahLst/>
            <a:cxnLst/>
            <a:rect l="l" t="t" r="r" b="b"/>
            <a:pathLst>
              <a:path w="112395" h="136271">
                <a:moveTo>
                  <a:pt x="56261" y="64897"/>
                </a:moveTo>
                <a:cubicBezTo>
                  <a:pt x="74168" y="64897"/>
                  <a:pt x="88646" y="50356"/>
                  <a:pt x="88646" y="32449"/>
                </a:cubicBezTo>
                <a:cubicBezTo>
                  <a:pt x="88646" y="14542"/>
                  <a:pt x="74168" y="0"/>
                  <a:pt x="56261" y="0"/>
                </a:cubicBezTo>
                <a:cubicBezTo>
                  <a:pt x="38227" y="0"/>
                  <a:pt x="23749" y="14542"/>
                  <a:pt x="23749" y="32449"/>
                </a:cubicBezTo>
                <a:cubicBezTo>
                  <a:pt x="23749" y="50356"/>
                  <a:pt x="38227" y="64897"/>
                  <a:pt x="56261" y="64897"/>
                </a:cubicBezTo>
                <a:moveTo>
                  <a:pt x="48133" y="80035"/>
                </a:moveTo>
                <a:cubicBezTo>
                  <a:pt x="21463" y="80035"/>
                  <a:pt x="-127" y="101613"/>
                  <a:pt x="-127" y="128245"/>
                </a:cubicBezTo>
                <a:cubicBezTo>
                  <a:pt x="-127" y="132677"/>
                  <a:pt x="3429" y="136271"/>
                  <a:pt x="7874" y="136271"/>
                </a:cubicBezTo>
                <a:lnTo>
                  <a:pt x="104521" y="136271"/>
                </a:lnTo>
                <a:cubicBezTo>
                  <a:pt x="108966" y="136271"/>
                  <a:pt x="112522" y="132677"/>
                  <a:pt x="112522" y="128245"/>
                </a:cubicBezTo>
                <a:cubicBezTo>
                  <a:pt x="112522" y="101613"/>
                  <a:pt x="90932" y="80035"/>
                  <a:pt x="64262" y="80035"/>
                </a:cubicBezTo>
                <a:lnTo>
                  <a:pt x="48133" y="80035"/>
                </a:lnTo>
                <a:close/>
              </a:path>
            </a:pathLst>
          </a:custGeom>
          <a:solidFill>
            <a:srgbClr val="64748B">
              <a:alpha val="100000"/>
            </a:srgbClr>
          </a:solidFill>
        </p:spPr>
      </p:sp>
      <p:sp>
        <p:nvSpPr>
          <p:cNvPr id="62" name="TextBox62"/>
          <p:cNvSpPr txBox="1"/>
          <p:nvPr/>
        </p:nvSpPr>
        <p:spPr>
          <a:xfrm>
            <a:off x="5299710" y="5471160"/>
            <a:ext cx="2422525" cy="460375"/>
          </a:xfrm>
          <a:prstGeom prst="rect">
            <a:avLst/>
          </a:prstGeom>
          <a:noFill/>
        </p:spPr>
        <p:txBody>
          <a:bodyPr wrap="square" lIns="0" tIns="14605" rIns="0" bIns="0" rtlCol="0">
            <a:spAutoFit/>
          </a:bodyPr>
          <a:lstStyle/>
          <a:p>
            <a:pPr marL="0" marR="0" indent="0" eaLnBrk="0">
              <a:lnSpc>
                <a:spcPct val="93055"/>
              </a:lnSpc>
              <a:spcBef>
                <a:spcPts val="114"/>
              </a:spcBef>
              <a:spcAft>
                <a:spcPts val="29"/>
              </a:spcAft>
            </a:pPr>
            <a:r>
              <a:rPr lang="en-US" altLang="zh-CN" sz="1800" kern="0" spc="-25" baseline="5044" noProof="0" dirty="0">
                <a:solidFill>
                  <a:srgbClr val="64748B"/>
                </a:solidFill>
                <a:latin typeface="SimHei" pitchFamily="49" charset="0"/>
                <a:ea typeface="SimHei" pitchFamily="49" charset="0"/>
                <a:cs typeface="SimHei" pitchFamily="49" charset="0"/>
              </a:rPr>
              <a:t>昇腾</a:t>
            </a:r>
            <a:r>
              <a:rPr lang="en-US" altLang="zh-CN" sz="1800" kern="0" spc="0" baseline="5044" noProof="0" dirty="0">
                <a:solidFill>
                  <a:srgbClr val="64748B"/>
                </a:solidFill>
                <a:latin typeface="SimHei" pitchFamily="49" charset="0"/>
                <a:ea typeface="SimHei" pitchFamily="49" charset="0"/>
                <a:cs typeface="SimHei" pitchFamily="49" charset="0"/>
              </a:rPr>
              <a:t>NPU平台AI应用开发者</a:t>
            </a:r>
          </a:p>
          <a:p>
            <a:pPr marL="0" marR="0" indent="0" eaLnBrk="0">
              <a:lnSpc>
                <a:spcPct val="61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800" kern="0" spc="-75" baseline="3998" noProof="0" dirty="0">
                <a:solidFill>
                  <a:srgbClr val="64748B"/>
                </a:solidFill>
                <a:latin typeface="SimHei" pitchFamily="49" charset="0"/>
                <a:ea typeface="SimHei" pitchFamily="49" charset="0"/>
                <a:cs typeface="SimHei" pitchFamily="49" charset="0"/>
              </a:rPr>
              <a:t>希望贡献</a:t>
            </a:r>
            <a:r>
              <a:rPr lang="en-US" altLang="zh-CN" sz="1800" kern="0" spc="-60" baseline="3998" noProof="0" dirty="0">
                <a:solidFill>
                  <a:srgbClr val="64748B"/>
                </a:solidFill>
                <a:latin typeface="SimHei" pitchFamily="49" charset="0"/>
                <a:ea typeface="SimHei" pitchFamily="49" charset="0"/>
                <a:cs typeface="SimHei" pitchFamily="49" charset="0"/>
              </a:rPr>
              <a:t>S</a:t>
            </a:r>
            <a:r>
              <a:rPr lang="en-US" altLang="zh-CN" sz="1800" kern="0" spc="-40" baseline="3998" noProof="0" dirty="0">
                <a:solidFill>
                  <a:srgbClr val="64748B"/>
                </a:solidFill>
                <a:latin typeface="SimHei" pitchFamily="49" charset="0"/>
                <a:ea typeface="SimHei" pitchFamily="49" charset="0"/>
                <a:cs typeface="SimHei" pitchFamily="49" charset="0"/>
              </a:rPr>
              <a:t>kills/Agents</a:t>
            </a:r>
            <a:r>
              <a:rPr lang="en-US" altLang="zh-CN" sz="1800" kern="0" spc="-60" baseline="3998" noProof="0" dirty="0">
                <a:solidFill>
                  <a:srgbClr val="64748B"/>
                </a:solidFill>
                <a:latin typeface="SimHei" pitchFamily="49" charset="0"/>
                <a:ea typeface="SimHei" pitchFamily="49" charset="0"/>
                <a:cs typeface="SimHei" pitchFamily="49" charset="0"/>
              </a:rPr>
              <a:t>的社区贡献者</a:t>
            </a:r>
          </a:p>
        </p:txBody>
      </p:sp>
      <p:pic>
        <p:nvPicPr>
          <p:cNvPr id="63" name="41E1DAD2-75BC-4E46-200E-9C9085D8A02C"/>
          <p:cNvPicPr>
            <a:picLocks noChangeAspect="1"/>
          </p:cNvPicPr>
          <p:nvPr/>
        </p:nvPicPr>
        <p:blipFill>
          <a:blip r:embed="rId7" cstate="print">
            <a:extLst>
              <a:ext uri="{BCD72F88-E13D-4E38-6F82-0588367B44F8}"/>
            </a:extLst>
          </a:blip>
          <a:srcRect/>
          <a:stretch>
            <a:fillRect/>
          </a:stretch>
        </p:blipFill>
        <p:spPr>
          <a:xfrm>
            <a:off x="9351646" y="1177925"/>
            <a:ext cx="2497667" cy="1595967"/>
          </a:xfrm>
          <a:prstGeom prst="rect">
            <a:avLst/>
          </a:prstGeom>
        </p:spPr>
      </p:pic>
      <p:pic>
        <p:nvPicPr>
          <p:cNvPr id="64" name="EF062430-19E6-4F27-3389-7CECDCF59BE7"/>
          <p:cNvPicPr>
            <a:picLocks noChangeAspect="1"/>
          </p:cNvPicPr>
          <p:nvPr/>
        </p:nvPicPr>
        <p:blipFill>
          <a:blip r:embed="rId8" cstate="print">
            <a:extLst>
              <a:ext uri="{F3694906-D942-4321-964D-E3AF95B6F48B}"/>
            </a:extLst>
          </a:blip>
          <a:srcRect/>
          <a:stretch>
            <a:fillRect/>
          </a:stretch>
        </p:blipFill>
        <p:spPr>
          <a:xfrm>
            <a:off x="9351646" y="2909570"/>
            <a:ext cx="2497667" cy="1595967"/>
          </a:xfrm>
          <a:prstGeom prst="rect">
            <a:avLst/>
          </a:prstGeom>
        </p:spPr>
      </p:pic>
      <p:pic>
        <p:nvPicPr>
          <p:cNvPr id="65" name="8B9563BC-BBD5-4439-B3C3-E6AFA36155BA"/>
          <p:cNvPicPr>
            <a:picLocks noChangeAspect="1"/>
          </p:cNvPicPr>
          <p:nvPr/>
        </p:nvPicPr>
        <p:blipFill>
          <a:blip r:embed="rId9" cstate="print">
            <a:extLst>
              <a:ext uri="{B91E0334-2A75-44EF-DA24-EA7033D20993}"/>
            </a:extLst>
          </a:blip>
          <a:srcRect/>
          <a:stretch>
            <a:fillRect/>
          </a:stretch>
        </p:blipFill>
        <p:spPr>
          <a:xfrm>
            <a:off x="9351646" y="4641215"/>
            <a:ext cx="2497667" cy="1595967"/>
          </a:xfrm>
          <a:prstGeom prst="rect">
            <a:avLst/>
          </a:prstGeom>
        </p:spPr>
      </p:pic>
      <p:sp>
        <p:nvSpPr>
          <p:cNvPr id="66" name="TextBox66"/>
          <p:cNvSpPr txBox="1"/>
          <p:nvPr/>
        </p:nvSpPr>
        <p:spPr>
          <a:xfrm>
            <a:off x="9870441" y="1274402"/>
            <a:ext cx="1322281" cy="955070"/>
          </a:xfrm>
          <a:prstGeom prst="rect">
            <a:avLst/>
          </a:prstGeom>
          <a:noFill/>
        </p:spPr>
        <p:txBody>
          <a:bodyPr wrap="square" lIns="0" tIns="0" rIns="0" bIns="0" rtlCol="0">
            <a:spAutoFit/>
          </a:bodyPr>
          <a:lstStyle/>
          <a:p>
            <a:pPr marL="0" marR="0" indent="0" algn="ctr" eaLnBrk="0">
              <a:lnSpc>
                <a:spcPct val="100617"/>
              </a:lnSpc>
              <a:spcAft>
                <a:spcPts val="1129"/>
              </a:spcAft>
            </a:pPr>
            <a:r>
              <a:rPr lang="en-US" altLang="zh-CN" sz="4050" b="1" kern="0" spc="-15" baseline="0" noProof="0" dirty="0">
                <a:solidFill>
                  <a:srgbClr val="FFFFFF"/>
                </a:solidFill>
                <a:latin typeface="Arial" pitchFamily="34" charset="0"/>
                <a:ea typeface="Arial" pitchFamily="34" charset="0"/>
                <a:cs typeface="Arial" pitchFamily="34" charset="0"/>
              </a:rPr>
              <a:t>1</a:t>
            </a:r>
            <a:r>
              <a:rPr lang="en-US" altLang="zh-CN" sz="4050" b="1" kern="0" spc="-15" dirty="0">
                <a:solidFill>
                  <a:srgbClr val="FFFFFF"/>
                </a:solidFill>
                <a:latin typeface="Arial" pitchFamily="34" charset="0"/>
                <a:ea typeface="Arial" pitchFamily="34" charset="0"/>
                <a:cs typeface="Arial" pitchFamily="34" charset="0"/>
              </a:rPr>
              <a:t>10</a:t>
            </a:r>
            <a:r>
              <a:rPr lang="en-US" altLang="zh-CN" sz="4050" b="1" kern="0" spc="-15" baseline="0" noProof="0" dirty="0">
                <a:solidFill>
                  <a:srgbClr val="FFFFFF"/>
                </a:solidFill>
                <a:latin typeface="Arial" pitchFamily="34" charset="0"/>
                <a:ea typeface="Arial" pitchFamily="34" charset="0"/>
                <a:cs typeface="Arial" pitchFamily="34" charset="0"/>
              </a:rPr>
              <a:t>+</a:t>
            </a:r>
          </a:p>
          <a:p>
            <a:pPr marL="215265" marR="0" indent="0" algn="ctr" eaLnBrk="0">
              <a:lnSpc>
                <a:spcPct val="93055"/>
              </a:lnSpc>
              <a:spcBef>
                <a:spcPts val="114"/>
              </a:spcBef>
              <a:spcAft>
                <a:spcPts val="29"/>
              </a:spcAft>
            </a:pPr>
            <a:r>
              <a:rPr lang="en-US" altLang="zh-CN" sz="1200" kern="0" spc="-215" baseline="0" noProof="0" dirty="0">
                <a:solidFill>
                  <a:srgbClr val="FFFFFF"/>
                </a:solidFill>
                <a:latin typeface="SimHei" pitchFamily="49" charset="0"/>
                <a:ea typeface="SimHei" pitchFamily="49" charset="0"/>
                <a:cs typeface="SimHei" pitchFamily="49" charset="0"/>
              </a:rPr>
              <a:t>个 </a:t>
            </a:r>
            <a:r>
              <a:rPr lang="en-US" altLang="zh-CN" sz="1200" kern="0" spc="-115" baseline="0" noProof="0" dirty="0">
                <a:solidFill>
                  <a:srgbClr val="FFFFFF"/>
                </a:solidFill>
                <a:latin typeface="SimHei" pitchFamily="49" charset="0"/>
                <a:ea typeface="SimHei" pitchFamily="49" charset="0"/>
                <a:cs typeface="SimHei" pitchFamily="49" charset="0"/>
              </a:rPr>
              <a:t>S</a:t>
            </a:r>
            <a:r>
              <a:rPr lang="en-US" altLang="zh-CN" sz="1200" kern="0" spc="-100" baseline="0" noProof="0" dirty="0">
                <a:solidFill>
                  <a:srgbClr val="FFFFFF"/>
                </a:solidFill>
                <a:latin typeface="SimHei" pitchFamily="49" charset="0"/>
                <a:ea typeface="SimHei" pitchFamily="49" charset="0"/>
                <a:cs typeface="SimHei" pitchFamily="49" charset="0"/>
              </a:rPr>
              <a:t>kills</a:t>
            </a:r>
          </a:p>
        </p:txBody>
      </p:sp>
      <p:sp>
        <p:nvSpPr>
          <p:cNvPr id="67" name="TextBox67"/>
          <p:cNvSpPr txBox="1"/>
          <p:nvPr/>
        </p:nvSpPr>
        <p:spPr>
          <a:xfrm>
            <a:off x="10366376" y="3020060"/>
            <a:ext cx="466725" cy="920750"/>
          </a:xfrm>
          <a:prstGeom prst="rect">
            <a:avLst/>
          </a:prstGeom>
          <a:noFill/>
        </p:spPr>
        <p:txBody>
          <a:bodyPr wrap="square" lIns="0" tIns="48260" rIns="0" bIns="0" rtlCol="0">
            <a:spAutoFit/>
          </a:bodyPr>
          <a:lstStyle/>
          <a:p>
            <a:pPr marL="77470" marR="0" indent="0" eaLnBrk="0">
              <a:lnSpc>
                <a:spcPct val="88568"/>
              </a:lnSpc>
              <a:spcBef>
                <a:spcPts val="380"/>
              </a:spcBef>
              <a:spcAft>
                <a:spcPts val="1050"/>
              </a:spcAft>
            </a:pPr>
            <a:r>
              <a:rPr lang="en-US" altLang="zh-CN" sz="4050" b="1" kern="0" spc="-15" baseline="0" noProof="0" dirty="0">
                <a:solidFill>
                  <a:srgbClr val="FFFFFF"/>
                </a:solidFill>
                <a:latin typeface="SimHei" pitchFamily="49" charset="0"/>
                <a:ea typeface="SimHei" pitchFamily="49" charset="0"/>
                <a:cs typeface="SimHei" pitchFamily="49" charset="0"/>
              </a:rPr>
              <a:t>7</a:t>
            </a:r>
          </a:p>
          <a:p>
            <a:pPr marL="0" marR="0" indent="0" eaLnBrk="0">
              <a:lnSpc>
                <a:spcPct val="100000"/>
              </a:lnSpc>
            </a:pPr>
            <a:r>
              <a:rPr lang="en-US" altLang="zh-CN" sz="1200" kern="0" spc="-15" baseline="0" noProof="0" dirty="0">
                <a:solidFill>
                  <a:srgbClr val="FFFFFF"/>
                </a:solidFill>
                <a:latin typeface="SimHei" pitchFamily="49" charset="0"/>
                <a:ea typeface="SimHei" pitchFamily="49" charset="0"/>
                <a:cs typeface="SimHei" pitchFamily="49" charset="0"/>
              </a:rPr>
              <a:t>个阶段</a:t>
            </a:r>
          </a:p>
        </p:txBody>
      </p:sp>
      <p:sp>
        <p:nvSpPr>
          <p:cNvPr id="68" name="TextBox68"/>
          <p:cNvSpPr txBox="1"/>
          <p:nvPr/>
        </p:nvSpPr>
        <p:spPr>
          <a:xfrm>
            <a:off x="10366376" y="4752340"/>
            <a:ext cx="468312" cy="920750"/>
          </a:xfrm>
          <a:prstGeom prst="rect">
            <a:avLst/>
          </a:prstGeom>
          <a:noFill/>
        </p:spPr>
        <p:txBody>
          <a:bodyPr wrap="square" lIns="0" tIns="48260" rIns="0" bIns="0" rtlCol="0">
            <a:spAutoFit/>
          </a:bodyPr>
          <a:lstStyle/>
          <a:p>
            <a:pPr marL="77470" marR="0" indent="0" eaLnBrk="0">
              <a:lnSpc>
                <a:spcPct val="88568"/>
              </a:lnSpc>
              <a:spcBef>
                <a:spcPts val="380"/>
              </a:spcBef>
              <a:spcAft>
                <a:spcPts val="1050"/>
              </a:spcAft>
            </a:pPr>
            <a:r>
              <a:rPr lang="en-US" altLang="zh-CN" sz="4050" b="1" kern="0" spc="-15" baseline="0" noProof="0" dirty="0">
                <a:solidFill>
                  <a:srgbClr val="FFFFFF"/>
                </a:solidFill>
                <a:latin typeface="SimHei" pitchFamily="49" charset="0"/>
                <a:ea typeface="SimHei" pitchFamily="49" charset="0"/>
                <a:cs typeface="SimHei" pitchFamily="49" charset="0"/>
              </a:rPr>
              <a:t>3</a:t>
            </a:r>
          </a:p>
          <a:p>
            <a:pPr marL="0" marR="0" indent="0" eaLnBrk="0">
              <a:lnSpc>
                <a:spcPct val="100000"/>
              </a:lnSpc>
              <a:spcBef>
                <a:spcPts val="5"/>
              </a:spcBef>
            </a:pPr>
            <a:r>
              <a:rPr lang="en-US" altLang="zh-CN" sz="1200" kern="0" spc="-15" baseline="0" noProof="0" dirty="0">
                <a:solidFill>
                  <a:srgbClr val="FFFFFF"/>
                </a:solidFill>
                <a:latin typeface="SimHei" pitchFamily="49" charset="0"/>
                <a:ea typeface="SimHei" pitchFamily="49" charset="0"/>
                <a:cs typeface="SimHei" pitchFamily="49" charset="0"/>
              </a:rPr>
              <a:t>层架构</a:t>
            </a:r>
          </a:p>
        </p:txBody>
      </p:sp>
      <p:sp>
        <p:nvSpPr>
          <p:cNvPr id="69" name="TextBox69"/>
          <p:cNvSpPr txBox="1"/>
          <p:nvPr/>
        </p:nvSpPr>
        <p:spPr>
          <a:xfrm>
            <a:off x="9667240" y="6555740"/>
            <a:ext cx="1863725" cy="160337"/>
          </a:xfrm>
          <a:prstGeom prst="rect">
            <a:avLst/>
          </a:prstGeom>
          <a:noFill/>
        </p:spPr>
        <p:txBody>
          <a:bodyPr wrap="square" lIns="0" tIns="0" rIns="0" bIns="0" rtlCol="0">
            <a:spAutoFit/>
          </a:bodyPr>
          <a:lstStyle/>
          <a:p>
            <a:pPr marL="0" marR="0" indent="0" eaLnBrk="0">
              <a:lnSpc>
                <a:spcPct val="100000"/>
              </a:lnSpc>
            </a:pPr>
            <a:r>
              <a:rPr lang="en-US" altLang="zh-CN" sz="1575" b="1" kern="0" spc="110" baseline="3998" noProof="0" dirty="0">
                <a:solidFill>
                  <a:srgbClr val="FFFFFF"/>
                </a:solidFill>
                <a:latin typeface="SimHei" pitchFamily="49" charset="0"/>
                <a:ea typeface="SimHei" pitchFamily="49" charset="0"/>
                <a:cs typeface="SimHei" pitchFamily="49" charset="0"/>
              </a:rPr>
              <a:t>让Asce</a:t>
            </a:r>
            <a:r>
              <a:rPr lang="en-US" altLang="zh-CN" sz="1575" b="1" kern="0" spc="14270" baseline="3998" noProof="0" dirty="0">
                <a:latin typeface="SimHei" pitchFamily="49" charset="0"/>
                <a:ea typeface="SimHei" pitchFamily="49" charset="0"/>
                <a:cs typeface="SimHei" pitchFamily="49" charset="0"/>
              </a:rPr>
              <a:t> </a:t>
            </a:r>
            <a:r>
              <a:rPr lang="en-US" altLang="zh-CN" sz="1575" b="1" kern="0" spc="35" baseline="3998" noProof="0" dirty="0">
                <a:solidFill>
                  <a:srgbClr val="FFFFFF"/>
                </a:solidFill>
                <a:latin typeface="SimHei" pitchFamily="49" charset="0"/>
                <a:ea typeface="SimHei" pitchFamily="49" charset="0"/>
                <a:cs typeface="SimHei" pitchFamily="49" charset="0"/>
              </a:rPr>
              <a:t>及</a:t>
            </a:r>
          </a:p>
        </p:txBody>
      </p:sp>
      <p:sp>
        <p:nvSpPr>
          <p:cNvPr id="70" name="TextBox70"/>
          <p:cNvSpPr txBox="1"/>
          <p:nvPr/>
        </p:nvSpPr>
        <p:spPr>
          <a:xfrm>
            <a:off x="10119360" y="6550025"/>
            <a:ext cx="1273175" cy="166687"/>
          </a:xfrm>
          <a:prstGeom prst="rect">
            <a:avLst/>
          </a:prstGeom>
          <a:noFill/>
        </p:spPr>
        <p:txBody>
          <a:bodyPr wrap="square" lIns="0" tIns="0" rIns="0" bIns="0" rtlCol="0">
            <a:spAutoFit/>
          </a:bodyPr>
          <a:lstStyle/>
          <a:p>
            <a:pPr marL="0" marR="0" indent="0" eaLnBrk="0">
              <a:lnSpc>
                <a:spcPct val="103571"/>
              </a:lnSpc>
            </a:pPr>
            <a:r>
              <a:rPr lang="en-US" altLang="zh-CN" sz="1575" b="1" kern="0" spc="0" baseline="2805" noProof="0" dirty="0">
                <a:solidFill>
                  <a:srgbClr val="FFFFFF"/>
                </a:solidFill>
                <a:latin typeface="Arial" pitchFamily="34" charset="0"/>
                <a:ea typeface="Arial" pitchFamily="34" charset="0"/>
                <a:cs typeface="Arial" pitchFamily="34" charset="0"/>
              </a:rPr>
              <a:t>nd</a:t>
            </a:r>
            <a:r>
              <a:rPr lang="en-US" altLang="zh-CN" sz="1575" b="1" kern="0" spc="50" baseline="2805" noProof="0" dirty="0">
                <a:latin typeface="Arial" pitchFamily="34" charset="0"/>
                <a:ea typeface="Arial" pitchFamily="34" charset="0"/>
                <a:cs typeface="Arial" pitchFamily="34" charset="0"/>
              </a:rPr>
              <a:t> </a:t>
            </a:r>
            <a:r>
              <a:rPr lang="en-US" altLang="zh-CN" sz="1575" b="1" kern="0" spc="0" baseline="2805" noProof="0" dirty="0">
                <a:solidFill>
                  <a:srgbClr val="FFFFFF"/>
                </a:solidFill>
                <a:latin typeface="Arial" pitchFamily="34" charset="0"/>
                <a:ea typeface="Arial" pitchFamily="34" charset="0"/>
                <a:cs typeface="Arial" pitchFamily="34" charset="0"/>
              </a:rPr>
              <a:t>C</a:t>
            </a:r>
            <a:r>
              <a:rPr lang="en-US" altLang="zh-CN" sz="1575" b="1" kern="0" spc="50" baseline="2805" noProof="0" dirty="0">
                <a:solidFill>
                  <a:srgbClr val="FFFFFF"/>
                </a:solidFill>
                <a:latin typeface="SimHei" pitchFamily="49" charset="0"/>
                <a:ea typeface="SimHei" pitchFamily="49" charset="0"/>
                <a:cs typeface="SimHei" pitchFamily="49" charset="0"/>
              </a:rPr>
              <a:t>算子开发触手可</a:t>
            </a:r>
          </a:p>
        </p:txBody>
      </p:sp>
      <p:pic>
        <p:nvPicPr>
          <p:cNvPr id="71" name="A2EDF387-6746-4846-63BF-DD28F9D238B5"/>
          <p:cNvPicPr>
            <a:picLocks noChangeAspect="1"/>
          </p:cNvPicPr>
          <p:nvPr/>
        </p:nvPicPr>
        <p:blipFill>
          <a:blip r:embed="rId10" cstate="print">
            <a:extLst>
              <a:ext uri="{F6D408A0-A517-49FF-A1AB-645CD461010B}"/>
            </a:extLst>
          </a:blip>
          <a:srcRect/>
          <a:stretch>
            <a:fillRect/>
          </a:stretch>
        </p:blipFill>
        <p:spPr>
          <a:xfrm>
            <a:off x="10137140" y="6393815"/>
            <a:ext cx="1316567" cy="351367"/>
          </a:xfrm>
          <a:prstGeom prst="rect">
            <a:avLst/>
          </a:prstGeom>
        </p:spPr>
      </p:pic>
    </p:spTree>
    <p:extLst>
      <p:ext uri="{FDE5FF9F-DEE3-42AD-9E5C-B8232CABB9C9}"/>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Box72"/>
          <p:cNvSpPr txBox="1"/>
          <p:nvPr/>
        </p:nvSpPr>
        <p:spPr>
          <a:xfrm>
            <a:off x="339090" y="228600"/>
            <a:ext cx="3063875" cy="434975"/>
          </a:xfrm>
          <a:prstGeom prst="rect">
            <a:avLst/>
          </a:prstGeom>
          <a:noFill/>
        </p:spPr>
        <p:txBody>
          <a:bodyPr wrap="square" lIns="0" tIns="0" rIns="0" bIns="0" rtlCol="0">
            <a:spAutoFit/>
          </a:bodyPr>
          <a:lstStyle/>
          <a:p>
            <a:pPr marL="0" marR="0" indent="0" eaLnBrk="0">
              <a:lnSpc>
                <a:spcPct val="103787"/>
              </a:lnSpc>
            </a:pPr>
            <a:r>
              <a:rPr lang="en-US" altLang="zh-CN" sz="2750" b="1" kern="0" spc="-15" baseline="0" noProof="0" dirty="0">
                <a:solidFill>
                  <a:srgbClr val="1E293B"/>
                </a:solidFill>
                <a:latin typeface="Arial" pitchFamily="34" charset="0"/>
                <a:ea typeface="Arial" pitchFamily="34" charset="0"/>
                <a:cs typeface="Arial" pitchFamily="34" charset="0"/>
              </a:rPr>
              <a:t>CANNB</a:t>
            </a:r>
            <a:r>
              <a:rPr lang="en-US" altLang="zh-CN" sz="2750" b="1" kern="0" spc="0" baseline="0" noProof="0" dirty="0">
                <a:solidFill>
                  <a:srgbClr val="1E293B"/>
                </a:solidFill>
                <a:latin typeface="Arial" pitchFamily="34" charset="0"/>
                <a:ea typeface="Arial" pitchFamily="34" charset="0"/>
                <a:cs typeface="Arial" pitchFamily="34" charset="0"/>
              </a:rPr>
              <a:t>ot</a:t>
            </a:r>
            <a:r>
              <a:rPr lang="en-US" altLang="zh-CN" sz="2750" b="1" kern="0" spc="0" baseline="0" noProof="0" dirty="0">
                <a:solidFill>
                  <a:srgbClr val="1E293B"/>
                </a:solidFill>
                <a:latin typeface="SimHei" pitchFamily="49" charset="0"/>
                <a:ea typeface="SimHei" pitchFamily="49" charset="0"/>
                <a:cs typeface="SimHei" pitchFamily="49" charset="0"/>
              </a:rPr>
              <a:t>三层架构</a:t>
            </a:r>
          </a:p>
        </p:txBody>
      </p:sp>
      <p:pic>
        <p:nvPicPr>
          <p:cNvPr id="73" name="89F21C4C-BA26-4B47-8B16-06CEB584EC60"/>
          <p:cNvPicPr>
            <a:picLocks noChangeAspect="1"/>
          </p:cNvPicPr>
          <p:nvPr/>
        </p:nvPicPr>
        <p:blipFill>
          <a:blip r:embed="rId3" cstate="print">
            <a:extLst>
              <a:ext uri="{0E9D4849-7337-4DE7-04A7-57819E1A7487}"/>
            </a:extLst>
          </a:blip>
          <a:srcRect/>
          <a:stretch>
            <a:fillRect/>
          </a:stretch>
        </p:blipFill>
        <p:spPr>
          <a:xfrm>
            <a:off x="214630" y="654050"/>
            <a:ext cx="11612034" cy="1689100"/>
          </a:xfrm>
          <a:prstGeom prst="rect">
            <a:avLst/>
          </a:prstGeom>
        </p:spPr>
      </p:pic>
      <p:grpSp>
        <p:nvGrpSpPr>
          <p:cNvPr id="74" name="Combination 74"/>
          <p:cNvGrpSpPr/>
          <p:nvPr/>
        </p:nvGrpSpPr>
        <p:grpSpPr>
          <a:xfrm>
            <a:off x="241300" y="672465"/>
            <a:ext cx="11557000" cy="1635125"/>
            <a:chOff x="241300" y="672465"/>
            <a:chExt cx="11557000" cy="1635125"/>
          </a:xfrm>
        </p:grpSpPr>
        <p:sp>
          <p:nvSpPr>
            <p:cNvPr id="75" name="VectorPath 75"/>
            <p:cNvSpPr/>
            <p:nvPr/>
          </p:nvSpPr>
          <p:spPr>
            <a:xfrm>
              <a:off x="241300" y="672465"/>
              <a:ext cx="11557000" cy="1635125"/>
            </a:xfrm>
            <a:custGeom>
              <a:avLst/>
              <a:gdLst/>
              <a:ahLst/>
              <a:cxnLst/>
              <a:rect l="l" t="t" r="r" b="b"/>
              <a:pathLst>
                <a:path w="11557000" h="1635125">
                  <a:moveTo>
                    <a:pt x="31750" y="0"/>
                  </a:moveTo>
                  <a:lnTo>
                    <a:pt x="11525250" y="0"/>
                  </a:lnTo>
                  <a:cubicBezTo>
                    <a:pt x="11542776" y="0"/>
                    <a:pt x="11557000" y="14224"/>
                    <a:pt x="11557000" y="31750"/>
                  </a:cubicBezTo>
                  <a:lnTo>
                    <a:pt x="11557000" y="1539875"/>
                  </a:lnTo>
                  <a:cubicBezTo>
                    <a:pt x="11557000" y="1592453"/>
                    <a:pt x="11514328" y="1635125"/>
                    <a:pt x="11461750" y="1635125"/>
                  </a:cubicBezTo>
                  <a:lnTo>
                    <a:pt x="95250" y="1635125"/>
                  </a:lnTo>
                  <a:cubicBezTo>
                    <a:pt x="42647" y="1635125"/>
                    <a:pt x="0" y="1592453"/>
                    <a:pt x="0" y="1539875"/>
                  </a:cubicBezTo>
                  <a:lnTo>
                    <a:pt x="0" y="31750"/>
                  </a:lnTo>
                  <a:cubicBezTo>
                    <a:pt x="0" y="14224"/>
                    <a:pt x="14224" y="0"/>
                    <a:pt x="31750" y="0"/>
                  </a:cubicBezTo>
                </a:path>
              </a:pathLst>
            </a:custGeom>
            <a:solidFill>
              <a:srgbClr val="E9EFFD">
                <a:alpha val="100000"/>
              </a:srgbClr>
            </a:solidFill>
          </p:spPr>
        </p:sp>
        <p:sp>
          <p:nvSpPr>
            <p:cNvPr id="76" name="VectorPath 76"/>
            <p:cNvSpPr/>
            <p:nvPr/>
          </p:nvSpPr>
          <p:spPr>
            <a:xfrm>
              <a:off x="431800" y="878840"/>
              <a:ext cx="444500" cy="444500"/>
            </a:xfrm>
            <a:custGeom>
              <a:avLst/>
              <a:gdLst/>
              <a:ahLst/>
              <a:cxnLst/>
              <a:rect l="l" t="t" r="r" b="b"/>
              <a:pathLst>
                <a:path w="444500" h="444500">
                  <a:moveTo>
                    <a:pt x="222250" y="0"/>
                  </a:moveTo>
                  <a:lnTo>
                    <a:pt x="222250" y="0"/>
                  </a:lnTo>
                  <a:cubicBezTo>
                    <a:pt x="344919" y="0"/>
                    <a:pt x="444500" y="99568"/>
                    <a:pt x="444500" y="222250"/>
                  </a:cubicBezTo>
                  <a:lnTo>
                    <a:pt x="444500" y="222250"/>
                  </a:lnTo>
                  <a:cubicBezTo>
                    <a:pt x="444500" y="344932"/>
                    <a:pt x="344919" y="444500"/>
                    <a:pt x="222250" y="444500"/>
                  </a:cubicBezTo>
                  <a:lnTo>
                    <a:pt x="222250" y="444500"/>
                  </a:lnTo>
                  <a:cubicBezTo>
                    <a:pt x="99581" y="444500"/>
                    <a:pt x="0" y="344932"/>
                    <a:pt x="0" y="222250"/>
                  </a:cubicBezTo>
                  <a:lnTo>
                    <a:pt x="0" y="222250"/>
                  </a:lnTo>
                  <a:cubicBezTo>
                    <a:pt x="0" y="99568"/>
                    <a:pt x="99581" y="0"/>
                    <a:pt x="222250" y="0"/>
                  </a:cubicBezTo>
                </a:path>
              </a:pathLst>
            </a:custGeom>
            <a:solidFill>
              <a:srgbClr val="2563EB">
                <a:alpha val="100000"/>
              </a:srgbClr>
            </a:solidFill>
          </p:spPr>
        </p:sp>
        <p:sp>
          <p:nvSpPr>
            <p:cNvPr id="77" name="VectorPath 77"/>
            <p:cNvSpPr/>
            <p:nvPr/>
          </p:nvSpPr>
          <p:spPr>
            <a:xfrm>
              <a:off x="447675" y="1450340"/>
              <a:ext cx="3600450" cy="666750"/>
            </a:xfrm>
            <a:custGeom>
              <a:avLst/>
              <a:gdLst/>
              <a:ahLst/>
              <a:cxnLst/>
              <a:rect l="l" t="t" r="r" b="b"/>
              <a:pathLst>
                <a:path w="3600450" h="666750">
                  <a:moveTo>
                    <a:pt x="20752" y="0"/>
                  </a:moveTo>
                  <a:lnTo>
                    <a:pt x="3558921" y="0"/>
                  </a:lnTo>
                  <a:cubicBezTo>
                    <a:pt x="3581781" y="0"/>
                    <a:pt x="3600450" y="28448"/>
                    <a:pt x="3600450" y="63500"/>
                  </a:cubicBezTo>
                  <a:lnTo>
                    <a:pt x="3600450" y="603250"/>
                  </a:lnTo>
                  <a:cubicBezTo>
                    <a:pt x="3600450" y="638302"/>
                    <a:pt x="3581781" y="666750"/>
                    <a:pt x="3558921" y="666750"/>
                  </a:cubicBezTo>
                  <a:lnTo>
                    <a:pt x="20752" y="666750"/>
                  </a:lnTo>
                  <a:cubicBezTo>
                    <a:pt x="9296" y="666750"/>
                    <a:pt x="0" y="652526"/>
                    <a:pt x="0" y="635000"/>
                  </a:cubicBezTo>
                  <a:lnTo>
                    <a:pt x="0" y="31750"/>
                  </a:lnTo>
                  <a:cubicBezTo>
                    <a:pt x="0" y="14224"/>
                    <a:pt x="9296" y="0"/>
                    <a:pt x="20752" y="0"/>
                  </a:cubicBezTo>
                </a:path>
              </a:pathLst>
            </a:custGeom>
            <a:solidFill>
              <a:srgbClr val="2563EB">
                <a:alpha val="5000"/>
              </a:srgbClr>
            </a:solidFill>
          </p:spPr>
        </p:sp>
        <p:sp>
          <p:nvSpPr>
            <p:cNvPr id="78" name="VectorPath 78"/>
            <p:cNvSpPr/>
            <p:nvPr/>
          </p:nvSpPr>
          <p:spPr>
            <a:xfrm>
              <a:off x="8008113" y="1450340"/>
              <a:ext cx="3600323" cy="666750"/>
            </a:xfrm>
            <a:custGeom>
              <a:avLst/>
              <a:gdLst/>
              <a:ahLst/>
              <a:cxnLst/>
              <a:rect l="l" t="t" r="r" b="b"/>
              <a:pathLst>
                <a:path w="3600323" h="666750">
                  <a:moveTo>
                    <a:pt x="20828" y="0"/>
                  </a:moveTo>
                  <a:lnTo>
                    <a:pt x="3558795" y="0"/>
                  </a:lnTo>
                  <a:cubicBezTo>
                    <a:pt x="3581654" y="0"/>
                    <a:pt x="3600323" y="28448"/>
                    <a:pt x="3600323" y="63500"/>
                  </a:cubicBezTo>
                  <a:lnTo>
                    <a:pt x="3600323" y="603250"/>
                  </a:lnTo>
                  <a:cubicBezTo>
                    <a:pt x="3600323" y="638302"/>
                    <a:pt x="3581654" y="666750"/>
                    <a:pt x="3558795" y="666750"/>
                  </a:cubicBezTo>
                  <a:lnTo>
                    <a:pt x="20828" y="666750"/>
                  </a:lnTo>
                  <a:cubicBezTo>
                    <a:pt x="9398" y="666750"/>
                    <a:pt x="0" y="652526"/>
                    <a:pt x="0" y="635000"/>
                  </a:cubicBezTo>
                  <a:lnTo>
                    <a:pt x="0" y="31750"/>
                  </a:lnTo>
                  <a:cubicBezTo>
                    <a:pt x="0" y="14224"/>
                    <a:pt x="9398" y="0"/>
                    <a:pt x="20828" y="0"/>
                  </a:cubicBezTo>
                </a:path>
              </a:pathLst>
            </a:custGeom>
            <a:solidFill>
              <a:srgbClr val="2563EB">
                <a:alpha val="5000"/>
              </a:srgbClr>
            </a:solidFill>
          </p:spPr>
        </p:sp>
        <p:sp>
          <p:nvSpPr>
            <p:cNvPr id="79" name="VectorPath 79"/>
            <p:cNvSpPr/>
            <p:nvPr/>
          </p:nvSpPr>
          <p:spPr>
            <a:xfrm>
              <a:off x="8001762" y="1443990"/>
              <a:ext cx="3613023" cy="679450"/>
            </a:xfrm>
            <a:custGeom>
              <a:avLst/>
              <a:gdLst/>
              <a:ahLst/>
              <a:cxnLst/>
              <a:rect l="l" t="t" r="r" b="b"/>
              <a:pathLst>
                <a:path w="3613023" h="679450">
                  <a:moveTo>
                    <a:pt x="27178" y="6350"/>
                  </a:moveTo>
                  <a:lnTo>
                    <a:pt x="3565145" y="6350"/>
                  </a:lnTo>
                  <a:cubicBezTo>
                    <a:pt x="3588004" y="6350"/>
                    <a:pt x="3606673" y="34798"/>
                    <a:pt x="3606673" y="69850"/>
                  </a:cubicBezTo>
                  <a:lnTo>
                    <a:pt x="3606673" y="609600"/>
                  </a:lnTo>
                  <a:cubicBezTo>
                    <a:pt x="3606673" y="644652"/>
                    <a:pt x="3588004" y="673100"/>
                    <a:pt x="3565145" y="673100"/>
                  </a:cubicBezTo>
                  <a:lnTo>
                    <a:pt x="27178" y="673100"/>
                  </a:lnTo>
                  <a:cubicBezTo>
                    <a:pt x="15748" y="673100"/>
                    <a:pt x="6350" y="658876"/>
                    <a:pt x="6350" y="641350"/>
                  </a:cubicBezTo>
                  <a:lnTo>
                    <a:pt x="6350" y="38100"/>
                  </a:lnTo>
                  <a:cubicBezTo>
                    <a:pt x="6350" y="20574"/>
                    <a:pt x="15748" y="6350"/>
                    <a:pt x="27178" y="6350"/>
                  </a:cubicBezTo>
                </a:path>
              </a:pathLst>
            </a:custGeom>
            <a:ln w="12700" cap="flat" cmpd="sng">
              <a:solidFill>
                <a:srgbClr val="D0CECE">
                  <a:alpha val="100000"/>
                </a:srgbClr>
              </a:solidFill>
              <a:prstDash val="dash"/>
              <a:round/>
            </a:ln>
          </p:spPr>
        </p:sp>
        <p:sp>
          <p:nvSpPr>
            <p:cNvPr id="80" name="VectorPath 80"/>
            <p:cNvSpPr/>
            <p:nvPr/>
          </p:nvSpPr>
          <p:spPr>
            <a:xfrm>
              <a:off x="4227957" y="1450340"/>
              <a:ext cx="3600323" cy="666750"/>
            </a:xfrm>
            <a:custGeom>
              <a:avLst/>
              <a:gdLst/>
              <a:ahLst/>
              <a:cxnLst/>
              <a:rect l="l" t="t" r="r" b="b"/>
              <a:pathLst>
                <a:path w="3600323" h="666750">
                  <a:moveTo>
                    <a:pt x="20828" y="0"/>
                  </a:moveTo>
                  <a:lnTo>
                    <a:pt x="3558794" y="0"/>
                  </a:lnTo>
                  <a:cubicBezTo>
                    <a:pt x="3581655" y="0"/>
                    <a:pt x="3600323" y="28448"/>
                    <a:pt x="3600323" y="63500"/>
                  </a:cubicBezTo>
                  <a:lnTo>
                    <a:pt x="3600323" y="603250"/>
                  </a:lnTo>
                  <a:cubicBezTo>
                    <a:pt x="3600323" y="638302"/>
                    <a:pt x="3581655" y="666750"/>
                    <a:pt x="3558794" y="666750"/>
                  </a:cubicBezTo>
                  <a:lnTo>
                    <a:pt x="20828" y="666750"/>
                  </a:lnTo>
                  <a:cubicBezTo>
                    <a:pt x="9398" y="666750"/>
                    <a:pt x="0" y="652526"/>
                    <a:pt x="0" y="635000"/>
                  </a:cubicBezTo>
                  <a:lnTo>
                    <a:pt x="0" y="31750"/>
                  </a:lnTo>
                  <a:cubicBezTo>
                    <a:pt x="0" y="14224"/>
                    <a:pt x="9398" y="0"/>
                    <a:pt x="20828" y="0"/>
                  </a:cubicBezTo>
                </a:path>
              </a:pathLst>
            </a:custGeom>
            <a:solidFill>
              <a:srgbClr val="2563EB">
                <a:alpha val="5000"/>
              </a:srgbClr>
            </a:solidFill>
          </p:spPr>
        </p:sp>
      </p:grpSp>
      <p:sp>
        <p:nvSpPr>
          <p:cNvPr id="81" name="VectorPath 81"/>
          <p:cNvSpPr/>
          <p:nvPr/>
        </p:nvSpPr>
        <p:spPr>
          <a:xfrm>
            <a:off x="241300" y="672465"/>
            <a:ext cx="11557000" cy="31750"/>
          </a:xfrm>
          <a:custGeom>
            <a:avLst/>
            <a:gdLst/>
            <a:ahLst/>
            <a:cxnLst/>
            <a:rect l="l" t="t" r="r" b="b"/>
            <a:pathLst>
              <a:path w="11557000" h="31750">
                <a:moveTo>
                  <a:pt x="31750" y="0"/>
                </a:moveTo>
                <a:lnTo>
                  <a:pt x="11525250" y="0"/>
                </a:lnTo>
                <a:cubicBezTo>
                  <a:pt x="11542776" y="0"/>
                  <a:pt x="11557000" y="14224"/>
                  <a:pt x="11557000" y="31750"/>
                </a:cubicBezTo>
                <a:lnTo>
                  <a:pt x="11557000" y="31750"/>
                </a:lnTo>
                <a:lnTo>
                  <a:pt x="0" y="31750"/>
                </a:lnTo>
                <a:lnTo>
                  <a:pt x="0" y="31750"/>
                </a:lnTo>
                <a:cubicBezTo>
                  <a:pt x="0" y="14224"/>
                  <a:pt x="14224" y="0"/>
                  <a:pt x="31750" y="0"/>
                </a:cubicBezTo>
              </a:path>
            </a:pathLst>
          </a:custGeom>
          <a:solidFill>
            <a:srgbClr val="2563EB">
              <a:alpha val="100000"/>
            </a:srgbClr>
          </a:solidFill>
        </p:spPr>
      </p:sp>
      <p:sp>
        <p:nvSpPr>
          <p:cNvPr id="82" name="TextBox82"/>
          <p:cNvSpPr txBox="1"/>
          <p:nvPr/>
        </p:nvSpPr>
        <p:spPr>
          <a:xfrm>
            <a:off x="596265" y="986155"/>
            <a:ext cx="115887" cy="228600"/>
          </a:xfrm>
          <a:prstGeom prst="rect">
            <a:avLst/>
          </a:prstGeom>
          <a:noFill/>
        </p:spPr>
        <p:txBody>
          <a:bodyPr wrap="square" lIns="0" tIns="635" rIns="0" bIns="0" rtlCol="0">
            <a:spAutoFit/>
          </a:bodyPr>
          <a:lstStyle/>
          <a:p>
            <a:pPr marL="0" marR="0" indent="0" eaLnBrk="0">
              <a:lnSpc>
                <a:spcPct val="99722"/>
              </a:lnSpc>
              <a:spcBef>
                <a:spcPts val="5"/>
              </a:spcBef>
            </a:pPr>
            <a:r>
              <a:rPr lang="en-US" altLang="zh-CN" sz="1500" b="1" kern="0" spc="-25" baseline="0" noProof="0" dirty="0">
                <a:solidFill>
                  <a:srgbClr val="FFFFFF"/>
                </a:solidFill>
                <a:latin typeface="Arial" pitchFamily="34" charset="0"/>
                <a:ea typeface="Arial" pitchFamily="34" charset="0"/>
                <a:cs typeface="Arial" pitchFamily="34" charset="0"/>
              </a:rPr>
              <a:t>T</a:t>
            </a:r>
          </a:p>
        </p:txBody>
      </p:sp>
      <p:sp>
        <p:nvSpPr>
          <p:cNvPr id="83" name="TextBox83"/>
          <p:cNvSpPr txBox="1"/>
          <p:nvPr/>
        </p:nvSpPr>
        <p:spPr>
          <a:xfrm>
            <a:off x="1003300" y="890905"/>
            <a:ext cx="1889125" cy="430212"/>
          </a:xfrm>
          <a:prstGeom prst="rect">
            <a:avLst/>
          </a:prstGeom>
          <a:noFill/>
        </p:spPr>
        <p:txBody>
          <a:bodyPr wrap="square" lIns="0" tIns="0" rIns="0" bIns="0" rtlCol="0">
            <a:spAutoFit/>
          </a:bodyPr>
          <a:lstStyle/>
          <a:p>
            <a:pPr marL="0" marR="0" indent="0" eaLnBrk="0">
              <a:lnSpc>
                <a:spcPct val="102222"/>
              </a:lnSpc>
              <a:spcAft>
                <a:spcPts val="375"/>
              </a:spcAft>
            </a:pPr>
            <a:r>
              <a:rPr lang="en-US" altLang="zh-CN" sz="1500" b="1" kern="0" spc="-65" baseline="0" noProof="0" dirty="0">
                <a:solidFill>
                  <a:srgbClr val="1E293B"/>
                </a:solidFill>
                <a:latin typeface="Arial" pitchFamily="34" charset="0"/>
                <a:ea typeface="Arial" pitchFamily="34" charset="0"/>
                <a:cs typeface="Arial" pitchFamily="34" charset="0"/>
              </a:rPr>
              <a:t>TEA</a:t>
            </a:r>
            <a:r>
              <a:rPr lang="en-US" altLang="zh-CN" sz="1500" b="1" kern="0" spc="-75" baseline="0" noProof="0" dirty="0">
                <a:solidFill>
                  <a:srgbClr val="1E293B"/>
                </a:solidFill>
                <a:latin typeface="Arial" pitchFamily="34" charset="0"/>
                <a:ea typeface="Arial" pitchFamily="34" charset="0"/>
                <a:cs typeface="Arial" pitchFamily="34" charset="0"/>
              </a:rPr>
              <a:t>MS</a:t>
            </a:r>
            <a:r>
              <a:rPr lang="en-US" altLang="zh-CN" sz="1500" b="1" kern="0" spc="-100" baseline="0" noProof="0" dirty="0">
                <a:solidFill>
                  <a:srgbClr val="1E293B"/>
                </a:solidFill>
                <a:latin typeface="SimHei" pitchFamily="49" charset="0"/>
                <a:ea typeface="SimHei" pitchFamily="49" charset="0"/>
                <a:cs typeface="SimHei" pitchFamily="49" charset="0"/>
              </a:rPr>
              <a:t>（</a:t>
            </a:r>
            <a:r>
              <a:rPr lang="en-US" altLang="zh-CN" sz="1500" b="1" kern="0" spc="-90" baseline="0" noProof="0" dirty="0">
                <a:solidFill>
                  <a:srgbClr val="1E293B"/>
                </a:solidFill>
                <a:latin typeface="SimHei" pitchFamily="49" charset="0"/>
                <a:ea typeface="SimHei" pitchFamily="49" charset="0"/>
                <a:cs typeface="SimHei" pitchFamily="49" charset="0"/>
              </a:rPr>
              <a:t>应用</a:t>
            </a:r>
            <a:r>
              <a:rPr lang="en-US" altLang="zh-CN" sz="1500" b="1" kern="0" spc="-75" baseline="0" noProof="0" dirty="0">
                <a:solidFill>
                  <a:srgbClr val="1E293B"/>
                </a:solidFill>
                <a:latin typeface="SimHei" pitchFamily="49" charset="0"/>
                <a:ea typeface="SimHei" pitchFamily="49" charset="0"/>
                <a:cs typeface="SimHei" pitchFamily="49" charset="0"/>
              </a:rPr>
              <a:t>编排层）</a:t>
            </a:r>
          </a:p>
          <a:p>
            <a:pPr marL="0" marR="0" indent="0" eaLnBrk="0">
              <a:lnSpc>
                <a:spcPct val="91228"/>
              </a:lnSpc>
              <a:spcBef>
                <a:spcPts val="90"/>
              </a:spcBef>
              <a:spcAft>
                <a:spcPts val="25"/>
              </a:spcAft>
            </a:pPr>
            <a:r>
              <a:rPr lang="en-US" altLang="zh-CN" sz="950" kern="0" spc="-15" baseline="0" noProof="0" dirty="0">
                <a:solidFill>
                  <a:srgbClr val="64748B"/>
                </a:solidFill>
                <a:latin typeface="SimHei" pitchFamily="49" charset="0"/>
                <a:ea typeface="SimHei" pitchFamily="49" charset="0"/>
                <a:cs typeface="SimHei" pitchFamily="49" charset="0"/>
              </a:rPr>
              <a:t>应用编排</a:t>
            </a:r>
          </a:p>
        </p:txBody>
      </p:sp>
      <p:sp>
        <p:nvSpPr>
          <p:cNvPr id="84" name="VectorPath 84"/>
          <p:cNvSpPr/>
          <p:nvPr/>
        </p:nvSpPr>
        <p:spPr>
          <a:xfrm>
            <a:off x="447675" y="1450340"/>
            <a:ext cx="20955" cy="666750"/>
          </a:xfrm>
          <a:custGeom>
            <a:avLst/>
            <a:gdLst/>
            <a:ahLst/>
            <a:cxnLst/>
            <a:rect l="l" t="t" r="r" b="b"/>
            <a:pathLst>
              <a:path w="20752" h="666750">
                <a:moveTo>
                  <a:pt x="20752" y="0"/>
                </a:moveTo>
                <a:lnTo>
                  <a:pt x="20752" y="0"/>
                </a:lnTo>
                <a:lnTo>
                  <a:pt x="20752" y="666750"/>
                </a:lnTo>
                <a:lnTo>
                  <a:pt x="20752" y="666750"/>
                </a:lnTo>
                <a:cubicBezTo>
                  <a:pt x="9296" y="666750"/>
                  <a:pt x="0" y="652526"/>
                  <a:pt x="0" y="635000"/>
                </a:cubicBezTo>
                <a:lnTo>
                  <a:pt x="0" y="31750"/>
                </a:lnTo>
                <a:cubicBezTo>
                  <a:pt x="0" y="14224"/>
                  <a:pt x="9296" y="0"/>
                  <a:pt x="20752" y="0"/>
                </a:cubicBezTo>
              </a:path>
            </a:pathLst>
          </a:custGeom>
          <a:solidFill>
            <a:srgbClr val="2563EB">
              <a:alpha val="100000"/>
            </a:srgbClr>
          </a:solidFill>
        </p:spPr>
      </p:sp>
      <p:sp>
        <p:nvSpPr>
          <p:cNvPr id="85" name="TextBox85"/>
          <p:cNvSpPr txBox="1"/>
          <p:nvPr/>
        </p:nvSpPr>
        <p:spPr>
          <a:xfrm>
            <a:off x="541020" y="1614170"/>
            <a:ext cx="1709737" cy="373062"/>
          </a:xfrm>
          <a:prstGeom prst="rect">
            <a:avLst/>
          </a:prstGeom>
          <a:noFill/>
        </p:spPr>
        <p:txBody>
          <a:bodyPr wrap="square" lIns="0" tIns="12065" rIns="0" bIns="0" rtlCol="0">
            <a:spAutoFit/>
          </a:bodyPr>
          <a:lstStyle/>
          <a:p>
            <a:pPr marL="0" marR="0" indent="0" eaLnBrk="0">
              <a:lnSpc>
                <a:spcPct val="91228"/>
              </a:lnSpc>
              <a:spcBef>
                <a:spcPts val="94"/>
              </a:spcBef>
              <a:spcAft>
                <a:spcPts val="20"/>
              </a:spcAft>
            </a:pPr>
            <a:r>
              <a:rPr lang="en-US" altLang="zh-CN" sz="950" b="1" kern="0" spc="-15" baseline="0" noProof="0" dirty="0">
                <a:solidFill>
                  <a:srgbClr val="2563EB"/>
                </a:solidFill>
                <a:latin typeface="Arial" pitchFamily="34" charset="0"/>
                <a:ea typeface="Arial" pitchFamily="34" charset="0"/>
                <a:cs typeface="Arial" pitchFamily="34" charset="0"/>
              </a:rPr>
              <a:t>ops</a:t>
            </a:r>
            <a:r>
              <a:rPr lang="en-US" altLang="zh-CN" sz="950" b="1" kern="0" spc="0" baseline="0" noProof="0" dirty="0">
                <a:solidFill>
                  <a:srgbClr val="2563EB"/>
                </a:solidFill>
                <a:latin typeface="Arial" pitchFamily="34" charset="0"/>
                <a:ea typeface="Arial" pitchFamily="34" charset="0"/>
                <a:cs typeface="Arial" pitchFamily="34" charset="0"/>
              </a:rPr>
              <a:t>-direct-invoke</a:t>
            </a:r>
          </a:p>
          <a:p>
            <a:pPr marL="0" marR="0" indent="0" eaLnBrk="0">
              <a:lnSpc>
                <a:spcPct val="5083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3947"/>
              </a:lnSpc>
            </a:pPr>
            <a:r>
              <a:rPr lang="en-US" altLang="zh-CN" sz="950" kern="0" spc="0" baseline="0" noProof="0" dirty="0">
                <a:solidFill>
                  <a:srgbClr val="64748B"/>
                </a:solidFill>
                <a:latin typeface="Arial" pitchFamily="34" charset="0"/>
                <a:ea typeface="Arial" pitchFamily="34" charset="0"/>
                <a:cs typeface="Arial" pitchFamily="34" charset="0"/>
              </a:rPr>
              <a:t>Ascend</a:t>
            </a:r>
            <a:r>
              <a:rPr lang="en-US" altLang="zh-CN" sz="950" kern="0" spc="-15" baseline="0" noProof="0" dirty="0">
                <a:latin typeface="Arial" pitchFamily="34" charset="0"/>
                <a:ea typeface="Arial" pitchFamily="34" charset="0"/>
                <a:cs typeface="Arial" pitchFamily="34" charset="0"/>
              </a:rPr>
              <a:t> </a:t>
            </a:r>
            <a:r>
              <a:rPr lang="en-US" altLang="zh-CN" sz="950" kern="0" spc="0" baseline="0" noProof="0" dirty="0">
                <a:solidFill>
                  <a:srgbClr val="64748B"/>
                </a:solidFill>
                <a:latin typeface="Arial" pitchFamily="34" charset="0"/>
                <a:ea typeface="Arial" pitchFamily="34" charset="0"/>
                <a:cs typeface="Arial" pitchFamily="34" charset="0"/>
              </a:rPr>
              <a:t>C</a:t>
            </a:r>
            <a:r>
              <a:rPr lang="en-US" altLang="zh-CN" sz="950" kern="0" spc="-15" baseline="0" noProof="0" dirty="0">
                <a:latin typeface="Arial" pitchFamily="34" charset="0"/>
                <a:ea typeface="Arial" pitchFamily="34" charset="0"/>
                <a:cs typeface="Arial" pitchFamily="34" charset="0"/>
              </a:rPr>
              <a:t> </a:t>
            </a:r>
            <a:r>
              <a:rPr lang="en-US" altLang="zh-CN" sz="950" kern="0" spc="0" baseline="0" noProof="0" dirty="0">
                <a:solidFill>
                  <a:srgbClr val="64748B"/>
                </a:solidFill>
                <a:latin typeface="Arial" pitchFamily="34" charset="0"/>
                <a:ea typeface="Arial" pitchFamily="34" charset="0"/>
                <a:cs typeface="Arial" pitchFamily="34" charset="0"/>
              </a:rPr>
              <a:t>Kernel</a:t>
            </a:r>
            <a:r>
              <a:rPr lang="en-US" altLang="zh-CN" sz="950" kern="0" spc="0" baseline="0" noProof="0" dirty="0">
                <a:solidFill>
                  <a:srgbClr val="64748B"/>
                </a:solidFill>
                <a:latin typeface="SimHei" pitchFamily="49" charset="0"/>
                <a:ea typeface="SimHei" pitchFamily="49" charset="0"/>
                <a:cs typeface="SimHei" pitchFamily="49" charset="0"/>
              </a:rPr>
              <a:t>直调开发流程</a:t>
            </a:r>
          </a:p>
        </p:txBody>
      </p:sp>
      <p:sp>
        <p:nvSpPr>
          <p:cNvPr id="86" name="VectorPath 86"/>
          <p:cNvSpPr/>
          <p:nvPr/>
        </p:nvSpPr>
        <p:spPr>
          <a:xfrm>
            <a:off x="4227830" y="1450340"/>
            <a:ext cx="20955" cy="666750"/>
          </a:xfrm>
          <a:custGeom>
            <a:avLst/>
            <a:gdLst/>
            <a:ahLst/>
            <a:cxnLst/>
            <a:rect l="l" t="t" r="r" b="b"/>
            <a:pathLst>
              <a:path w="20828" h="666750">
                <a:moveTo>
                  <a:pt x="20828" y="0"/>
                </a:moveTo>
                <a:lnTo>
                  <a:pt x="20828" y="0"/>
                </a:lnTo>
                <a:lnTo>
                  <a:pt x="20828" y="666750"/>
                </a:lnTo>
                <a:lnTo>
                  <a:pt x="20828" y="666750"/>
                </a:lnTo>
                <a:cubicBezTo>
                  <a:pt x="9398" y="666750"/>
                  <a:pt x="0" y="652526"/>
                  <a:pt x="0" y="635000"/>
                </a:cubicBezTo>
                <a:lnTo>
                  <a:pt x="0" y="31750"/>
                </a:lnTo>
                <a:cubicBezTo>
                  <a:pt x="0" y="14224"/>
                  <a:pt x="9398" y="0"/>
                  <a:pt x="20828" y="0"/>
                </a:cubicBezTo>
              </a:path>
            </a:pathLst>
          </a:custGeom>
          <a:solidFill>
            <a:srgbClr val="2563EB">
              <a:alpha val="100000"/>
            </a:srgbClr>
          </a:solidFill>
        </p:spPr>
      </p:sp>
      <p:sp>
        <p:nvSpPr>
          <p:cNvPr id="87" name="TextBox87"/>
          <p:cNvSpPr txBox="1"/>
          <p:nvPr/>
        </p:nvSpPr>
        <p:spPr>
          <a:xfrm>
            <a:off x="4321810" y="1515110"/>
            <a:ext cx="1406525" cy="473075"/>
          </a:xfrm>
          <a:prstGeom prst="rect">
            <a:avLst/>
          </a:prstGeom>
          <a:noFill/>
        </p:spPr>
        <p:txBody>
          <a:bodyPr wrap="square" lIns="0" tIns="0" rIns="0" bIns="0" rtlCol="0">
            <a:spAutoFit/>
          </a:bodyPr>
          <a:lstStyle/>
          <a:p>
            <a:pPr marL="0" marR="0" indent="0" eaLnBrk="0">
              <a:lnSpc>
                <a:spcPct val="100000"/>
              </a:lnSpc>
            </a:pPr>
            <a:r>
              <a:rPr lang="en-US" altLang="zh-CN" sz="950" b="1" kern="0" spc="-15" baseline="0" noProof="0" dirty="0">
                <a:solidFill>
                  <a:srgbClr val="2563EB"/>
                </a:solidFill>
                <a:latin typeface="Arial" pitchFamily="34" charset="0"/>
                <a:ea typeface="Arial" pitchFamily="34" charset="0"/>
                <a:cs typeface="Arial" pitchFamily="34" charset="0"/>
              </a:rPr>
              <a:t>p</a:t>
            </a:r>
            <a:r>
              <a:rPr lang="en-US" altLang="zh-CN" sz="950" b="1" kern="0" spc="0" baseline="0" noProof="0" dirty="0">
                <a:solidFill>
                  <a:srgbClr val="2563EB"/>
                </a:solidFill>
                <a:latin typeface="Arial" pitchFamily="34" charset="0"/>
                <a:ea typeface="Arial" pitchFamily="34" charset="0"/>
                <a:cs typeface="Arial" pitchFamily="34" charset="0"/>
              </a:rPr>
              <a:t>ypto-op-orchestrator</a:t>
            </a:r>
          </a:p>
          <a:p>
            <a:pPr marL="0" marR="0" indent="0" eaLnBrk="0">
              <a:lnSpc>
                <a:spcPct val="11583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5175"/>
              </a:lnSpc>
              <a:spcBef>
                <a:spcPts val="94"/>
              </a:spcBef>
              <a:spcAft>
                <a:spcPts val="25"/>
              </a:spcAft>
            </a:pPr>
            <a:r>
              <a:rPr lang="en-US" altLang="zh-CN" sz="950" kern="0" spc="-15" baseline="0" noProof="0" dirty="0">
                <a:solidFill>
                  <a:srgbClr val="64748B"/>
                </a:solidFill>
                <a:latin typeface="Arial" pitchFamily="34" charset="0"/>
                <a:ea typeface="Arial" pitchFamily="34" charset="0"/>
                <a:cs typeface="Arial" pitchFamily="34" charset="0"/>
              </a:rPr>
              <a:t>P</a:t>
            </a:r>
            <a:r>
              <a:rPr lang="en-US" altLang="zh-CN" sz="950" kern="0" spc="0" baseline="0" noProof="0" dirty="0">
                <a:solidFill>
                  <a:srgbClr val="64748B"/>
                </a:solidFill>
                <a:latin typeface="Arial" pitchFamily="34" charset="0"/>
                <a:ea typeface="Arial" pitchFamily="34" charset="0"/>
                <a:cs typeface="Arial" pitchFamily="34" charset="0"/>
              </a:rPr>
              <a:t>yPTO</a:t>
            </a:r>
            <a:r>
              <a:rPr lang="en-US" altLang="zh-CN" sz="950" kern="0" spc="0" baseline="0" noProof="0" dirty="0">
                <a:solidFill>
                  <a:srgbClr val="64748B"/>
                </a:solidFill>
                <a:latin typeface="SimHei" pitchFamily="49" charset="0"/>
                <a:ea typeface="SimHei" pitchFamily="49" charset="0"/>
                <a:cs typeface="SimHei" pitchFamily="49" charset="0"/>
              </a:rPr>
              <a:t>算子开发流程</a:t>
            </a:r>
          </a:p>
        </p:txBody>
      </p:sp>
      <p:sp>
        <p:nvSpPr>
          <p:cNvPr id="88" name="VectorPath 88"/>
          <p:cNvSpPr/>
          <p:nvPr/>
        </p:nvSpPr>
        <p:spPr>
          <a:xfrm>
            <a:off x="8007985" y="1450340"/>
            <a:ext cx="20955" cy="666750"/>
          </a:xfrm>
          <a:custGeom>
            <a:avLst/>
            <a:gdLst/>
            <a:ahLst/>
            <a:cxnLst/>
            <a:rect l="l" t="t" r="r" b="b"/>
            <a:pathLst>
              <a:path w="20828" h="666750">
                <a:moveTo>
                  <a:pt x="20828" y="0"/>
                </a:moveTo>
                <a:lnTo>
                  <a:pt x="20828" y="0"/>
                </a:lnTo>
                <a:lnTo>
                  <a:pt x="20828" y="666750"/>
                </a:lnTo>
                <a:lnTo>
                  <a:pt x="20828" y="666750"/>
                </a:lnTo>
                <a:cubicBezTo>
                  <a:pt x="9398" y="666750"/>
                  <a:pt x="0" y="652526"/>
                  <a:pt x="0" y="635000"/>
                </a:cubicBezTo>
                <a:lnTo>
                  <a:pt x="0" y="31750"/>
                </a:lnTo>
                <a:cubicBezTo>
                  <a:pt x="0" y="14224"/>
                  <a:pt x="9398" y="0"/>
                  <a:pt x="20828" y="0"/>
                </a:cubicBezTo>
              </a:path>
            </a:pathLst>
          </a:custGeom>
          <a:solidFill>
            <a:srgbClr val="2563EB">
              <a:alpha val="100000"/>
            </a:srgbClr>
          </a:solidFill>
        </p:spPr>
      </p:sp>
      <p:sp>
        <p:nvSpPr>
          <p:cNvPr id="89" name="TextBox89"/>
          <p:cNvSpPr txBox="1"/>
          <p:nvPr/>
        </p:nvSpPr>
        <p:spPr>
          <a:xfrm>
            <a:off x="8102600" y="1614170"/>
            <a:ext cx="2284412" cy="373062"/>
          </a:xfrm>
          <a:prstGeom prst="rect">
            <a:avLst/>
          </a:prstGeom>
          <a:noFill/>
        </p:spPr>
        <p:txBody>
          <a:bodyPr wrap="square" lIns="0" tIns="12065" rIns="0" bIns="0" rtlCol="0">
            <a:spAutoFit/>
          </a:bodyPr>
          <a:lstStyle/>
          <a:p>
            <a:pPr marL="0" marR="0" indent="0" eaLnBrk="0">
              <a:lnSpc>
                <a:spcPct val="91228"/>
              </a:lnSpc>
              <a:spcBef>
                <a:spcPts val="94"/>
              </a:spcBef>
              <a:spcAft>
                <a:spcPts val="20"/>
              </a:spcAft>
            </a:pPr>
            <a:r>
              <a:rPr lang="en-US" altLang="zh-CN" sz="950" b="1" kern="0" spc="-15" baseline="0" noProof="0" dirty="0">
                <a:solidFill>
                  <a:srgbClr val="2563EB"/>
                </a:solidFill>
                <a:latin typeface="Arial" pitchFamily="34" charset="0"/>
                <a:ea typeface="Arial" pitchFamily="34" charset="0"/>
                <a:cs typeface="Arial" pitchFamily="34" charset="0"/>
              </a:rPr>
              <a:t>ops</a:t>
            </a:r>
            <a:r>
              <a:rPr lang="en-US" altLang="zh-CN" sz="950" b="1" kern="0" spc="0" baseline="0" noProof="0" dirty="0">
                <a:solidFill>
                  <a:srgbClr val="2563EB"/>
                </a:solidFill>
                <a:latin typeface="Arial" pitchFamily="34" charset="0"/>
                <a:ea typeface="Arial" pitchFamily="34" charset="0"/>
                <a:cs typeface="Arial" pitchFamily="34" charset="0"/>
              </a:rPr>
              <a:t>-registry-invoke</a:t>
            </a:r>
          </a:p>
          <a:p>
            <a:pPr marL="0" marR="0" indent="0" eaLnBrk="0">
              <a:lnSpc>
                <a:spcPct val="5083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3947"/>
              </a:lnSpc>
            </a:pPr>
            <a:r>
              <a:rPr lang="en-US" altLang="zh-CN" sz="950" kern="0" spc="0" baseline="0" noProof="0" dirty="0">
                <a:solidFill>
                  <a:srgbClr val="64748B"/>
                </a:solidFill>
                <a:latin typeface="Arial" pitchFamily="34" charset="0"/>
                <a:ea typeface="Arial" pitchFamily="34" charset="0"/>
                <a:cs typeface="Arial" pitchFamily="34" charset="0"/>
              </a:rPr>
              <a:t>Ascend</a:t>
            </a:r>
            <a:r>
              <a:rPr lang="en-US" altLang="zh-CN" sz="950" kern="0" spc="-15" baseline="0" noProof="0" dirty="0">
                <a:latin typeface="Arial" pitchFamily="34" charset="0"/>
                <a:ea typeface="Arial" pitchFamily="34" charset="0"/>
                <a:cs typeface="Arial" pitchFamily="34" charset="0"/>
              </a:rPr>
              <a:t> </a:t>
            </a:r>
            <a:r>
              <a:rPr lang="en-US" altLang="zh-CN" sz="950" kern="0" spc="0" baseline="0" noProof="0" dirty="0">
                <a:solidFill>
                  <a:srgbClr val="64748B"/>
                </a:solidFill>
                <a:latin typeface="Arial" pitchFamily="34" charset="0"/>
                <a:ea typeface="Arial" pitchFamily="34" charset="0"/>
                <a:cs typeface="Arial" pitchFamily="34" charset="0"/>
              </a:rPr>
              <a:t>C</a:t>
            </a:r>
            <a:r>
              <a:rPr lang="en-US" altLang="zh-CN" sz="950" kern="0" spc="-15" baseline="0" noProof="0" dirty="0">
                <a:latin typeface="Arial" pitchFamily="34" charset="0"/>
                <a:ea typeface="Arial" pitchFamily="34" charset="0"/>
                <a:cs typeface="Arial" pitchFamily="34" charset="0"/>
              </a:rPr>
              <a:t> </a:t>
            </a:r>
            <a:r>
              <a:rPr lang="en-US" altLang="zh-CN" sz="950" kern="0" spc="0" baseline="0" noProof="0" dirty="0">
                <a:solidFill>
                  <a:srgbClr val="64748B"/>
                </a:solidFill>
                <a:latin typeface="SimHei" pitchFamily="49" charset="0"/>
                <a:ea typeface="SimHei" pitchFamily="49" charset="0"/>
                <a:cs typeface="SimHei" pitchFamily="49" charset="0"/>
              </a:rPr>
              <a:t>自定义算子开发流程（规划中）</a:t>
            </a:r>
          </a:p>
        </p:txBody>
      </p:sp>
      <p:pic>
        <p:nvPicPr>
          <p:cNvPr id="90" name="8FDC472B-8917-4017-966F-8BE5AE20726C"/>
          <p:cNvPicPr>
            <a:picLocks noChangeAspect="1"/>
          </p:cNvPicPr>
          <p:nvPr/>
        </p:nvPicPr>
        <p:blipFill>
          <a:blip r:embed="rId4" cstate="print">
            <a:extLst>
              <a:ext uri="{55275F56-A77C-43A9-8894-14543F7ABAC5}"/>
            </a:extLst>
          </a:blip>
          <a:srcRect/>
          <a:stretch>
            <a:fillRect/>
          </a:stretch>
        </p:blipFill>
        <p:spPr>
          <a:xfrm>
            <a:off x="214630" y="2432050"/>
            <a:ext cx="11612034" cy="1989667"/>
          </a:xfrm>
          <a:prstGeom prst="rect">
            <a:avLst/>
          </a:prstGeom>
        </p:spPr>
      </p:pic>
      <p:grpSp>
        <p:nvGrpSpPr>
          <p:cNvPr id="91" name="Combination 91"/>
          <p:cNvGrpSpPr/>
          <p:nvPr/>
        </p:nvGrpSpPr>
        <p:grpSpPr>
          <a:xfrm>
            <a:off x="241300" y="2450465"/>
            <a:ext cx="11557000" cy="1936750"/>
            <a:chOff x="241300" y="2450465"/>
            <a:chExt cx="11557000" cy="1936750"/>
          </a:xfrm>
        </p:grpSpPr>
        <p:sp>
          <p:nvSpPr>
            <p:cNvPr id="92" name="VectorPath 92"/>
            <p:cNvSpPr/>
            <p:nvPr/>
          </p:nvSpPr>
          <p:spPr>
            <a:xfrm>
              <a:off x="241300" y="2450465"/>
              <a:ext cx="11557000" cy="1936750"/>
            </a:xfrm>
            <a:custGeom>
              <a:avLst/>
              <a:gdLst/>
              <a:ahLst/>
              <a:cxnLst/>
              <a:rect l="l" t="t" r="r" b="b"/>
              <a:pathLst>
                <a:path w="11557000" h="1936750">
                  <a:moveTo>
                    <a:pt x="31750" y="0"/>
                  </a:moveTo>
                  <a:lnTo>
                    <a:pt x="11525250" y="0"/>
                  </a:lnTo>
                  <a:cubicBezTo>
                    <a:pt x="11542776" y="0"/>
                    <a:pt x="11557000" y="14224"/>
                    <a:pt x="11557000" y="31750"/>
                  </a:cubicBezTo>
                  <a:lnTo>
                    <a:pt x="11557000" y="1841500"/>
                  </a:lnTo>
                  <a:cubicBezTo>
                    <a:pt x="11557000" y="1894078"/>
                    <a:pt x="11514328" y="1936750"/>
                    <a:pt x="11461750" y="1936750"/>
                  </a:cubicBezTo>
                  <a:lnTo>
                    <a:pt x="95250" y="1936750"/>
                  </a:lnTo>
                  <a:cubicBezTo>
                    <a:pt x="42647" y="1936750"/>
                    <a:pt x="0" y="1894078"/>
                    <a:pt x="0" y="1841500"/>
                  </a:cubicBezTo>
                  <a:lnTo>
                    <a:pt x="0" y="31750"/>
                  </a:lnTo>
                  <a:cubicBezTo>
                    <a:pt x="0" y="14224"/>
                    <a:pt x="14224" y="0"/>
                    <a:pt x="31750" y="0"/>
                  </a:cubicBezTo>
                </a:path>
              </a:pathLst>
            </a:custGeom>
            <a:solidFill>
              <a:srgbClr val="E6F6FD">
                <a:alpha val="100000"/>
              </a:srgbClr>
            </a:solidFill>
          </p:spPr>
        </p:sp>
        <p:sp>
          <p:nvSpPr>
            <p:cNvPr id="93" name="VectorPath 93"/>
            <p:cNvSpPr/>
            <p:nvPr/>
          </p:nvSpPr>
          <p:spPr>
            <a:xfrm>
              <a:off x="431800" y="2656840"/>
              <a:ext cx="444500" cy="444500"/>
            </a:xfrm>
            <a:custGeom>
              <a:avLst/>
              <a:gdLst/>
              <a:ahLst/>
              <a:cxnLst/>
              <a:rect l="l" t="t" r="r" b="b"/>
              <a:pathLst>
                <a:path w="444500" h="444500">
                  <a:moveTo>
                    <a:pt x="222250" y="0"/>
                  </a:moveTo>
                  <a:lnTo>
                    <a:pt x="222250" y="0"/>
                  </a:lnTo>
                  <a:cubicBezTo>
                    <a:pt x="344919" y="0"/>
                    <a:pt x="444500" y="99568"/>
                    <a:pt x="444500" y="222250"/>
                  </a:cubicBezTo>
                  <a:lnTo>
                    <a:pt x="444500" y="222250"/>
                  </a:lnTo>
                  <a:cubicBezTo>
                    <a:pt x="444500" y="344932"/>
                    <a:pt x="344919" y="444500"/>
                    <a:pt x="222250" y="444500"/>
                  </a:cubicBezTo>
                  <a:lnTo>
                    <a:pt x="222250" y="444500"/>
                  </a:lnTo>
                  <a:cubicBezTo>
                    <a:pt x="99581" y="444500"/>
                    <a:pt x="0" y="344932"/>
                    <a:pt x="0" y="222250"/>
                  </a:cubicBezTo>
                  <a:lnTo>
                    <a:pt x="0" y="222250"/>
                  </a:lnTo>
                  <a:cubicBezTo>
                    <a:pt x="0" y="99568"/>
                    <a:pt x="99581" y="0"/>
                    <a:pt x="222250" y="0"/>
                  </a:cubicBezTo>
                </a:path>
              </a:pathLst>
            </a:custGeom>
            <a:solidFill>
              <a:srgbClr val="0EA5E9">
                <a:alpha val="100000"/>
              </a:srgbClr>
            </a:solidFill>
          </p:spPr>
        </p:sp>
        <p:sp>
          <p:nvSpPr>
            <p:cNvPr id="94" name="VectorPath 94"/>
            <p:cNvSpPr/>
            <p:nvPr/>
          </p:nvSpPr>
          <p:spPr>
            <a:xfrm>
              <a:off x="431800" y="3244215"/>
              <a:ext cx="2698750" cy="952500"/>
            </a:xfrm>
            <a:custGeom>
              <a:avLst/>
              <a:gdLst/>
              <a:ahLst/>
              <a:cxnLst/>
              <a:rect l="l" t="t" r="r" b="b"/>
              <a:pathLst>
                <a:path w="2698750" h="952500">
                  <a:moveTo>
                    <a:pt x="31750" y="0"/>
                  </a:moveTo>
                  <a:lnTo>
                    <a:pt x="2667000" y="0"/>
                  </a:lnTo>
                  <a:cubicBezTo>
                    <a:pt x="2684526" y="0"/>
                    <a:pt x="2698750" y="14224"/>
                    <a:pt x="2698750" y="31750"/>
                  </a:cubicBezTo>
                  <a:lnTo>
                    <a:pt x="2698750" y="889000"/>
                  </a:lnTo>
                  <a:cubicBezTo>
                    <a:pt x="2698750" y="924052"/>
                    <a:pt x="2670302" y="952500"/>
                    <a:pt x="2635250" y="952500"/>
                  </a:cubicBezTo>
                  <a:lnTo>
                    <a:pt x="63500" y="952500"/>
                  </a:lnTo>
                  <a:cubicBezTo>
                    <a:pt x="28435" y="952500"/>
                    <a:pt x="0" y="924052"/>
                    <a:pt x="0" y="889000"/>
                  </a:cubicBezTo>
                  <a:lnTo>
                    <a:pt x="0" y="31750"/>
                  </a:lnTo>
                  <a:cubicBezTo>
                    <a:pt x="0" y="14224"/>
                    <a:pt x="14224" y="0"/>
                    <a:pt x="31750" y="0"/>
                  </a:cubicBezTo>
                </a:path>
              </a:pathLst>
            </a:custGeom>
            <a:solidFill>
              <a:srgbClr val="0EA5E9">
                <a:alpha val="5000"/>
              </a:srgbClr>
            </a:solidFill>
          </p:spPr>
        </p:sp>
        <p:sp>
          <p:nvSpPr>
            <p:cNvPr id="95" name="VectorPath 95"/>
            <p:cNvSpPr/>
            <p:nvPr/>
          </p:nvSpPr>
          <p:spPr>
            <a:xfrm>
              <a:off x="1664335" y="3387090"/>
              <a:ext cx="238125" cy="238506"/>
            </a:xfrm>
            <a:custGeom>
              <a:avLst/>
              <a:gdLst/>
              <a:ahLst/>
              <a:cxnLst/>
              <a:rect l="l" t="t" r="r" b="b"/>
              <a:pathLst>
                <a:path w="238125" h="238506">
                  <a:moveTo>
                    <a:pt x="46228" y="119126"/>
                  </a:moveTo>
                  <a:lnTo>
                    <a:pt x="78486" y="63373"/>
                  </a:lnTo>
                  <a:cubicBezTo>
                    <a:pt x="75819" y="57658"/>
                    <a:pt x="74422" y="51308"/>
                    <a:pt x="74422" y="44704"/>
                  </a:cubicBezTo>
                  <a:cubicBezTo>
                    <a:pt x="74422" y="19939"/>
                    <a:pt x="94361" y="0"/>
                    <a:pt x="118999" y="0"/>
                  </a:cubicBezTo>
                  <a:cubicBezTo>
                    <a:pt x="143637" y="0"/>
                    <a:pt x="163703" y="19939"/>
                    <a:pt x="163703" y="44704"/>
                  </a:cubicBezTo>
                  <a:cubicBezTo>
                    <a:pt x="163703" y="51308"/>
                    <a:pt x="162179" y="57658"/>
                    <a:pt x="159512" y="63373"/>
                  </a:cubicBezTo>
                  <a:lnTo>
                    <a:pt x="180213" y="99060"/>
                  </a:lnTo>
                  <a:cubicBezTo>
                    <a:pt x="169418" y="111125"/>
                    <a:pt x="155194" y="120015"/>
                    <a:pt x="139065" y="124079"/>
                  </a:cubicBezTo>
                  <a:lnTo>
                    <a:pt x="118999" y="89281"/>
                  </a:lnTo>
                  <a:lnTo>
                    <a:pt x="87376" y="143891"/>
                  </a:lnTo>
                  <a:cubicBezTo>
                    <a:pt x="97409" y="147066"/>
                    <a:pt x="107950" y="148844"/>
                    <a:pt x="118999" y="148844"/>
                  </a:cubicBezTo>
                  <a:cubicBezTo>
                    <a:pt x="151892" y="148844"/>
                    <a:pt x="181229" y="133604"/>
                    <a:pt x="200406" y="109728"/>
                  </a:cubicBezTo>
                  <a:cubicBezTo>
                    <a:pt x="205613" y="103378"/>
                    <a:pt x="214884" y="102362"/>
                    <a:pt x="221361" y="107442"/>
                  </a:cubicBezTo>
                  <a:cubicBezTo>
                    <a:pt x="227711" y="112522"/>
                    <a:pt x="228727" y="121920"/>
                    <a:pt x="223647" y="128397"/>
                  </a:cubicBezTo>
                  <a:cubicBezTo>
                    <a:pt x="199136" y="159004"/>
                    <a:pt x="161417" y="178562"/>
                    <a:pt x="119126" y="178562"/>
                  </a:cubicBezTo>
                  <a:cubicBezTo>
                    <a:pt x="102616" y="178562"/>
                    <a:pt x="86868" y="175641"/>
                    <a:pt x="72263" y="170180"/>
                  </a:cubicBezTo>
                  <a:lnTo>
                    <a:pt x="45847" y="215646"/>
                  </a:lnTo>
                  <a:cubicBezTo>
                    <a:pt x="43688" y="219456"/>
                    <a:pt x="40513" y="222504"/>
                    <a:pt x="36576" y="224409"/>
                  </a:cubicBezTo>
                  <a:lnTo>
                    <a:pt x="10795" y="237363"/>
                  </a:lnTo>
                  <a:cubicBezTo>
                    <a:pt x="8509" y="238506"/>
                    <a:pt x="5715" y="238379"/>
                    <a:pt x="3556" y="236982"/>
                  </a:cubicBezTo>
                  <a:cubicBezTo>
                    <a:pt x="1397" y="235712"/>
                    <a:pt x="0" y="233299"/>
                    <a:pt x="0" y="230632"/>
                  </a:cubicBezTo>
                  <a:lnTo>
                    <a:pt x="0" y="204978"/>
                  </a:lnTo>
                  <a:cubicBezTo>
                    <a:pt x="0" y="201041"/>
                    <a:pt x="1016" y="197104"/>
                    <a:pt x="3048" y="193675"/>
                  </a:cubicBezTo>
                  <a:lnTo>
                    <a:pt x="30988" y="145542"/>
                  </a:lnTo>
                  <a:cubicBezTo>
                    <a:pt x="25019" y="140208"/>
                    <a:pt x="19431" y="134493"/>
                    <a:pt x="14478" y="128397"/>
                  </a:cubicBezTo>
                  <a:cubicBezTo>
                    <a:pt x="9398" y="121920"/>
                    <a:pt x="10414" y="112649"/>
                    <a:pt x="16891" y="107442"/>
                  </a:cubicBezTo>
                  <a:cubicBezTo>
                    <a:pt x="23241" y="102235"/>
                    <a:pt x="32639" y="103378"/>
                    <a:pt x="37719" y="109728"/>
                  </a:cubicBezTo>
                  <a:cubicBezTo>
                    <a:pt x="40386" y="113030"/>
                    <a:pt x="43307" y="116205"/>
                    <a:pt x="46228" y="119126"/>
                  </a:cubicBezTo>
                  <a:moveTo>
                    <a:pt x="177292" y="189738"/>
                  </a:moveTo>
                  <a:cubicBezTo>
                    <a:pt x="192405" y="183642"/>
                    <a:pt x="206248" y="175260"/>
                    <a:pt x="218567" y="165100"/>
                  </a:cubicBezTo>
                  <a:lnTo>
                    <a:pt x="235204" y="193675"/>
                  </a:lnTo>
                  <a:cubicBezTo>
                    <a:pt x="237109" y="197104"/>
                    <a:pt x="238125" y="200914"/>
                    <a:pt x="238125" y="204978"/>
                  </a:cubicBezTo>
                  <a:lnTo>
                    <a:pt x="238125" y="230632"/>
                  </a:lnTo>
                  <a:cubicBezTo>
                    <a:pt x="238125" y="233299"/>
                    <a:pt x="236855" y="235712"/>
                    <a:pt x="234696" y="236982"/>
                  </a:cubicBezTo>
                  <a:cubicBezTo>
                    <a:pt x="232410" y="238379"/>
                    <a:pt x="229743" y="238506"/>
                    <a:pt x="227330" y="237363"/>
                  </a:cubicBezTo>
                  <a:lnTo>
                    <a:pt x="201676" y="224409"/>
                  </a:lnTo>
                  <a:cubicBezTo>
                    <a:pt x="197739" y="222504"/>
                    <a:pt x="194437" y="219456"/>
                    <a:pt x="192278" y="215646"/>
                  </a:cubicBezTo>
                  <a:lnTo>
                    <a:pt x="177292" y="189738"/>
                  </a:lnTo>
                  <a:close/>
                  <a:moveTo>
                    <a:pt x="118999" y="59563"/>
                  </a:moveTo>
                  <a:cubicBezTo>
                    <a:pt x="127254" y="59563"/>
                    <a:pt x="133985" y="52832"/>
                    <a:pt x="133985" y="44704"/>
                  </a:cubicBezTo>
                  <a:cubicBezTo>
                    <a:pt x="133985" y="36449"/>
                    <a:pt x="127254" y="29718"/>
                    <a:pt x="118999" y="29718"/>
                  </a:cubicBezTo>
                  <a:cubicBezTo>
                    <a:pt x="110871" y="29718"/>
                    <a:pt x="104140" y="36449"/>
                    <a:pt x="104140" y="44704"/>
                  </a:cubicBezTo>
                  <a:cubicBezTo>
                    <a:pt x="104140" y="52832"/>
                    <a:pt x="110871" y="59563"/>
                    <a:pt x="118999" y="59563"/>
                  </a:cubicBezTo>
                </a:path>
              </a:pathLst>
            </a:custGeom>
            <a:solidFill>
              <a:srgbClr val="0EA5E9">
                <a:alpha val="100000"/>
              </a:srgbClr>
            </a:solidFill>
          </p:spPr>
        </p:sp>
        <p:sp>
          <p:nvSpPr>
            <p:cNvPr id="96" name="VectorPath 96"/>
            <p:cNvSpPr/>
            <p:nvPr/>
          </p:nvSpPr>
          <p:spPr>
            <a:xfrm>
              <a:off x="3257550" y="3244215"/>
              <a:ext cx="2698750" cy="952500"/>
            </a:xfrm>
            <a:custGeom>
              <a:avLst/>
              <a:gdLst/>
              <a:ahLst/>
              <a:cxnLst/>
              <a:rect l="l" t="t" r="r" b="b"/>
              <a:pathLst>
                <a:path w="2698750" h="952500">
                  <a:moveTo>
                    <a:pt x="31750" y="0"/>
                  </a:moveTo>
                  <a:lnTo>
                    <a:pt x="2667000" y="0"/>
                  </a:lnTo>
                  <a:cubicBezTo>
                    <a:pt x="2684526" y="0"/>
                    <a:pt x="2698750" y="14224"/>
                    <a:pt x="2698750" y="31750"/>
                  </a:cubicBezTo>
                  <a:lnTo>
                    <a:pt x="2698750" y="889000"/>
                  </a:lnTo>
                  <a:cubicBezTo>
                    <a:pt x="2698750" y="924052"/>
                    <a:pt x="2670302" y="952500"/>
                    <a:pt x="2635250" y="952500"/>
                  </a:cubicBezTo>
                  <a:lnTo>
                    <a:pt x="63500" y="952500"/>
                  </a:lnTo>
                  <a:cubicBezTo>
                    <a:pt x="28448" y="952500"/>
                    <a:pt x="0" y="924052"/>
                    <a:pt x="0" y="889000"/>
                  </a:cubicBezTo>
                  <a:lnTo>
                    <a:pt x="0" y="31750"/>
                  </a:lnTo>
                  <a:cubicBezTo>
                    <a:pt x="0" y="14224"/>
                    <a:pt x="14224" y="0"/>
                    <a:pt x="31750" y="0"/>
                  </a:cubicBezTo>
                </a:path>
              </a:pathLst>
            </a:custGeom>
            <a:solidFill>
              <a:srgbClr val="0EA5E9">
                <a:alpha val="5000"/>
              </a:srgbClr>
            </a:solidFill>
          </p:spPr>
        </p:sp>
        <p:sp>
          <p:nvSpPr>
            <p:cNvPr id="97" name="VectorPath 97"/>
            <p:cNvSpPr/>
            <p:nvPr/>
          </p:nvSpPr>
          <p:spPr>
            <a:xfrm>
              <a:off x="4473448" y="3385312"/>
              <a:ext cx="270891" cy="241681"/>
            </a:xfrm>
            <a:custGeom>
              <a:avLst/>
              <a:gdLst/>
              <a:ahLst/>
              <a:cxnLst/>
              <a:rect l="l" t="t" r="r" b="b"/>
              <a:pathLst>
                <a:path w="270891" h="241681">
                  <a:moveTo>
                    <a:pt x="169291" y="2286"/>
                  </a:moveTo>
                  <a:cubicBezTo>
                    <a:pt x="161290" y="0"/>
                    <a:pt x="153162" y="4699"/>
                    <a:pt x="150876" y="12573"/>
                  </a:cubicBezTo>
                  <a:lnTo>
                    <a:pt x="91313" y="220980"/>
                  </a:lnTo>
                  <a:cubicBezTo>
                    <a:pt x="89027" y="228854"/>
                    <a:pt x="93599" y="237109"/>
                    <a:pt x="101473" y="239395"/>
                  </a:cubicBezTo>
                  <a:cubicBezTo>
                    <a:pt x="109474" y="241681"/>
                    <a:pt x="117602" y="236982"/>
                    <a:pt x="119888" y="229108"/>
                  </a:cubicBezTo>
                  <a:lnTo>
                    <a:pt x="179451" y="20701"/>
                  </a:lnTo>
                  <a:cubicBezTo>
                    <a:pt x="181737" y="12827"/>
                    <a:pt x="177165" y="4572"/>
                    <a:pt x="169291" y="2286"/>
                  </a:cubicBezTo>
                  <a:moveTo>
                    <a:pt x="199263" y="65659"/>
                  </a:moveTo>
                  <a:cubicBezTo>
                    <a:pt x="193547" y="71501"/>
                    <a:pt x="193547" y="80899"/>
                    <a:pt x="199263" y="86741"/>
                  </a:cubicBezTo>
                  <a:lnTo>
                    <a:pt x="233426" y="120777"/>
                  </a:lnTo>
                  <a:lnTo>
                    <a:pt x="199263" y="154940"/>
                  </a:lnTo>
                  <a:cubicBezTo>
                    <a:pt x="193547" y="160782"/>
                    <a:pt x="193547" y="170180"/>
                    <a:pt x="199263" y="176022"/>
                  </a:cubicBezTo>
                  <a:cubicBezTo>
                    <a:pt x="205105" y="181864"/>
                    <a:pt x="214503" y="181864"/>
                    <a:pt x="220345" y="176022"/>
                  </a:cubicBezTo>
                  <a:lnTo>
                    <a:pt x="265049" y="131445"/>
                  </a:lnTo>
                  <a:cubicBezTo>
                    <a:pt x="270891" y="125603"/>
                    <a:pt x="270891" y="116205"/>
                    <a:pt x="265049" y="110363"/>
                  </a:cubicBezTo>
                  <a:lnTo>
                    <a:pt x="220345" y="65659"/>
                  </a:lnTo>
                  <a:cubicBezTo>
                    <a:pt x="214503" y="59817"/>
                    <a:pt x="205105" y="59817"/>
                    <a:pt x="199263" y="65659"/>
                  </a:cubicBezTo>
                  <a:moveTo>
                    <a:pt x="71501" y="65659"/>
                  </a:moveTo>
                  <a:cubicBezTo>
                    <a:pt x="65659" y="59817"/>
                    <a:pt x="56261" y="59817"/>
                    <a:pt x="50419" y="65659"/>
                  </a:cubicBezTo>
                  <a:lnTo>
                    <a:pt x="5715" y="110236"/>
                  </a:lnTo>
                  <a:cubicBezTo>
                    <a:pt x="0" y="116078"/>
                    <a:pt x="0" y="125476"/>
                    <a:pt x="5715" y="131318"/>
                  </a:cubicBezTo>
                  <a:lnTo>
                    <a:pt x="50419" y="176022"/>
                  </a:lnTo>
                  <a:cubicBezTo>
                    <a:pt x="56261" y="181864"/>
                    <a:pt x="65659" y="181864"/>
                    <a:pt x="71501" y="176022"/>
                  </a:cubicBezTo>
                  <a:cubicBezTo>
                    <a:pt x="77343" y="170180"/>
                    <a:pt x="77343" y="160782"/>
                    <a:pt x="71501" y="154940"/>
                  </a:cubicBezTo>
                  <a:lnTo>
                    <a:pt x="37338" y="120777"/>
                  </a:lnTo>
                  <a:lnTo>
                    <a:pt x="71501" y="86741"/>
                  </a:lnTo>
                  <a:cubicBezTo>
                    <a:pt x="77215" y="80899"/>
                    <a:pt x="77215" y="71501"/>
                    <a:pt x="71501" y="65659"/>
                  </a:cubicBezTo>
                </a:path>
              </a:pathLst>
            </a:custGeom>
            <a:solidFill>
              <a:srgbClr val="0EA5E9">
                <a:alpha val="100000"/>
              </a:srgbClr>
            </a:solidFill>
          </p:spPr>
        </p:sp>
        <p:sp>
          <p:nvSpPr>
            <p:cNvPr id="98" name="VectorPath 98"/>
            <p:cNvSpPr/>
            <p:nvPr/>
          </p:nvSpPr>
          <p:spPr>
            <a:xfrm>
              <a:off x="6083300" y="3244215"/>
              <a:ext cx="2698750" cy="952500"/>
            </a:xfrm>
            <a:custGeom>
              <a:avLst/>
              <a:gdLst/>
              <a:ahLst/>
              <a:cxnLst/>
              <a:rect l="l" t="t" r="r" b="b"/>
              <a:pathLst>
                <a:path w="2698750" h="952500">
                  <a:moveTo>
                    <a:pt x="31750" y="0"/>
                  </a:moveTo>
                  <a:lnTo>
                    <a:pt x="2667000" y="0"/>
                  </a:lnTo>
                  <a:cubicBezTo>
                    <a:pt x="2684526" y="0"/>
                    <a:pt x="2698750" y="14224"/>
                    <a:pt x="2698750" y="31750"/>
                  </a:cubicBezTo>
                  <a:lnTo>
                    <a:pt x="2698750" y="889000"/>
                  </a:lnTo>
                  <a:cubicBezTo>
                    <a:pt x="2698750" y="924052"/>
                    <a:pt x="2670302" y="952500"/>
                    <a:pt x="2635250" y="952500"/>
                  </a:cubicBezTo>
                  <a:lnTo>
                    <a:pt x="63500" y="952500"/>
                  </a:lnTo>
                  <a:cubicBezTo>
                    <a:pt x="28448" y="952500"/>
                    <a:pt x="0" y="924052"/>
                    <a:pt x="0" y="889000"/>
                  </a:cubicBezTo>
                  <a:lnTo>
                    <a:pt x="0" y="31750"/>
                  </a:lnTo>
                  <a:cubicBezTo>
                    <a:pt x="0" y="14224"/>
                    <a:pt x="14224" y="0"/>
                    <a:pt x="31750" y="0"/>
                  </a:cubicBezTo>
                </a:path>
              </a:pathLst>
            </a:custGeom>
            <a:solidFill>
              <a:srgbClr val="0EA5E9">
                <a:alpha val="5000"/>
              </a:srgbClr>
            </a:solidFill>
          </p:spPr>
        </p:sp>
        <p:sp>
          <p:nvSpPr>
            <p:cNvPr id="99" name="VectorPath 99"/>
            <p:cNvSpPr/>
            <p:nvPr/>
          </p:nvSpPr>
          <p:spPr>
            <a:xfrm>
              <a:off x="7315835" y="3387090"/>
              <a:ext cx="239523" cy="239649"/>
            </a:xfrm>
            <a:custGeom>
              <a:avLst/>
              <a:gdLst/>
              <a:ahLst/>
              <a:cxnLst/>
              <a:rect l="l" t="t" r="r" b="b"/>
              <a:pathLst>
                <a:path w="239523" h="239649">
                  <a:moveTo>
                    <a:pt x="193422" y="96774"/>
                  </a:moveTo>
                  <a:cubicBezTo>
                    <a:pt x="193422" y="118110"/>
                    <a:pt x="186563" y="137795"/>
                    <a:pt x="174879" y="153797"/>
                  </a:cubicBezTo>
                  <a:lnTo>
                    <a:pt x="233807" y="212725"/>
                  </a:lnTo>
                  <a:cubicBezTo>
                    <a:pt x="239523" y="218567"/>
                    <a:pt x="239523" y="227965"/>
                    <a:pt x="233807" y="233807"/>
                  </a:cubicBezTo>
                  <a:cubicBezTo>
                    <a:pt x="227965" y="239649"/>
                    <a:pt x="218440" y="239649"/>
                    <a:pt x="212725" y="233807"/>
                  </a:cubicBezTo>
                  <a:lnTo>
                    <a:pt x="153797" y="174879"/>
                  </a:lnTo>
                  <a:cubicBezTo>
                    <a:pt x="137795" y="186563"/>
                    <a:pt x="118110" y="193421"/>
                    <a:pt x="96774" y="193421"/>
                  </a:cubicBezTo>
                  <a:cubicBezTo>
                    <a:pt x="43307" y="193421"/>
                    <a:pt x="0" y="150114"/>
                    <a:pt x="0" y="96774"/>
                  </a:cubicBezTo>
                  <a:cubicBezTo>
                    <a:pt x="0" y="43307"/>
                    <a:pt x="43307" y="0"/>
                    <a:pt x="96774" y="0"/>
                  </a:cubicBezTo>
                  <a:cubicBezTo>
                    <a:pt x="150114" y="0"/>
                    <a:pt x="193422" y="43307"/>
                    <a:pt x="193422" y="96774"/>
                  </a:cubicBezTo>
                  <a:moveTo>
                    <a:pt x="96774" y="163703"/>
                  </a:moveTo>
                  <a:cubicBezTo>
                    <a:pt x="133731" y="163703"/>
                    <a:pt x="163703" y="133731"/>
                    <a:pt x="163703" y="96774"/>
                  </a:cubicBezTo>
                  <a:cubicBezTo>
                    <a:pt x="163703" y="59817"/>
                    <a:pt x="133731" y="29718"/>
                    <a:pt x="96774" y="29718"/>
                  </a:cubicBezTo>
                  <a:cubicBezTo>
                    <a:pt x="59817" y="29718"/>
                    <a:pt x="29718" y="59817"/>
                    <a:pt x="29718" y="96774"/>
                  </a:cubicBezTo>
                  <a:cubicBezTo>
                    <a:pt x="29718" y="133731"/>
                    <a:pt x="59817" y="163703"/>
                    <a:pt x="96774" y="163703"/>
                  </a:cubicBezTo>
                </a:path>
              </a:pathLst>
            </a:custGeom>
            <a:solidFill>
              <a:srgbClr val="0EA5E9">
                <a:alpha val="100000"/>
              </a:srgbClr>
            </a:solidFill>
          </p:spPr>
        </p:sp>
        <p:sp>
          <p:nvSpPr>
            <p:cNvPr id="100" name="VectorPath 100"/>
            <p:cNvSpPr/>
            <p:nvPr/>
          </p:nvSpPr>
          <p:spPr>
            <a:xfrm>
              <a:off x="8909050" y="3244215"/>
              <a:ext cx="2698750" cy="952500"/>
            </a:xfrm>
            <a:custGeom>
              <a:avLst/>
              <a:gdLst/>
              <a:ahLst/>
              <a:cxnLst/>
              <a:rect l="l" t="t" r="r" b="b"/>
              <a:pathLst>
                <a:path w="2698750" h="952500">
                  <a:moveTo>
                    <a:pt x="31750" y="0"/>
                  </a:moveTo>
                  <a:lnTo>
                    <a:pt x="2667000" y="0"/>
                  </a:lnTo>
                  <a:cubicBezTo>
                    <a:pt x="2684526" y="0"/>
                    <a:pt x="2698750" y="14224"/>
                    <a:pt x="2698750" y="31750"/>
                  </a:cubicBezTo>
                  <a:lnTo>
                    <a:pt x="2698750" y="889000"/>
                  </a:lnTo>
                  <a:cubicBezTo>
                    <a:pt x="2698750" y="924052"/>
                    <a:pt x="2670302" y="952500"/>
                    <a:pt x="2635250" y="952500"/>
                  </a:cubicBezTo>
                  <a:lnTo>
                    <a:pt x="63500" y="952500"/>
                  </a:lnTo>
                  <a:cubicBezTo>
                    <a:pt x="28448" y="952500"/>
                    <a:pt x="0" y="924052"/>
                    <a:pt x="0" y="889000"/>
                  </a:cubicBezTo>
                  <a:lnTo>
                    <a:pt x="0" y="31750"/>
                  </a:lnTo>
                  <a:cubicBezTo>
                    <a:pt x="0" y="14224"/>
                    <a:pt x="14224" y="0"/>
                    <a:pt x="31750" y="0"/>
                  </a:cubicBezTo>
                </a:path>
              </a:pathLst>
            </a:custGeom>
            <a:solidFill>
              <a:srgbClr val="0EA5E9">
                <a:alpha val="5000"/>
              </a:srgbClr>
            </a:solidFill>
          </p:spPr>
        </p:sp>
        <p:sp>
          <p:nvSpPr>
            <p:cNvPr id="101" name="VectorPath 101"/>
            <p:cNvSpPr/>
            <p:nvPr/>
          </p:nvSpPr>
          <p:spPr>
            <a:xfrm>
              <a:off x="8902700" y="3237865"/>
              <a:ext cx="2711450" cy="965200"/>
            </a:xfrm>
            <a:custGeom>
              <a:avLst/>
              <a:gdLst/>
              <a:ahLst/>
              <a:cxnLst/>
              <a:rect l="l" t="t" r="r" b="b"/>
              <a:pathLst>
                <a:path w="2711450" h="965200">
                  <a:moveTo>
                    <a:pt x="38100" y="6350"/>
                  </a:moveTo>
                  <a:lnTo>
                    <a:pt x="2673350" y="6350"/>
                  </a:lnTo>
                  <a:cubicBezTo>
                    <a:pt x="2690876" y="6350"/>
                    <a:pt x="2705100" y="20574"/>
                    <a:pt x="2705100" y="38100"/>
                  </a:cubicBezTo>
                  <a:lnTo>
                    <a:pt x="2705100" y="895350"/>
                  </a:lnTo>
                  <a:cubicBezTo>
                    <a:pt x="2705100" y="930402"/>
                    <a:pt x="2676652" y="958850"/>
                    <a:pt x="2641600" y="958850"/>
                  </a:cubicBezTo>
                  <a:lnTo>
                    <a:pt x="69850" y="958850"/>
                  </a:lnTo>
                  <a:cubicBezTo>
                    <a:pt x="34798" y="958850"/>
                    <a:pt x="6350" y="930402"/>
                    <a:pt x="6350" y="895350"/>
                  </a:cubicBezTo>
                  <a:lnTo>
                    <a:pt x="6350" y="38100"/>
                  </a:lnTo>
                  <a:cubicBezTo>
                    <a:pt x="6350" y="20574"/>
                    <a:pt x="20574" y="6350"/>
                    <a:pt x="38100" y="6350"/>
                  </a:cubicBezTo>
                </a:path>
              </a:pathLst>
            </a:custGeom>
            <a:ln w="12700" cap="flat" cmpd="sng">
              <a:solidFill>
                <a:srgbClr val="D0CECE">
                  <a:alpha val="100000"/>
                </a:srgbClr>
              </a:solidFill>
              <a:prstDash val="dash"/>
              <a:round/>
            </a:ln>
          </p:spPr>
        </p:sp>
        <p:sp>
          <p:nvSpPr>
            <p:cNvPr id="102" name="VectorPath 102"/>
            <p:cNvSpPr/>
            <p:nvPr/>
          </p:nvSpPr>
          <p:spPr>
            <a:xfrm>
              <a:off x="10141586" y="3385693"/>
              <a:ext cx="239650" cy="239522"/>
            </a:xfrm>
            <a:custGeom>
              <a:avLst/>
              <a:gdLst/>
              <a:ahLst/>
              <a:cxnLst/>
              <a:rect l="l" t="t" r="r" b="b"/>
              <a:pathLst>
                <a:path w="239650" h="239522">
                  <a:moveTo>
                    <a:pt x="159385" y="5715"/>
                  </a:moveTo>
                  <a:cubicBezTo>
                    <a:pt x="153543" y="0"/>
                    <a:pt x="144145" y="0"/>
                    <a:pt x="138303" y="5715"/>
                  </a:cubicBezTo>
                  <a:cubicBezTo>
                    <a:pt x="132462" y="11557"/>
                    <a:pt x="132462" y="21082"/>
                    <a:pt x="138303" y="26797"/>
                  </a:cubicBezTo>
                  <a:lnTo>
                    <a:pt x="142622" y="31115"/>
                  </a:lnTo>
                  <a:lnTo>
                    <a:pt x="13081" y="160782"/>
                  </a:lnTo>
                  <a:cubicBezTo>
                    <a:pt x="4700" y="169164"/>
                    <a:pt x="0" y="180467"/>
                    <a:pt x="0" y="192278"/>
                  </a:cubicBezTo>
                  <a:lnTo>
                    <a:pt x="0" y="194818"/>
                  </a:lnTo>
                  <a:cubicBezTo>
                    <a:pt x="0" y="219583"/>
                    <a:pt x="19939" y="239522"/>
                    <a:pt x="44704" y="239522"/>
                  </a:cubicBezTo>
                  <a:lnTo>
                    <a:pt x="47244" y="239522"/>
                  </a:lnTo>
                  <a:cubicBezTo>
                    <a:pt x="59055" y="239522"/>
                    <a:pt x="70358" y="234823"/>
                    <a:pt x="78740" y="226441"/>
                  </a:cubicBezTo>
                  <a:lnTo>
                    <a:pt x="208407" y="96901"/>
                  </a:lnTo>
                  <a:lnTo>
                    <a:pt x="212725" y="101219"/>
                  </a:lnTo>
                  <a:cubicBezTo>
                    <a:pt x="218567" y="107061"/>
                    <a:pt x="227965" y="107061"/>
                    <a:pt x="233807" y="101219"/>
                  </a:cubicBezTo>
                  <a:cubicBezTo>
                    <a:pt x="239650" y="95377"/>
                    <a:pt x="239650" y="85979"/>
                    <a:pt x="233807" y="80137"/>
                  </a:cubicBezTo>
                  <a:lnTo>
                    <a:pt x="159385" y="5715"/>
                  </a:lnTo>
                  <a:close/>
                  <a:moveTo>
                    <a:pt x="95504" y="120396"/>
                  </a:moveTo>
                  <a:lnTo>
                    <a:pt x="163703" y="52197"/>
                  </a:lnTo>
                  <a:lnTo>
                    <a:pt x="187325" y="75819"/>
                  </a:lnTo>
                  <a:lnTo>
                    <a:pt x="142622" y="120396"/>
                  </a:lnTo>
                  <a:lnTo>
                    <a:pt x="95377" y="120396"/>
                  </a:lnTo>
                  <a:lnTo>
                    <a:pt x="95504" y="120396"/>
                  </a:lnTo>
                  <a:close/>
                </a:path>
              </a:pathLst>
            </a:custGeom>
            <a:solidFill>
              <a:srgbClr val="0EA5E9">
                <a:alpha val="100000"/>
              </a:srgbClr>
            </a:solidFill>
          </p:spPr>
        </p:sp>
      </p:grpSp>
      <p:sp>
        <p:nvSpPr>
          <p:cNvPr id="103" name="VectorPath 103"/>
          <p:cNvSpPr/>
          <p:nvPr/>
        </p:nvSpPr>
        <p:spPr>
          <a:xfrm>
            <a:off x="241300" y="2450465"/>
            <a:ext cx="11557000" cy="31750"/>
          </a:xfrm>
          <a:custGeom>
            <a:avLst/>
            <a:gdLst/>
            <a:ahLst/>
            <a:cxnLst/>
            <a:rect l="l" t="t" r="r" b="b"/>
            <a:pathLst>
              <a:path w="11557000" h="31750">
                <a:moveTo>
                  <a:pt x="31750" y="0"/>
                </a:moveTo>
                <a:lnTo>
                  <a:pt x="11525250" y="0"/>
                </a:lnTo>
                <a:cubicBezTo>
                  <a:pt x="11542776" y="0"/>
                  <a:pt x="11557000" y="14224"/>
                  <a:pt x="11557000" y="31750"/>
                </a:cubicBezTo>
                <a:lnTo>
                  <a:pt x="11557000" y="31750"/>
                </a:lnTo>
                <a:lnTo>
                  <a:pt x="0" y="31750"/>
                </a:lnTo>
                <a:lnTo>
                  <a:pt x="0" y="31750"/>
                </a:lnTo>
                <a:cubicBezTo>
                  <a:pt x="0" y="14224"/>
                  <a:pt x="14224" y="0"/>
                  <a:pt x="31750" y="0"/>
                </a:cubicBezTo>
              </a:path>
            </a:pathLst>
          </a:custGeom>
          <a:solidFill>
            <a:srgbClr val="0EA5E9">
              <a:alpha val="100000"/>
            </a:srgbClr>
          </a:solidFill>
        </p:spPr>
      </p:sp>
      <p:sp>
        <p:nvSpPr>
          <p:cNvPr id="104" name="TextBox104"/>
          <p:cNvSpPr txBox="1"/>
          <p:nvPr/>
        </p:nvSpPr>
        <p:spPr>
          <a:xfrm>
            <a:off x="1003300" y="2693670"/>
            <a:ext cx="2003425" cy="190500"/>
          </a:xfrm>
          <a:prstGeom prst="rect">
            <a:avLst/>
          </a:prstGeom>
          <a:noFill/>
        </p:spPr>
        <p:txBody>
          <a:bodyPr wrap="square" lIns="0" tIns="0" rIns="0" bIns="0" rtlCol="0">
            <a:spAutoFit/>
          </a:bodyPr>
          <a:lstStyle/>
          <a:p>
            <a:pPr marL="0" marR="0" indent="0" eaLnBrk="0">
              <a:lnSpc>
                <a:spcPct val="83333"/>
              </a:lnSpc>
            </a:pPr>
            <a:r>
              <a:rPr lang="en-US" altLang="zh-CN" sz="1500" b="1" kern="0" spc="-90" baseline="0" noProof="0" dirty="0">
                <a:solidFill>
                  <a:srgbClr val="1E293B"/>
                </a:solidFill>
                <a:latin typeface="Arial" pitchFamily="34" charset="0"/>
                <a:ea typeface="Arial" pitchFamily="34" charset="0"/>
                <a:cs typeface="Arial" pitchFamily="34" charset="0"/>
              </a:rPr>
              <a:t>AG</a:t>
            </a:r>
            <a:r>
              <a:rPr lang="en-US" altLang="zh-CN" sz="1500" b="1" kern="0" spc="-65" baseline="0" noProof="0" dirty="0">
                <a:solidFill>
                  <a:srgbClr val="1E293B"/>
                </a:solidFill>
                <a:latin typeface="Arial" pitchFamily="34" charset="0"/>
                <a:ea typeface="Arial" pitchFamily="34" charset="0"/>
                <a:cs typeface="Arial" pitchFamily="34" charset="0"/>
              </a:rPr>
              <a:t>ENTS</a:t>
            </a:r>
            <a:r>
              <a:rPr lang="en-US" altLang="zh-CN" sz="1500" b="1" kern="0" spc="-125" baseline="0" noProof="0" dirty="0">
                <a:solidFill>
                  <a:srgbClr val="1E293B"/>
                </a:solidFill>
                <a:latin typeface="SimHei" pitchFamily="49" charset="0"/>
                <a:ea typeface="SimHei" pitchFamily="49" charset="0"/>
                <a:cs typeface="SimHei" pitchFamily="49" charset="0"/>
              </a:rPr>
              <a:t>（</a:t>
            </a:r>
            <a:r>
              <a:rPr lang="en-US" altLang="zh-CN" sz="1500" b="1" kern="0" spc="-75" baseline="0" noProof="0" dirty="0">
                <a:solidFill>
                  <a:srgbClr val="1E293B"/>
                </a:solidFill>
                <a:latin typeface="SimHei" pitchFamily="49" charset="0"/>
                <a:ea typeface="SimHei" pitchFamily="49" charset="0"/>
                <a:cs typeface="SimHei" pitchFamily="49" charset="0"/>
              </a:rPr>
              <a:t>角色执行层）</a:t>
            </a:r>
          </a:p>
        </p:txBody>
      </p:sp>
      <p:sp>
        <p:nvSpPr>
          <p:cNvPr id="105" name="TextBox105"/>
          <p:cNvSpPr txBox="1"/>
          <p:nvPr/>
        </p:nvSpPr>
        <p:spPr>
          <a:xfrm>
            <a:off x="585470" y="2773680"/>
            <a:ext cx="138112" cy="228600"/>
          </a:xfrm>
          <a:prstGeom prst="rect">
            <a:avLst/>
          </a:prstGeom>
          <a:noFill/>
        </p:spPr>
        <p:txBody>
          <a:bodyPr wrap="square" lIns="0" tIns="0" rIns="0" bIns="0" rtlCol="0">
            <a:spAutoFit/>
          </a:bodyPr>
          <a:lstStyle/>
          <a:p>
            <a:pPr marL="0" marR="0" indent="0" eaLnBrk="0">
              <a:lnSpc>
                <a:spcPct val="99722"/>
              </a:lnSpc>
            </a:pPr>
            <a:r>
              <a:rPr lang="en-US" altLang="zh-CN" sz="1500" b="1" kern="0" spc="-15" baseline="0" noProof="0" dirty="0">
                <a:solidFill>
                  <a:srgbClr val="FFFFFF"/>
                </a:solidFill>
                <a:latin typeface="SimHei" pitchFamily="49" charset="0"/>
                <a:ea typeface="SimHei" pitchFamily="49" charset="0"/>
                <a:cs typeface="SimHei" pitchFamily="49" charset="0"/>
              </a:rPr>
              <a:t>A</a:t>
            </a:r>
          </a:p>
        </p:txBody>
      </p:sp>
      <p:sp>
        <p:nvSpPr>
          <p:cNvPr id="106" name="TextBox106"/>
          <p:cNvSpPr txBox="1"/>
          <p:nvPr/>
        </p:nvSpPr>
        <p:spPr>
          <a:xfrm>
            <a:off x="1003300" y="2953385"/>
            <a:ext cx="506412" cy="146050"/>
          </a:xfrm>
          <a:prstGeom prst="rect">
            <a:avLst/>
          </a:prstGeom>
          <a:noFill/>
        </p:spPr>
        <p:txBody>
          <a:bodyPr wrap="square" lIns="0" tIns="0" rIns="0" bIns="0" rtlCol="0">
            <a:spAutoFit/>
          </a:bodyPr>
          <a:lstStyle/>
          <a:p>
            <a:pPr marL="0" marR="0" indent="0" eaLnBrk="0">
              <a:lnSpc>
                <a:spcPct val="100000"/>
              </a:lnSpc>
            </a:pPr>
            <a:r>
              <a:rPr lang="en-US" altLang="zh-CN" sz="950" kern="0" spc="-15" baseline="0" noProof="0" dirty="0">
                <a:solidFill>
                  <a:srgbClr val="64748B"/>
                </a:solidFill>
                <a:latin typeface="SimHei" pitchFamily="49" charset="0"/>
                <a:ea typeface="SimHei" pitchFamily="49" charset="0"/>
                <a:cs typeface="SimHei" pitchFamily="49" charset="0"/>
              </a:rPr>
              <a:t>角色执行</a:t>
            </a:r>
          </a:p>
        </p:txBody>
      </p:sp>
      <p:sp>
        <p:nvSpPr>
          <p:cNvPr id="107" name="VectorPath 107"/>
          <p:cNvSpPr/>
          <p:nvPr/>
        </p:nvSpPr>
        <p:spPr>
          <a:xfrm>
            <a:off x="431800" y="3244215"/>
            <a:ext cx="2698750" cy="31750"/>
          </a:xfrm>
          <a:custGeom>
            <a:avLst/>
            <a:gdLst/>
            <a:ahLst/>
            <a:cxnLst/>
            <a:rect l="l" t="t" r="r" b="b"/>
            <a:pathLst>
              <a:path w="2698750" h="31750">
                <a:moveTo>
                  <a:pt x="31750" y="0"/>
                </a:moveTo>
                <a:lnTo>
                  <a:pt x="2667000" y="0"/>
                </a:lnTo>
                <a:cubicBezTo>
                  <a:pt x="2684526" y="0"/>
                  <a:pt x="2698750" y="14224"/>
                  <a:pt x="2698750" y="31750"/>
                </a:cubicBezTo>
                <a:lnTo>
                  <a:pt x="2698750" y="31750"/>
                </a:lnTo>
                <a:lnTo>
                  <a:pt x="0" y="31750"/>
                </a:lnTo>
                <a:lnTo>
                  <a:pt x="0" y="31750"/>
                </a:lnTo>
                <a:cubicBezTo>
                  <a:pt x="0" y="14224"/>
                  <a:pt x="14224" y="0"/>
                  <a:pt x="31750" y="0"/>
                </a:cubicBezTo>
              </a:path>
            </a:pathLst>
          </a:custGeom>
          <a:solidFill>
            <a:srgbClr val="0EA5E9">
              <a:alpha val="100000"/>
            </a:srgbClr>
          </a:solidFill>
        </p:spPr>
      </p:sp>
      <p:sp>
        <p:nvSpPr>
          <p:cNvPr id="108" name="VectorPath 108"/>
          <p:cNvSpPr/>
          <p:nvPr/>
        </p:nvSpPr>
        <p:spPr>
          <a:xfrm>
            <a:off x="3257550" y="3244215"/>
            <a:ext cx="2698750" cy="31750"/>
          </a:xfrm>
          <a:custGeom>
            <a:avLst/>
            <a:gdLst/>
            <a:ahLst/>
            <a:cxnLst/>
            <a:rect l="l" t="t" r="r" b="b"/>
            <a:pathLst>
              <a:path w="2698750" h="31750">
                <a:moveTo>
                  <a:pt x="31750" y="0"/>
                </a:moveTo>
                <a:lnTo>
                  <a:pt x="2667000" y="0"/>
                </a:lnTo>
                <a:cubicBezTo>
                  <a:pt x="2684526" y="0"/>
                  <a:pt x="2698750" y="14224"/>
                  <a:pt x="2698750" y="31750"/>
                </a:cubicBezTo>
                <a:lnTo>
                  <a:pt x="2698750" y="31750"/>
                </a:lnTo>
                <a:lnTo>
                  <a:pt x="0" y="31750"/>
                </a:lnTo>
                <a:lnTo>
                  <a:pt x="0" y="31750"/>
                </a:lnTo>
                <a:cubicBezTo>
                  <a:pt x="0" y="14224"/>
                  <a:pt x="14224" y="0"/>
                  <a:pt x="31750" y="0"/>
                </a:cubicBezTo>
              </a:path>
            </a:pathLst>
          </a:custGeom>
          <a:solidFill>
            <a:srgbClr val="0EA5E9">
              <a:alpha val="100000"/>
            </a:srgbClr>
          </a:solidFill>
        </p:spPr>
      </p:sp>
      <p:sp>
        <p:nvSpPr>
          <p:cNvPr id="109" name="VectorPath 109"/>
          <p:cNvSpPr/>
          <p:nvPr/>
        </p:nvSpPr>
        <p:spPr>
          <a:xfrm>
            <a:off x="6083300" y="3244215"/>
            <a:ext cx="2698750" cy="31750"/>
          </a:xfrm>
          <a:custGeom>
            <a:avLst/>
            <a:gdLst/>
            <a:ahLst/>
            <a:cxnLst/>
            <a:rect l="l" t="t" r="r" b="b"/>
            <a:pathLst>
              <a:path w="2698750" h="31750">
                <a:moveTo>
                  <a:pt x="31750" y="0"/>
                </a:moveTo>
                <a:lnTo>
                  <a:pt x="2667000" y="0"/>
                </a:lnTo>
                <a:cubicBezTo>
                  <a:pt x="2684526" y="0"/>
                  <a:pt x="2698750" y="14224"/>
                  <a:pt x="2698750" y="31750"/>
                </a:cubicBezTo>
                <a:lnTo>
                  <a:pt x="2698750" y="31750"/>
                </a:lnTo>
                <a:lnTo>
                  <a:pt x="0" y="31750"/>
                </a:lnTo>
                <a:lnTo>
                  <a:pt x="0" y="31750"/>
                </a:lnTo>
                <a:cubicBezTo>
                  <a:pt x="0" y="14224"/>
                  <a:pt x="14224" y="0"/>
                  <a:pt x="31750" y="0"/>
                </a:cubicBezTo>
              </a:path>
            </a:pathLst>
          </a:custGeom>
          <a:solidFill>
            <a:srgbClr val="0EA5E9">
              <a:alpha val="100000"/>
            </a:srgbClr>
          </a:solidFill>
        </p:spPr>
      </p:sp>
      <p:sp>
        <p:nvSpPr>
          <p:cNvPr id="110" name="VectorPath 110"/>
          <p:cNvSpPr/>
          <p:nvPr/>
        </p:nvSpPr>
        <p:spPr>
          <a:xfrm>
            <a:off x="8909050" y="3244215"/>
            <a:ext cx="2698750" cy="31750"/>
          </a:xfrm>
          <a:custGeom>
            <a:avLst/>
            <a:gdLst/>
            <a:ahLst/>
            <a:cxnLst/>
            <a:rect l="l" t="t" r="r" b="b"/>
            <a:pathLst>
              <a:path w="2698750" h="31750">
                <a:moveTo>
                  <a:pt x="31750" y="0"/>
                </a:moveTo>
                <a:lnTo>
                  <a:pt x="2667000" y="0"/>
                </a:lnTo>
                <a:cubicBezTo>
                  <a:pt x="2684526" y="0"/>
                  <a:pt x="2698750" y="14224"/>
                  <a:pt x="2698750" y="31750"/>
                </a:cubicBezTo>
                <a:lnTo>
                  <a:pt x="2698750" y="31750"/>
                </a:lnTo>
                <a:lnTo>
                  <a:pt x="0" y="31750"/>
                </a:lnTo>
                <a:lnTo>
                  <a:pt x="0" y="31750"/>
                </a:lnTo>
                <a:cubicBezTo>
                  <a:pt x="0" y="14224"/>
                  <a:pt x="14224" y="0"/>
                  <a:pt x="31750" y="0"/>
                </a:cubicBezTo>
              </a:path>
            </a:pathLst>
          </a:custGeom>
          <a:solidFill>
            <a:srgbClr val="0EA5E9">
              <a:alpha val="100000"/>
            </a:srgbClr>
          </a:solidFill>
        </p:spPr>
      </p:sp>
      <p:sp>
        <p:nvSpPr>
          <p:cNvPr id="111" name="TextBox111"/>
          <p:cNvSpPr txBox="1"/>
          <p:nvPr/>
        </p:nvSpPr>
        <p:spPr>
          <a:xfrm>
            <a:off x="1250950" y="3726180"/>
            <a:ext cx="1062037" cy="341312"/>
          </a:xfrm>
          <a:prstGeom prst="rect">
            <a:avLst/>
          </a:prstGeom>
          <a:noFill/>
        </p:spPr>
        <p:txBody>
          <a:bodyPr wrap="square" lIns="0" tIns="8890" rIns="0" bIns="0" rtlCol="0">
            <a:spAutoFit/>
          </a:bodyPr>
          <a:lstStyle/>
          <a:p>
            <a:pPr marL="13970" marR="0" indent="0" eaLnBrk="0">
              <a:lnSpc>
                <a:spcPct val="91666"/>
              </a:lnSpc>
              <a:spcBef>
                <a:spcPts val="70"/>
              </a:spcBef>
              <a:spcAft>
                <a:spcPts val="420"/>
              </a:spcAft>
            </a:pPr>
            <a:r>
              <a:rPr lang="en-US" altLang="zh-CN" sz="950" b="1" kern="0" spc="-15" baseline="0" noProof="0" dirty="0">
                <a:solidFill>
                  <a:srgbClr val="0EA5E9"/>
                </a:solidFill>
                <a:latin typeface="Arial" pitchFamily="34" charset="0"/>
                <a:ea typeface="Arial" pitchFamily="34" charset="0"/>
                <a:cs typeface="Arial" pitchFamily="34" charset="0"/>
              </a:rPr>
              <a:t>ar</a:t>
            </a:r>
            <a:r>
              <a:rPr lang="en-US" altLang="zh-CN" sz="950" b="1" kern="0" spc="0" baseline="0" noProof="0" dirty="0">
                <a:solidFill>
                  <a:srgbClr val="0EA5E9"/>
                </a:solidFill>
                <a:latin typeface="Arial" pitchFamily="34" charset="0"/>
                <a:ea typeface="Arial" pitchFamily="34" charset="0"/>
                <a:cs typeface="Arial" pitchFamily="34" charset="0"/>
              </a:rPr>
              <a:t>chitect/analyst</a:t>
            </a:r>
          </a:p>
          <a:p>
            <a:pPr marL="0" marR="0" indent="0" eaLnBrk="0">
              <a:lnSpc>
                <a:spcPct val="100000"/>
              </a:lnSpc>
            </a:pPr>
            <a:r>
              <a:rPr lang="en-US" altLang="zh-CN" sz="950" kern="0" spc="-15" baseline="0" noProof="0" dirty="0">
                <a:solidFill>
                  <a:srgbClr val="64748B"/>
                </a:solidFill>
                <a:latin typeface="SimHei" pitchFamily="49" charset="0"/>
                <a:ea typeface="SimHei" pitchFamily="49" charset="0"/>
                <a:cs typeface="SimHei" pitchFamily="49" charset="0"/>
              </a:rPr>
              <a:t>方案设计</a:t>
            </a:r>
            <a:r>
              <a:rPr lang="en-US" altLang="zh-CN" sz="950" kern="0" spc="0" baseline="0" noProof="0" dirty="0">
                <a:solidFill>
                  <a:srgbClr val="64748B"/>
                </a:solidFill>
                <a:latin typeface="SimHei" pitchFamily="49" charset="0"/>
                <a:ea typeface="SimHei" pitchFamily="49" charset="0"/>
                <a:cs typeface="SimHei" pitchFamily="49" charset="0"/>
              </a:rPr>
              <a:t>/需求分析</a:t>
            </a:r>
          </a:p>
        </p:txBody>
      </p:sp>
      <p:sp>
        <p:nvSpPr>
          <p:cNvPr id="112" name="TextBox112"/>
          <p:cNvSpPr txBox="1"/>
          <p:nvPr/>
        </p:nvSpPr>
        <p:spPr>
          <a:xfrm>
            <a:off x="4304666" y="3726180"/>
            <a:ext cx="606425" cy="341312"/>
          </a:xfrm>
          <a:prstGeom prst="rect">
            <a:avLst/>
          </a:prstGeom>
          <a:noFill/>
        </p:spPr>
        <p:txBody>
          <a:bodyPr wrap="square" lIns="0" tIns="0" rIns="0" bIns="0" rtlCol="0">
            <a:spAutoFit/>
          </a:bodyPr>
          <a:lstStyle/>
          <a:p>
            <a:pPr marL="0" marR="0" indent="0" eaLnBrk="0">
              <a:lnSpc>
                <a:spcPct val="100438"/>
              </a:lnSpc>
              <a:spcAft>
                <a:spcPts val="405"/>
              </a:spcAft>
            </a:pPr>
            <a:r>
              <a:rPr lang="en-US" altLang="zh-CN" sz="950" b="1" kern="0" spc="-15" baseline="0" noProof="0" dirty="0">
                <a:solidFill>
                  <a:srgbClr val="0EA5E9"/>
                </a:solidFill>
                <a:latin typeface="Arial" pitchFamily="34" charset="0"/>
                <a:ea typeface="Arial" pitchFamily="34" charset="0"/>
                <a:cs typeface="Arial" pitchFamily="34" charset="0"/>
              </a:rPr>
              <a:t>de</a:t>
            </a:r>
            <a:r>
              <a:rPr lang="en-US" altLang="zh-CN" sz="950" b="1" kern="0" spc="0" baseline="0" noProof="0" dirty="0">
                <a:solidFill>
                  <a:srgbClr val="0EA5E9"/>
                </a:solidFill>
                <a:latin typeface="Arial" pitchFamily="34" charset="0"/>
                <a:ea typeface="Arial" pitchFamily="34" charset="0"/>
                <a:cs typeface="Arial" pitchFamily="34" charset="0"/>
              </a:rPr>
              <a:t>veloper</a:t>
            </a:r>
          </a:p>
          <a:p>
            <a:pPr marL="50165" marR="0" indent="0" eaLnBrk="0">
              <a:lnSpc>
                <a:spcPct val="91228"/>
              </a:lnSpc>
              <a:spcBef>
                <a:spcPts val="89"/>
              </a:spcBef>
              <a:spcAft>
                <a:spcPts val="25"/>
              </a:spcAft>
            </a:pPr>
            <a:r>
              <a:rPr lang="en-US" altLang="zh-CN" sz="950" kern="0" spc="-15" baseline="0" noProof="0" dirty="0">
                <a:solidFill>
                  <a:srgbClr val="64748B"/>
                </a:solidFill>
                <a:latin typeface="SimHei" pitchFamily="49" charset="0"/>
                <a:ea typeface="SimHei" pitchFamily="49" charset="0"/>
                <a:cs typeface="SimHei" pitchFamily="49" charset="0"/>
              </a:rPr>
              <a:t>代码开发</a:t>
            </a:r>
          </a:p>
        </p:txBody>
      </p:sp>
      <p:sp>
        <p:nvSpPr>
          <p:cNvPr id="113" name="TextBox113"/>
          <p:cNvSpPr txBox="1"/>
          <p:nvPr/>
        </p:nvSpPr>
        <p:spPr>
          <a:xfrm>
            <a:off x="7168515" y="3726180"/>
            <a:ext cx="530225" cy="341312"/>
          </a:xfrm>
          <a:prstGeom prst="rect">
            <a:avLst/>
          </a:prstGeom>
          <a:noFill/>
        </p:spPr>
        <p:txBody>
          <a:bodyPr wrap="square" lIns="0" tIns="0" rIns="0" bIns="0" rtlCol="0">
            <a:spAutoFit/>
          </a:bodyPr>
          <a:lstStyle/>
          <a:p>
            <a:pPr marL="0" marR="0" indent="0" eaLnBrk="0">
              <a:lnSpc>
                <a:spcPct val="100438"/>
              </a:lnSpc>
              <a:spcAft>
                <a:spcPts val="405"/>
              </a:spcAft>
            </a:pPr>
            <a:r>
              <a:rPr lang="en-US" altLang="zh-CN" sz="950" b="1" kern="0" spc="-15" baseline="0" noProof="0" dirty="0">
                <a:solidFill>
                  <a:srgbClr val="0EA5E9"/>
                </a:solidFill>
                <a:latin typeface="Arial" pitchFamily="34" charset="0"/>
                <a:ea typeface="Arial" pitchFamily="34" charset="0"/>
                <a:cs typeface="Arial" pitchFamily="34" charset="0"/>
              </a:rPr>
              <a:t>r</a:t>
            </a:r>
            <a:r>
              <a:rPr lang="en-US" altLang="zh-CN" sz="950" b="1" kern="0" spc="0" baseline="0" noProof="0" dirty="0">
                <a:solidFill>
                  <a:srgbClr val="0EA5E9"/>
                </a:solidFill>
                <a:latin typeface="Arial" pitchFamily="34" charset="0"/>
                <a:ea typeface="Arial" pitchFamily="34" charset="0"/>
                <a:cs typeface="Arial" pitchFamily="34" charset="0"/>
              </a:rPr>
              <a:t>eviewer</a:t>
            </a:r>
          </a:p>
          <a:p>
            <a:pPr marL="12065" marR="0" indent="0" eaLnBrk="0">
              <a:lnSpc>
                <a:spcPct val="91228"/>
              </a:lnSpc>
              <a:spcBef>
                <a:spcPts val="69"/>
              </a:spcBef>
              <a:spcAft>
                <a:spcPts val="19"/>
              </a:spcAft>
            </a:pPr>
            <a:r>
              <a:rPr lang="en-US" altLang="zh-CN" sz="950" kern="0" spc="-15" baseline="0" noProof="0" dirty="0">
                <a:solidFill>
                  <a:srgbClr val="64748B"/>
                </a:solidFill>
                <a:latin typeface="SimHei" pitchFamily="49" charset="0"/>
                <a:ea typeface="SimHei" pitchFamily="49" charset="0"/>
                <a:cs typeface="SimHei" pitchFamily="49" charset="0"/>
              </a:rPr>
              <a:t>代码检视</a:t>
            </a:r>
          </a:p>
        </p:txBody>
      </p:sp>
      <p:sp>
        <p:nvSpPr>
          <p:cNvPr id="114" name="TextBox114"/>
          <p:cNvSpPr txBox="1"/>
          <p:nvPr/>
        </p:nvSpPr>
        <p:spPr>
          <a:xfrm>
            <a:off x="9444356" y="3726180"/>
            <a:ext cx="1630362" cy="341312"/>
          </a:xfrm>
          <a:prstGeom prst="rect">
            <a:avLst/>
          </a:prstGeom>
          <a:noFill/>
        </p:spPr>
        <p:txBody>
          <a:bodyPr wrap="square" lIns="0" tIns="12065" rIns="0" bIns="0" rtlCol="0">
            <a:spAutoFit/>
          </a:bodyPr>
          <a:lstStyle/>
          <a:p>
            <a:pPr marL="283845" marR="0" indent="0" eaLnBrk="0">
              <a:lnSpc>
                <a:spcPct val="91666"/>
              </a:lnSpc>
              <a:spcBef>
                <a:spcPts val="95"/>
              </a:spcBef>
              <a:spcAft>
                <a:spcPts val="425"/>
              </a:spcAft>
            </a:pPr>
            <a:r>
              <a:rPr lang="en-US" altLang="zh-CN" sz="950" b="1" kern="0" spc="-15" baseline="0" noProof="0" dirty="0">
                <a:solidFill>
                  <a:srgbClr val="0EA5E9"/>
                </a:solidFill>
                <a:latin typeface="Arial" pitchFamily="34" charset="0"/>
                <a:ea typeface="Arial" pitchFamily="34" charset="0"/>
                <a:cs typeface="Arial" pitchFamily="34" charset="0"/>
              </a:rPr>
              <a:t>p</a:t>
            </a:r>
            <a:r>
              <a:rPr lang="en-US" altLang="zh-CN" sz="950" b="1" kern="0" spc="0" baseline="0" noProof="0" dirty="0">
                <a:solidFill>
                  <a:srgbClr val="0EA5E9"/>
                </a:solidFill>
                <a:latin typeface="Arial" pitchFamily="34" charset="0"/>
                <a:ea typeface="Arial" pitchFamily="34" charset="0"/>
                <a:cs typeface="Arial" pitchFamily="34" charset="0"/>
              </a:rPr>
              <a:t>erf-tuner/tester</a:t>
            </a:r>
          </a:p>
          <a:p>
            <a:pPr marL="0" marR="0" indent="0" eaLnBrk="0">
              <a:lnSpc>
                <a:spcPct val="100000"/>
              </a:lnSpc>
            </a:pPr>
            <a:r>
              <a:rPr lang="en-US" altLang="zh-CN" sz="950" kern="0" spc="-15" baseline="0" noProof="0" dirty="0">
                <a:solidFill>
                  <a:srgbClr val="64748B"/>
                </a:solidFill>
                <a:latin typeface="SimHei" pitchFamily="49" charset="0"/>
                <a:ea typeface="SimHei" pitchFamily="49" charset="0"/>
                <a:cs typeface="SimHei" pitchFamily="49" charset="0"/>
              </a:rPr>
              <a:t>性能调优</a:t>
            </a:r>
            <a:r>
              <a:rPr lang="en-US" altLang="zh-CN" sz="950" kern="0" spc="0" baseline="0" noProof="0" dirty="0">
                <a:solidFill>
                  <a:srgbClr val="64748B"/>
                </a:solidFill>
                <a:latin typeface="SimHei" pitchFamily="49" charset="0"/>
                <a:ea typeface="SimHei" pitchFamily="49" charset="0"/>
                <a:cs typeface="SimHei" pitchFamily="49" charset="0"/>
              </a:rPr>
              <a:t>/代码测试（规划中）</a:t>
            </a:r>
          </a:p>
        </p:txBody>
      </p:sp>
      <p:pic>
        <p:nvPicPr>
          <p:cNvPr id="115" name="65C9F811-5450-4A43-AD5C-75A319A988AC"/>
          <p:cNvPicPr>
            <a:picLocks noChangeAspect="1"/>
          </p:cNvPicPr>
          <p:nvPr/>
        </p:nvPicPr>
        <p:blipFill>
          <a:blip r:embed="rId5" cstate="print">
            <a:extLst>
              <a:ext uri="{01977F06-D0AE-4EF2-7173-F9AFBB95234B}"/>
            </a:extLst>
          </a:blip>
          <a:srcRect/>
          <a:stretch>
            <a:fillRect/>
          </a:stretch>
        </p:blipFill>
        <p:spPr>
          <a:xfrm>
            <a:off x="214630" y="4512310"/>
            <a:ext cx="11612034" cy="1727200"/>
          </a:xfrm>
          <a:prstGeom prst="rect">
            <a:avLst/>
          </a:prstGeom>
        </p:spPr>
      </p:pic>
      <p:grpSp>
        <p:nvGrpSpPr>
          <p:cNvPr id="116" name="Combination 116"/>
          <p:cNvGrpSpPr/>
          <p:nvPr/>
        </p:nvGrpSpPr>
        <p:grpSpPr>
          <a:xfrm>
            <a:off x="241300" y="4530090"/>
            <a:ext cx="11557000" cy="1675130"/>
            <a:chOff x="241300" y="4530090"/>
            <a:chExt cx="11557000" cy="1675130"/>
          </a:xfrm>
        </p:grpSpPr>
        <p:sp>
          <p:nvSpPr>
            <p:cNvPr id="117" name="VectorPath 117"/>
            <p:cNvSpPr/>
            <p:nvPr/>
          </p:nvSpPr>
          <p:spPr>
            <a:xfrm>
              <a:off x="241300" y="4530090"/>
              <a:ext cx="11557000" cy="1675130"/>
            </a:xfrm>
            <a:custGeom>
              <a:avLst/>
              <a:gdLst/>
              <a:ahLst/>
              <a:cxnLst/>
              <a:rect l="l" t="t" r="r" b="b"/>
              <a:pathLst>
                <a:path w="11557000" h="1675130">
                  <a:moveTo>
                    <a:pt x="31750" y="0"/>
                  </a:moveTo>
                  <a:lnTo>
                    <a:pt x="11525250" y="0"/>
                  </a:lnTo>
                  <a:cubicBezTo>
                    <a:pt x="11542776" y="0"/>
                    <a:pt x="11557000" y="14224"/>
                    <a:pt x="11557000" y="31750"/>
                  </a:cubicBezTo>
                  <a:lnTo>
                    <a:pt x="11557000" y="1579867"/>
                  </a:lnTo>
                  <a:cubicBezTo>
                    <a:pt x="11557000" y="1632484"/>
                    <a:pt x="11514328" y="1675130"/>
                    <a:pt x="11461750" y="1675130"/>
                  </a:cubicBezTo>
                  <a:lnTo>
                    <a:pt x="95250" y="1675130"/>
                  </a:lnTo>
                  <a:cubicBezTo>
                    <a:pt x="42647" y="1675130"/>
                    <a:pt x="0" y="1632484"/>
                    <a:pt x="0" y="1579867"/>
                  </a:cubicBezTo>
                  <a:lnTo>
                    <a:pt x="0" y="31750"/>
                  </a:lnTo>
                  <a:cubicBezTo>
                    <a:pt x="0" y="14224"/>
                    <a:pt x="14224" y="0"/>
                    <a:pt x="31750" y="0"/>
                  </a:cubicBezTo>
                </a:path>
              </a:pathLst>
            </a:custGeom>
            <a:solidFill>
              <a:srgbClr val="EFF1F3">
                <a:alpha val="100000"/>
              </a:srgbClr>
            </a:solidFill>
          </p:spPr>
        </p:sp>
        <p:sp>
          <p:nvSpPr>
            <p:cNvPr id="118" name="VectorPath 118"/>
            <p:cNvSpPr/>
            <p:nvPr/>
          </p:nvSpPr>
          <p:spPr>
            <a:xfrm>
              <a:off x="431800" y="4736465"/>
              <a:ext cx="444500" cy="444500"/>
            </a:xfrm>
            <a:custGeom>
              <a:avLst/>
              <a:gdLst/>
              <a:ahLst/>
              <a:cxnLst/>
              <a:rect l="l" t="t" r="r" b="b"/>
              <a:pathLst>
                <a:path w="444500" h="444500">
                  <a:moveTo>
                    <a:pt x="222250" y="0"/>
                  </a:moveTo>
                  <a:lnTo>
                    <a:pt x="222250" y="0"/>
                  </a:lnTo>
                  <a:cubicBezTo>
                    <a:pt x="344919" y="0"/>
                    <a:pt x="444500" y="99568"/>
                    <a:pt x="444500" y="222250"/>
                  </a:cubicBezTo>
                  <a:lnTo>
                    <a:pt x="444500" y="222250"/>
                  </a:lnTo>
                  <a:cubicBezTo>
                    <a:pt x="444500" y="344932"/>
                    <a:pt x="344919" y="444500"/>
                    <a:pt x="222250" y="444500"/>
                  </a:cubicBezTo>
                  <a:lnTo>
                    <a:pt x="222250" y="444500"/>
                  </a:lnTo>
                  <a:cubicBezTo>
                    <a:pt x="99581" y="444500"/>
                    <a:pt x="0" y="344932"/>
                    <a:pt x="0" y="222250"/>
                  </a:cubicBezTo>
                  <a:lnTo>
                    <a:pt x="0" y="222250"/>
                  </a:lnTo>
                  <a:cubicBezTo>
                    <a:pt x="0" y="99568"/>
                    <a:pt x="99581" y="0"/>
                    <a:pt x="222250" y="0"/>
                  </a:cubicBezTo>
                </a:path>
              </a:pathLst>
            </a:custGeom>
            <a:solidFill>
              <a:srgbClr val="64748B">
                <a:alpha val="100000"/>
              </a:srgbClr>
            </a:solidFill>
          </p:spPr>
        </p:sp>
        <p:sp>
          <p:nvSpPr>
            <p:cNvPr id="119" name="VectorPath 119"/>
            <p:cNvSpPr/>
            <p:nvPr/>
          </p:nvSpPr>
          <p:spPr>
            <a:xfrm>
              <a:off x="431800" y="5307965"/>
              <a:ext cx="2159000" cy="706755"/>
            </a:xfrm>
            <a:custGeom>
              <a:avLst/>
              <a:gdLst/>
              <a:ahLst/>
              <a:cxnLst/>
              <a:rect l="l" t="t" r="r" b="b"/>
              <a:pathLst>
                <a:path w="2159000" h="706755">
                  <a:moveTo>
                    <a:pt x="63500" y="0"/>
                  </a:moveTo>
                  <a:lnTo>
                    <a:pt x="2095500" y="0"/>
                  </a:lnTo>
                  <a:cubicBezTo>
                    <a:pt x="2130552" y="0"/>
                    <a:pt x="2159000" y="28448"/>
                    <a:pt x="2159000" y="63500"/>
                  </a:cubicBezTo>
                  <a:lnTo>
                    <a:pt x="2159000" y="643230"/>
                  </a:lnTo>
                  <a:cubicBezTo>
                    <a:pt x="2159000" y="678307"/>
                    <a:pt x="2130552" y="706755"/>
                    <a:pt x="2095500" y="706755"/>
                  </a:cubicBezTo>
                  <a:lnTo>
                    <a:pt x="63500" y="706755"/>
                  </a:lnTo>
                  <a:cubicBezTo>
                    <a:pt x="28435" y="706755"/>
                    <a:pt x="0" y="678307"/>
                    <a:pt x="0" y="643230"/>
                  </a:cubicBezTo>
                  <a:lnTo>
                    <a:pt x="0" y="63500"/>
                  </a:lnTo>
                  <a:cubicBezTo>
                    <a:pt x="0" y="28448"/>
                    <a:pt x="28435" y="0"/>
                    <a:pt x="63500" y="0"/>
                  </a:cubicBezTo>
                </a:path>
              </a:pathLst>
            </a:custGeom>
            <a:solidFill>
              <a:srgbClr val="64748B">
                <a:alpha val="5000"/>
              </a:srgbClr>
            </a:solidFill>
          </p:spPr>
        </p:sp>
        <p:sp>
          <p:nvSpPr>
            <p:cNvPr id="120" name="VectorPath 120"/>
            <p:cNvSpPr/>
            <p:nvPr/>
          </p:nvSpPr>
          <p:spPr>
            <a:xfrm>
              <a:off x="1416050" y="5403216"/>
              <a:ext cx="190500" cy="190500"/>
            </a:xfrm>
            <a:custGeom>
              <a:avLst/>
              <a:gdLst/>
              <a:ahLst/>
              <a:cxnLst/>
              <a:rect l="l" t="t" r="r" b="b"/>
              <a:pathLst>
                <a:path w="190500" h="190500">
                  <a:moveTo>
                    <a:pt x="65532" y="8890"/>
                  </a:moveTo>
                  <a:cubicBezTo>
                    <a:pt x="65532" y="3937"/>
                    <a:pt x="61468" y="0"/>
                    <a:pt x="56515" y="0"/>
                  </a:cubicBezTo>
                  <a:cubicBezTo>
                    <a:pt x="51562" y="0"/>
                    <a:pt x="47625" y="3937"/>
                    <a:pt x="47625" y="8890"/>
                  </a:cubicBezTo>
                  <a:lnTo>
                    <a:pt x="47625" y="23749"/>
                  </a:lnTo>
                  <a:cubicBezTo>
                    <a:pt x="34544" y="23749"/>
                    <a:pt x="23749" y="34544"/>
                    <a:pt x="23749" y="47625"/>
                  </a:cubicBezTo>
                  <a:lnTo>
                    <a:pt x="8890" y="47625"/>
                  </a:lnTo>
                  <a:cubicBezTo>
                    <a:pt x="3937" y="47625"/>
                    <a:pt x="0" y="51562"/>
                    <a:pt x="0" y="56515"/>
                  </a:cubicBezTo>
                  <a:cubicBezTo>
                    <a:pt x="0" y="61468"/>
                    <a:pt x="3937" y="65532"/>
                    <a:pt x="8890" y="65532"/>
                  </a:cubicBezTo>
                  <a:lnTo>
                    <a:pt x="23749" y="65532"/>
                  </a:lnTo>
                  <a:lnTo>
                    <a:pt x="23749" y="86360"/>
                  </a:lnTo>
                  <a:lnTo>
                    <a:pt x="8890" y="86360"/>
                  </a:lnTo>
                  <a:cubicBezTo>
                    <a:pt x="3937" y="86360"/>
                    <a:pt x="0" y="90297"/>
                    <a:pt x="0" y="95250"/>
                  </a:cubicBezTo>
                  <a:cubicBezTo>
                    <a:pt x="0" y="100203"/>
                    <a:pt x="3937" y="104140"/>
                    <a:pt x="8890" y="104140"/>
                  </a:cubicBezTo>
                  <a:lnTo>
                    <a:pt x="23749" y="104140"/>
                  </a:lnTo>
                  <a:lnTo>
                    <a:pt x="23749" y="124968"/>
                  </a:lnTo>
                  <a:lnTo>
                    <a:pt x="8890" y="124968"/>
                  </a:lnTo>
                  <a:cubicBezTo>
                    <a:pt x="3937" y="124968"/>
                    <a:pt x="0" y="129032"/>
                    <a:pt x="0" y="133985"/>
                  </a:cubicBezTo>
                  <a:cubicBezTo>
                    <a:pt x="0" y="138938"/>
                    <a:pt x="3937" y="142875"/>
                    <a:pt x="8890" y="142875"/>
                  </a:cubicBezTo>
                  <a:lnTo>
                    <a:pt x="23749" y="142875"/>
                  </a:lnTo>
                  <a:cubicBezTo>
                    <a:pt x="23749" y="155956"/>
                    <a:pt x="34544" y="166751"/>
                    <a:pt x="47625" y="166751"/>
                  </a:cubicBezTo>
                  <a:lnTo>
                    <a:pt x="47625" y="181610"/>
                  </a:lnTo>
                  <a:cubicBezTo>
                    <a:pt x="47625" y="186525"/>
                    <a:pt x="51562" y="190500"/>
                    <a:pt x="56515" y="190500"/>
                  </a:cubicBezTo>
                  <a:cubicBezTo>
                    <a:pt x="61468" y="190500"/>
                    <a:pt x="65532" y="186525"/>
                    <a:pt x="65532" y="181610"/>
                  </a:cubicBezTo>
                  <a:lnTo>
                    <a:pt x="65532" y="166751"/>
                  </a:lnTo>
                  <a:lnTo>
                    <a:pt x="86360" y="166751"/>
                  </a:lnTo>
                  <a:lnTo>
                    <a:pt x="86360" y="181610"/>
                  </a:lnTo>
                  <a:cubicBezTo>
                    <a:pt x="86360" y="186525"/>
                    <a:pt x="90297" y="190500"/>
                    <a:pt x="95250" y="190500"/>
                  </a:cubicBezTo>
                  <a:cubicBezTo>
                    <a:pt x="100203" y="190500"/>
                    <a:pt x="104140" y="186525"/>
                    <a:pt x="104140" y="181610"/>
                  </a:cubicBezTo>
                  <a:lnTo>
                    <a:pt x="104140" y="166751"/>
                  </a:lnTo>
                  <a:lnTo>
                    <a:pt x="124968" y="166751"/>
                  </a:lnTo>
                  <a:lnTo>
                    <a:pt x="124968" y="181610"/>
                  </a:lnTo>
                  <a:cubicBezTo>
                    <a:pt x="124968" y="186525"/>
                    <a:pt x="129032" y="190500"/>
                    <a:pt x="133985" y="190500"/>
                  </a:cubicBezTo>
                  <a:cubicBezTo>
                    <a:pt x="138938" y="190500"/>
                    <a:pt x="142875" y="186525"/>
                    <a:pt x="142875" y="181610"/>
                  </a:cubicBezTo>
                  <a:lnTo>
                    <a:pt x="142875" y="166751"/>
                  </a:lnTo>
                  <a:cubicBezTo>
                    <a:pt x="155956" y="166751"/>
                    <a:pt x="166751" y="155956"/>
                    <a:pt x="166751" y="142875"/>
                  </a:cubicBezTo>
                  <a:lnTo>
                    <a:pt x="181610" y="142875"/>
                  </a:lnTo>
                  <a:cubicBezTo>
                    <a:pt x="186563" y="142875"/>
                    <a:pt x="190500" y="138938"/>
                    <a:pt x="190500" y="133985"/>
                  </a:cubicBezTo>
                  <a:cubicBezTo>
                    <a:pt x="190500" y="129032"/>
                    <a:pt x="186563" y="124968"/>
                    <a:pt x="181610" y="124968"/>
                  </a:cubicBezTo>
                  <a:lnTo>
                    <a:pt x="166751" y="124968"/>
                  </a:lnTo>
                  <a:lnTo>
                    <a:pt x="166751" y="104140"/>
                  </a:lnTo>
                  <a:lnTo>
                    <a:pt x="181610" y="104140"/>
                  </a:lnTo>
                  <a:cubicBezTo>
                    <a:pt x="186563" y="104140"/>
                    <a:pt x="190500" y="100203"/>
                    <a:pt x="190500" y="95250"/>
                  </a:cubicBezTo>
                  <a:cubicBezTo>
                    <a:pt x="190500" y="90297"/>
                    <a:pt x="186563" y="86360"/>
                    <a:pt x="181610" y="86360"/>
                  </a:cubicBezTo>
                  <a:lnTo>
                    <a:pt x="166751" y="86360"/>
                  </a:lnTo>
                  <a:lnTo>
                    <a:pt x="166751" y="65532"/>
                  </a:lnTo>
                  <a:lnTo>
                    <a:pt x="181610" y="65532"/>
                  </a:lnTo>
                  <a:cubicBezTo>
                    <a:pt x="186563" y="65532"/>
                    <a:pt x="190500" y="61468"/>
                    <a:pt x="190500" y="56515"/>
                  </a:cubicBezTo>
                  <a:cubicBezTo>
                    <a:pt x="190500" y="51562"/>
                    <a:pt x="186563" y="47625"/>
                    <a:pt x="181610" y="47625"/>
                  </a:cubicBezTo>
                  <a:lnTo>
                    <a:pt x="166751" y="47625"/>
                  </a:lnTo>
                  <a:cubicBezTo>
                    <a:pt x="166751" y="34544"/>
                    <a:pt x="155956" y="23749"/>
                    <a:pt x="142875" y="23749"/>
                  </a:cubicBezTo>
                  <a:lnTo>
                    <a:pt x="142875" y="8890"/>
                  </a:lnTo>
                  <a:cubicBezTo>
                    <a:pt x="142875" y="3937"/>
                    <a:pt x="138938" y="0"/>
                    <a:pt x="133985" y="0"/>
                  </a:cubicBezTo>
                  <a:cubicBezTo>
                    <a:pt x="129032" y="0"/>
                    <a:pt x="124968" y="3937"/>
                    <a:pt x="124968" y="8890"/>
                  </a:cubicBezTo>
                  <a:lnTo>
                    <a:pt x="124968" y="23749"/>
                  </a:lnTo>
                  <a:lnTo>
                    <a:pt x="104140" y="23749"/>
                  </a:lnTo>
                  <a:lnTo>
                    <a:pt x="104140" y="8890"/>
                  </a:lnTo>
                  <a:cubicBezTo>
                    <a:pt x="104140" y="3937"/>
                    <a:pt x="100203" y="0"/>
                    <a:pt x="95250" y="0"/>
                  </a:cubicBezTo>
                  <a:cubicBezTo>
                    <a:pt x="90297" y="0"/>
                    <a:pt x="86360" y="3937"/>
                    <a:pt x="86360" y="8890"/>
                  </a:cubicBezTo>
                  <a:lnTo>
                    <a:pt x="86360" y="23749"/>
                  </a:lnTo>
                  <a:lnTo>
                    <a:pt x="65532" y="23749"/>
                  </a:lnTo>
                  <a:lnTo>
                    <a:pt x="65532" y="8890"/>
                  </a:lnTo>
                  <a:close/>
                  <a:moveTo>
                    <a:pt x="59563" y="47625"/>
                  </a:moveTo>
                  <a:lnTo>
                    <a:pt x="130937" y="47625"/>
                  </a:lnTo>
                  <a:cubicBezTo>
                    <a:pt x="137541" y="47625"/>
                    <a:pt x="142875" y="52959"/>
                    <a:pt x="142875" y="59563"/>
                  </a:cubicBezTo>
                  <a:lnTo>
                    <a:pt x="142875" y="130937"/>
                  </a:lnTo>
                  <a:cubicBezTo>
                    <a:pt x="142875" y="137541"/>
                    <a:pt x="137541" y="142875"/>
                    <a:pt x="130937" y="142875"/>
                  </a:cubicBezTo>
                  <a:lnTo>
                    <a:pt x="59563" y="142875"/>
                  </a:lnTo>
                  <a:cubicBezTo>
                    <a:pt x="52959" y="142875"/>
                    <a:pt x="47625" y="137541"/>
                    <a:pt x="47625" y="130937"/>
                  </a:cubicBezTo>
                  <a:lnTo>
                    <a:pt x="47625" y="59563"/>
                  </a:lnTo>
                  <a:cubicBezTo>
                    <a:pt x="47625" y="52959"/>
                    <a:pt x="52959" y="47625"/>
                    <a:pt x="59563" y="47625"/>
                  </a:cubicBezTo>
                  <a:moveTo>
                    <a:pt x="65532" y="65532"/>
                  </a:moveTo>
                  <a:lnTo>
                    <a:pt x="65532" y="124968"/>
                  </a:lnTo>
                  <a:lnTo>
                    <a:pt x="124968" y="124968"/>
                  </a:lnTo>
                  <a:lnTo>
                    <a:pt x="124968" y="65532"/>
                  </a:lnTo>
                  <a:lnTo>
                    <a:pt x="65532" y="65532"/>
                  </a:lnTo>
                  <a:close/>
                </a:path>
              </a:pathLst>
            </a:custGeom>
            <a:solidFill>
              <a:srgbClr val="64748B">
                <a:alpha val="100000"/>
              </a:srgbClr>
            </a:solidFill>
          </p:spPr>
        </p:sp>
        <p:sp>
          <p:nvSpPr>
            <p:cNvPr id="121" name="VectorPath 121"/>
            <p:cNvSpPr/>
            <p:nvPr/>
          </p:nvSpPr>
          <p:spPr>
            <a:xfrm>
              <a:off x="2686050" y="5307965"/>
              <a:ext cx="2159000" cy="706755"/>
            </a:xfrm>
            <a:custGeom>
              <a:avLst/>
              <a:gdLst/>
              <a:ahLst/>
              <a:cxnLst/>
              <a:rect l="l" t="t" r="r" b="b"/>
              <a:pathLst>
                <a:path w="2159000" h="706755">
                  <a:moveTo>
                    <a:pt x="63500" y="0"/>
                  </a:moveTo>
                  <a:lnTo>
                    <a:pt x="2095500" y="0"/>
                  </a:lnTo>
                  <a:cubicBezTo>
                    <a:pt x="2130552" y="0"/>
                    <a:pt x="2159000" y="28448"/>
                    <a:pt x="2159000" y="63500"/>
                  </a:cubicBezTo>
                  <a:lnTo>
                    <a:pt x="2159000" y="643230"/>
                  </a:lnTo>
                  <a:cubicBezTo>
                    <a:pt x="2159000" y="678307"/>
                    <a:pt x="2130552" y="706755"/>
                    <a:pt x="2095500" y="706755"/>
                  </a:cubicBezTo>
                  <a:lnTo>
                    <a:pt x="63500" y="706755"/>
                  </a:lnTo>
                  <a:cubicBezTo>
                    <a:pt x="28448" y="706755"/>
                    <a:pt x="0" y="678307"/>
                    <a:pt x="0" y="643230"/>
                  </a:cubicBezTo>
                  <a:lnTo>
                    <a:pt x="0" y="63500"/>
                  </a:lnTo>
                  <a:cubicBezTo>
                    <a:pt x="0" y="28448"/>
                    <a:pt x="28448" y="0"/>
                    <a:pt x="63500" y="0"/>
                  </a:cubicBezTo>
                </a:path>
              </a:pathLst>
            </a:custGeom>
            <a:solidFill>
              <a:srgbClr val="64748B">
                <a:alpha val="5000"/>
              </a:srgbClr>
            </a:solidFill>
          </p:spPr>
        </p:sp>
        <p:sp>
          <p:nvSpPr>
            <p:cNvPr id="122" name="VectorPath 122"/>
            <p:cNvSpPr/>
            <p:nvPr/>
          </p:nvSpPr>
          <p:spPr>
            <a:xfrm>
              <a:off x="3682365" y="5415153"/>
              <a:ext cx="167005" cy="166624"/>
            </a:xfrm>
            <a:custGeom>
              <a:avLst/>
              <a:gdLst/>
              <a:ahLst/>
              <a:cxnLst/>
              <a:rect l="l" t="t" r="r" b="b"/>
              <a:pathLst>
                <a:path w="167005" h="166624">
                  <a:moveTo>
                    <a:pt x="143129" y="23749"/>
                  </a:moveTo>
                  <a:lnTo>
                    <a:pt x="143129" y="47625"/>
                  </a:lnTo>
                  <a:lnTo>
                    <a:pt x="119253" y="47625"/>
                  </a:lnTo>
                  <a:lnTo>
                    <a:pt x="119253" y="23749"/>
                  </a:lnTo>
                  <a:lnTo>
                    <a:pt x="143129" y="23749"/>
                  </a:lnTo>
                  <a:close/>
                  <a:moveTo>
                    <a:pt x="143129" y="71374"/>
                  </a:moveTo>
                  <a:lnTo>
                    <a:pt x="143129" y="95250"/>
                  </a:lnTo>
                  <a:lnTo>
                    <a:pt x="119253" y="95250"/>
                  </a:lnTo>
                  <a:lnTo>
                    <a:pt x="119253" y="71374"/>
                  </a:lnTo>
                  <a:lnTo>
                    <a:pt x="143129" y="71374"/>
                  </a:lnTo>
                  <a:close/>
                  <a:moveTo>
                    <a:pt x="143129" y="118999"/>
                  </a:moveTo>
                  <a:lnTo>
                    <a:pt x="143129" y="142875"/>
                  </a:lnTo>
                  <a:lnTo>
                    <a:pt x="119253" y="142875"/>
                  </a:lnTo>
                  <a:lnTo>
                    <a:pt x="119253" y="118999"/>
                  </a:lnTo>
                  <a:lnTo>
                    <a:pt x="143129" y="118999"/>
                  </a:lnTo>
                  <a:close/>
                  <a:moveTo>
                    <a:pt x="95377" y="95250"/>
                  </a:moveTo>
                  <a:lnTo>
                    <a:pt x="71628" y="95250"/>
                  </a:lnTo>
                  <a:lnTo>
                    <a:pt x="71628" y="71374"/>
                  </a:lnTo>
                  <a:lnTo>
                    <a:pt x="95377" y="71374"/>
                  </a:lnTo>
                  <a:lnTo>
                    <a:pt x="95377" y="95250"/>
                  </a:lnTo>
                  <a:close/>
                  <a:moveTo>
                    <a:pt x="71628" y="118999"/>
                  </a:moveTo>
                  <a:lnTo>
                    <a:pt x="95377" y="118999"/>
                  </a:lnTo>
                  <a:lnTo>
                    <a:pt x="95377" y="142875"/>
                  </a:lnTo>
                  <a:lnTo>
                    <a:pt x="71628" y="142875"/>
                  </a:lnTo>
                  <a:lnTo>
                    <a:pt x="71628" y="118999"/>
                  </a:lnTo>
                  <a:close/>
                  <a:moveTo>
                    <a:pt x="47753" y="95250"/>
                  </a:moveTo>
                  <a:lnTo>
                    <a:pt x="23876" y="95250"/>
                  </a:lnTo>
                  <a:lnTo>
                    <a:pt x="23876" y="71374"/>
                  </a:lnTo>
                  <a:lnTo>
                    <a:pt x="47753" y="71374"/>
                  </a:lnTo>
                  <a:lnTo>
                    <a:pt x="47753" y="95250"/>
                  </a:lnTo>
                  <a:close/>
                  <a:moveTo>
                    <a:pt x="23876" y="118999"/>
                  </a:moveTo>
                  <a:lnTo>
                    <a:pt x="47753" y="118999"/>
                  </a:lnTo>
                  <a:lnTo>
                    <a:pt x="47753" y="142875"/>
                  </a:lnTo>
                  <a:lnTo>
                    <a:pt x="23876" y="142875"/>
                  </a:lnTo>
                  <a:lnTo>
                    <a:pt x="23876" y="118999"/>
                  </a:lnTo>
                  <a:close/>
                  <a:moveTo>
                    <a:pt x="23876" y="47625"/>
                  </a:moveTo>
                  <a:lnTo>
                    <a:pt x="23876" y="23749"/>
                  </a:lnTo>
                  <a:lnTo>
                    <a:pt x="47753" y="23749"/>
                  </a:lnTo>
                  <a:lnTo>
                    <a:pt x="47753" y="47625"/>
                  </a:lnTo>
                  <a:lnTo>
                    <a:pt x="23876" y="47625"/>
                  </a:lnTo>
                  <a:close/>
                  <a:moveTo>
                    <a:pt x="71628" y="47625"/>
                  </a:moveTo>
                  <a:lnTo>
                    <a:pt x="71628" y="23749"/>
                  </a:lnTo>
                  <a:lnTo>
                    <a:pt x="95377" y="23749"/>
                  </a:lnTo>
                  <a:lnTo>
                    <a:pt x="95377" y="47625"/>
                  </a:lnTo>
                  <a:lnTo>
                    <a:pt x="71628" y="47625"/>
                  </a:lnTo>
                  <a:close/>
                  <a:moveTo>
                    <a:pt x="23876" y="0"/>
                  </a:moveTo>
                  <a:cubicBezTo>
                    <a:pt x="10668" y="0"/>
                    <a:pt x="0" y="10668"/>
                    <a:pt x="0" y="23749"/>
                  </a:cubicBezTo>
                  <a:lnTo>
                    <a:pt x="0" y="142875"/>
                  </a:lnTo>
                  <a:cubicBezTo>
                    <a:pt x="0" y="155956"/>
                    <a:pt x="10668" y="166624"/>
                    <a:pt x="23876" y="166624"/>
                  </a:cubicBezTo>
                  <a:lnTo>
                    <a:pt x="143129" y="166624"/>
                  </a:lnTo>
                  <a:cubicBezTo>
                    <a:pt x="156337" y="166624"/>
                    <a:pt x="167005" y="155956"/>
                    <a:pt x="167005" y="142875"/>
                  </a:cubicBezTo>
                  <a:lnTo>
                    <a:pt x="167005" y="23749"/>
                  </a:lnTo>
                  <a:cubicBezTo>
                    <a:pt x="167005" y="10668"/>
                    <a:pt x="156337" y="0"/>
                    <a:pt x="143129" y="0"/>
                  </a:cubicBezTo>
                  <a:lnTo>
                    <a:pt x="23876" y="0"/>
                  </a:lnTo>
                  <a:close/>
                </a:path>
              </a:pathLst>
            </a:custGeom>
            <a:solidFill>
              <a:srgbClr val="64748B">
                <a:alpha val="100000"/>
              </a:srgbClr>
            </a:solidFill>
          </p:spPr>
        </p:sp>
        <p:sp>
          <p:nvSpPr>
            <p:cNvPr id="123" name="VectorPath 123"/>
            <p:cNvSpPr/>
            <p:nvPr/>
          </p:nvSpPr>
          <p:spPr>
            <a:xfrm>
              <a:off x="4940300" y="5307965"/>
              <a:ext cx="2159000" cy="706755"/>
            </a:xfrm>
            <a:custGeom>
              <a:avLst/>
              <a:gdLst/>
              <a:ahLst/>
              <a:cxnLst/>
              <a:rect l="l" t="t" r="r" b="b"/>
              <a:pathLst>
                <a:path w="2159000" h="706755">
                  <a:moveTo>
                    <a:pt x="63500" y="0"/>
                  </a:moveTo>
                  <a:lnTo>
                    <a:pt x="2095500" y="0"/>
                  </a:lnTo>
                  <a:cubicBezTo>
                    <a:pt x="2130552" y="0"/>
                    <a:pt x="2159000" y="28448"/>
                    <a:pt x="2159000" y="63500"/>
                  </a:cubicBezTo>
                  <a:lnTo>
                    <a:pt x="2159000" y="643230"/>
                  </a:lnTo>
                  <a:cubicBezTo>
                    <a:pt x="2159000" y="678307"/>
                    <a:pt x="2130552" y="706755"/>
                    <a:pt x="2095500" y="706755"/>
                  </a:cubicBezTo>
                  <a:lnTo>
                    <a:pt x="63500" y="706755"/>
                  </a:lnTo>
                  <a:cubicBezTo>
                    <a:pt x="28448" y="706755"/>
                    <a:pt x="0" y="678307"/>
                    <a:pt x="0" y="643230"/>
                  </a:cubicBezTo>
                  <a:lnTo>
                    <a:pt x="0" y="63500"/>
                  </a:lnTo>
                  <a:cubicBezTo>
                    <a:pt x="0" y="28448"/>
                    <a:pt x="28448" y="0"/>
                    <a:pt x="63500" y="0"/>
                  </a:cubicBezTo>
                </a:path>
              </a:pathLst>
            </a:custGeom>
            <a:solidFill>
              <a:srgbClr val="64748B">
                <a:alpha val="5000"/>
              </a:srgbClr>
            </a:solidFill>
          </p:spPr>
        </p:sp>
        <p:sp>
          <p:nvSpPr>
            <p:cNvPr id="124" name="VectorPath 124"/>
            <p:cNvSpPr/>
            <p:nvPr/>
          </p:nvSpPr>
          <p:spPr>
            <a:xfrm>
              <a:off x="5936615" y="5403216"/>
              <a:ext cx="167005" cy="190500"/>
            </a:xfrm>
            <a:custGeom>
              <a:avLst/>
              <a:gdLst/>
              <a:ahLst/>
              <a:cxnLst/>
              <a:rect l="l" t="t" r="r" b="b"/>
              <a:pathLst>
                <a:path w="167005" h="190500">
                  <a:moveTo>
                    <a:pt x="143129" y="190500"/>
                  </a:moveTo>
                  <a:lnTo>
                    <a:pt x="35814" y="190500"/>
                  </a:lnTo>
                  <a:cubicBezTo>
                    <a:pt x="16003" y="190500"/>
                    <a:pt x="0" y="174498"/>
                    <a:pt x="0" y="154813"/>
                  </a:cubicBezTo>
                  <a:lnTo>
                    <a:pt x="0" y="35687"/>
                  </a:lnTo>
                  <a:cubicBezTo>
                    <a:pt x="0" y="16002"/>
                    <a:pt x="16003" y="0"/>
                    <a:pt x="35814" y="0"/>
                  </a:cubicBezTo>
                  <a:lnTo>
                    <a:pt x="149098" y="0"/>
                  </a:lnTo>
                  <a:cubicBezTo>
                    <a:pt x="159004" y="0"/>
                    <a:pt x="167005" y="8001"/>
                    <a:pt x="167005" y="17907"/>
                  </a:cubicBezTo>
                  <a:lnTo>
                    <a:pt x="167005" y="124968"/>
                  </a:lnTo>
                  <a:cubicBezTo>
                    <a:pt x="167005" y="132842"/>
                    <a:pt x="162053" y="139446"/>
                    <a:pt x="155067" y="141859"/>
                  </a:cubicBezTo>
                  <a:lnTo>
                    <a:pt x="155067" y="166751"/>
                  </a:lnTo>
                  <a:cubicBezTo>
                    <a:pt x="161671" y="166751"/>
                    <a:pt x="167005" y="171958"/>
                    <a:pt x="167005" y="178562"/>
                  </a:cubicBezTo>
                  <a:cubicBezTo>
                    <a:pt x="167005" y="185179"/>
                    <a:pt x="161671" y="190500"/>
                    <a:pt x="155067" y="190500"/>
                  </a:cubicBezTo>
                  <a:lnTo>
                    <a:pt x="143129" y="190500"/>
                  </a:lnTo>
                  <a:close/>
                  <a:moveTo>
                    <a:pt x="35814" y="142875"/>
                  </a:moveTo>
                  <a:cubicBezTo>
                    <a:pt x="29210" y="142875"/>
                    <a:pt x="23876" y="148209"/>
                    <a:pt x="23876" y="154813"/>
                  </a:cubicBezTo>
                  <a:cubicBezTo>
                    <a:pt x="23876" y="161417"/>
                    <a:pt x="29210" y="166751"/>
                    <a:pt x="35814" y="166751"/>
                  </a:cubicBezTo>
                  <a:lnTo>
                    <a:pt x="131191" y="166751"/>
                  </a:lnTo>
                  <a:lnTo>
                    <a:pt x="131191" y="142875"/>
                  </a:lnTo>
                  <a:lnTo>
                    <a:pt x="35814" y="142875"/>
                  </a:lnTo>
                  <a:close/>
                  <a:moveTo>
                    <a:pt x="47753" y="56515"/>
                  </a:moveTo>
                  <a:cubicBezTo>
                    <a:pt x="47753" y="61468"/>
                    <a:pt x="51689" y="65532"/>
                    <a:pt x="56642" y="65532"/>
                  </a:cubicBezTo>
                  <a:lnTo>
                    <a:pt x="122301" y="65532"/>
                  </a:lnTo>
                  <a:cubicBezTo>
                    <a:pt x="127254" y="65532"/>
                    <a:pt x="131191" y="61468"/>
                    <a:pt x="131191" y="56515"/>
                  </a:cubicBezTo>
                  <a:cubicBezTo>
                    <a:pt x="131191" y="51562"/>
                    <a:pt x="127254" y="47625"/>
                    <a:pt x="122301" y="47625"/>
                  </a:cubicBezTo>
                  <a:lnTo>
                    <a:pt x="56642" y="47625"/>
                  </a:lnTo>
                  <a:cubicBezTo>
                    <a:pt x="51689" y="47625"/>
                    <a:pt x="47753" y="51562"/>
                    <a:pt x="47753" y="56515"/>
                  </a:cubicBezTo>
                  <a:moveTo>
                    <a:pt x="56642" y="83312"/>
                  </a:moveTo>
                  <a:cubicBezTo>
                    <a:pt x="51689" y="83312"/>
                    <a:pt x="47753" y="87376"/>
                    <a:pt x="47753" y="92329"/>
                  </a:cubicBezTo>
                  <a:cubicBezTo>
                    <a:pt x="47753" y="97282"/>
                    <a:pt x="51689" y="101219"/>
                    <a:pt x="56642" y="101219"/>
                  </a:cubicBezTo>
                  <a:lnTo>
                    <a:pt x="122301" y="101219"/>
                  </a:lnTo>
                  <a:cubicBezTo>
                    <a:pt x="127254" y="101219"/>
                    <a:pt x="131191" y="97282"/>
                    <a:pt x="131191" y="92329"/>
                  </a:cubicBezTo>
                  <a:cubicBezTo>
                    <a:pt x="131191" y="87376"/>
                    <a:pt x="127254" y="83312"/>
                    <a:pt x="122301" y="83312"/>
                  </a:cubicBezTo>
                  <a:lnTo>
                    <a:pt x="56642" y="83312"/>
                  </a:lnTo>
                  <a:close/>
                </a:path>
              </a:pathLst>
            </a:custGeom>
            <a:solidFill>
              <a:srgbClr val="64748B">
                <a:alpha val="100000"/>
              </a:srgbClr>
            </a:solidFill>
          </p:spPr>
        </p:sp>
        <p:sp>
          <p:nvSpPr>
            <p:cNvPr id="125" name="VectorPath 125"/>
            <p:cNvSpPr/>
            <p:nvPr/>
          </p:nvSpPr>
          <p:spPr>
            <a:xfrm>
              <a:off x="7194550" y="5307965"/>
              <a:ext cx="2159000" cy="706755"/>
            </a:xfrm>
            <a:custGeom>
              <a:avLst/>
              <a:gdLst/>
              <a:ahLst/>
              <a:cxnLst/>
              <a:rect l="l" t="t" r="r" b="b"/>
              <a:pathLst>
                <a:path w="2159000" h="706755">
                  <a:moveTo>
                    <a:pt x="63500" y="0"/>
                  </a:moveTo>
                  <a:lnTo>
                    <a:pt x="2095500" y="0"/>
                  </a:lnTo>
                  <a:cubicBezTo>
                    <a:pt x="2130552" y="0"/>
                    <a:pt x="2159000" y="28448"/>
                    <a:pt x="2159000" y="63500"/>
                  </a:cubicBezTo>
                  <a:lnTo>
                    <a:pt x="2159000" y="643230"/>
                  </a:lnTo>
                  <a:cubicBezTo>
                    <a:pt x="2159000" y="678307"/>
                    <a:pt x="2130552" y="706755"/>
                    <a:pt x="2095500" y="706755"/>
                  </a:cubicBezTo>
                  <a:lnTo>
                    <a:pt x="63500" y="706755"/>
                  </a:lnTo>
                  <a:cubicBezTo>
                    <a:pt x="28448" y="706755"/>
                    <a:pt x="0" y="678307"/>
                    <a:pt x="0" y="643230"/>
                  </a:cubicBezTo>
                  <a:lnTo>
                    <a:pt x="0" y="63500"/>
                  </a:lnTo>
                  <a:cubicBezTo>
                    <a:pt x="0" y="28448"/>
                    <a:pt x="28448" y="0"/>
                    <a:pt x="63500" y="0"/>
                  </a:cubicBezTo>
                </a:path>
              </a:pathLst>
            </a:custGeom>
            <a:solidFill>
              <a:srgbClr val="64748B">
                <a:alpha val="5000"/>
              </a:srgbClr>
            </a:solidFill>
          </p:spPr>
        </p:sp>
        <p:sp>
          <p:nvSpPr>
            <p:cNvPr id="126" name="VectorPath 126"/>
            <p:cNvSpPr/>
            <p:nvPr/>
          </p:nvSpPr>
          <p:spPr>
            <a:xfrm>
              <a:off x="8166735" y="5403216"/>
              <a:ext cx="214630" cy="189827"/>
            </a:xfrm>
            <a:custGeom>
              <a:avLst/>
              <a:gdLst/>
              <a:ahLst/>
              <a:cxnLst/>
              <a:rect l="l" t="t" r="r" b="b"/>
              <a:pathLst>
                <a:path w="214630" h="189827">
                  <a:moveTo>
                    <a:pt x="71501" y="35687"/>
                  </a:moveTo>
                  <a:cubicBezTo>
                    <a:pt x="71501" y="16002"/>
                    <a:pt x="87503" y="0"/>
                    <a:pt x="107315" y="0"/>
                  </a:cubicBezTo>
                  <a:cubicBezTo>
                    <a:pt x="127000" y="0"/>
                    <a:pt x="143129" y="16002"/>
                    <a:pt x="143129" y="35687"/>
                  </a:cubicBezTo>
                  <a:lnTo>
                    <a:pt x="143129" y="37084"/>
                  </a:lnTo>
                  <a:cubicBezTo>
                    <a:pt x="143129" y="42926"/>
                    <a:pt x="138303" y="47625"/>
                    <a:pt x="132462" y="47625"/>
                  </a:cubicBezTo>
                  <a:lnTo>
                    <a:pt x="82169" y="47625"/>
                  </a:lnTo>
                  <a:cubicBezTo>
                    <a:pt x="76327" y="47625"/>
                    <a:pt x="71628" y="42926"/>
                    <a:pt x="71628" y="37084"/>
                  </a:cubicBezTo>
                  <a:lnTo>
                    <a:pt x="71628" y="35687"/>
                  </a:lnTo>
                  <a:lnTo>
                    <a:pt x="71501" y="35687"/>
                  </a:lnTo>
                  <a:close/>
                  <a:moveTo>
                    <a:pt x="200279" y="40513"/>
                  </a:moveTo>
                  <a:cubicBezTo>
                    <a:pt x="204216" y="45720"/>
                    <a:pt x="203200" y="53213"/>
                    <a:pt x="197993" y="57150"/>
                  </a:cubicBezTo>
                  <a:lnTo>
                    <a:pt x="161544" y="84455"/>
                  </a:lnTo>
                  <a:cubicBezTo>
                    <a:pt x="163450" y="87757"/>
                    <a:pt x="164973" y="91440"/>
                    <a:pt x="165862" y="95250"/>
                  </a:cubicBezTo>
                  <a:lnTo>
                    <a:pt x="202692" y="95250"/>
                  </a:lnTo>
                  <a:cubicBezTo>
                    <a:pt x="209297" y="95250"/>
                    <a:pt x="214630" y="100584"/>
                    <a:pt x="214630" y="107188"/>
                  </a:cubicBezTo>
                  <a:cubicBezTo>
                    <a:pt x="214630" y="113792"/>
                    <a:pt x="209297" y="119126"/>
                    <a:pt x="202692" y="119126"/>
                  </a:cubicBezTo>
                  <a:lnTo>
                    <a:pt x="166878" y="119126"/>
                  </a:lnTo>
                  <a:lnTo>
                    <a:pt x="166878" y="130937"/>
                  </a:lnTo>
                  <a:cubicBezTo>
                    <a:pt x="166878" y="131953"/>
                    <a:pt x="166878" y="132969"/>
                    <a:pt x="166878" y="133858"/>
                  </a:cubicBezTo>
                  <a:lnTo>
                    <a:pt x="197993" y="157226"/>
                  </a:lnTo>
                  <a:cubicBezTo>
                    <a:pt x="203200" y="161163"/>
                    <a:pt x="204216" y="168529"/>
                    <a:pt x="200279" y="173863"/>
                  </a:cubicBezTo>
                  <a:cubicBezTo>
                    <a:pt x="196342" y="179070"/>
                    <a:pt x="188850" y="180213"/>
                    <a:pt x="183642" y="176149"/>
                  </a:cubicBezTo>
                  <a:lnTo>
                    <a:pt x="160147" y="158623"/>
                  </a:lnTo>
                  <a:cubicBezTo>
                    <a:pt x="151512" y="175006"/>
                    <a:pt x="135382" y="186969"/>
                    <a:pt x="116205" y="189827"/>
                  </a:cubicBezTo>
                  <a:lnTo>
                    <a:pt x="116205" y="104140"/>
                  </a:lnTo>
                  <a:cubicBezTo>
                    <a:pt x="116205" y="99187"/>
                    <a:pt x="112268" y="95250"/>
                    <a:pt x="107315" y="95250"/>
                  </a:cubicBezTo>
                  <a:cubicBezTo>
                    <a:pt x="102362" y="95250"/>
                    <a:pt x="98425" y="99187"/>
                    <a:pt x="98425" y="104140"/>
                  </a:cubicBezTo>
                  <a:lnTo>
                    <a:pt x="98425" y="189827"/>
                  </a:lnTo>
                  <a:cubicBezTo>
                    <a:pt x="79249" y="186969"/>
                    <a:pt x="63119" y="175006"/>
                    <a:pt x="54483" y="158623"/>
                  </a:cubicBezTo>
                  <a:lnTo>
                    <a:pt x="30989" y="176276"/>
                  </a:lnTo>
                  <a:cubicBezTo>
                    <a:pt x="25781" y="180213"/>
                    <a:pt x="18289" y="179070"/>
                    <a:pt x="14351" y="173863"/>
                  </a:cubicBezTo>
                  <a:cubicBezTo>
                    <a:pt x="10414" y="168529"/>
                    <a:pt x="11430" y="161163"/>
                    <a:pt x="16637" y="157226"/>
                  </a:cubicBezTo>
                  <a:lnTo>
                    <a:pt x="47752" y="133858"/>
                  </a:lnTo>
                  <a:cubicBezTo>
                    <a:pt x="47752" y="132969"/>
                    <a:pt x="47752" y="131953"/>
                    <a:pt x="47752" y="130937"/>
                  </a:cubicBezTo>
                  <a:lnTo>
                    <a:pt x="47752" y="119126"/>
                  </a:lnTo>
                  <a:lnTo>
                    <a:pt x="11939" y="119126"/>
                  </a:lnTo>
                  <a:cubicBezTo>
                    <a:pt x="5335" y="119126"/>
                    <a:pt x="0" y="113792"/>
                    <a:pt x="0" y="107188"/>
                  </a:cubicBezTo>
                  <a:cubicBezTo>
                    <a:pt x="0" y="100584"/>
                    <a:pt x="5335" y="95250"/>
                    <a:pt x="11939" y="95250"/>
                  </a:cubicBezTo>
                  <a:lnTo>
                    <a:pt x="48768" y="95250"/>
                  </a:lnTo>
                  <a:cubicBezTo>
                    <a:pt x="49657" y="91440"/>
                    <a:pt x="51181" y="87757"/>
                    <a:pt x="53087" y="84455"/>
                  </a:cubicBezTo>
                  <a:lnTo>
                    <a:pt x="16637" y="57150"/>
                  </a:lnTo>
                  <a:cubicBezTo>
                    <a:pt x="11430" y="53213"/>
                    <a:pt x="10414" y="45720"/>
                    <a:pt x="14351" y="40513"/>
                  </a:cubicBezTo>
                  <a:cubicBezTo>
                    <a:pt x="18289" y="35179"/>
                    <a:pt x="25781" y="34163"/>
                    <a:pt x="30989" y="38100"/>
                  </a:cubicBezTo>
                  <a:lnTo>
                    <a:pt x="71501" y="68453"/>
                  </a:lnTo>
                  <a:cubicBezTo>
                    <a:pt x="76073" y="66548"/>
                    <a:pt x="81153" y="65532"/>
                    <a:pt x="86487" y="65532"/>
                  </a:cubicBezTo>
                  <a:lnTo>
                    <a:pt x="128143" y="65532"/>
                  </a:lnTo>
                  <a:cubicBezTo>
                    <a:pt x="133477" y="65532"/>
                    <a:pt x="138557" y="66548"/>
                    <a:pt x="143129" y="68453"/>
                  </a:cubicBezTo>
                  <a:lnTo>
                    <a:pt x="183642" y="38100"/>
                  </a:lnTo>
                  <a:cubicBezTo>
                    <a:pt x="188850" y="34163"/>
                    <a:pt x="196342" y="35179"/>
                    <a:pt x="200279" y="40513"/>
                  </a:cubicBezTo>
                </a:path>
              </a:pathLst>
            </a:custGeom>
            <a:solidFill>
              <a:srgbClr val="64748B">
                <a:alpha val="100000"/>
              </a:srgbClr>
            </a:solidFill>
          </p:spPr>
        </p:sp>
        <p:sp>
          <p:nvSpPr>
            <p:cNvPr id="127" name="VectorPath 127"/>
            <p:cNvSpPr/>
            <p:nvPr/>
          </p:nvSpPr>
          <p:spPr>
            <a:xfrm>
              <a:off x="9448800" y="5307965"/>
              <a:ext cx="2159000" cy="706755"/>
            </a:xfrm>
            <a:custGeom>
              <a:avLst/>
              <a:gdLst/>
              <a:ahLst/>
              <a:cxnLst/>
              <a:rect l="l" t="t" r="r" b="b"/>
              <a:pathLst>
                <a:path w="2159000" h="706755">
                  <a:moveTo>
                    <a:pt x="63500" y="0"/>
                  </a:moveTo>
                  <a:lnTo>
                    <a:pt x="2095500" y="0"/>
                  </a:lnTo>
                  <a:cubicBezTo>
                    <a:pt x="2130552" y="0"/>
                    <a:pt x="2159000" y="28448"/>
                    <a:pt x="2159000" y="63500"/>
                  </a:cubicBezTo>
                  <a:lnTo>
                    <a:pt x="2159000" y="643230"/>
                  </a:lnTo>
                  <a:cubicBezTo>
                    <a:pt x="2159000" y="678307"/>
                    <a:pt x="2130552" y="706755"/>
                    <a:pt x="2095500" y="706755"/>
                  </a:cubicBezTo>
                  <a:lnTo>
                    <a:pt x="63500" y="706755"/>
                  </a:lnTo>
                  <a:cubicBezTo>
                    <a:pt x="28448" y="706755"/>
                    <a:pt x="0" y="678307"/>
                    <a:pt x="0" y="643230"/>
                  </a:cubicBezTo>
                  <a:lnTo>
                    <a:pt x="0" y="63500"/>
                  </a:lnTo>
                  <a:cubicBezTo>
                    <a:pt x="0" y="28448"/>
                    <a:pt x="28448" y="0"/>
                    <a:pt x="63500" y="0"/>
                  </a:cubicBezTo>
                </a:path>
              </a:pathLst>
            </a:custGeom>
            <a:solidFill>
              <a:srgbClr val="64748B">
                <a:alpha val="5000"/>
              </a:srgbClr>
            </a:solidFill>
          </p:spPr>
        </p:sp>
        <p:sp>
          <p:nvSpPr>
            <p:cNvPr id="128" name="VectorPath 128"/>
            <p:cNvSpPr/>
            <p:nvPr/>
          </p:nvSpPr>
          <p:spPr>
            <a:xfrm>
              <a:off x="10433050" y="5403216"/>
              <a:ext cx="190500" cy="190500"/>
            </a:xfrm>
            <a:custGeom>
              <a:avLst/>
              <a:gdLst/>
              <a:ahLst/>
              <a:cxnLst/>
              <a:rect l="l" t="t" r="r" b="b"/>
              <a:pathLst>
                <a:path w="190500" h="190500">
                  <a:moveTo>
                    <a:pt x="0" y="95250"/>
                  </a:moveTo>
                  <a:cubicBezTo>
                    <a:pt x="0" y="42672"/>
                    <a:pt x="42672" y="0"/>
                    <a:pt x="95250" y="0"/>
                  </a:cubicBezTo>
                  <a:cubicBezTo>
                    <a:pt x="147827" y="0"/>
                    <a:pt x="190500" y="42672"/>
                    <a:pt x="190500" y="95250"/>
                  </a:cubicBezTo>
                  <a:cubicBezTo>
                    <a:pt x="190500" y="147828"/>
                    <a:pt x="147827" y="190500"/>
                    <a:pt x="95250" y="190500"/>
                  </a:cubicBezTo>
                  <a:cubicBezTo>
                    <a:pt x="42672" y="190500"/>
                    <a:pt x="0" y="147828"/>
                    <a:pt x="0" y="95250"/>
                  </a:cubicBezTo>
                  <a:moveTo>
                    <a:pt x="70104" y="54737"/>
                  </a:moveTo>
                  <a:cubicBezTo>
                    <a:pt x="67184" y="56261"/>
                    <a:pt x="65532" y="59309"/>
                    <a:pt x="65532" y="62484"/>
                  </a:cubicBezTo>
                  <a:lnTo>
                    <a:pt x="65532" y="128016"/>
                  </a:lnTo>
                  <a:cubicBezTo>
                    <a:pt x="65532" y="131191"/>
                    <a:pt x="67184" y="134239"/>
                    <a:pt x="70104" y="135763"/>
                  </a:cubicBezTo>
                  <a:cubicBezTo>
                    <a:pt x="72898" y="137287"/>
                    <a:pt x="76327" y="137287"/>
                    <a:pt x="79122" y="135636"/>
                  </a:cubicBezTo>
                  <a:lnTo>
                    <a:pt x="132715" y="102870"/>
                  </a:lnTo>
                  <a:cubicBezTo>
                    <a:pt x="135382" y="101219"/>
                    <a:pt x="136906" y="98298"/>
                    <a:pt x="136906" y="95250"/>
                  </a:cubicBezTo>
                  <a:cubicBezTo>
                    <a:pt x="136906" y="92075"/>
                    <a:pt x="135382" y="89281"/>
                    <a:pt x="132715" y="87630"/>
                  </a:cubicBezTo>
                  <a:lnTo>
                    <a:pt x="79122" y="54864"/>
                  </a:lnTo>
                  <a:cubicBezTo>
                    <a:pt x="76327" y="53213"/>
                    <a:pt x="72898" y="53086"/>
                    <a:pt x="70104" y="54610"/>
                  </a:cubicBezTo>
                  <a:lnTo>
                    <a:pt x="70104" y="54737"/>
                  </a:lnTo>
                  <a:close/>
                </a:path>
              </a:pathLst>
            </a:custGeom>
            <a:solidFill>
              <a:srgbClr val="64748B">
                <a:alpha val="100000"/>
              </a:srgbClr>
            </a:solidFill>
          </p:spPr>
        </p:sp>
      </p:grpSp>
      <p:sp>
        <p:nvSpPr>
          <p:cNvPr id="129" name="VectorPath 129"/>
          <p:cNvSpPr/>
          <p:nvPr/>
        </p:nvSpPr>
        <p:spPr>
          <a:xfrm>
            <a:off x="241300" y="4530090"/>
            <a:ext cx="11557000" cy="31750"/>
          </a:xfrm>
          <a:custGeom>
            <a:avLst/>
            <a:gdLst/>
            <a:ahLst/>
            <a:cxnLst/>
            <a:rect l="l" t="t" r="r" b="b"/>
            <a:pathLst>
              <a:path w="11557000" h="31750">
                <a:moveTo>
                  <a:pt x="31750" y="0"/>
                </a:moveTo>
                <a:lnTo>
                  <a:pt x="11525250" y="0"/>
                </a:lnTo>
                <a:cubicBezTo>
                  <a:pt x="11542776" y="0"/>
                  <a:pt x="11557000" y="14224"/>
                  <a:pt x="11557000" y="31750"/>
                </a:cubicBezTo>
                <a:lnTo>
                  <a:pt x="11557000" y="31750"/>
                </a:lnTo>
                <a:lnTo>
                  <a:pt x="0" y="31750"/>
                </a:lnTo>
                <a:lnTo>
                  <a:pt x="0" y="31750"/>
                </a:lnTo>
                <a:cubicBezTo>
                  <a:pt x="0" y="14224"/>
                  <a:pt x="14224" y="0"/>
                  <a:pt x="31750" y="0"/>
                </a:cubicBezTo>
              </a:path>
            </a:pathLst>
          </a:custGeom>
          <a:solidFill>
            <a:srgbClr val="64748B">
              <a:alpha val="100000"/>
            </a:srgbClr>
          </a:solidFill>
        </p:spPr>
      </p:sp>
      <p:sp>
        <p:nvSpPr>
          <p:cNvPr id="130" name="TextBox130"/>
          <p:cNvSpPr txBox="1"/>
          <p:nvPr/>
        </p:nvSpPr>
        <p:spPr>
          <a:xfrm>
            <a:off x="597535" y="4844415"/>
            <a:ext cx="114300" cy="228600"/>
          </a:xfrm>
          <a:prstGeom prst="rect">
            <a:avLst/>
          </a:prstGeom>
          <a:noFill/>
        </p:spPr>
        <p:txBody>
          <a:bodyPr wrap="square" lIns="0" tIns="635" rIns="0" bIns="0" rtlCol="0">
            <a:spAutoFit/>
          </a:bodyPr>
          <a:lstStyle/>
          <a:p>
            <a:pPr marL="0" marR="0" indent="0" eaLnBrk="0">
              <a:lnSpc>
                <a:spcPct val="99722"/>
              </a:lnSpc>
              <a:spcBef>
                <a:spcPts val="5"/>
              </a:spcBef>
            </a:pPr>
            <a:r>
              <a:rPr lang="en-US" altLang="zh-CN" sz="1500" b="1" kern="0" spc="-125" baseline="0" noProof="0" dirty="0">
                <a:solidFill>
                  <a:srgbClr val="FFFFFF"/>
                </a:solidFill>
                <a:latin typeface="Arial" pitchFamily="34" charset="0"/>
                <a:ea typeface="Arial" pitchFamily="34" charset="0"/>
                <a:cs typeface="Arial" pitchFamily="34" charset="0"/>
              </a:rPr>
              <a:t>S</a:t>
            </a:r>
          </a:p>
        </p:txBody>
      </p:sp>
      <p:sp>
        <p:nvSpPr>
          <p:cNvPr id="131" name="TextBox131"/>
          <p:cNvSpPr txBox="1"/>
          <p:nvPr/>
        </p:nvSpPr>
        <p:spPr>
          <a:xfrm>
            <a:off x="1003300" y="4749800"/>
            <a:ext cx="1885950" cy="428625"/>
          </a:xfrm>
          <a:prstGeom prst="rect">
            <a:avLst/>
          </a:prstGeom>
          <a:noFill/>
        </p:spPr>
        <p:txBody>
          <a:bodyPr wrap="square" lIns="0" tIns="0" rIns="0" bIns="0" rtlCol="0">
            <a:spAutoFit/>
          </a:bodyPr>
          <a:lstStyle/>
          <a:p>
            <a:pPr marL="0" marR="0" indent="0" eaLnBrk="0">
              <a:lnSpc>
                <a:spcPct val="101944"/>
              </a:lnSpc>
              <a:spcAft>
                <a:spcPts val="370"/>
              </a:spcAft>
            </a:pPr>
            <a:r>
              <a:rPr lang="en-US" altLang="zh-CN" sz="1500" b="1" kern="0" spc="-50" baseline="0" noProof="0" dirty="0">
                <a:solidFill>
                  <a:srgbClr val="1E293B"/>
                </a:solidFill>
                <a:latin typeface="Arial" pitchFamily="34" charset="0"/>
                <a:ea typeface="Arial" pitchFamily="34" charset="0"/>
                <a:cs typeface="Arial" pitchFamily="34" charset="0"/>
              </a:rPr>
              <a:t>SKILL</a:t>
            </a:r>
            <a:r>
              <a:rPr lang="en-US" altLang="zh-CN" sz="1500" b="1" kern="0" spc="-65" baseline="0" noProof="0" dirty="0">
                <a:solidFill>
                  <a:srgbClr val="1E293B"/>
                </a:solidFill>
                <a:latin typeface="Arial" pitchFamily="34" charset="0"/>
                <a:ea typeface="Arial" pitchFamily="34" charset="0"/>
                <a:cs typeface="Arial" pitchFamily="34" charset="0"/>
              </a:rPr>
              <a:t>S</a:t>
            </a:r>
            <a:r>
              <a:rPr lang="en-US" altLang="zh-CN" sz="1500" b="1" kern="0" spc="-100" baseline="0" noProof="0" dirty="0">
                <a:solidFill>
                  <a:srgbClr val="1E293B"/>
                </a:solidFill>
                <a:latin typeface="SimHei" pitchFamily="49" charset="0"/>
                <a:ea typeface="SimHei" pitchFamily="49" charset="0"/>
                <a:cs typeface="SimHei" pitchFamily="49" charset="0"/>
              </a:rPr>
              <a:t>（知识能力层）</a:t>
            </a:r>
          </a:p>
          <a:p>
            <a:pPr marL="0" marR="0" indent="0" eaLnBrk="0">
              <a:lnSpc>
                <a:spcPct val="91228"/>
              </a:lnSpc>
              <a:spcBef>
                <a:spcPts val="89"/>
              </a:spcBef>
              <a:spcAft>
                <a:spcPts val="25"/>
              </a:spcAft>
            </a:pPr>
            <a:r>
              <a:rPr lang="en-US" altLang="zh-CN" sz="950" kern="0" spc="-15" baseline="0" noProof="0" dirty="0">
                <a:solidFill>
                  <a:srgbClr val="64748B"/>
                </a:solidFill>
                <a:latin typeface="SimHei" pitchFamily="49" charset="0"/>
                <a:ea typeface="SimHei" pitchFamily="49" charset="0"/>
                <a:cs typeface="SimHei" pitchFamily="49" charset="0"/>
              </a:rPr>
              <a:t>知识能力</a:t>
            </a:r>
          </a:p>
        </p:txBody>
      </p:sp>
      <p:sp>
        <p:nvSpPr>
          <p:cNvPr id="132" name="TextBox132"/>
          <p:cNvSpPr txBox="1"/>
          <p:nvPr/>
        </p:nvSpPr>
        <p:spPr>
          <a:xfrm>
            <a:off x="1264920" y="5655945"/>
            <a:ext cx="492125" cy="258762"/>
          </a:xfrm>
          <a:prstGeom prst="rect">
            <a:avLst/>
          </a:prstGeom>
          <a:noFill/>
        </p:spPr>
        <p:txBody>
          <a:bodyPr wrap="square" lIns="0" tIns="0" rIns="0" bIns="0" rtlCol="0">
            <a:spAutoFit/>
          </a:bodyPr>
          <a:lstStyle/>
          <a:p>
            <a:pPr marL="0" marR="0" indent="0" eaLnBrk="0">
              <a:lnSpc>
                <a:spcPct val="100980"/>
              </a:lnSpc>
              <a:spcAft>
                <a:spcPts val="109"/>
              </a:spcAft>
            </a:pPr>
            <a:r>
              <a:rPr lang="en-US" altLang="zh-CN" sz="850" b="1" kern="0" spc="-15" baseline="0" noProof="0" dirty="0">
                <a:solidFill>
                  <a:srgbClr val="64748B"/>
                </a:solidFill>
                <a:latin typeface="SimHei" pitchFamily="49" charset="0"/>
                <a:ea typeface="SimHei" pitchFamily="49" charset="0"/>
                <a:cs typeface="SimHei" pitchFamily="49" charset="0"/>
              </a:rPr>
              <a:t>npu</a:t>
            </a:r>
            <a:r>
              <a:rPr lang="en-US" altLang="zh-CN" sz="850" b="1" kern="0" spc="0" baseline="0" noProof="0" dirty="0">
                <a:solidFill>
                  <a:srgbClr val="64748B"/>
                </a:solidFill>
                <a:latin typeface="SimHei" pitchFamily="49" charset="0"/>
                <a:ea typeface="SimHei" pitchFamily="49" charset="0"/>
                <a:cs typeface="SimHei" pitchFamily="49" charset="0"/>
              </a:rPr>
              <a:t>-arch</a:t>
            </a:r>
          </a:p>
          <a:p>
            <a:pPr marL="51435" marR="0" indent="0" eaLnBrk="0">
              <a:lnSpc>
                <a:spcPct val="88888"/>
              </a:lnSpc>
              <a:spcBef>
                <a:spcPts val="69"/>
              </a:spcBef>
              <a:spcAft>
                <a:spcPts val="20"/>
              </a:spcAft>
            </a:pPr>
            <a:r>
              <a:rPr lang="en-US" altLang="zh-CN" sz="750" kern="0" spc="-15" baseline="0" noProof="0" dirty="0">
                <a:solidFill>
                  <a:srgbClr val="64748B"/>
                </a:solidFill>
                <a:latin typeface="SimHei" pitchFamily="49" charset="0"/>
                <a:ea typeface="SimHei" pitchFamily="49" charset="0"/>
                <a:cs typeface="SimHei" pitchFamily="49" charset="0"/>
              </a:rPr>
              <a:t>N</a:t>
            </a:r>
            <a:r>
              <a:rPr lang="en-US" altLang="zh-CN" sz="750" kern="0" spc="0" baseline="0" noProof="0" dirty="0">
                <a:solidFill>
                  <a:srgbClr val="64748B"/>
                </a:solidFill>
                <a:latin typeface="SimHei" pitchFamily="49" charset="0"/>
                <a:ea typeface="SimHei" pitchFamily="49" charset="0"/>
                <a:cs typeface="SimHei" pitchFamily="49" charset="0"/>
              </a:rPr>
              <a:t>PU架构</a:t>
            </a:r>
          </a:p>
        </p:txBody>
      </p:sp>
      <p:sp>
        <p:nvSpPr>
          <p:cNvPr id="133" name="TextBox133"/>
          <p:cNvSpPr txBox="1"/>
          <p:nvPr/>
        </p:nvSpPr>
        <p:spPr>
          <a:xfrm>
            <a:off x="3423285" y="5650865"/>
            <a:ext cx="682625" cy="263525"/>
          </a:xfrm>
          <a:prstGeom prst="rect">
            <a:avLst/>
          </a:prstGeom>
          <a:noFill/>
        </p:spPr>
        <p:txBody>
          <a:bodyPr wrap="square" lIns="0" tIns="0" rIns="0" bIns="0" rtlCol="0">
            <a:spAutoFit/>
          </a:bodyPr>
          <a:lstStyle/>
          <a:p>
            <a:pPr marL="0" marR="0" indent="0" eaLnBrk="0">
              <a:lnSpc>
                <a:spcPct val="101470"/>
              </a:lnSpc>
              <a:spcAft>
                <a:spcPts val="115"/>
              </a:spcAft>
            </a:pPr>
            <a:r>
              <a:rPr lang="en-US" altLang="zh-CN" sz="850" b="1" kern="0" spc="-15" baseline="0" noProof="0" dirty="0">
                <a:solidFill>
                  <a:srgbClr val="64748B"/>
                </a:solidFill>
                <a:latin typeface="Arial" pitchFamily="34" charset="0"/>
                <a:ea typeface="Arial" pitchFamily="34" charset="0"/>
                <a:cs typeface="Arial" pitchFamily="34" charset="0"/>
              </a:rPr>
              <a:t>ti</a:t>
            </a:r>
            <a:r>
              <a:rPr lang="en-US" altLang="zh-CN" sz="850" b="1" kern="0" spc="0" baseline="0" noProof="0" dirty="0">
                <a:solidFill>
                  <a:srgbClr val="64748B"/>
                </a:solidFill>
                <a:latin typeface="Arial" pitchFamily="34" charset="0"/>
                <a:ea typeface="Arial" pitchFamily="34" charset="0"/>
                <a:cs typeface="Arial" pitchFamily="34" charset="0"/>
              </a:rPr>
              <a:t>ling-design</a:t>
            </a:r>
          </a:p>
          <a:p>
            <a:pPr marL="128905" marR="0" indent="0" eaLnBrk="0">
              <a:lnSpc>
                <a:spcPct val="92777"/>
              </a:lnSpc>
              <a:spcBef>
                <a:spcPts val="75"/>
              </a:spcBef>
              <a:spcAft>
                <a:spcPts val="20"/>
              </a:spcAft>
            </a:pPr>
            <a:r>
              <a:rPr lang="en-US" altLang="zh-CN" sz="750" kern="0" spc="-15" baseline="0" noProof="0" dirty="0">
                <a:solidFill>
                  <a:srgbClr val="64748B"/>
                </a:solidFill>
                <a:latin typeface="Arial" pitchFamily="34" charset="0"/>
                <a:ea typeface="Arial" pitchFamily="34" charset="0"/>
                <a:cs typeface="Arial" pitchFamily="34" charset="0"/>
              </a:rPr>
              <a:t>T</a:t>
            </a:r>
            <a:r>
              <a:rPr lang="en-US" altLang="zh-CN" sz="750" kern="0" spc="0" baseline="0" noProof="0" dirty="0">
                <a:solidFill>
                  <a:srgbClr val="64748B"/>
                </a:solidFill>
                <a:latin typeface="Arial" pitchFamily="34" charset="0"/>
                <a:ea typeface="Arial" pitchFamily="34" charset="0"/>
                <a:cs typeface="Arial" pitchFamily="34" charset="0"/>
              </a:rPr>
              <a:t>iling</a:t>
            </a:r>
            <a:r>
              <a:rPr lang="en-US" altLang="zh-CN" sz="750" kern="0" spc="0" baseline="0" noProof="0" dirty="0">
                <a:solidFill>
                  <a:srgbClr val="64748B"/>
                </a:solidFill>
                <a:latin typeface="SimHei" pitchFamily="49" charset="0"/>
                <a:ea typeface="SimHei" pitchFamily="49" charset="0"/>
                <a:cs typeface="SimHei" pitchFamily="49" charset="0"/>
              </a:rPr>
              <a:t>设计</a:t>
            </a:r>
          </a:p>
        </p:txBody>
      </p:sp>
      <p:sp>
        <p:nvSpPr>
          <p:cNvPr id="134" name="TextBox134"/>
          <p:cNvSpPr txBox="1"/>
          <p:nvPr/>
        </p:nvSpPr>
        <p:spPr>
          <a:xfrm>
            <a:off x="5755005" y="5650865"/>
            <a:ext cx="530225" cy="263525"/>
          </a:xfrm>
          <a:prstGeom prst="rect">
            <a:avLst/>
          </a:prstGeom>
          <a:noFill/>
        </p:spPr>
        <p:txBody>
          <a:bodyPr wrap="square" lIns="0" tIns="10160" rIns="0" bIns="0" rtlCol="0">
            <a:spAutoFit/>
          </a:bodyPr>
          <a:lstStyle/>
          <a:p>
            <a:pPr marL="40640" marR="0" indent="0" eaLnBrk="0">
              <a:lnSpc>
                <a:spcPct val="91666"/>
              </a:lnSpc>
              <a:spcBef>
                <a:spcPts val="80"/>
              </a:spcBef>
              <a:spcAft>
                <a:spcPts val="135"/>
              </a:spcAft>
            </a:pPr>
            <a:r>
              <a:rPr lang="en-US" altLang="zh-CN" sz="850" b="1" kern="0" spc="-15" baseline="0" noProof="0" dirty="0">
                <a:solidFill>
                  <a:srgbClr val="64748B"/>
                </a:solidFill>
                <a:latin typeface="Arial" pitchFamily="34" charset="0"/>
                <a:ea typeface="Arial" pitchFamily="34" charset="0"/>
                <a:cs typeface="Arial" pitchFamily="34" charset="0"/>
              </a:rPr>
              <a:t>api</a:t>
            </a:r>
            <a:r>
              <a:rPr lang="en-US" altLang="zh-CN" sz="850" b="1" kern="0" spc="0" baseline="0" noProof="0" dirty="0">
                <a:solidFill>
                  <a:srgbClr val="64748B"/>
                </a:solidFill>
                <a:latin typeface="Arial" pitchFamily="34" charset="0"/>
                <a:ea typeface="Arial" pitchFamily="34" charset="0"/>
                <a:cs typeface="Arial" pitchFamily="34" charset="0"/>
              </a:rPr>
              <a:t>-best</a:t>
            </a:r>
          </a:p>
          <a:p>
            <a:pPr marL="0" marR="0" indent="0" eaLnBrk="0">
              <a:lnSpc>
                <a:spcPct val="103888"/>
              </a:lnSpc>
            </a:pPr>
            <a:r>
              <a:rPr lang="en-US" altLang="zh-CN" sz="750" kern="0" spc="-15" baseline="0" noProof="0" dirty="0">
                <a:solidFill>
                  <a:srgbClr val="64748B"/>
                </a:solidFill>
                <a:latin typeface="Arial" pitchFamily="34" charset="0"/>
                <a:ea typeface="Arial" pitchFamily="34" charset="0"/>
                <a:cs typeface="Arial" pitchFamily="34" charset="0"/>
              </a:rPr>
              <a:t>AP</a:t>
            </a:r>
            <a:r>
              <a:rPr lang="en-US" altLang="zh-CN" sz="750" kern="0" spc="0" baseline="0" noProof="0" dirty="0">
                <a:solidFill>
                  <a:srgbClr val="64748B"/>
                </a:solidFill>
                <a:latin typeface="Arial" pitchFamily="34" charset="0"/>
                <a:ea typeface="Arial" pitchFamily="34" charset="0"/>
                <a:cs typeface="Arial" pitchFamily="34" charset="0"/>
              </a:rPr>
              <a:t>I</a:t>
            </a:r>
            <a:r>
              <a:rPr lang="en-US" altLang="zh-CN" sz="750" kern="0" spc="-15" baseline="0" noProof="0" dirty="0">
                <a:solidFill>
                  <a:srgbClr val="64748B"/>
                </a:solidFill>
                <a:latin typeface="SimHei" pitchFamily="49" charset="0"/>
                <a:ea typeface="SimHei" pitchFamily="49" charset="0"/>
                <a:cs typeface="SimHei" pitchFamily="49" charset="0"/>
              </a:rPr>
              <a:t>最佳实践</a:t>
            </a:r>
          </a:p>
        </p:txBody>
      </p:sp>
      <p:sp>
        <p:nvSpPr>
          <p:cNvPr id="135" name="TextBox135"/>
          <p:cNvSpPr txBox="1"/>
          <p:nvPr/>
        </p:nvSpPr>
        <p:spPr>
          <a:xfrm>
            <a:off x="8032750" y="5650865"/>
            <a:ext cx="484187" cy="263525"/>
          </a:xfrm>
          <a:prstGeom prst="rect">
            <a:avLst/>
          </a:prstGeom>
          <a:noFill/>
        </p:spPr>
        <p:txBody>
          <a:bodyPr wrap="square" lIns="0" tIns="0" rIns="0" bIns="0" rtlCol="0">
            <a:spAutoFit/>
          </a:bodyPr>
          <a:lstStyle/>
          <a:p>
            <a:pPr marL="0" marR="0" indent="0" eaLnBrk="0">
              <a:lnSpc>
                <a:spcPct val="95098"/>
              </a:lnSpc>
              <a:spcAft>
                <a:spcPts val="155"/>
              </a:spcAft>
            </a:pPr>
            <a:r>
              <a:rPr lang="en-US" altLang="zh-CN" sz="850" b="1" kern="0" spc="-15" baseline="0" noProof="0" dirty="0">
                <a:solidFill>
                  <a:srgbClr val="64748B"/>
                </a:solidFill>
                <a:latin typeface="Arial" pitchFamily="34" charset="0"/>
                <a:ea typeface="Arial" pitchFamily="34" charset="0"/>
                <a:cs typeface="Arial" pitchFamily="34" charset="0"/>
              </a:rPr>
              <a:t>pr</a:t>
            </a:r>
            <a:r>
              <a:rPr lang="en-US" altLang="zh-CN" sz="850" b="1" kern="0" spc="0" baseline="0" noProof="0" dirty="0">
                <a:solidFill>
                  <a:srgbClr val="64748B"/>
                </a:solidFill>
                <a:latin typeface="Arial" pitchFamily="34" charset="0"/>
                <a:ea typeface="Arial" pitchFamily="34" charset="0"/>
                <a:cs typeface="Arial" pitchFamily="34" charset="0"/>
              </a:rPr>
              <a:t>ecision</a:t>
            </a:r>
          </a:p>
          <a:p>
            <a:pPr marL="50165" marR="0" indent="0" eaLnBrk="0">
              <a:lnSpc>
                <a:spcPct val="88888"/>
              </a:lnSpc>
              <a:spcBef>
                <a:spcPts val="69"/>
              </a:spcBef>
              <a:spcAft>
                <a:spcPts val="20"/>
              </a:spcAft>
            </a:pPr>
            <a:r>
              <a:rPr lang="en-US" altLang="zh-CN" sz="750" kern="0" spc="-15" baseline="0" noProof="0" dirty="0">
                <a:solidFill>
                  <a:srgbClr val="64748B"/>
                </a:solidFill>
                <a:latin typeface="SimHei" pitchFamily="49" charset="0"/>
                <a:ea typeface="SimHei" pitchFamily="49" charset="0"/>
                <a:cs typeface="SimHei" pitchFamily="49" charset="0"/>
              </a:rPr>
              <a:t>精度调试</a:t>
            </a:r>
          </a:p>
        </p:txBody>
      </p:sp>
      <p:sp>
        <p:nvSpPr>
          <p:cNvPr id="136" name="TextBox136"/>
          <p:cNvSpPr txBox="1"/>
          <p:nvPr/>
        </p:nvSpPr>
        <p:spPr>
          <a:xfrm>
            <a:off x="10290176" y="5650865"/>
            <a:ext cx="481012" cy="263525"/>
          </a:xfrm>
          <a:prstGeom prst="rect">
            <a:avLst/>
          </a:prstGeom>
          <a:noFill/>
        </p:spPr>
        <p:txBody>
          <a:bodyPr wrap="square" lIns="0" tIns="10160" rIns="0" bIns="0" rtlCol="0">
            <a:spAutoFit/>
          </a:bodyPr>
          <a:lstStyle/>
          <a:p>
            <a:pPr marL="29210" marR="0" indent="0" eaLnBrk="0">
              <a:lnSpc>
                <a:spcPct val="85294"/>
              </a:lnSpc>
              <a:spcBef>
                <a:spcPts val="80"/>
              </a:spcBef>
              <a:spcAft>
                <a:spcPts val="170"/>
              </a:spcAft>
            </a:pPr>
            <a:r>
              <a:rPr lang="en-US" altLang="zh-CN" sz="850" b="1" kern="0" spc="-15" baseline="0" noProof="0" dirty="0">
                <a:solidFill>
                  <a:srgbClr val="64748B"/>
                </a:solidFill>
                <a:latin typeface="Arial" pitchFamily="34" charset="0"/>
                <a:ea typeface="Arial" pitchFamily="34" charset="0"/>
                <a:cs typeface="Arial" pitchFamily="34" charset="0"/>
              </a:rPr>
              <a:t>r</a:t>
            </a:r>
            <a:r>
              <a:rPr lang="en-US" altLang="zh-CN" sz="850" b="1" kern="0" spc="0" baseline="0" noProof="0" dirty="0">
                <a:solidFill>
                  <a:srgbClr val="64748B"/>
                </a:solidFill>
                <a:latin typeface="Arial" pitchFamily="34" charset="0"/>
                <a:ea typeface="Arial" pitchFamily="34" charset="0"/>
                <a:cs typeface="Arial" pitchFamily="34" charset="0"/>
              </a:rPr>
              <a:t>untime</a:t>
            </a:r>
          </a:p>
          <a:p>
            <a:pPr marL="0" marR="0" indent="0" eaLnBrk="0">
              <a:lnSpc>
                <a:spcPct val="100000"/>
              </a:lnSpc>
            </a:pPr>
            <a:r>
              <a:rPr lang="en-US" altLang="zh-CN" sz="750" kern="0" spc="-15" baseline="0" noProof="0" dirty="0">
                <a:solidFill>
                  <a:srgbClr val="64748B"/>
                </a:solidFill>
                <a:latin typeface="SimHei" pitchFamily="49" charset="0"/>
                <a:ea typeface="SimHei" pitchFamily="49" charset="0"/>
                <a:cs typeface="SimHei" pitchFamily="49" charset="0"/>
              </a:rPr>
              <a:t>运行时调试</a:t>
            </a:r>
          </a:p>
        </p:txBody>
      </p:sp>
      <p:sp>
        <p:nvSpPr>
          <p:cNvPr id="137" name="VectorPath 137"/>
          <p:cNvSpPr/>
          <p:nvPr/>
        </p:nvSpPr>
        <p:spPr>
          <a:xfrm>
            <a:off x="241300" y="6327775"/>
            <a:ext cx="3770630" cy="381000"/>
          </a:xfrm>
          <a:custGeom>
            <a:avLst/>
            <a:gdLst/>
            <a:ahLst/>
            <a:cxnLst/>
            <a:rect l="l" t="t" r="r" b="b"/>
            <a:pathLst>
              <a:path w="3770630" h="381000">
                <a:moveTo>
                  <a:pt x="63500" y="0"/>
                </a:moveTo>
                <a:lnTo>
                  <a:pt x="3707130" y="0"/>
                </a:lnTo>
                <a:cubicBezTo>
                  <a:pt x="3742182" y="0"/>
                  <a:pt x="3770630" y="28435"/>
                  <a:pt x="3770630" y="63500"/>
                </a:cubicBezTo>
                <a:lnTo>
                  <a:pt x="3770630" y="317500"/>
                </a:lnTo>
                <a:cubicBezTo>
                  <a:pt x="3770630" y="352565"/>
                  <a:pt x="3742182" y="381000"/>
                  <a:pt x="3707130" y="381000"/>
                </a:cubicBezTo>
                <a:lnTo>
                  <a:pt x="63500" y="381000"/>
                </a:lnTo>
                <a:cubicBezTo>
                  <a:pt x="28461" y="381000"/>
                  <a:pt x="0" y="352552"/>
                  <a:pt x="0" y="317500"/>
                </a:cubicBezTo>
                <a:lnTo>
                  <a:pt x="0" y="63500"/>
                </a:lnTo>
                <a:cubicBezTo>
                  <a:pt x="0" y="28448"/>
                  <a:pt x="28461" y="0"/>
                  <a:pt x="63500" y="0"/>
                </a:cubicBezTo>
              </a:path>
            </a:pathLst>
          </a:custGeom>
          <a:solidFill>
            <a:srgbClr val="2563EB">
              <a:alpha val="10000"/>
            </a:srgbClr>
          </a:solidFill>
        </p:spPr>
      </p:sp>
      <p:sp>
        <p:nvSpPr>
          <p:cNvPr id="138" name="TextBox138"/>
          <p:cNvSpPr txBox="1"/>
          <p:nvPr/>
        </p:nvSpPr>
        <p:spPr>
          <a:xfrm>
            <a:off x="594360" y="6466840"/>
            <a:ext cx="3063875" cy="146050"/>
          </a:xfrm>
          <a:prstGeom prst="rect">
            <a:avLst/>
          </a:prstGeom>
          <a:noFill/>
        </p:spPr>
        <p:txBody>
          <a:bodyPr wrap="square" lIns="0" tIns="0" rIns="0" bIns="0" rtlCol="0">
            <a:spAutoFit/>
          </a:bodyPr>
          <a:lstStyle/>
          <a:p>
            <a:pPr marL="0" marR="0" indent="0" eaLnBrk="0">
              <a:lnSpc>
                <a:spcPct val="100000"/>
              </a:lnSpc>
            </a:pPr>
            <a:r>
              <a:rPr lang="en-US" altLang="zh-CN" sz="950" b="1" kern="0" spc="-15" baseline="0" noProof="0" dirty="0">
                <a:solidFill>
                  <a:srgbClr val="2563EB"/>
                </a:solidFill>
                <a:latin typeface="SimHei" pitchFamily="49" charset="0"/>
                <a:ea typeface="SimHei" pitchFamily="49" charset="0"/>
                <a:cs typeface="SimHei" pitchFamily="49" charset="0"/>
              </a:rPr>
              <a:t>编排层</a:t>
            </a:r>
            <a:r>
              <a:rPr lang="en-US" altLang="zh-CN" sz="950" kern="0" spc="0" baseline="0" noProof="0" dirty="0">
                <a:solidFill>
                  <a:srgbClr val="1E293B"/>
                </a:solidFill>
                <a:latin typeface="SimHei" pitchFamily="49" charset="0"/>
                <a:ea typeface="SimHei" pitchFamily="49" charset="0"/>
                <a:cs typeface="SimHei" pitchFamily="49" charset="0"/>
              </a:rPr>
              <a:t>：Teams编排Agents，定义开发流程和协作模式</a:t>
            </a:r>
          </a:p>
        </p:txBody>
      </p:sp>
      <p:sp>
        <p:nvSpPr>
          <p:cNvPr id="139" name="VectorPath 139"/>
          <p:cNvSpPr/>
          <p:nvPr/>
        </p:nvSpPr>
        <p:spPr>
          <a:xfrm>
            <a:off x="4135755" y="6327775"/>
            <a:ext cx="3770630" cy="381000"/>
          </a:xfrm>
          <a:custGeom>
            <a:avLst/>
            <a:gdLst/>
            <a:ahLst/>
            <a:cxnLst/>
            <a:rect l="l" t="t" r="r" b="b"/>
            <a:pathLst>
              <a:path w="3770630" h="381000">
                <a:moveTo>
                  <a:pt x="63500" y="0"/>
                </a:moveTo>
                <a:lnTo>
                  <a:pt x="3707130" y="0"/>
                </a:lnTo>
                <a:cubicBezTo>
                  <a:pt x="3742182" y="0"/>
                  <a:pt x="3770630" y="28435"/>
                  <a:pt x="3770630" y="63500"/>
                </a:cubicBezTo>
                <a:lnTo>
                  <a:pt x="3770630" y="317500"/>
                </a:lnTo>
                <a:cubicBezTo>
                  <a:pt x="3770630" y="352565"/>
                  <a:pt x="3742182" y="381000"/>
                  <a:pt x="3707130" y="381000"/>
                </a:cubicBezTo>
                <a:lnTo>
                  <a:pt x="63500" y="381000"/>
                </a:lnTo>
                <a:cubicBezTo>
                  <a:pt x="28448" y="381000"/>
                  <a:pt x="0" y="352552"/>
                  <a:pt x="0" y="317500"/>
                </a:cubicBezTo>
                <a:lnTo>
                  <a:pt x="0" y="63500"/>
                </a:lnTo>
                <a:cubicBezTo>
                  <a:pt x="0" y="28448"/>
                  <a:pt x="28448" y="0"/>
                  <a:pt x="63500" y="0"/>
                </a:cubicBezTo>
              </a:path>
            </a:pathLst>
          </a:custGeom>
          <a:solidFill>
            <a:srgbClr val="0EA5E9">
              <a:alpha val="10000"/>
            </a:srgbClr>
          </a:solidFill>
        </p:spPr>
      </p:sp>
      <p:sp>
        <p:nvSpPr>
          <p:cNvPr id="140" name="TextBox140"/>
          <p:cNvSpPr txBox="1"/>
          <p:nvPr/>
        </p:nvSpPr>
        <p:spPr>
          <a:xfrm>
            <a:off x="4662170" y="6466840"/>
            <a:ext cx="2720975" cy="146050"/>
          </a:xfrm>
          <a:prstGeom prst="rect">
            <a:avLst/>
          </a:prstGeom>
          <a:noFill/>
        </p:spPr>
        <p:txBody>
          <a:bodyPr wrap="square" lIns="0" tIns="0" rIns="0" bIns="0" rtlCol="0">
            <a:spAutoFit/>
          </a:bodyPr>
          <a:lstStyle/>
          <a:p>
            <a:pPr marL="0" marR="0" indent="0" eaLnBrk="0">
              <a:lnSpc>
                <a:spcPct val="100000"/>
              </a:lnSpc>
            </a:pPr>
            <a:r>
              <a:rPr lang="en-US" altLang="zh-CN" sz="950" b="1" kern="0" spc="-15" baseline="0" noProof="0" dirty="0">
                <a:solidFill>
                  <a:srgbClr val="0EA5E9"/>
                </a:solidFill>
                <a:latin typeface="SimHei" pitchFamily="49" charset="0"/>
                <a:ea typeface="SimHei" pitchFamily="49" charset="0"/>
                <a:cs typeface="SimHei" pitchFamily="49" charset="0"/>
              </a:rPr>
              <a:t>执行层</a:t>
            </a:r>
            <a:r>
              <a:rPr lang="en-US" altLang="zh-CN" sz="950" kern="0" spc="0" baseline="0" noProof="0" dirty="0">
                <a:solidFill>
                  <a:srgbClr val="1E293B"/>
                </a:solidFill>
                <a:latin typeface="SimHei" pitchFamily="49" charset="0"/>
                <a:ea typeface="SimHei" pitchFamily="49" charset="0"/>
                <a:cs typeface="SimHei" pitchFamily="49" charset="0"/>
              </a:rPr>
              <a:t>：Agents绑定Skills，执行具体的开发任务</a:t>
            </a:r>
          </a:p>
        </p:txBody>
      </p:sp>
      <p:sp>
        <p:nvSpPr>
          <p:cNvPr id="141" name="VectorPath 141"/>
          <p:cNvSpPr/>
          <p:nvPr/>
        </p:nvSpPr>
        <p:spPr>
          <a:xfrm>
            <a:off x="8030845" y="6327775"/>
            <a:ext cx="3770630" cy="381000"/>
          </a:xfrm>
          <a:custGeom>
            <a:avLst/>
            <a:gdLst/>
            <a:ahLst/>
            <a:cxnLst/>
            <a:rect l="l" t="t" r="r" b="b"/>
            <a:pathLst>
              <a:path w="3770630" h="381000">
                <a:moveTo>
                  <a:pt x="63500" y="0"/>
                </a:moveTo>
                <a:lnTo>
                  <a:pt x="3707130" y="0"/>
                </a:lnTo>
                <a:cubicBezTo>
                  <a:pt x="3742183" y="0"/>
                  <a:pt x="3770630" y="28435"/>
                  <a:pt x="3770630" y="63500"/>
                </a:cubicBezTo>
                <a:lnTo>
                  <a:pt x="3770630" y="317500"/>
                </a:lnTo>
                <a:cubicBezTo>
                  <a:pt x="3770630" y="352565"/>
                  <a:pt x="3742183" y="381000"/>
                  <a:pt x="3707130" y="381000"/>
                </a:cubicBezTo>
                <a:lnTo>
                  <a:pt x="63500" y="381000"/>
                </a:lnTo>
                <a:cubicBezTo>
                  <a:pt x="28449" y="381000"/>
                  <a:pt x="0" y="352552"/>
                  <a:pt x="0" y="317500"/>
                </a:cubicBezTo>
                <a:lnTo>
                  <a:pt x="0" y="63500"/>
                </a:lnTo>
                <a:cubicBezTo>
                  <a:pt x="0" y="28448"/>
                  <a:pt x="28449" y="0"/>
                  <a:pt x="63500" y="0"/>
                </a:cubicBezTo>
              </a:path>
            </a:pathLst>
          </a:custGeom>
          <a:solidFill>
            <a:srgbClr val="64748B">
              <a:alpha val="10000"/>
            </a:srgbClr>
          </a:solidFill>
        </p:spPr>
      </p:sp>
      <p:sp>
        <p:nvSpPr>
          <p:cNvPr id="142" name="TextBox142"/>
          <p:cNvSpPr txBox="1"/>
          <p:nvPr/>
        </p:nvSpPr>
        <p:spPr>
          <a:xfrm>
            <a:off x="8522336" y="6466840"/>
            <a:ext cx="2789237" cy="146050"/>
          </a:xfrm>
          <a:prstGeom prst="rect">
            <a:avLst/>
          </a:prstGeom>
          <a:noFill/>
        </p:spPr>
        <p:txBody>
          <a:bodyPr wrap="square" lIns="0" tIns="0" rIns="0" bIns="0" rtlCol="0">
            <a:spAutoFit/>
          </a:bodyPr>
          <a:lstStyle/>
          <a:p>
            <a:pPr marL="0" marR="0" indent="0" eaLnBrk="0">
              <a:lnSpc>
                <a:spcPct val="100000"/>
              </a:lnSpc>
            </a:pPr>
            <a:r>
              <a:rPr lang="en-US" altLang="zh-CN" sz="950" b="1" kern="0" spc="-15" baseline="0" noProof="0" dirty="0">
                <a:solidFill>
                  <a:srgbClr val="64748B"/>
                </a:solidFill>
                <a:latin typeface="SimHei" pitchFamily="49" charset="0"/>
                <a:ea typeface="SimHei" pitchFamily="49" charset="0"/>
                <a:cs typeface="SimHei" pitchFamily="49" charset="0"/>
              </a:rPr>
              <a:t>能力层</a:t>
            </a:r>
            <a:r>
              <a:rPr lang="en-US" altLang="zh-CN" sz="950" kern="0" spc="0" baseline="0" noProof="0" dirty="0">
                <a:solidFill>
                  <a:srgbClr val="1E293B"/>
                </a:solidFill>
                <a:latin typeface="SimHei" pitchFamily="49" charset="0"/>
                <a:ea typeface="SimHei" pitchFamily="49" charset="0"/>
                <a:cs typeface="SimHei" pitchFamily="49" charset="0"/>
              </a:rPr>
              <a:t>：Skills提供知识能力，支撑Agent执行任务</a:t>
            </a:r>
          </a:p>
        </p:txBody>
      </p:sp>
    </p:spTree>
    <p:extLst>
      <p:ext uri="{78BD75CF-ECC2-434B-71E9-361F1367A990}"/>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 name="EF90D8EB-3E08-4ED0-F14C-D55740E9CC51"/>
          <p:cNvPicPr>
            <a:picLocks noChangeAspect="1"/>
          </p:cNvPicPr>
          <p:nvPr/>
        </p:nvPicPr>
        <p:blipFill>
          <a:blip r:embed="rId3" cstate="print">
            <a:extLst>
              <a:ext uri="{CBAABDAB-1E49-4713-C5EB-205A498F403F}"/>
            </a:extLst>
          </a:blip>
          <a:srcRect/>
          <a:stretch>
            <a:fillRect/>
          </a:stretch>
        </p:blipFill>
        <p:spPr>
          <a:xfrm>
            <a:off x="381000" y="1002030"/>
            <a:ext cx="3708400" cy="3471334"/>
          </a:xfrm>
          <a:prstGeom prst="rect">
            <a:avLst/>
          </a:prstGeom>
        </p:spPr>
      </p:pic>
      <p:grpSp>
        <p:nvGrpSpPr>
          <p:cNvPr id="144" name="Combination 144"/>
          <p:cNvGrpSpPr/>
          <p:nvPr/>
        </p:nvGrpSpPr>
        <p:grpSpPr>
          <a:xfrm>
            <a:off x="533400" y="1173480"/>
            <a:ext cx="3400425" cy="857250"/>
            <a:chOff x="533400" y="1173480"/>
            <a:chExt cx="3400425" cy="857250"/>
          </a:xfrm>
        </p:grpSpPr>
        <p:sp>
          <p:nvSpPr>
            <p:cNvPr id="145" name="VectorPath 145"/>
            <p:cNvSpPr/>
            <p:nvPr/>
          </p:nvSpPr>
          <p:spPr>
            <a:xfrm>
              <a:off x="576263" y="1173480"/>
              <a:ext cx="200025" cy="228600"/>
            </a:xfrm>
            <a:custGeom>
              <a:avLst/>
              <a:gdLst/>
              <a:ahLst/>
              <a:cxnLst/>
              <a:rect l="l" t="t" r="r" b="b"/>
              <a:pathLst>
                <a:path w="200025" h="228600">
                  <a:moveTo>
                    <a:pt x="171450" y="228600"/>
                  </a:moveTo>
                  <a:lnTo>
                    <a:pt x="42863" y="228600"/>
                  </a:lnTo>
                  <a:cubicBezTo>
                    <a:pt x="19202" y="228600"/>
                    <a:pt x="0" y="209423"/>
                    <a:pt x="0" y="185801"/>
                  </a:cubicBezTo>
                  <a:lnTo>
                    <a:pt x="0" y="42926"/>
                  </a:lnTo>
                  <a:cubicBezTo>
                    <a:pt x="0" y="19177"/>
                    <a:pt x="19202" y="0"/>
                    <a:pt x="42863" y="0"/>
                  </a:cubicBezTo>
                  <a:lnTo>
                    <a:pt x="178600" y="0"/>
                  </a:lnTo>
                  <a:cubicBezTo>
                    <a:pt x="190424" y="0"/>
                    <a:pt x="200025" y="9652"/>
                    <a:pt x="200025" y="21463"/>
                  </a:cubicBezTo>
                  <a:lnTo>
                    <a:pt x="200025" y="149987"/>
                  </a:lnTo>
                  <a:cubicBezTo>
                    <a:pt x="200025" y="159385"/>
                    <a:pt x="194043" y="167259"/>
                    <a:pt x="185738" y="170307"/>
                  </a:cubicBezTo>
                  <a:lnTo>
                    <a:pt x="185738" y="200025"/>
                  </a:lnTo>
                  <a:cubicBezTo>
                    <a:pt x="193637" y="200025"/>
                    <a:pt x="200025" y="206375"/>
                    <a:pt x="200025" y="214376"/>
                  </a:cubicBezTo>
                  <a:cubicBezTo>
                    <a:pt x="200025" y="222250"/>
                    <a:pt x="193637" y="228600"/>
                    <a:pt x="185738" y="228600"/>
                  </a:cubicBezTo>
                  <a:lnTo>
                    <a:pt x="171450" y="228600"/>
                  </a:lnTo>
                  <a:close/>
                  <a:moveTo>
                    <a:pt x="42863" y="171450"/>
                  </a:moveTo>
                  <a:cubicBezTo>
                    <a:pt x="34963" y="171450"/>
                    <a:pt x="28575" y="177800"/>
                    <a:pt x="28575" y="185801"/>
                  </a:cubicBezTo>
                  <a:cubicBezTo>
                    <a:pt x="28575" y="193675"/>
                    <a:pt x="34963" y="200025"/>
                    <a:pt x="42863" y="200025"/>
                  </a:cubicBezTo>
                  <a:lnTo>
                    <a:pt x="157163" y="200025"/>
                  </a:lnTo>
                  <a:lnTo>
                    <a:pt x="157163" y="171450"/>
                  </a:lnTo>
                  <a:lnTo>
                    <a:pt x="42863" y="171450"/>
                  </a:lnTo>
                  <a:close/>
                  <a:moveTo>
                    <a:pt x="57150" y="67818"/>
                  </a:moveTo>
                  <a:cubicBezTo>
                    <a:pt x="57150" y="73787"/>
                    <a:pt x="61925" y="78613"/>
                    <a:pt x="67869" y="78613"/>
                  </a:cubicBezTo>
                  <a:lnTo>
                    <a:pt x="146444" y="78613"/>
                  </a:lnTo>
                  <a:cubicBezTo>
                    <a:pt x="152387" y="78613"/>
                    <a:pt x="157163" y="73787"/>
                    <a:pt x="157163" y="67818"/>
                  </a:cubicBezTo>
                  <a:cubicBezTo>
                    <a:pt x="157163" y="61976"/>
                    <a:pt x="152387" y="57150"/>
                    <a:pt x="146444" y="57150"/>
                  </a:cubicBezTo>
                  <a:lnTo>
                    <a:pt x="67869" y="57150"/>
                  </a:lnTo>
                  <a:cubicBezTo>
                    <a:pt x="61925" y="57150"/>
                    <a:pt x="57150" y="61976"/>
                    <a:pt x="57150" y="67818"/>
                  </a:cubicBezTo>
                  <a:moveTo>
                    <a:pt x="67869" y="100076"/>
                  </a:moveTo>
                  <a:cubicBezTo>
                    <a:pt x="61925" y="100076"/>
                    <a:pt x="57150" y="104775"/>
                    <a:pt x="57150" y="110744"/>
                  </a:cubicBezTo>
                  <a:cubicBezTo>
                    <a:pt x="57150" y="116713"/>
                    <a:pt x="61925" y="121412"/>
                    <a:pt x="67869" y="121412"/>
                  </a:cubicBezTo>
                  <a:lnTo>
                    <a:pt x="146444" y="121412"/>
                  </a:lnTo>
                  <a:cubicBezTo>
                    <a:pt x="152387" y="121412"/>
                    <a:pt x="157163" y="116713"/>
                    <a:pt x="157163" y="110744"/>
                  </a:cubicBezTo>
                  <a:cubicBezTo>
                    <a:pt x="157163" y="104775"/>
                    <a:pt x="152387" y="100076"/>
                    <a:pt x="146444" y="100076"/>
                  </a:cubicBezTo>
                  <a:lnTo>
                    <a:pt x="67869" y="100076"/>
                  </a:lnTo>
                  <a:close/>
                </a:path>
              </a:pathLst>
            </a:custGeom>
            <a:solidFill>
              <a:srgbClr val="FFFFFF">
                <a:alpha val="100000"/>
              </a:srgbClr>
            </a:solidFill>
          </p:spPr>
        </p:sp>
        <p:sp>
          <p:nvSpPr>
            <p:cNvPr id="146" name="VectorPath 146"/>
            <p:cNvSpPr/>
            <p:nvPr/>
          </p:nvSpPr>
          <p:spPr>
            <a:xfrm>
              <a:off x="533400" y="15354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112" y="495300"/>
                    <a:pt x="0" y="461137"/>
                    <a:pt x="0" y="419100"/>
                  </a:cubicBezTo>
                  <a:lnTo>
                    <a:pt x="0" y="76200"/>
                  </a:lnTo>
                  <a:cubicBezTo>
                    <a:pt x="0" y="34163"/>
                    <a:pt x="34112" y="0"/>
                    <a:pt x="76200" y="0"/>
                  </a:cubicBezTo>
                </a:path>
              </a:pathLst>
            </a:custGeom>
            <a:solidFill>
              <a:srgbClr val="FFFFFF">
                <a:alpha val="10000"/>
              </a:srgbClr>
            </a:solidFill>
          </p:spPr>
        </p:sp>
        <p:sp>
          <p:nvSpPr>
            <p:cNvPr id="147" name="VectorPath 147"/>
            <p:cNvSpPr/>
            <p:nvPr/>
          </p:nvSpPr>
          <p:spPr>
            <a:xfrm>
              <a:off x="619544" y="1836547"/>
              <a:ext cx="216865" cy="84963"/>
            </a:xfrm>
            <a:custGeom>
              <a:avLst/>
              <a:gdLst/>
              <a:ahLst/>
              <a:cxnLst/>
              <a:rect l="l" t="t" r="r" b="b"/>
              <a:pathLst>
                <a:path w="216865" h="84963">
                  <a:moveTo>
                    <a:pt x="9601" y="18034"/>
                  </a:moveTo>
                  <a:lnTo>
                    <a:pt x="56121" y="83693"/>
                  </a:lnTo>
                  <a:lnTo>
                    <a:pt x="64694" y="83693"/>
                  </a:lnTo>
                  <a:lnTo>
                    <a:pt x="64694" y="0"/>
                  </a:lnTo>
                  <a:lnTo>
                    <a:pt x="55093" y="0"/>
                  </a:lnTo>
                  <a:lnTo>
                    <a:pt x="55093" y="65532"/>
                  </a:lnTo>
                  <a:lnTo>
                    <a:pt x="8572" y="0"/>
                  </a:lnTo>
                  <a:lnTo>
                    <a:pt x="0" y="0"/>
                  </a:lnTo>
                  <a:lnTo>
                    <a:pt x="0" y="83693"/>
                  </a:lnTo>
                  <a:lnTo>
                    <a:pt x="9601" y="83693"/>
                  </a:lnTo>
                  <a:close/>
                  <a:moveTo>
                    <a:pt x="93993" y="51816"/>
                  </a:moveTo>
                  <a:lnTo>
                    <a:pt x="109652" y="51816"/>
                  </a:lnTo>
                  <a:cubicBezTo>
                    <a:pt x="115282" y="51801"/>
                    <a:pt x="120294" y="50673"/>
                    <a:pt x="124701" y="48557"/>
                  </a:cubicBezTo>
                  <a:lnTo>
                    <a:pt x="124790" y="48514"/>
                  </a:lnTo>
                  <a:cubicBezTo>
                    <a:pt x="127019" y="47434"/>
                    <a:pt x="129000" y="46132"/>
                    <a:pt x="130981" y="44831"/>
                  </a:cubicBezTo>
                  <a:lnTo>
                    <a:pt x="135142" y="39448"/>
                  </a:lnTo>
                  <a:cubicBezTo>
                    <a:pt x="136432" y="37397"/>
                    <a:pt x="137363" y="35298"/>
                    <a:pt x="138290" y="33210"/>
                  </a:cubicBezTo>
                  <a:lnTo>
                    <a:pt x="138913" y="26010"/>
                  </a:lnTo>
                  <a:cubicBezTo>
                    <a:pt x="138913" y="23432"/>
                    <a:pt x="138598" y="21082"/>
                    <a:pt x="138284" y="18732"/>
                  </a:cubicBezTo>
                  <a:lnTo>
                    <a:pt x="135191" y="12652"/>
                  </a:lnTo>
                  <a:cubicBezTo>
                    <a:pt x="132643" y="8662"/>
                    <a:pt x="129180" y="5629"/>
                    <a:pt x="124765" y="3347"/>
                  </a:cubicBezTo>
                  <a:lnTo>
                    <a:pt x="124676" y="3302"/>
                  </a:lnTo>
                  <a:cubicBezTo>
                    <a:pt x="122426" y="2212"/>
                    <a:pt x="120026" y="1381"/>
                    <a:pt x="117697" y="572"/>
                  </a:cubicBezTo>
                  <a:lnTo>
                    <a:pt x="109650" y="0"/>
                  </a:lnTo>
                  <a:lnTo>
                    <a:pt x="83820" y="0"/>
                  </a:lnTo>
                  <a:lnTo>
                    <a:pt x="83820" y="83693"/>
                  </a:lnTo>
                  <a:lnTo>
                    <a:pt x="93993" y="83693"/>
                  </a:lnTo>
                  <a:close/>
                  <a:moveTo>
                    <a:pt x="193878" y="84264"/>
                  </a:moveTo>
                  <a:cubicBezTo>
                    <a:pt x="196528" y="83226"/>
                    <a:pt x="199185" y="82197"/>
                    <a:pt x="201616" y="80828"/>
                  </a:cubicBezTo>
                  <a:lnTo>
                    <a:pt x="201714" y="80772"/>
                  </a:lnTo>
                  <a:cubicBezTo>
                    <a:pt x="206609" y="77870"/>
                    <a:pt x="210338" y="73841"/>
                    <a:pt x="212927" y="68684"/>
                  </a:cubicBezTo>
                  <a:lnTo>
                    <a:pt x="212979" y="68580"/>
                  </a:lnTo>
                  <a:cubicBezTo>
                    <a:pt x="214274" y="65913"/>
                    <a:pt x="215246" y="63023"/>
                    <a:pt x="216217" y="60134"/>
                  </a:cubicBezTo>
                  <a:lnTo>
                    <a:pt x="216865" y="50053"/>
                  </a:lnTo>
                  <a:lnTo>
                    <a:pt x="216865" y="0"/>
                  </a:lnTo>
                  <a:lnTo>
                    <a:pt x="206692" y="0"/>
                  </a:lnTo>
                  <a:lnTo>
                    <a:pt x="206692" y="48438"/>
                  </a:lnTo>
                  <a:cubicBezTo>
                    <a:pt x="206667" y="57181"/>
                    <a:pt x="204762" y="63823"/>
                    <a:pt x="201003" y="68487"/>
                  </a:cubicBezTo>
                  <a:lnTo>
                    <a:pt x="200927" y="68580"/>
                  </a:lnTo>
                  <a:cubicBezTo>
                    <a:pt x="199000" y="70925"/>
                    <a:pt x="196647" y="72669"/>
                    <a:pt x="194278" y="74422"/>
                  </a:cubicBezTo>
                  <a:lnTo>
                    <a:pt x="184322" y="75565"/>
                  </a:lnTo>
                  <a:cubicBezTo>
                    <a:pt x="176909" y="75565"/>
                    <a:pt x="171372" y="73309"/>
                    <a:pt x="167564" y="68674"/>
                  </a:cubicBezTo>
                  <a:lnTo>
                    <a:pt x="167488" y="68580"/>
                  </a:lnTo>
                  <a:cubicBezTo>
                    <a:pt x="165581" y="66228"/>
                    <a:pt x="164152" y="63368"/>
                    <a:pt x="162725" y="60515"/>
                  </a:cubicBezTo>
                  <a:lnTo>
                    <a:pt x="161773" y="48438"/>
                  </a:lnTo>
                  <a:lnTo>
                    <a:pt x="161773" y="0"/>
                  </a:lnTo>
                  <a:lnTo>
                    <a:pt x="151600" y="0"/>
                  </a:lnTo>
                  <a:lnTo>
                    <a:pt x="151600" y="50053"/>
                  </a:lnTo>
                  <a:cubicBezTo>
                    <a:pt x="151617" y="57058"/>
                    <a:pt x="152895" y="63198"/>
                    <a:pt x="155434" y="68473"/>
                  </a:cubicBezTo>
                  <a:lnTo>
                    <a:pt x="155486" y="68580"/>
                  </a:lnTo>
                  <a:cubicBezTo>
                    <a:pt x="158060" y="73752"/>
                    <a:pt x="161761" y="77796"/>
                    <a:pt x="166590" y="80713"/>
                  </a:cubicBezTo>
                  <a:lnTo>
                    <a:pt x="166688" y="80772"/>
                  </a:lnTo>
                  <a:cubicBezTo>
                    <a:pt x="169126" y="82169"/>
                    <a:pt x="171802" y="83217"/>
                    <a:pt x="174479" y="84264"/>
                  </a:cubicBezTo>
                  <a:lnTo>
                    <a:pt x="184040" y="84963"/>
                  </a:lnTo>
                  <a:cubicBezTo>
                    <a:pt x="184221" y="84963"/>
                    <a:pt x="184266" y="84963"/>
                    <a:pt x="184311" y="84963"/>
                  </a:cubicBezTo>
                  <a:moveTo>
                    <a:pt x="93993" y="42926"/>
                  </a:moveTo>
                  <a:lnTo>
                    <a:pt x="93993" y="8890"/>
                  </a:lnTo>
                  <a:lnTo>
                    <a:pt x="108408" y="8890"/>
                  </a:lnTo>
                  <a:cubicBezTo>
                    <a:pt x="111544" y="8901"/>
                    <a:pt x="114322" y="9310"/>
                    <a:pt x="117138" y="9715"/>
                  </a:cubicBezTo>
                  <a:lnTo>
                    <a:pt x="122956" y="13652"/>
                  </a:lnTo>
                  <a:cubicBezTo>
                    <a:pt x="124739" y="15303"/>
                    <a:pt x="126025" y="17113"/>
                    <a:pt x="127311" y="18922"/>
                  </a:cubicBezTo>
                  <a:lnTo>
                    <a:pt x="128168" y="25809"/>
                  </a:lnTo>
                  <a:cubicBezTo>
                    <a:pt x="128168" y="30828"/>
                    <a:pt x="126477" y="34870"/>
                    <a:pt x="123093" y="38036"/>
                  </a:cubicBezTo>
                  <a:lnTo>
                    <a:pt x="123025" y="38100"/>
                  </a:lnTo>
                  <a:cubicBezTo>
                    <a:pt x="121304" y="39693"/>
                    <a:pt x="119209" y="40902"/>
                    <a:pt x="117138" y="42100"/>
                  </a:cubicBezTo>
                  <a:lnTo>
                    <a:pt x="108408" y="42926"/>
                  </a:lnTo>
                  <a:close/>
                </a:path>
              </a:pathLst>
            </a:custGeom>
            <a:solidFill>
              <a:srgbClr val="FFFFFF">
                <a:alpha val="80000"/>
              </a:srgbClr>
            </a:solidFill>
          </p:spPr>
        </p:sp>
      </p:grpSp>
      <p:pic>
        <p:nvPicPr>
          <p:cNvPr id="148" name="9286491D-7CC4-4F07-90BE-51AAEDC2D487"/>
          <p:cNvPicPr>
            <a:picLocks noChangeAspect="1"/>
          </p:cNvPicPr>
          <p:nvPr/>
        </p:nvPicPr>
        <p:blipFill>
          <a:blip r:embed="rId4" cstate="print">
            <a:extLst>
              <a:ext uri="{5420E7C7-627B-4DA8-EDB7-032D86A0B33E}"/>
            </a:extLst>
          </a:blip>
          <a:srcRect/>
          <a:stretch>
            <a:fillRect/>
          </a:stretch>
        </p:blipFill>
        <p:spPr>
          <a:xfrm>
            <a:off x="850265" y="1823720"/>
            <a:ext cx="1024467" cy="110067"/>
          </a:xfrm>
          <a:prstGeom prst="rect">
            <a:avLst/>
          </a:prstGeom>
        </p:spPr>
      </p:pic>
      <p:sp>
        <p:nvSpPr>
          <p:cNvPr id="149" name="VectorPath 149"/>
          <p:cNvSpPr/>
          <p:nvPr/>
        </p:nvSpPr>
        <p:spPr>
          <a:xfrm>
            <a:off x="533400" y="21069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112" y="495300"/>
                  <a:pt x="0" y="461137"/>
                  <a:pt x="0" y="419100"/>
                </a:cubicBezTo>
                <a:lnTo>
                  <a:pt x="0" y="76200"/>
                </a:lnTo>
                <a:cubicBezTo>
                  <a:pt x="0" y="34163"/>
                  <a:pt x="34112" y="0"/>
                  <a:pt x="76200" y="0"/>
                </a:cubicBezTo>
              </a:path>
            </a:pathLst>
          </a:custGeom>
          <a:solidFill>
            <a:srgbClr val="FFFFFF">
              <a:alpha val="10000"/>
            </a:srgbClr>
          </a:solidFill>
        </p:spPr>
      </p:sp>
      <p:pic>
        <p:nvPicPr>
          <p:cNvPr id="150" name="D33DCB3C-C7C1-457B-B408-E46CE1CF4B1F"/>
          <p:cNvPicPr>
            <a:picLocks noChangeAspect="1"/>
          </p:cNvPicPr>
          <p:nvPr/>
        </p:nvPicPr>
        <p:blipFill>
          <a:blip r:embed="rId5" cstate="print">
            <a:extLst>
              <a:ext uri="{A7A34733-F725-4B88-A9E1-472C0F5AA875}"/>
            </a:extLst>
          </a:blip>
          <a:srcRect/>
          <a:stretch>
            <a:fillRect/>
          </a:stretch>
        </p:blipFill>
        <p:spPr>
          <a:xfrm>
            <a:off x="610870" y="2393950"/>
            <a:ext cx="855133" cy="131233"/>
          </a:xfrm>
          <a:prstGeom prst="rect">
            <a:avLst/>
          </a:prstGeom>
        </p:spPr>
      </p:pic>
      <p:sp>
        <p:nvSpPr>
          <p:cNvPr id="151" name="VectorPath 151"/>
          <p:cNvSpPr/>
          <p:nvPr/>
        </p:nvSpPr>
        <p:spPr>
          <a:xfrm>
            <a:off x="533400" y="26784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112" y="495300"/>
                  <a:pt x="0" y="461137"/>
                  <a:pt x="0" y="419100"/>
                </a:cubicBezTo>
                <a:lnTo>
                  <a:pt x="0" y="76200"/>
                </a:lnTo>
                <a:cubicBezTo>
                  <a:pt x="0" y="34163"/>
                  <a:pt x="34112" y="0"/>
                  <a:pt x="76200" y="0"/>
                </a:cubicBezTo>
              </a:path>
            </a:pathLst>
          </a:custGeom>
          <a:solidFill>
            <a:srgbClr val="FFFFFF">
              <a:alpha val="10000"/>
            </a:srgbClr>
          </a:solidFill>
        </p:spPr>
      </p:sp>
      <p:pic>
        <p:nvPicPr>
          <p:cNvPr id="152" name="2885EC22-9D75-40E9-DC5F-FD4BF253B13E"/>
          <p:cNvPicPr>
            <a:picLocks noChangeAspect="1"/>
          </p:cNvPicPr>
          <p:nvPr/>
        </p:nvPicPr>
        <p:blipFill>
          <a:blip r:embed="rId6" cstate="print">
            <a:extLst>
              <a:ext uri="{5518F67B-4299-4989-E37C-4DFB05DE049D}"/>
            </a:extLst>
          </a:blip>
          <a:srcRect/>
          <a:stretch>
            <a:fillRect/>
          </a:stretch>
        </p:blipFill>
        <p:spPr>
          <a:xfrm>
            <a:off x="788035" y="2965450"/>
            <a:ext cx="681567" cy="110067"/>
          </a:xfrm>
          <a:prstGeom prst="rect">
            <a:avLst/>
          </a:prstGeom>
        </p:spPr>
      </p:pic>
      <p:sp>
        <p:nvSpPr>
          <p:cNvPr id="153" name="VectorPath 153"/>
          <p:cNvSpPr/>
          <p:nvPr/>
        </p:nvSpPr>
        <p:spPr>
          <a:xfrm>
            <a:off x="533400" y="32499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112" y="495300"/>
                  <a:pt x="0" y="461137"/>
                  <a:pt x="0" y="419100"/>
                </a:cubicBezTo>
                <a:lnTo>
                  <a:pt x="0" y="76200"/>
                </a:lnTo>
                <a:cubicBezTo>
                  <a:pt x="0" y="34163"/>
                  <a:pt x="34112" y="0"/>
                  <a:pt x="76200" y="0"/>
                </a:cubicBezTo>
              </a:path>
            </a:pathLst>
          </a:custGeom>
          <a:solidFill>
            <a:srgbClr val="FFFFFF">
              <a:alpha val="10000"/>
            </a:srgbClr>
          </a:solidFill>
        </p:spPr>
      </p:sp>
      <p:pic>
        <p:nvPicPr>
          <p:cNvPr id="154" name="3B3B2B2A-8BCC-425D-A8D6-EBF4A70E6A0A"/>
          <p:cNvPicPr>
            <a:picLocks noChangeAspect="1"/>
          </p:cNvPicPr>
          <p:nvPr/>
        </p:nvPicPr>
        <p:blipFill>
          <a:blip r:embed="rId7" cstate="print">
            <a:extLst>
              <a:ext uri="{98FD1216-67D5-4591-9AF6-9CA1902FE51E}"/>
            </a:extLst>
          </a:blip>
          <a:srcRect/>
          <a:stretch>
            <a:fillRect/>
          </a:stretch>
        </p:blipFill>
        <p:spPr>
          <a:xfrm>
            <a:off x="789305" y="3538220"/>
            <a:ext cx="440267" cy="110067"/>
          </a:xfrm>
          <a:prstGeom prst="rect">
            <a:avLst/>
          </a:prstGeom>
        </p:spPr>
      </p:pic>
      <p:sp>
        <p:nvSpPr>
          <p:cNvPr id="155" name="VectorPath 155"/>
          <p:cNvSpPr/>
          <p:nvPr/>
        </p:nvSpPr>
        <p:spPr>
          <a:xfrm>
            <a:off x="1247775" y="3566795"/>
            <a:ext cx="53340" cy="53340"/>
          </a:xfrm>
          <a:custGeom>
            <a:avLst/>
            <a:gdLst/>
            <a:ahLst/>
            <a:cxnLst/>
            <a:rect l="l" t="t" r="r" b="b"/>
            <a:pathLst>
              <a:path w="53226" h="53340">
                <a:moveTo>
                  <a:pt x="31128" y="30861"/>
                </a:moveTo>
                <a:lnTo>
                  <a:pt x="53480" y="30861"/>
                </a:lnTo>
                <a:lnTo>
                  <a:pt x="53480" y="22225"/>
                </a:lnTo>
                <a:lnTo>
                  <a:pt x="31128" y="22225"/>
                </a:lnTo>
                <a:lnTo>
                  <a:pt x="31128" y="-127"/>
                </a:lnTo>
                <a:lnTo>
                  <a:pt x="22365" y="-127"/>
                </a:lnTo>
                <a:lnTo>
                  <a:pt x="22365" y="22225"/>
                </a:lnTo>
                <a:lnTo>
                  <a:pt x="0" y="22225"/>
                </a:lnTo>
                <a:lnTo>
                  <a:pt x="0" y="30861"/>
                </a:lnTo>
                <a:lnTo>
                  <a:pt x="22365" y="30861"/>
                </a:lnTo>
                <a:lnTo>
                  <a:pt x="22365" y="53340"/>
                </a:lnTo>
                <a:lnTo>
                  <a:pt x="31128" y="53340"/>
                </a:lnTo>
                <a:close/>
              </a:path>
            </a:pathLst>
          </a:custGeom>
          <a:solidFill>
            <a:srgbClr val="FFFFFF">
              <a:alpha val="80000"/>
            </a:srgbClr>
          </a:solidFill>
        </p:spPr>
      </p:sp>
      <p:pic>
        <p:nvPicPr>
          <p:cNvPr id="156" name="71DD6C2F-3B2B-440D-7C9E-6A6541C14B0A"/>
          <p:cNvPicPr>
            <a:picLocks noChangeAspect="1"/>
          </p:cNvPicPr>
          <p:nvPr/>
        </p:nvPicPr>
        <p:blipFill>
          <a:blip r:embed="rId8" cstate="print">
            <a:extLst>
              <a:ext uri="{F97FE9A3-BB42-4548-A28C-3E1512884E34}"/>
            </a:extLst>
          </a:blip>
          <a:srcRect/>
          <a:stretch>
            <a:fillRect/>
          </a:stretch>
        </p:blipFill>
        <p:spPr>
          <a:xfrm>
            <a:off x="1310005" y="3536950"/>
            <a:ext cx="452967" cy="110067"/>
          </a:xfrm>
          <a:prstGeom prst="rect">
            <a:avLst/>
          </a:prstGeom>
        </p:spPr>
      </p:pic>
      <p:sp>
        <p:nvSpPr>
          <p:cNvPr id="157" name="VectorPath 157"/>
          <p:cNvSpPr/>
          <p:nvPr/>
        </p:nvSpPr>
        <p:spPr>
          <a:xfrm>
            <a:off x="533400" y="38214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112" y="495300"/>
                  <a:pt x="0" y="461137"/>
                  <a:pt x="0" y="419100"/>
                </a:cubicBezTo>
                <a:lnTo>
                  <a:pt x="0" y="76200"/>
                </a:lnTo>
                <a:cubicBezTo>
                  <a:pt x="0" y="34163"/>
                  <a:pt x="34112" y="0"/>
                  <a:pt x="76200" y="0"/>
                </a:cubicBezTo>
              </a:path>
            </a:pathLst>
          </a:custGeom>
          <a:solidFill>
            <a:srgbClr val="FFFFFF">
              <a:alpha val="10000"/>
            </a:srgbClr>
          </a:solidFill>
        </p:spPr>
      </p:sp>
      <p:pic>
        <p:nvPicPr>
          <p:cNvPr id="158" name="EC605F25-3BDB-46B1-75A6-6A119CA84B92"/>
          <p:cNvPicPr>
            <a:picLocks noChangeAspect="1"/>
          </p:cNvPicPr>
          <p:nvPr/>
        </p:nvPicPr>
        <p:blipFill>
          <a:blip r:embed="rId9" cstate="print">
            <a:extLst>
              <a:ext uri="{08F92BA5-5458-4E3A-A410-8BEA67FE5EA5}"/>
            </a:extLst>
          </a:blip>
          <a:srcRect/>
          <a:stretch>
            <a:fillRect/>
          </a:stretch>
        </p:blipFill>
        <p:spPr>
          <a:xfrm>
            <a:off x="614680" y="4108450"/>
            <a:ext cx="1210734" cy="118533"/>
          </a:xfrm>
          <a:prstGeom prst="rect">
            <a:avLst/>
          </a:prstGeom>
        </p:spPr>
      </p:pic>
      <p:sp>
        <p:nvSpPr>
          <p:cNvPr id="159" name="VectorPath 159"/>
          <p:cNvSpPr/>
          <p:nvPr/>
        </p:nvSpPr>
        <p:spPr>
          <a:xfrm>
            <a:off x="610235" y="2979420"/>
            <a:ext cx="164465" cy="83820"/>
          </a:xfrm>
          <a:custGeom>
            <a:avLst/>
            <a:gdLst/>
            <a:ahLst/>
            <a:cxnLst/>
            <a:rect l="l" t="t" r="r" b="b"/>
            <a:pathLst>
              <a:path w="164097" h="83693">
                <a:moveTo>
                  <a:pt x="19088" y="59690"/>
                </a:moveTo>
                <a:lnTo>
                  <a:pt x="53721" y="59690"/>
                </a:lnTo>
                <a:lnTo>
                  <a:pt x="62979" y="83693"/>
                </a:lnTo>
                <a:lnTo>
                  <a:pt x="74295" y="83693"/>
                </a:lnTo>
                <a:lnTo>
                  <a:pt x="40691" y="0"/>
                </a:lnTo>
                <a:lnTo>
                  <a:pt x="32118" y="0"/>
                </a:lnTo>
                <a:lnTo>
                  <a:pt x="0" y="83693"/>
                </a:lnTo>
                <a:lnTo>
                  <a:pt x="10287" y="83693"/>
                </a:lnTo>
                <a:close/>
                <a:moveTo>
                  <a:pt x="95517" y="51816"/>
                </a:moveTo>
                <a:lnTo>
                  <a:pt x="111176" y="51816"/>
                </a:lnTo>
                <a:cubicBezTo>
                  <a:pt x="116806" y="51800"/>
                  <a:pt x="121819" y="50673"/>
                  <a:pt x="126225" y="48557"/>
                </a:cubicBezTo>
                <a:lnTo>
                  <a:pt x="126314" y="48514"/>
                </a:lnTo>
                <a:cubicBezTo>
                  <a:pt x="130742" y="46369"/>
                  <a:pt x="134193" y="43347"/>
                  <a:pt x="136666" y="39448"/>
                </a:cubicBezTo>
                <a:lnTo>
                  <a:pt x="136716" y="39370"/>
                </a:lnTo>
                <a:cubicBezTo>
                  <a:pt x="137956" y="37397"/>
                  <a:pt x="138888" y="35298"/>
                  <a:pt x="139814" y="33210"/>
                </a:cubicBezTo>
                <a:lnTo>
                  <a:pt x="140437" y="26010"/>
                </a:lnTo>
                <a:cubicBezTo>
                  <a:pt x="140437" y="20987"/>
                  <a:pt x="139196" y="16569"/>
                  <a:pt x="136715" y="12652"/>
                </a:cubicBezTo>
                <a:lnTo>
                  <a:pt x="136665" y="12573"/>
                </a:lnTo>
                <a:cubicBezTo>
                  <a:pt x="134167" y="8661"/>
                  <a:pt x="130704" y="5629"/>
                  <a:pt x="126289" y="3347"/>
                </a:cubicBezTo>
                <a:lnTo>
                  <a:pt x="126200" y="3302"/>
                </a:lnTo>
                <a:cubicBezTo>
                  <a:pt x="123950" y="2212"/>
                  <a:pt x="121550" y="1381"/>
                  <a:pt x="119221" y="572"/>
                </a:cubicBezTo>
                <a:lnTo>
                  <a:pt x="111174" y="0"/>
                </a:lnTo>
                <a:lnTo>
                  <a:pt x="85344" y="0"/>
                </a:lnTo>
                <a:lnTo>
                  <a:pt x="85344" y="83693"/>
                </a:lnTo>
                <a:lnTo>
                  <a:pt x="95517" y="83693"/>
                </a:lnTo>
                <a:close/>
                <a:moveTo>
                  <a:pt x="164097" y="0"/>
                </a:moveTo>
                <a:lnTo>
                  <a:pt x="153924" y="0"/>
                </a:lnTo>
                <a:lnTo>
                  <a:pt x="153924" y="83693"/>
                </a:lnTo>
                <a:lnTo>
                  <a:pt x="164097" y="83693"/>
                </a:lnTo>
                <a:close/>
                <a:moveTo>
                  <a:pt x="95517" y="42926"/>
                </a:moveTo>
                <a:lnTo>
                  <a:pt x="95517" y="8890"/>
                </a:lnTo>
                <a:lnTo>
                  <a:pt x="109932" y="8890"/>
                </a:lnTo>
                <a:cubicBezTo>
                  <a:pt x="116228" y="8911"/>
                  <a:pt x="121077" y="10540"/>
                  <a:pt x="124480" y="13652"/>
                </a:cubicBezTo>
                <a:lnTo>
                  <a:pt x="124549" y="13716"/>
                </a:lnTo>
                <a:cubicBezTo>
                  <a:pt x="126263" y="15303"/>
                  <a:pt x="127549" y="17113"/>
                  <a:pt x="128835" y="18922"/>
                </a:cubicBezTo>
                <a:lnTo>
                  <a:pt x="129692" y="25809"/>
                </a:lnTo>
                <a:cubicBezTo>
                  <a:pt x="129692" y="30828"/>
                  <a:pt x="128001" y="34870"/>
                  <a:pt x="124617" y="38036"/>
                </a:cubicBezTo>
                <a:lnTo>
                  <a:pt x="124549" y="38100"/>
                </a:lnTo>
                <a:cubicBezTo>
                  <a:pt x="122828" y="39693"/>
                  <a:pt x="120733" y="40903"/>
                  <a:pt x="118662" y="42100"/>
                </a:cubicBezTo>
                <a:lnTo>
                  <a:pt x="109932" y="42926"/>
                </a:lnTo>
                <a:close/>
                <a:moveTo>
                  <a:pt x="22517" y="50546"/>
                </a:moveTo>
                <a:lnTo>
                  <a:pt x="36004" y="13589"/>
                </a:lnTo>
                <a:lnTo>
                  <a:pt x="50178" y="50546"/>
                </a:lnTo>
                <a:close/>
              </a:path>
            </a:pathLst>
          </a:custGeom>
          <a:solidFill>
            <a:srgbClr val="FFFFFF">
              <a:alpha val="80000"/>
            </a:srgbClr>
          </a:solidFill>
        </p:spPr>
      </p:sp>
      <p:sp>
        <p:nvSpPr>
          <p:cNvPr id="160" name="VectorPath 160"/>
          <p:cNvSpPr/>
          <p:nvPr/>
        </p:nvSpPr>
        <p:spPr>
          <a:xfrm>
            <a:off x="610235" y="3550920"/>
            <a:ext cx="164465" cy="83820"/>
          </a:xfrm>
          <a:custGeom>
            <a:avLst/>
            <a:gdLst/>
            <a:ahLst/>
            <a:cxnLst/>
            <a:rect l="l" t="t" r="r" b="b"/>
            <a:pathLst>
              <a:path w="164097" h="83693">
                <a:moveTo>
                  <a:pt x="19088" y="59690"/>
                </a:moveTo>
                <a:lnTo>
                  <a:pt x="53721" y="59690"/>
                </a:lnTo>
                <a:lnTo>
                  <a:pt x="62979" y="83693"/>
                </a:lnTo>
                <a:lnTo>
                  <a:pt x="74295" y="83693"/>
                </a:lnTo>
                <a:lnTo>
                  <a:pt x="40691" y="0"/>
                </a:lnTo>
                <a:lnTo>
                  <a:pt x="32118" y="0"/>
                </a:lnTo>
                <a:lnTo>
                  <a:pt x="0" y="83693"/>
                </a:lnTo>
                <a:lnTo>
                  <a:pt x="10287" y="83693"/>
                </a:lnTo>
                <a:close/>
                <a:moveTo>
                  <a:pt x="95517" y="51816"/>
                </a:moveTo>
                <a:lnTo>
                  <a:pt x="111176" y="51816"/>
                </a:lnTo>
                <a:cubicBezTo>
                  <a:pt x="116806" y="51801"/>
                  <a:pt x="121819" y="50674"/>
                  <a:pt x="126225" y="48557"/>
                </a:cubicBezTo>
                <a:lnTo>
                  <a:pt x="126314" y="48514"/>
                </a:lnTo>
                <a:cubicBezTo>
                  <a:pt x="130742" y="46369"/>
                  <a:pt x="134193" y="43348"/>
                  <a:pt x="136666" y="39448"/>
                </a:cubicBezTo>
                <a:lnTo>
                  <a:pt x="136716" y="39370"/>
                </a:lnTo>
                <a:cubicBezTo>
                  <a:pt x="137956" y="37397"/>
                  <a:pt x="138888" y="35298"/>
                  <a:pt x="139814" y="33210"/>
                </a:cubicBezTo>
                <a:lnTo>
                  <a:pt x="140437" y="26010"/>
                </a:lnTo>
                <a:cubicBezTo>
                  <a:pt x="140437" y="20987"/>
                  <a:pt x="139196" y="16569"/>
                  <a:pt x="136715" y="12652"/>
                </a:cubicBezTo>
                <a:lnTo>
                  <a:pt x="136665" y="12573"/>
                </a:lnTo>
                <a:cubicBezTo>
                  <a:pt x="134167" y="8661"/>
                  <a:pt x="130704" y="5629"/>
                  <a:pt x="126289" y="3347"/>
                </a:cubicBezTo>
                <a:lnTo>
                  <a:pt x="126200" y="3302"/>
                </a:lnTo>
                <a:cubicBezTo>
                  <a:pt x="123950" y="2212"/>
                  <a:pt x="121550" y="1381"/>
                  <a:pt x="119221" y="572"/>
                </a:cubicBezTo>
                <a:lnTo>
                  <a:pt x="111174" y="0"/>
                </a:lnTo>
                <a:lnTo>
                  <a:pt x="85344" y="0"/>
                </a:lnTo>
                <a:lnTo>
                  <a:pt x="85344" y="83693"/>
                </a:lnTo>
                <a:lnTo>
                  <a:pt x="95517" y="83693"/>
                </a:lnTo>
                <a:close/>
                <a:moveTo>
                  <a:pt x="164097" y="0"/>
                </a:moveTo>
                <a:lnTo>
                  <a:pt x="153924" y="0"/>
                </a:lnTo>
                <a:lnTo>
                  <a:pt x="153924" y="83693"/>
                </a:lnTo>
                <a:lnTo>
                  <a:pt x="164097" y="83693"/>
                </a:lnTo>
                <a:close/>
                <a:moveTo>
                  <a:pt x="95517" y="42926"/>
                </a:moveTo>
                <a:lnTo>
                  <a:pt x="95517" y="8890"/>
                </a:lnTo>
                <a:lnTo>
                  <a:pt x="109932" y="8890"/>
                </a:lnTo>
                <a:cubicBezTo>
                  <a:pt x="116228" y="8912"/>
                  <a:pt x="121077" y="10540"/>
                  <a:pt x="124480" y="13652"/>
                </a:cubicBezTo>
                <a:lnTo>
                  <a:pt x="124549" y="13716"/>
                </a:lnTo>
                <a:cubicBezTo>
                  <a:pt x="126263" y="15303"/>
                  <a:pt x="127549" y="17113"/>
                  <a:pt x="128835" y="18922"/>
                </a:cubicBezTo>
                <a:lnTo>
                  <a:pt x="129692" y="25809"/>
                </a:lnTo>
                <a:cubicBezTo>
                  <a:pt x="129692" y="30828"/>
                  <a:pt x="128001" y="34870"/>
                  <a:pt x="124617" y="38036"/>
                </a:cubicBezTo>
                <a:lnTo>
                  <a:pt x="124549" y="38100"/>
                </a:lnTo>
                <a:cubicBezTo>
                  <a:pt x="122828" y="39693"/>
                  <a:pt x="120733" y="40903"/>
                  <a:pt x="118662" y="42100"/>
                </a:cubicBezTo>
                <a:lnTo>
                  <a:pt x="109932" y="42926"/>
                </a:lnTo>
                <a:close/>
                <a:moveTo>
                  <a:pt x="22517" y="50546"/>
                </a:moveTo>
                <a:lnTo>
                  <a:pt x="36004" y="13589"/>
                </a:lnTo>
                <a:lnTo>
                  <a:pt x="50178" y="50546"/>
                </a:lnTo>
                <a:close/>
              </a:path>
            </a:pathLst>
          </a:custGeom>
          <a:solidFill>
            <a:srgbClr val="FFFFFF">
              <a:alpha val="80000"/>
            </a:srgbClr>
          </a:solidFill>
        </p:spPr>
      </p:sp>
      <p:sp>
        <p:nvSpPr>
          <p:cNvPr id="161" name="VectorPath 161"/>
          <p:cNvSpPr/>
          <p:nvPr/>
        </p:nvSpPr>
        <p:spPr>
          <a:xfrm>
            <a:off x="1836420" y="4109085"/>
            <a:ext cx="219710" cy="105410"/>
          </a:xfrm>
          <a:custGeom>
            <a:avLst/>
            <a:gdLst/>
            <a:ahLst/>
            <a:cxnLst/>
            <a:rect l="l" t="t" r="r" b="b"/>
            <a:pathLst>
              <a:path w="219710" h="105283">
                <a:moveTo>
                  <a:pt x="161290" y="98425"/>
                </a:moveTo>
                <a:lnTo>
                  <a:pt x="219837" y="98425"/>
                </a:lnTo>
                <a:lnTo>
                  <a:pt x="219837" y="90043"/>
                </a:lnTo>
                <a:lnTo>
                  <a:pt x="193294" y="90043"/>
                </a:lnTo>
                <a:lnTo>
                  <a:pt x="193294" y="74041"/>
                </a:lnTo>
                <a:lnTo>
                  <a:pt x="215773" y="74041"/>
                </a:lnTo>
                <a:lnTo>
                  <a:pt x="215773" y="65913"/>
                </a:lnTo>
                <a:lnTo>
                  <a:pt x="193294" y="65913"/>
                </a:lnTo>
                <a:lnTo>
                  <a:pt x="193294" y="50673"/>
                </a:lnTo>
                <a:lnTo>
                  <a:pt x="215773" y="50673"/>
                </a:lnTo>
                <a:lnTo>
                  <a:pt x="215773" y="42545"/>
                </a:lnTo>
                <a:lnTo>
                  <a:pt x="193294" y="42545"/>
                </a:lnTo>
                <a:lnTo>
                  <a:pt x="193294" y="27305"/>
                </a:lnTo>
                <a:lnTo>
                  <a:pt x="218059" y="27305"/>
                </a:lnTo>
                <a:lnTo>
                  <a:pt x="218059" y="18796"/>
                </a:lnTo>
                <a:lnTo>
                  <a:pt x="194056" y="18796"/>
                </a:lnTo>
                <a:cubicBezTo>
                  <a:pt x="192668" y="14759"/>
                  <a:pt x="190403" y="8842"/>
                  <a:pt x="187261" y="922"/>
                </a:cubicBezTo>
                <a:lnTo>
                  <a:pt x="187198" y="762"/>
                </a:lnTo>
                <a:lnTo>
                  <a:pt x="178562" y="2921"/>
                </a:lnTo>
                <a:cubicBezTo>
                  <a:pt x="180706" y="8345"/>
                  <a:pt x="182600" y="13645"/>
                  <a:pt x="184368" y="18694"/>
                </a:cubicBezTo>
                <a:lnTo>
                  <a:pt x="184404" y="18796"/>
                </a:lnTo>
                <a:lnTo>
                  <a:pt x="164211" y="18796"/>
                </a:lnTo>
                <a:cubicBezTo>
                  <a:pt x="166734" y="13119"/>
                  <a:pt x="168881" y="7316"/>
                  <a:pt x="170528" y="1638"/>
                </a:cubicBezTo>
                <a:lnTo>
                  <a:pt x="170561" y="1524"/>
                </a:lnTo>
                <a:lnTo>
                  <a:pt x="160909" y="0"/>
                </a:lnTo>
                <a:cubicBezTo>
                  <a:pt x="154601" y="19806"/>
                  <a:pt x="146664" y="34976"/>
                  <a:pt x="137099" y="45385"/>
                </a:cubicBezTo>
                <a:lnTo>
                  <a:pt x="136906" y="45593"/>
                </a:lnTo>
                <a:lnTo>
                  <a:pt x="143256" y="53213"/>
                </a:lnTo>
                <a:cubicBezTo>
                  <a:pt x="146158" y="49933"/>
                  <a:pt x="149059" y="45901"/>
                  <a:pt x="152085" y="41242"/>
                </a:cubicBezTo>
                <a:lnTo>
                  <a:pt x="152146" y="41148"/>
                </a:lnTo>
                <a:lnTo>
                  <a:pt x="152146" y="105283"/>
                </a:lnTo>
                <a:lnTo>
                  <a:pt x="161290" y="105283"/>
                </a:lnTo>
                <a:close/>
                <a:moveTo>
                  <a:pt x="27178" y="51816"/>
                </a:moveTo>
                <a:cubicBezTo>
                  <a:pt x="30962" y="56484"/>
                  <a:pt x="34497" y="61276"/>
                  <a:pt x="37531" y="65821"/>
                </a:cubicBezTo>
                <a:lnTo>
                  <a:pt x="37592" y="65913"/>
                </a:lnTo>
                <a:lnTo>
                  <a:pt x="43434" y="59055"/>
                </a:lnTo>
                <a:cubicBezTo>
                  <a:pt x="41668" y="56784"/>
                  <a:pt x="39024" y="53762"/>
                  <a:pt x="35628" y="49987"/>
                </a:cubicBezTo>
                <a:lnTo>
                  <a:pt x="35560" y="49911"/>
                </a:lnTo>
                <a:cubicBezTo>
                  <a:pt x="32028" y="46000"/>
                  <a:pt x="29372" y="43092"/>
                  <a:pt x="27221" y="41062"/>
                </a:cubicBezTo>
                <a:lnTo>
                  <a:pt x="27178" y="41021"/>
                </a:lnTo>
                <a:lnTo>
                  <a:pt x="27178" y="31242"/>
                </a:lnTo>
                <a:lnTo>
                  <a:pt x="40386" y="31242"/>
                </a:lnTo>
                <a:lnTo>
                  <a:pt x="40386" y="22987"/>
                </a:lnTo>
                <a:lnTo>
                  <a:pt x="27178" y="22987"/>
                </a:lnTo>
                <a:lnTo>
                  <a:pt x="27178" y="2286"/>
                </a:lnTo>
                <a:lnTo>
                  <a:pt x="18034" y="2286"/>
                </a:lnTo>
                <a:lnTo>
                  <a:pt x="18034" y="22987"/>
                </a:lnTo>
                <a:lnTo>
                  <a:pt x="3810" y="22987"/>
                </a:lnTo>
                <a:lnTo>
                  <a:pt x="3810" y="31242"/>
                </a:lnTo>
                <a:lnTo>
                  <a:pt x="18034" y="31242"/>
                </a:lnTo>
                <a:lnTo>
                  <a:pt x="18034" y="32131"/>
                </a:lnTo>
                <a:cubicBezTo>
                  <a:pt x="16015" y="38943"/>
                  <a:pt x="13371" y="45755"/>
                  <a:pt x="10099" y="52319"/>
                </a:cubicBezTo>
                <a:lnTo>
                  <a:pt x="10033" y="52451"/>
                </a:lnTo>
                <a:cubicBezTo>
                  <a:pt x="6879" y="59137"/>
                  <a:pt x="3475" y="65071"/>
                  <a:pt x="-180" y="70254"/>
                </a:cubicBezTo>
                <a:lnTo>
                  <a:pt x="-254" y="70358"/>
                </a:lnTo>
                <a:lnTo>
                  <a:pt x="4318" y="79756"/>
                </a:lnTo>
                <a:cubicBezTo>
                  <a:pt x="8860" y="73070"/>
                  <a:pt x="13401" y="64003"/>
                  <a:pt x="17943" y="52431"/>
                </a:cubicBezTo>
                <a:lnTo>
                  <a:pt x="18034" y="52197"/>
                </a:lnTo>
                <a:lnTo>
                  <a:pt x="18034" y="105537"/>
                </a:lnTo>
                <a:lnTo>
                  <a:pt x="27178" y="105537"/>
                </a:lnTo>
                <a:close/>
                <a:moveTo>
                  <a:pt x="141859" y="31369"/>
                </a:moveTo>
                <a:cubicBezTo>
                  <a:pt x="139336" y="26323"/>
                  <a:pt x="134557" y="17643"/>
                  <a:pt x="127523" y="5204"/>
                </a:cubicBezTo>
                <a:lnTo>
                  <a:pt x="127381" y="4953"/>
                </a:lnTo>
                <a:lnTo>
                  <a:pt x="119253" y="9144"/>
                </a:lnTo>
                <a:cubicBezTo>
                  <a:pt x="121271" y="12802"/>
                  <a:pt x="123791" y="17338"/>
                  <a:pt x="126563" y="22751"/>
                </a:cubicBezTo>
                <a:lnTo>
                  <a:pt x="126619" y="22860"/>
                </a:lnTo>
                <a:cubicBezTo>
                  <a:pt x="129521" y="28159"/>
                  <a:pt x="131671" y="32581"/>
                  <a:pt x="133192" y="35875"/>
                </a:cubicBezTo>
                <a:lnTo>
                  <a:pt x="133223" y="35941"/>
                </a:lnTo>
                <a:close/>
                <a:moveTo>
                  <a:pt x="101219" y="8509"/>
                </a:moveTo>
                <a:lnTo>
                  <a:pt x="47498" y="8509"/>
                </a:lnTo>
                <a:lnTo>
                  <a:pt x="47498" y="17018"/>
                </a:lnTo>
                <a:lnTo>
                  <a:pt x="101219" y="17018"/>
                </a:lnTo>
                <a:close/>
                <a:moveTo>
                  <a:pt x="161290" y="42545"/>
                </a:moveTo>
                <a:lnTo>
                  <a:pt x="161290" y="27305"/>
                </a:lnTo>
                <a:lnTo>
                  <a:pt x="184404" y="27305"/>
                </a:lnTo>
                <a:lnTo>
                  <a:pt x="184404" y="42545"/>
                </a:lnTo>
                <a:close/>
                <a:moveTo>
                  <a:pt x="71183" y="103949"/>
                </a:moveTo>
                <a:cubicBezTo>
                  <a:pt x="72494" y="103379"/>
                  <a:pt x="73915" y="102776"/>
                  <a:pt x="75014" y="102011"/>
                </a:cubicBezTo>
                <a:lnTo>
                  <a:pt x="75057" y="101981"/>
                </a:lnTo>
                <a:cubicBezTo>
                  <a:pt x="76074" y="101218"/>
                  <a:pt x="76837" y="100104"/>
                  <a:pt x="77597" y="98997"/>
                </a:cubicBezTo>
                <a:lnTo>
                  <a:pt x="78105" y="93180"/>
                </a:lnTo>
                <a:lnTo>
                  <a:pt x="78105" y="44958"/>
                </a:lnTo>
                <a:lnTo>
                  <a:pt x="106299" y="44958"/>
                </a:lnTo>
                <a:lnTo>
                  <a:pt x="106299" y="36576"/>
                </a:lnTo>
                <a:lnTo>
                  <a:pt x="42164" y="36576"/>
                </a:lnTo>
                <a:lnTo>
                  <a:pt x="42164" y="44958"/>
                </a:lnTo>
                <a:lnTo>
                  <a:pt x="68834" y="44958"/>
                </a:lnTo>
                <a:lnTo>
                  <a:pt x="68834" y="89205"/>
                </a:lnTo>
                <a:cubicBezTo>
                  <a:pt x="68829" y="91700"/>
                  <a:pt x="68454" y="93455"/>
                  <a:pt x="67831" y="94467"/>
                </a:cubicBezTo>
                <a:lnTo>
                  <a:pt x="67818" y="94488"/>
                </a:lnTo>
                <a:cubicBezTo>
                  <a:pt x="67504" y="94991"/>
                  <a:pt x="66972" y="95369"/>
                  <a:pt x="66421" y="95758"/>
                </a:cubicBezTo>
                <a:lnTo>
                  <a:pt x="63668" y="96012"/>
                </a:lnTo>
                <a:cubicBezTo>
                  <a:pt x="60725" y="96012"/>
                  <a:pt x="57448" y="95636"/>
                  <a:pt x="53546" y="95009"/>
                </a:cubicBezTo>
                <a:lnTo>
                  <a:pt x="53467" y="94996"/>
                </a:lnTo>
                <a:lnTo>
                  <a:pt x="55372" y="103632"/>
                </a:lnTo>
                <a:cubicBezTo>
                  <a:pt x="56889" y="103885"/>
                  <a:pt x="58437" y="104074"/>
                  <a:pt x="60007" y="104267"/>
                </a:cubicBezTo>
                <a:lnTo>
                  <a:pt x="64582" y="104394"/>
                </a:lnTo>
                <a:cubicBezTo>
                  <a:pt x="64675" y="104394"/>
                  <a:pt x="64707" y="104394"/>
                  <a:pt x="64739" y="104394"/>
                </a:cubicBezTo>
                <a:moveTo>
                  <a:pt x="161290" y="65913"/>
                </a:moveTo>
                <a:lnTo>
                  <a:pt x="161290" y="50673"/>
                </a:lnTo>
                <a:lnTo>
                  <a:pt x="184404" y="50673"/>
                </a:lnTo>
                <a:lnTo>
                  <a:pt x="184404" y="65913"/>
                </a:lnTo>
                <a:close/>
                <a:moveTo>
                  <a:pt x="43241" y="96289"/>
                </a:moveTo>
                <a:cubicBezTo>
                  <a:pt x="44697" y="93794"/>
                  <a:pt x="46184" y="91068"/>
                  <a:pt x="47815" y="88074"/>
                </a:cubicBezTo>
                <a:lnTo>
                  <a:pt x="52639" y="77744"/>
                </a:lnTo>
                <a:cubicBezTo>
                  <a:pt x="55985" y="70280"/>
                  <a:pt x="58513" y="63715"/>
                  <a:pt x="60414" y="57902"/>
                </a:cubicBezTo>
                <a:lnTo>
                  <a:pt x="60452" y="57785"/>
                </a:lnTo>
                <a:lnTo>
                  <a:pt x="52451" y="54356"/>
                </a:lnTo>
                <a:cubicBezTo>
                  <a:pt x="50559" y="60159"/>
                  <a:pt x="48165" y="66589"/>
                  <a:pt x="45021" y="73520"/>
                </a:cubicBezTo>
                <a:lnTo>
                  <a:pt x="44958" y="73660"/>
                </a:lnTo>
                <a:cubicBezTo>
                  <a:pt x="41804" y="80598"/>
                  <a:pt x="38650" y="86659"/>
                  <a:pt x="35496" y="91719"/>
                </a:cubicBezTo>
                <a:lnTo>
                  <a:pt x="35433" y="91821"/>
                </a:lnTo>
                <a:lnTo>
                  <a:pt x="43180" y="96393"/>
                </a:lnTo>
                <a:close/>
                <a:moveTo>
                  <a:pt x="108204" y="92075"/>
                </a:moveTo>
                <a:cubicBezTo>
                  <a:pt x="107265" y="89633"/>
                  <a:pt x="106140" y="86851"/>
                  <a:pt x="104965" y="83947"/>
                </a:cubicBezTo>
                <a:lnTo>
                  <a:pt x="100271" y="73055"/>
                </a:lnTo>
                <a:cubicBezTo>
                  <a:pt x="96797" y="65076"/>
                  <a:pt x="93892" y="59009"/>
                  <a:pt x="91613" y="54696"/>
                </a:cubicBezTo>
                <a:lnTo>
                  <a:pt x="91567" y="54610"/>
                </a:lnTo>
                <a:lnTo>
                  <a:pt x="84074" y="58166"/>
                </a:lnTo>
                <a:cubicBezTo>
                  <a:pt x="86219" y="62455"/>
                  <a:pt x="88864" y="68373"/>
                  <a:pt x="92136" y="76294"/>
                </a:cubicBezTo>
                <a:lnTo>
                  <a:pt x="92202" y="76454"/>
                </a:lnTo>
                <a:cubicBezTo>
                  <a:pt x="95482" y="84275"/>
                  <a:pt x="98010" y="90593"/>
                  <a:pt x="99786" y="95532"/>
                </a:cubicBezTo>
                <a:lnTo>
                  <a:pt x="99822" y="95631"/>
                </a:lnTo>
                <a:close/>
                <a:moveTo>
                  <a:pt x="128049" y="100858"/>
                </a:moveTo>
                <a:cubicBezTo>
                  <a:pt x="129686" y="95574"/>
                  <a:pt x="131941" y="88680"/>
                  <a:pt x="134691" y="79934"/>
                </a:cubicBezTo>
                <a:lnTo>
                  <a:pt x="134747" y="79756"/>
                </a:lnTo>
                <a:cubicBezTo>
                  <a:pt x="137522" y="70926"/>
                  <a:pt x="139796" y="63724"/>
                  <a:pt x="141569" y="58275"/>
                </a:cubicBezTo>
                <a:lnTo>
                  <a:pt x="141605" y="58166"/>
                </a:lnTo>
                <a:lnTo>
                  <a:pt x="132461" y="55118"/>
                </a:lnTo>
                <a:cubicBezTo>
                  <a:pt x="131704" y="57768"/>
                  <a:pt x="129693" y="64304"/>
                  <a:pt x="126431" y="74470"/>
                </a:cubicBezTo>
                <a:lnTo>
                  <a:pt x="126365" y="74676"/>
                </a:lnTo>
                <a:cubicBezTo>
                  <a:pt x="122959" y="84894"/>
                  <a:pt x="120430" y="92731"/>
                  <a:pt x="118653" y="98064"/>
                </a:cubicBezTo>
                <a:lnTo>
                  <a:pt x="118618" y="98171"/>
                </a:lnTo>
                <a:lnTo>
                  <a:pt x="128016" y="100965"/>
                </a:lnTo>
                <a:close/>
                <a:moveTo>
                  <a:pt x="161290" y="90043"/>
                </a:moveTo>
                <a:lnTo>
                  <a:pt x="161290" y="74041"/>
                </a:lnTo>
                <a:lnTo>
                  <a:pt x="184404" y="74041"/>
                </a:lnTo>
                <a:lnTo>
                  <a:pt x="184404" y="90043"/>
                </a:lnTo>
                <a:close/>
              </a:path>
            </a:pathLst>
          </a:custGeom>
          <a:solidFill>
            <a:srgbClr val="FFFFFF">
              <a:alpha val="80000"/>
            </a:srgbClr>
          </a:solidFill>
        </p:spPr>
      </p:sp>
      <p:pic>
        <p:nvPicPr>
          <p:cNvPr id="162" name="086493CC-C276-4F7C-E1FD-BD299F9A2269"/>
          <p:cNvPicPr>
            <a:picLocks noChangeAspect="1"/>
          </p:cNvPicPr>
          <p:nvPr/>
        </p:nvPicPr>
        <p:blipFill>
          <a:blip r:embed="rId10" cstate="print">
            <a:extLst>
              <a:ext uri="{168EEAE6-52E7-4579-9713-A047D063A99F}"/>
            </a:extLst>
          </a:blip>
          <a:srcRect/>
          <a:stretch>
            <a:fillRect/>
          </a:stretch>
        </p:blipFill>
        <p:spPr>
          <a:xfrm>
            <a:off x="381000" y="4583430"/>
            <a:ext cx="3708400" cy="1756833"/>
          </a:xfrm>
          <a:prstGeom prst="rect">
            <a:avLst/>
          </a:prstGeom>
        </p:spPr>
      </p:pic>
      <p:grpSp>
        <p:nvGrpSpPr>
          <p:cNvPr id="163" name="Combination 163"/>
          <p:cNvGrpSpPr/>
          <p:nvPr/>
        </p:nvGrpSpPr>
        <p:grpSpPr>
          <a:xfrm>
            <a:off x="533400" y="4749166"/>
            <a:ext cx="3400425" cy="862965"/>
            <a:chOff x="533400" y="4749166"/>
            <a:chExt cx="3400425" cy="862965"/>
          </a:xfrm>
        </p:grpSpPr>
        <p:sp>
          <p:nvSpPr>
            <p:cNvPr id="164" name="VectorPath 164"/>
            <p:cNvSpPr/>
            <p:nvPr/>
          </p:nvSpPr>
          <p:spPr>
            <a:xfrm>
              <a:off x="555320" y="4749166"/>
              <a:ext cx="242760" cy="241808"/>
            </a:xfrm>
            <a:custGeom>
              <a:avLst/>
              <a:gdLst/>
              <a:ahLst/>
              <a:cxnLst/>
              <a:rect l="l" t="t" r="r" b="b"/>
              <a:pathLst>
                <a:path w="242760" h="241808">
                  <a:moveTo>
                    <a:pt x="92431" y="49022"/>
                  </a:moveTo>
                  <a:lnTo>
                    <a:pt x="92431" y="71247"/>
                  </a:lnTo>
                  <a:lnTo>
                    <a:pt x="92646" y="71501"/>
                  </a:lnTo>
                  <a:cubicBezTo>
                    <a:pt x="95555" y="34671"/>
                    <a:pt x="126314" y="5715"/>
                    <a:pt x="163868" y="5715"/>
                  </a:cubicBezTo>
                  <a:cubicBezTo>
                    <a:pt x="172834" y="5715"/>
                    <a:pt x="181458" y="7366"/>
                    <a:pt x="189357" y="10414"/>
                  </a:cubicBezTo>
                  <a:cubicBezTo>
                    <a:pt x="193827" y="12065"/>
                    <a:pt x="194627" y="17780"/>
                    <a:pt x="191275" y="21209"/>
                  </a:cubicBezTo>
                  <a:lnTo>
                    <a:pt x="151676" y="60706"/>
                  </a:lnTo>
                  <a:cubicBezTo>
                    <a:pt x="150330" y="62103"/>
                    <a:pt x="149581" y="63881"/>
                    <a:pt x="149581" y="65786"/>
                  </a:cubicBezTo>
                  <a:lnTo>
                    <a:pt x="149581" y="84328"/>
                  </a:lnTo>
                  <a:cubicBezTo>
                    <a:pt x="149581" y="88265"/>
                    <a:pt x="152794" y="91440"/>
                    <a:pt x="156718" y="91440"/>
                  </a:cubicBezTo>
                  <a:lnTo>
                    <a:pt x="175196" y="91440"/>
                  </a:lnTo>
                  <a:cubicBezTo>
                    <a:pt x="177076" y="91440"/>
                    <a:pt x="178905" y="90678"/>
                    <a:pt x="180251" y="89281"/>
                  </a:cubicBezTo>
                  <a:lnTo>
                    <a:pt x="219850" y="49784"/>
                  </a:lnTo>
                  <a:cubicBezTo>
                    <a:pt x="223241" y="46355"/>
                    <a:pt x="228917" y="47244"/>
                    <a:pt x="230607" y="51689"/>
                  </a:cubicBezTo>
                  <a:cubicBezTo>
                    <a:pt x="233642" y="59563"/>
                    <a:pt x="235306" y="68199"/>
                    <a:pt x="235306" y="77089"/>
                  </a:cubicBezTo>
                  <a:cubicBezTo>
                    <a:pt x="235306" y="104267"/>
                    <a:pt x="220256" y="127762"/>
                    <a:pt x="198018" y="139827"/>
                  </a:cubicBezTo>
                  <a:lnTo>
                    <a:pt x="234404" y="176276"/>
                  </a:lnTo>
                  <a:cubicBezTo>
                    <a:pt x="242760" y="184658"/>
                    <a:pt x="242760" y="198247"/>
                    <a:pt x="234404" y="206629"/>
                  </a:cubicBezTo>
                  <a:lnTo>
                    <a:pt x="207569" y="233426"/>
                  </a:lnTo>
                  <a:cubicBezTo>
                    <a:pt x="199225" y="241808"/>
                    <a:pt x="185649" y="241808"/>
                    <a:pt x="177254" y="233426"/>
                  </a:cubicBezTo>
                  <a:lnTo>
                    <a:pt x="121006" y="177165"/>
                  </a:lnTo>
                  <a:cubicBezTo>
                    <a:pt x="108763" y="164973"/>
                    <a:pt x="105994" y="146812"/>
                    <a:pt x="112738" y="131953"/>
                  </a:cubicBezTo>
                  <a:lnTo>
                    <a:pt x="72238" y="91440"/>
                  </a:lnTo>
                  <a:lnTo>
                    <a:pt x="50101" y="91440"/>
                  </a:lnTo>
                  <a:cubicBezTo>
                    <a:pt x="45326" y="91440"/>
                    <a:pt x="40856" y="89027"/>
                    <a:pt x="38227" y="85090"/>
                  </a:cubicBezTo>
                  <a:lnTo>
                    <a:pt x="2819" y="32004"/>
                  </a:lnTo>
                  <a:cubicBezTo>
                    <a:pt x="940" y="29210"/>
                    <a:pt x="1295" y="25400"/>
                    <a:pt x="3708" y="22987"/>
                  </a:cubicBezTo>
                  <a:lnTo>
                    <a:pt x="23978" y="2667"/>
                  </a:lnTo>
                  <a:cubicBezTo>
                    <a:pt x="26391" y="254"/>
                    <a:pt x="30137" y="0"/>
                    <a:pt x="32995" y="1778"/>
                  </a:cubicBezTo>
                  <a:lnTo>
                    <a:pt x="86081" y="37211"/>
                  </a:lnTo>
                  <a:cubicBezTo>
                    <a:pt x="90056" y="39878"/>
                    <a:pt x="92431" y="44323"/>
                    <a:pt x="92431" y="49022"/>
                  </a:cubicBezTo>
                  <a:moveTo>
                    <a:pt x="88633" y="138176"/>
                  </a:moveTo>
                  <a:cubicBezTo>
                    <a:pt x="85814" y="154686"/>
                    <a:pt x="89700" y="172085"/>
                    <a:pt x="100419" y="186055"/>
                  </a:cubicBezTo>
                  <a:lnTo>
                    <a:pt x="58001" y="228473"/>
                  </a:lnTo>
                  <a:cubicBezTo>
                    <a:pt x="45453" y="241046"/>
                    <a:pt x="25095" y="241046"/>
                    <a:pt x="12548" y="228473"/>
                  </a:cubicBezTo>
                  <a:cubicBezTo>
                    <a:pt x="0" y="215900"/>
                    <a:pt x="0" y="195580"/>
                    <a:pt x="12548" y="183007"/>
                  </a:cubicBezTo>
                  <a:lnTo>
                    <a:pt x="73000" y="122555"/>
                  </a:lnTo>
                  <a:lnTo>
                    <a:pt x="88633" y="138176"/>
                  </a:lnTo>
                  <a:close/>
                </a:path>
              </a:pathLst>
            </a:custGeom>
            <a:solidFill>
              <a:srgbClr val="FFFFFF">
                <a:alpha val="100000"/>
              </a:srgbClr>
            </a:solidFill>
          </p:spPr>
        </p:sp>
        <p:sp>
          <p:nvSpPr>
            <p:cNvPr id="165" name="VectorPath 165"/>
            <p:cNvSpPr/>
            <p:nvPr/>
          </p:nvSpPr>
          <p:spPr>
            <a:xfrm>
              <a:off x="533400" y="5116831"/>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112" y="495300"/>
                    <a:pt x="0" y="461137"/>
                    <a:pt x="0" y="419100"/>
                  </a:cubicBezTo>
                  <a:lnTo>
                    <a:pt x="0" y="76200"/>
                  </a:lnTo>
                  <a:cubicBezTo>
                    <a:pt x="0" y="34163"/>
                    <a:pt x="34112" y="0"/>
                    <a:pt x="76200" y="0"/>
                  </a:cubicBezTo>
                </a:path>
              </a:pathLst>
            </a:custGeom>
            <a:solidFill>
              <a:srgbClr val="FFFFFF">
                <a:alpha val="10000"/>
              </a:srgbClr>
            </a:solidFill>
          </p:spPr>
        </p:sp>
        <p:sp>
          <p:nvSpPr>
            <p:cNvPr id="166" name="VectorPath 166"/>
            <p:cNvSpPr/>
            <p:nvPr/>
          </p:nvSpPr>
          <p:spPr>
            <a:xfrm>
              <a:off x="619544" y="5417947"/>
              <a:ext cx="216865" cy="84963"/>
            </a:xfrm>
            <a:custGeom>
              <a:avLst/>
              <a:gdLst/>
              <a:ahLst/>
              <a:cxnLst/>
              <a:rect l="l" t="t" r="r" b="b"/>
              <a:pathLst>
                <a:path w="216865" h="84963">
                  <a:moveTo>
                    <a:pt x="9601" y="18034"/>
                  </a:moveTo>
                  <a:lnTo>
                    <a:pt x="56121" y="83693"/>
                  </a:lnTo>
                  <a:lnTo>
                    <a:pt x="64694" y="83693"/>
                  </a:lnTo>
                  <a:lnTo>
                    <a:pt x="64694" y="0"/>
                  </a:lnTo>
                  <a:lnTo>
                    <a:pt x="55093" y="0"/>
                  </a:lnTo>
                  <a:lnTo>
                    <a:pt x="55093" y="65532"/>
                  </a:lnTo>
                  <a:lnTo>
                    <a:pt x="8572" y="0"/>
                  </a:lnTo>
                  <a:lnTo>
                    <a:pt x="0" y="0"/>
                  </a:lnTo>
                  <a:lnTo>
                    <a:pt x="0" y="83693"/>
                  </a:lnTo>
                  <a:lnTo>
                    <a:pt x="9601" y="83693"/>
                  </a:lnTo>
                  <a:close/>
                  <a:moveTo>
                    <a:pt x="93993" y="51816"/>
                  </a:moveTo>
                  <a:lnTo>
                    <a:pt x="109652" y="51816"/>
                  </a:lnTo>
                  <a:cubicBezTo>
                    <a:pt x="115282" y="51801"/>
                    <a:pt x="120294" y="50674"/>
                    <a:pt x="124701" y="48557"/>
                  </a:cubicBezTo>
                  <a:lnTo>
                    <a:pt x="124790" y="48514"/>
                  </a:lnTo>
                  <a:cubicBezTo>
                    <a:pt x="129218" y="46369"/>
                    <a:pt x="132669" y="43348"/>
                    <a:pt x="135142" y="39449"/>
                  </a:cubicBezTo>
                  <a:lnTo>
                    <a:pt x="135192" y="39370"/>
                  </a:lnTo>
                  <a:cubicBezTo>
                    <a:pt x="136432" y="37398"/>
                    <a:pt x="137364" y="35298"/>
                    <a:pt x="138290" y="33210"/>
                  </a:cubicBezTo>
                  <a:lnTo>
                    <a:pt x="138913" y="26010"/>
                  </a:lnTo>
                  <a:cubicBezTo>
                    <a:pt x="138913" y="23432"/>
                    <a:pt x="138598" y="21082"/>
                    <a:pt x="138284" y="18733"/>
                  </a:cubicBezTo>
                  <a:lnTo>
                    <a:pt x="135191" y="12652"/>
                  </a:lnTo>
                  <a:cubicBezTo>
                    <a:pt x="132643" y="8662"/>
                    <a:pt x="129180" y="5629"/>
                    <a:pt x="124765" y="3348"/>
                  </a:cubicBezTo>
                  <a:lnTo>
                    <a:pt x="124676" y="3302"/>
                  </a:lnTo>
                  <a:cubicBezTo>
                    <a:pt x="122426" y="2212"/>
                    <a:pt x="120026" y="1381"/>
                    <a:pt x="117697" y="571"/>
                  </a:cubicBezTo>
                  <a:lnTo>
                    <a:pt x="109650" y="0"/>
                  </a:lnTo>
                  <a:lnTo>
                    <a:pt x="83820" y="0"/>
                  </a:lnTo>
                  <a:lnTo>
                    <a:pt x="83820" y="83693"/>
                  </a:lnTo>
                  <a:lnTo>
                    <a:pt x="93993" y="83693"/>
                  </a:lnTo>
                  <a:close/>
                  <a:moveTo>
                    <a:pt x="193878" y="84265"/>
                  </a:moveTo>
                  <a:cubicBezTo>
                    <a:pt x="196528" y="83226"/>
                    <a:pt x="199185" y="82197"/>
                    <a:pt x="201616" y="80828"/>
                  </a:cubicBezTo>
                  <a:lnTo>
                    <a:pt x="201714" y="80772"/>
                  </a:lnTo>
                  <a:cubicBezTo>
                    <a:pt x="206609" y="77870"/>
                    <a:pt x="210338" y="73841"/>
                    <a:pt x="212927" y="68684"/>
                  </a:cubicBezTo>
                  <a:lnTo>
                    <a:pt x="212979" y="68580"/>
                  </a:lnTo>
                  <a:cubicBezTo>
                    <a:pt x="214256" y="65948"/>
                    <a:pt x="215216" y="63112"/>
                    <a:pt x="216217" y="60135"/>
                  </a:cubicBezTo>
                  <a:lnTo>
                    <a:pt x="216865" y="50053"/>
                  </a:lnTo>
                  <a:lnTo>
                    <a:pt x="216865" y="0"/>
                  </a:lnTo>
                  <a:lnTo>
                    <a:pt x="206692" y="0"/>
                  </a:lnTo>
                  <a:lnTo>
                    <a:pt x="206692" y="48438"/>
                  </a:lnTo>
                  <a:cubicBezTo>
                    <a:pt x="206667" y="57181"/>
                    <a:pt x="204762" y="63823"/>
                    <a:pt x="201003" y="68486"/>
                  </a:cubicBezTo>
                  <a:lnTo>
                    <a:pt x="200927" y="68580"/>
                  </a:lnTo>
                  <a:cubicBezTo>
                    <a:pt x="199000" y="70925"/>
                    <a:pt x="196647" y="72669"/>
                    <a:pt x="194278" y="74422"/>
                  </a:cubicBezTo>
                  <a:lnTo>
                    <a:pt x="184322" y="75565"/>
                  </a:lnTo>
                  <a:cubicBezTo>
                    <a:pt x="180510" y="75565"/>
                    <a:pt x="177284" y="74991"/>
                    <a:pt x="174079" y="74422"/>
                  </a:cubicBezTo>
                  <a:lnTo>
                    <a:pt x="167564" y="68674"/>
                  </a:lnTo>
                  <a:cubicBezTo>
                    <a:pt x="165581" y="66229"/>
                    <a:pt x="164152" y="63369"/>
                    <a:pt x="162725" y="60515"/>
                  </a:cubicBezTo>
                  <a:lnTo>
                    <a:pt x="161773" y="48438"/>
                  </a:lnTo>
                  <a:lnTo>
                    <a:pt x="161773" y="0"/>
                  </a:lnTo>
                  <a:lnTo>
                    <a:pt x="151600" y="0"/>
                  </a:lnTo>
                  <a:lnTo>
                    <a:pt x="151600" y="50053"/>
                  </a:lnTo>
                  <a:cubicBezTo>
                    <a:pt x="151617" y="57059"/>
                    <a:pt x="152895" y="63198"/>
                    <a:pt x="155434" y="68473"/>
                  </a:cubicBezTo>
                  <a:lnTo>
                    <a:pt x="155486" y="68580"/>
                  </a:lnTo>
                  <a:cubicBezTo>
                    <a:pt x="158060" y="73752"/>
                    <a:pt x="161761" y="77797"/>
                    <a:pt x="166590" y="80714"/>
                  </a:cubicBezTo>
                  <a:lnTo>
                    <a:pt x="166688" y="80772"/>
                  </a:lnTo>
                  <a:cubicBezTo>
                    <a:pt x="169126" y="82169"/>
                    <a:pt x="171803" y="83217"/>
                    <a:pt x="174479" y="84265"/>
                  </a:cubicBezTo>
                  <a:lnTo>
                    <a:pt x="184040" y="84963"/>
                  </a:lnTo>
                  <a:cubicBezTo>
                    <a:pt x="184221" y="84963"/>
                    <a:pt x="184266" y="84963"/>
                    <a:pt x="184311" y="84963"/>
                  </a:cubicBezTo>
                  <a:moveTo>
                    <a:pt x="93993" y="42926"/>
                  </a:moveTo>
                  <a:lnTo>
                    <a:pt x="93993" y="8890"/>
                  </a:lnTo>
                  <a:lnTo>
                    <a:pt x="108408" y="8890"/>
                  </a:lnTo>
                  <a:cubicBezTo>
                    <a:pt x="114704" y="8912"/>
                    <a:pt x="119553" y="10540"/>
                    <a:pt x="122956" y="13652"/>
                  </a:cubicBezTo>
                  <a:lnTo>
                    <a:pt x="123025" y="13716"/>
                  </a:lnTo>
                  <a:cubicBezTo>
                    <a:pt x="124735" y="15301"/>
                    <a:pt x="126013" y="17098"/>
                    <a:pt x="127311" y="18923"/>
                  </a:cubicBezTo>
                  <a:lnTo>
                    <a:pt x="128168" y="25809"/>
                  </a:lnTo>
                  <a:cubicBezTo>
                    <a:pt x="128168" y="28385"/>
                    <a:pt x="127740" y="30639"/>
                    <a:pt x="127311" y="32893"/>
                  </a:cubicBezTo>
                  <a:lnTo>
                    <a:pt x="123093" y="38037"/>
                  </a:lnTo>
                  <a:cubicBezTo>
                    <a:pt x="121304" y="39693"/>
                    <a:pt x="119209" y="40903"/>
                    <a:pt x="117138" y="42101"/>
                  </a:cubicBezTo>
                  <a:lnTo>
                    <a:pt x="108408" y="42926"/>
                  </a:lnTo>
                  <a:close/>
                </a:path>
              </a:pathLst>
            </a:custGeom>
            <a:solidFill>
              <a:srgbClr val="FFFFFF">
                <a:alpha val="80000"/>
              </a:srgbClr>
            </a:solidFill>
          </p:spPr>
        </p:sp>
      </p:grpSp>
      <p:pic>
        <p:nvPicPr>
          <p:cNvPr id="167" name="9725A37B-BB90-4859-1BAB-DE6BCBD2D6EA"/>
          <p:cNvPicPr>
            <a:picLocks noChangeAspect="1"/>
          </p:cNvPicPr>
          <p:nvPr/>
        </p:nvPicPr>
        <p:blipFill>
          <a:blip r:embed="rId11" cstate="print">
            <a:extLst>
              <a:ext uri="{E69F66D7-0197-4D67-A069-F65A99C7CF13}"/>
            </a:extLst>
          </a:blip>
          <a:srcRect/>
          <a:stretch>
            <a:fillRect/>
          </a:stretch>
        </p:blipFill>
        <p:spPr>
          <a:xfrm>
            <a:off x="851535" y="5403850"/>
            <a:ext cx="1020233" cy="110067"/>
          </a:xfrm>
          <a:prstGeom prst="rect">
            <a:avLst/>
          </a:prstGeom>
        </p:spPr>
      </p:pic>
      <p:sp>
        <p:nvSpPr>
          <p:cNvPr id="168" name="VectorPath 168"/>
          <p:cNvSpPr/>
          <p:nvPr/>
        </p:nvSpPr>
        <p:spPr>
          <a:xfrm>
            <a:off x="533400" y="5688330"/>
            <a:ext cx="3400425" cy="495300"/>
          </a:xfrm>
          <a:custGeom>
            <a:avLst/>
            <a:gdLst/>
            <a:ahLst/>
            <a:cxnLst/>
            <a:rect l="l" t="t" r="r" b="b"/>
            <a:pathLst>
              <a:path w="3400425" h="495300">
                <a:moveTo>
                  <a:pt x="76200" y="0"/>
                </a:moveTo>
                <a:lnTo>
                  <a:pt x="3324225" y="0"/>
                </a:lnTo>
                <a:cubicBezTo>
                  <a:pt x="3366262" y="0"/>
                  <a:pt x="3400425" y="34112"/>
                  <a:pt x="3400425" y="76200"/>
                </a:cubicBezTo>
                <a:lnTo>
                  <a:pt x="3400425" y="419100"/>
                </a:lnTo>
                <a:cubicBezTo>
                  <a:pt x="3400425" y="461188"/>
                  <a:pt x="3366262" y="495300"/>
                  <a:pt x="3324225" y="495300"/>
                </a:cubicBezTo>
                <a:lnTo>
                  <a:pt x="76200" y="495300"/>
                </a:lnTo>
                <a:cubicBezTo>
                  <a:pt x="34112" y="495300"/>
                  <a:pt x="0" y="461188"/>
                  <a:pt x="0" y="419100"/>
                </a:cubicBezTo>
                <a:lnTo>
                  <a:pt x="0" y="76200"/>
                </a:lnTo>
                <a:cubicBezTo>
                  <a:pt x="0" y="34112"/>
                  <a:pt x="34112" y="0"/>
                  <a:pt x="76200" y="0"/>
                </a:cubicBezTo>
              </a:path>
            </a:pathLst>
          </a:custGeom>
          <a:solidFill>
            <a:srgbClr val="FFFFFF">
              <a:alpha val="10000"/>
            </a:srgbClr>
          </a:solidFill>
        </p:spPr>
      </p:sp>
      <p:pic>
        <p:nvPicPr>
          <p:cNvPr id="169" name="7EFDE148-9258-4ED6-CB02-D898AEE7D90F"/>
          <p:cNvPicPr>
            <a:picLocks noChangeAspect="1"/>
          </p:cNvPicPr>
          <p:nvPr/>
        </p:nvPicPr>
        <p:blipFill>
          <a:blip r:embed="rId12" cstate="print">
            <a:extLst>
              <a:ext uri="{4B01983F-B3ED-491E-0C22-1EB7E8166166}"/>
            </a:extLst>
          </a:blip>
          <a:srcRect/>
          <a:stretch>
            <a:fillRect/>
          </a:stretch>
        </p:blipFill>
        <p:spPr>
          <a:xfrm>
            <a:off x="615315" y="5975350"/>
            <a:ext cx="905933" cy="110067"/>
          </a:xfrm>
          <a:prstGeom prst="rect">
            <a:avLst/>
          </a:prstGeom>
        </p:spPr>
      </p:pic>
      <p:sp>
        <p:nvSpPr>
          <p:cNvPr id="170" name="TextBox170"/>
          <p:cNvSpPr txBox="1"/>
          <p:nvPr/>
        </p:nvSpPr>
        <p:spPr>
          <a:xfrm>
            <a:off x="339090" y="228600"/>
            <a:ext cx="3673475" cy="1190625"/>
          </a:xfrm>
          <a:prstGeom prst="rect">
            <a:avLst/>
          </a:prstGeom>
          <a:noFill/>
        </p:spPr>
        <p:txBody>
          <a:bodyPr wrap="square" lIns="0" tIns="0" rIns="0" bIns="0" rtlCol="0">
            <a:spAutoFit/>
          </a:bodyPr>
          <a:lstStyle/>
          <a:p>
            <a:pPr marL="0" marR="0" indent="0" eaLnBrk="0">
              <a:lnSpc>
                <a:spcPct val="103787"/>
              </a:lnSpc>
            </a:pPr>
            <a:r>
              <a:rPr lang="en-US" altLang="zh-CN" sz="2750" b="1" kern="0" spc="0" baseline="0" noProof="0" dirty="0">
                <a:solidFill>
                  <a:srgbClr val="1E293B"/>
                </a:solidFill>
                <a:latin typeface="Arial" pitchFamily="34" charset="0"/>
                <a:ea typeface="Arial" pitchFamily="34" charset="0"/>
                <a:cs typeface="Arial" pitchFamily="34" charset="0"/>
              </a:rPr>
              <a:t>CANNBot</a:t>
            </a:r>
            <a:r>
              <a:rPr lang="en-US" altLang="zh-CN" sz="2750" b="1" kern="0" spc="-15" baseline="0" noProof="0" dirty="0">
                <a:latin typeface="Arial" pitchFamily="34" charset="0"/>
                <a:ea typeface="Arial" pitchFamily="34" charset="0"/>
                <a:cs typeface="Arial" pitchFamily="34" charset="0"/>
              </a:rPr>
              <a:t> </a:t>
            </a:r>
            <a:r>
              <a:rPr lang="en-US" altLang="zh-CN" sz="2750" b="1" kern="0" spc="0" baseline="0" noProof="0" dirty="0">
                <a:solidFill>
                  <a:srgbClr val="1E293B"/>
                </a:solidFill>
                <a:latin typeface="Arial" pitchFamily="34" charset="0"/>
                <a:ea typeface="Arial" pitchFamily="34" charset="0"/>
                <a:cs typeface="Arial" pitchFamily="34" charset="0"/>
              </a:rPr>
              <a:t>Skills</a:t>
            </a:r>
            <a:r>
              <a:rPr lang="en-US" altLang="zh-CN" sz="2750" b="1" kern="0" spc="0" baseline="0" noProof="0" dirty="0">
                <a:solidFill>
                  <a:srgbClr val="1E293B"/>
                </a:solidFill>
                <a:latin typeface="SimHei" pitchFamily="49" charset="0"/>
                <a:ea typeface="SimHei" pitchFamily="49" charset="0"/>
                <a:cs typeface="SimHei" pitchFamily="49" charset="0"/>
              </a:rPr>
              <a:t>全景图</a:t>
            </a:r>
          </a:p>
          <a:p>
            <a:pPr marL="0" marR="0" indent="0" eaLnBrk="0">
              <a:lnSpc>
                <a:spcPct val="3454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594360" marR="0" indent="0" eaLnBrk="0">
              <a:lnSpc>
                <a:spcPct val="94166"/>
              </a:lnSpc>
              <a:spcBef>
                <a:spcPts val="134"/>
              </a:spcBef>
              <a:spcAft>
                <a:spcPts val="39"/>
              </a:spcAft>
            </a:pPr>
            <a:r>
              <a:rPr lang="en-US" altLang="zh-CN" sz="1500" b="1" kern="0" spc="-15" baseline="0" noProof="0" dirty="0">
                <a:solidFill>
                  <a:srgbClr val="FFFFFF"/>
                </a:solidFill>
                <a:latin typeface="SimHei" pitchFamily="49" charset="0"/>
                <a:ea typeface="SimHei" pitchFamily="49" charset="0"/>
                <a:cs typeface="SimHei" pitchFamily="49" charset="0"/>
              </a:rPr>
              <a:t>知识库类</a:t>
            </a:r>
          </a:p>
        </p:txBody>
      </p:sp>
      <p:sp>
        <p:nvSpPr>
          <p:cNvPr id="171" name="TextBox171"/>
          <p:cNvSpPr txBox="1"/>
          <p:nvPr/>
        </p:nvSpPr>
        <p:spPr>
          <a:xfrm>
            <a:off x="609600" y="1638935"/>
            <a:ext cx="1169987"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scendc-npu-arch</a:t>
            </a:r>
          </a:p>
        </p:txBody>
      </p:sp>
      <p:sp>
        <p:nvSpPr>
          <p:cNvPr id="172" name="TextBox172"/>
          <p:cNvSpPr txBox="1"/>
          <p:nvPr/>
        </p:nvSpPr>
        <p:spPr>
          <a:xfrm>
            <a:off x="609600" y="2210435"/>
            <a:ext cx="1395412"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ascend</a:t>
            </a:r>
            <a:r>
              <a:rPr lang="en-US" altLang="zh-CN" sz="1050" b="1" kern="0" spc="0" baseline="0" noProof="0" dirty="0">
                <a:solidFill>
                  <a:srgbClr val="FFFFFF"/>
                </a:solidFill>
                <a:latin typeface="SimHei" pitchFamily="49" charset="0"/>
                <a:ea typeface="SimHei" pitchFamily="49" charset="0"/>
                <a:cs typeface="SimHei" pitchFamily="49" charset="0"/>
              </a:rPr>
              <a:t>c-tiling-design</a:t>
            </a:r>
          </a:p>
        </p:txBody>
      </p:sp>
      <p:sp>
        <p:nvSpPr>
          <p:cNvPr id="173" name="TextBox173"/>
          <p:cNvSpPr txBox="1"/>
          <p:nvPr/>
        </p:nvSpPr>
        <p:spPr>
          <a:xfrm>
            <a:off x="609600" y="2781935"/>
            <a:ext cx="1762125"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scendc-api-best-practices</a:t>
            </a:r>
          </a:p>
        </p:txBody>
      </p:sp>
      <p:sp>
        <p:nvSpPr>
          <p:cNvPr id="174" name="TextBox174"/>
          <p:cNvSpPr txBox="1"/>
          <p:nvPr/>
        </p:nvSpPr>
        <p:spPr>
          <a:xfrm>
            <a:off x="609600" y="3354070"/>
            <a:ext cx="1352550"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scendc-docs-search</a:t>
            </a:r>
          </a:p>
        </p:txBody>
      </p:sp>
      <p:sp>
        <p:nvSpPr>
          <p:cNvPr id="175" name="TextBox175"/>
          <p:cNvSpPr txBox="1"/>
          <p:nvPr/>
        </p:nvSpPr>
        <p:spPr>
          <a:xfrm>
            <a:off x="609600" y="3925570"/>
            <a:ext cx="1512887" cy="160337"/>
          </a:xfrm>
          <a:prstGeom prst="rect">
            <a:avLst/>
          </a:prstGeom>
          <a:noFill/>
        </p:spPr>
        <p:txBody>
          <a:bodyPr wrap="square" lIns="0" tIns="635" rIns="0" bIns="0" rtlCol="0">
            <a:spAutoFit/>
          </a:bodyPr>
          <a:lstStyle/>
          <a:p>
            <a:pPr marL="0" marR="0" indent="0" eaLnBrk="0">
              <a:lnSpc>
                <a:spcPct val="100000"/>
              </a:lnSpc>
              <a:spcBef>
                <a:spcPts val="4"/>
              </a:spcBef>
            </a:pPr>
            <a:r>
              <a:rPr lang="en-US" altLang="zh-CN" sz="1050" b="1" kern="0" spc="-15" baseline="0" noProof="0" dirty="0">
                <a:solidFill>
                  <a:srgbClr val="FFFFFF"/>
                </a:solidFill>
                <a:latin typeface="SimHei" pitchFamily="49" charset="0"/>
                <a:ea typeface="SimHei" pitchFamily="49" charset="0"/>
                <a:cs typeface="SimHei" pitchFamily="49" charset="0"/>
              </a:rPr>
              <a:t>op</a:t>
            </a:r>
            <a:r>
              <a:rPr lang="en-US" altLang="zh-CN" sz="1050" b="1" kern="0" spc="0" baseline="0" noProof="0" dirty="0">
                <a:solidFill>
                  <a:srgbClr val="FFFFFF"/>
                </a:solidFill>
                <a:latin typeface="SimHei" pitchFamily="49" charset="0"/>
                <a:ea typeface="SimHei" pitchFamily="49" charset="0"/>
                <a:cs typeface="SimHei" pitchFamily="49" charset="0"/>
              </a:rPr>
              <a:t>s-precision-standard</a:t>
            </a:r>
          </a:p>
        </p:txBody>
      </p:sp>
      <p:sp>
        <p:nvSpPr>
          <p:cNvPr id="176" name="TextBox176"/>
          <p:cNvSpPr txBox="1"/>
          <p:nvPr/>
        </p:nvSpPr>
        <p:spPr>
          <a:xfrm>
            <a:off x="933450" y="4772025"/>
            <a:ext cx="952500" cy="228600"/>
          </a:xfrm>
          <a:prstGeom prst="rect">
            <a:avLst/>
          </a:prstGeom>
          <a:noFill/>
        </p:spPr>
        <p:txBody>
          <a:bodyPr wrap="square" lIns="0" tIns="0" rIns="0" bIns="0" rtlCol="0">
            <a:spAutoFit/>
          </a:bodyPr>
          <a:lstStyle/>
          <a:p>
            <a:pPr marL="0" marR="0" indent="0" eaLnBrk="0">
              <a:lnSpc>
                <a:spcPct val="99722"/>
              </a:lnSpc>
            </a:pPr>
            <a:r>
              <a:rPr lang="en-US" altLang="zh-CN" sz="1500" b="1" kern="0" spc="-15" baseline="0" noProof="0" dirty="0">
                <a:solidFill>
                  <a:srgbClr val="FFFFFF"/>
                </a:solidFill>
                <a:latin typeface="SimHei" pitchFamily="49" charset="0"/>
                <a:ea typeface="SimHei" pitchFamily="49" charset="0"/>
                <a:cs typeface="SimHei" pitchFamily="49" charset="0"/>
              </a:rPr>
              <a:t>工具辅助类</a:t>
            </a:r>
          </a:p>
        </p:txBody>
      </p:sp>
      <p:sp>
        <p:nvSpPr>
          <p:cNvPr id="177" name="TextBox177"/>
          <p:cNvSpPr txBox="1"/>
          <p:nvPr/>
        </p:nvSpPr>
        <p:spPr>
          <a:xfrm>
            <a:off x="609600" y="5220971"/>
            <a:ext cx="1244600"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scendc-env-check</a:t>
            </a:r>
          </a:p>
        </p:txBody>
      </p:sp>
      <p:sp>
        <p:nvSpPr>
          <p:cNvPr id="178" name="TextBox178"/>
          <p:cNvSpPr txBox="1"/>
          <p:nvPr/>
        </p:nvSpPr>
        <p:spPr>
          <a:xfrm>
            <a:off x="609600" y="5787390"/>
            <a:ext cx="1257300" cy="160337"/>
          </a:xfrm>
          <a:prstGeom prst="rect">
            <a:avLst/>
          </a:prstGeom>
          <a:noFill/>
        </p:spPr>
        <p:txBody>
          <a:bodyPr wrap="square" lIns="0" tIns="0" rIns="0" bIns="0" rtlCol="0">
            <a:spAutoFit/>
          </a:bodyPr>
          <a:lstStyle/>
          <a:p>
            <a:pPr marL="0" marR="0" indent="0" eaLnBrk="0">
              <a:lnSpc>
                <a:spcPct val="99603"/>
              </a:lnSpc>
            </a:pPr>
            <a:r>
              <a:rPr lang="en-US" altLang="zh-CN" sz="1050" b="1" kern="0" spc="-15" baseline="0" noProof="0" dirty="0">
                <a:solidFill>
                  <a:srgbClr val="FFFFFF"/>
                </a:solidFill>
                <a:latin typeface="Arial" pitchFamily="34" charset="0"/>
                <a:ea typeface="Arial" pitchFamily="34" charset="0"/>
                <a:cs typeface="Arial" pitchFamily="34" charset="0"/>
              </a:rPr>
              <a:t>a</a:t>
            </a:r>
            <a:r>
              <a:rPr lang="en-US" altLang="zh-CN" sz="1050" b="1" kern="0" spc="0" baseline="0" noProof="0" dirty="0">
                <a:solidFill>
                  <a:srgbClr val="FFFFFF"/>
                </a:solidFill>
                <a:latin typeface="Arial" pitchFamily="34" charset="0"/>
                <a:ea typeface="Arial" pitchFamily="34" charset="0"/>
                <a:cs typeface="Arial" pitchFamily="34" charset="0"/>
              </a:rPr>
              <a:t>scendc-task-focus</a:t>
            </a:r>
          </a:p>
        </p:txBody>
      </p:sp>
      <p:pic>
        <p:nvPicPr>
          <p:cNvPr id="179" name="C4AD1ADD-1AB5-4AB2-0467-C6C6AF2B7B34"/>
          <p:cNvPicPr>
            <a:picLocks noChangeAspect="1"/>
          </p:cNvPicPr>
          <p:nvPr/>
        </p:nvPicPr>
        <p:blipFill>
          <a:blip r:embed="rId13" cstate="print">
            <a:extLst>
              <a:ext uri="{4566435E-AC4B-4DE4-0F50-3E0AF2576AE1}"/>
            </a:extLst>
          </a:blip>
          <a:srcRect/>
          <a:stretch>
            <a:fillRect/>
          </a:stretch>
        </p:blipFill>
        <p:spPr>
          <a:xfrm>
            <a:off x="4241800" y="1002030"/>
            <a:ext cx="3708400" cy="2328334"/>
          </a:xfrm>
          <a:prstGeom prst="rect">
            <a:avLst/>
          </a:prstGeom>
        </p:spPr>
      </p:pic>
      <p:grpSp>
        <p:nvGrpSpPr>
          <p:cNvPr id="180" name="Combination 180"/>
          <p:cNvGrpSpPr/>
          <p:nvPr/>
        </p:nvGrpSpPr>
        <p:grpSpPr>
          <a:xfrm>
            <a:off x="4394200" y="1173480"/>
            <a:ext cx="3400425" cy="857250"/>
            <a:chOff x="4394200" y="1173480"/>
            <a:chExt cx="3400425" cy="857250"/>
          </a:xfrm>
        </p:grpSpPr>
        <p:sp>
          <p:nvSpPr>
            <p:cNvPr id="181" name="VectorPath 181"/>
            <p:cNvSpPr/>
            <p:nvPr/>
          </p:nvSpPr>
          <p:spPr>
            <a:xfrm>
              <a:off x="4408424" y="1173480"/>
              <a:ext cx="257175" cy="227838"/>
            </a:xfrm>
            <a:custGeom>
              <a:avLst/>
              <a:gdLst/>
              <a:ahLst/>
              <a:cxnLst/>
              <a:rect l="l" t="t" r="r" b="b"/>
              <a:pathLst>
                <a:path w="257175" h="227838">
                  <a:moveTo>
                    <a:pt x="85725" y="42926"/>
                  </a:moveTo>
                  <a:cubicBezTo>
                    <a:pt x="85725" y="19177"/>
                    <a:pt x="104902" y="0"/>
                    <a:pt x="128651" y="0"/>
                  </a:cubicBezTo>
                  <a:cubicBezTo>
                    <a:pt x="152273" y="0"/>
                    <a:pt x="171450" y="19177"/>
                    <a:pt x="171450" y="42926"/>
                  </a:cubicBezTo>
                  <a:lnTo>
                    <a:pt x="171450" y="44450"/>
                  </a:lnTo>
                  <a:cubicBezTo>
                    <a:pt x="171450" y="51435"/>
                    <a:pt x="165735" y="57150"/>
                    <a:pt x="158750" y="57150"/>
                  </a:cubicBezTo>
                  <a:lnTo>
                    <a:pt x="98425" y="57150"/>
                  </a:lnTo>
                  <a:cubicBezTo>
                    <a:pt x="91440" y="57150"/>
                    <a:pt x="85725" y="51435"/>
                    <a:pt x="85725" y="44450"/>
                  </a:cubicBezTo>
                  <a:lnTo>
                    <a:pt x="85725" y="42926"/>
                  </a:lnTo>
                  <a:close/>
                  <a:moveTo>
                    <a:pt x="240030" y="48641"/>
                  </a:moveTo>
                  <a:cubicBezTo>
                    <a:pt x="244729" y="54864"/>
                    <a:pt x="243459" y="63881"/>
                    <a:pt x="237236" y="68580"/>
                  </a:cubicBezTo>
                  <a:lnTo>
                    <a:pt x="193548" y="101346"/>
                  </a:lnTo>
                  <a:cubicBezTo>
                    <a:pt x="195834" y="105283"/>
                    <a:pt x="197612" y="109601"/>
                    <a:pt x="198755" y="114300"/>
                  </a:cubicBezTo>
                  <a:lnTo>
                    <a:pt x="242951" y="114300"/>
                  </a:lnTo>
                  <a:cubicBezTo>
                    <a:pt x="250825" y="114300"/>
                    <a:pt x="257175" y="120650"/>
                    <a:pt x="257175" y="128651"/>
                  </a:cubicBezTo>
                  <a:cubicBezTo>
                    <a:pt x="257175" y="136525"/>
                    <a:pt x="250825" y="142875"/>
                    <a:pt x="242951" y="142875"/>
                  </a:cubicBezTo>
                  <a:lnTo>
                    <a:pt x="200025" y="142875"/>
                  </a:lnTo>
                  <a:lnTo>
                    <a:pt x="200025" y="157226"/>
                  </a:lnTo>
                  <a:cubicBezTo>
                    <a:pt x="200025" y="158369"/>
                    <a:pt x="200025" y="159512"/>
                    <a:pt x="199898" y="160655"/>
                  </a:cubicBezTo>
                  <a:lnTo>
                    <a:pt x="237236" y="188595"/>
                  </a:lnTo>
                  <a:cubicBezTo>
                    <a:pt x="243459" y="193294"/>
                    <a:pt x="244729" y="202311"/>
                    <a:pt x="240030" y="208661"/>
                  </a:cubicBezTo>
                  <a:cubicBezTo>
                    <a:pt x="235331" y="214884"/>
                    <a:pt x="226314" y="216154"/>
                    <a:pt x="220091" y="211455"/>
                  </a:cubicBezTo>
                  <a:lnTo>
                    <a:pt x="191897" y="190373"/>
                  </a:lnTo>
                  <a:cubicBezTo>
                    <a:pt x="181483" y="210058"/>
                    <a:pt x="162179" y="224409"/>
                    <a:pt x="139319" y="227838"/>
                  </a:cubicBezTo>
                  <a:lnTo>
                    <a:pt x="139319" y="124968"/>
                  </a:lnTo>
                  <a:cubicBezTo>
                    <a:pt x="139319" y="119126"/>
                    <a:pt x="134493" y="114300"/>
                    <a:pt x="128651" y="114300"/>
                  </a:cubicBezTo>
                  <a:cubicBezTo>
                    <a:pt x="122682" y="114300"/>
                    <a:pt x="117856" y="119126"/>
                    <a:pt x="117856" y="124968"/>
                  </a:cubicBezTo>
                  <a:lnTo>
                    <a:pt x="117856" y="227838"/>
                  </a:lnTo>
                  <a:cubicBezTo>
                    <a:pt x="94996" y="224409"/>
                    <a:pt x="75692" y="210058"/>
                    <a:pt x="65278" y="190373"/>
                  </a:cubicBezTo>
                  <a:lnTo>
                    <a:pt x="37211" y="211455"/>
                  </a:lnTo>
                  <a:cubicBezTo>
                    <a:pt x="30861" y="216154"/>
                    <a:pt x="21844" y="214884"/>
                    <a:pt x="17145" y="208661"/>
                  </a:cubicBezTo>
                  <a:cubicBezTo>
                    <a:pt x="12446" y="202311"/>
                    <a:pt x="13716" y="193294"/>
                    <a:pt x="20066" y="188595"/>
                  </a:cubicBezTo>
                  <a:lnTo>
                    <a:pt x="57277" y="160655"/>
                  </a:lnTo>
                  <a:cubicBezTo>
                    <a:pt x="57150" y="159512"/>
                    <a:pt x="57150" y="158369"/>
                    <a:pt x="57150" y="157226"/>
                  </a:cubicBezTo>
                  <a:lnTo>
                    <a:pt x="57150" y="142875"/>
                  </a:lnTo>
                  <a:lnTo>
                    <a:pt x="14351" y="142875"/>
                  </a:lnTo>
                  <a:cubicBezTo>
                    <a:pt x="6350" y="142875"/>
                    <a:pt x="0" y="136525"/>
                    <a:pt x="0" y="128651"/>
                  </a:cubicBezTo>
                  <a:cubicBezTo>
                    <a:pt x="0" y="120650"/>
                    <a:pt x="6350" y="114300"/>
                    <a:pt x="14351" y="114300"/>
                  </a:cubicBezTo>
                  <a:lnTo>
                    <a:pt x="58420" y="114300"/>
                  </a:lnTo>
                  <a:cubicBezTo>
                    <a:pt x="59563" y="109601"/>
                    <a:pt x="61341" y="105283"/>
                    <a:pt x="63627" y="101346"/>
                  </a:cubicBezTo>
                  <a:lnTo>
                    <a:pt x="20066" y="68580"/>
                  </a:lnTo>
                  <a:cubicBezTo>
                    <a:pt x="13716" y="63881"/>
                    <a:pt x="12446" y="54864"/>
                    <a:pt x="17145" y="48641"/>
                  </a:cubicBezTo>
                  <a:cubicBezTo>
                    <a:pt x="21844" y="42291"/>
                    <a:pt x="30861" y="41021"/>
                    <a:pt x="37211" y="45720"/>
                  </a:cubicBezTo>
                  <a:lnTo>
                    <a:pt x="85725" y="82169"/>
                  </a:lnTo>
                  <a:cubicBezTo>
                    <a:pt x="91186" y="79883"/>
                    <a:pt x="97282" y="78613"/>
                    <a:pt x="103632" y="78613"/>
                  </a:cubicBezTo>
                  <a:lnTo>
                    <a:pt x="153543" y="78613"/>
                  </a:lnTo>
                  <a:cubicBezTo>
                    <a:pt x="159893" y="78613"/>
                    <a:pt x="165989" y="79883"/>
                    <a:pt x="171450" y="82169"/>
                  </a:cubicBezTo>
                  <a:lnTo>
                    <a:pt x="220091" y="45720"/>
                  </a:lnTo>
                  <a:cubicBezTo>
                    <a:pt x="226314" y="41021"/>
                    <a:pt x="235331" y="42291"/>
                    <a:pt x="240030" y="48641"/>
                  </a:cubicBezTo>
                </a:path>
              </a:pathLst>
            </a:custGeom>
            <a:solidFill>
              <a:srgbClr val="FFFFFF">
                <a:alpha val="100000"/>
              </a:srgbClr>
            </a:solidFill>
          </p:spPr>
        </p:sp>
        <p:sp>
          <p:nvSpPr>
            <p:cNvPr id="182" name="VectorPath 182"/>
            <p:cNvSpPr/>
            <p:nvPr/>
          </p:nvSpPr>
          <p:spPr>
            <a:xfrm>
              <a:off x="4394200" y="15354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grpSp>
      <p:pic>
        <p:nvPicPr>
          <p:cNvPr id="183" name="38ADC85E-9D2A-4B43-3366-0A965BDC5C4F"/>
          <p:cNvPicPr>
            <a:picLocks noChangeAspect="1"/>
          </p:cNvPicPr>
          <p:nvPr/>
        </p:nvPicPr>
        <p:blipFill>
          <a:blip r:embed="rId14" cstate="print">
            <a:extLst>
              <a:ext uri="{7505087B-CA1B-4ACC-C4DD-1D306E47203D}"/>
            </a:extLst>
          </a:blip>
          <a:srcRect/>
          <a:stretch>
            <a:fillRect/>
          </a:stretch>
        </p:blipFill>
        <p:spPr>
          <a:xfrm>
            <a:off x="4473575" y="1822450"/>
            <a:ext cx="1024467" cy="110067"/>
          </a:xfrm>
          <a:prstGeom prst="rect">
            <a:avLst/>
          </a:prstGeom>
        </p:spPr>
      </p:pic>
      <p:sp>
        <p:nvSpPr>
          <p:cNvPr id="184" name="VectorPath 184"/>
          <p:cNvSpPr/>
          <p:nvPr/>
        </p:nvSpPr>
        <p:spPr>
          <a:xfrm>
            <a:off x="4394200" y="21069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pic>
        <p:nvPicPr>
          <p:cNvPr id="185" name="6159010B-80CD-468B-4ECE-DC71F07072A8"/>
          <p:cNvPicPr>
            <a:picLocks noChangeAspect="1"/>
          </p:cNvPicPr>
          <p:nvPr/>
        </p:nvPicPr>
        <p:blipFill>
          <a:blip r:embed="rId15" cstate="print">
            <a:extLst>
              <a:ext uri="{256EFF5D-7F2F-4D51-5B61-585C12BD6FF5}"/>
            </a:extLst>
          </a:blip>
          <a:srcRect/>
          <a:stretch>
            <a:fillRect/>
          </a:stretch>
        </p:blipFill>
        <p:spPr>
          <a:xfrm>
            <a:off x="4476116" y="2395220"/>
            <a:ext cx="905933" cy="110067"/>
          </a:xfrm>
          <a:prstGeom prst="rect">
            <a:avLst/>
          </a:prstGeom>
        </p:spPr>
      </p:pic>
      <p:sp>
        <p:nvSpPr>
          <p:cNvPr id="186" name="VectorPath 186"/>
          <p:cNvSpPr/>
          <p:nvPr/>
        </p:nvSpPr>
        <p:spPr>
          <a:xfrm>
            <a:off x="4394200" y="26784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pic>
        <p:nvPicPr>
          <p:cNvPr id="187" name="3AA0BEE2-6AAD-49CA-2CA2-473D4CB7BC2A"/>
          <p:cNvPicPr>
            <a:picLocks noChangeAspect="1"/>
          </p:cNvPicPr>
          <p:nvPr/>
        </p:nvPicPr>
        <p:blipFill>
          <a:blip r:embed="rId16" cstate="print">
            <a:extLst>
              <a:ext uri="{6670419C-4996-4826-D479-BCEE506E5A36}"/>
            </a:extLst>
          </a:blip>
          <a:srcRect/>
          <a:stretch>
            <a:fillRect/>
          </a:stretch>
        </p:blipFill>
        <p:spPr>
          <a:xfrm>
            <a:off x="4475480" y="2965450"/>
            <a:ext cx="905933" cy="110067"/>
          </a:xfrm>
          <a:prstGeom prst="rect">
            <a:avLst/>
          </a:prstGeom>
        </p:spPr>
      </p:pic>
      <p:pic>
        <p:nvPicPr>
          <p:cNvPr id="188" name="ED096BDB-5826-4CD3-F7A7-FC46A96E959B"/>
          <p:cNvPicPr>
            <a:picLocks noChangeAspect="1"/>
          </p:cNvPicPr>
          <p:nvPr/>
        </p:nvPicPr>
        <p:blipFill>
          <a:blip r:embed="rId17" cstate="print">
            <a:extLst>
              <a:ext uri="{E1D8794C-148A-4B47-5E3A-0A5862A32484}"/>
            </a:extLst>
          </a:blip>
          <a:srcRect/>
          <a:stretch>
            <a:fillRect/>
          </a:stretch>
        </p:blipFill>
        <p:spPr>
          <a:xfrm>
            <a:off x="4241800" y="3440430"/>
            <a:ext cx="3708400" cy="2899834"/>
          </a:xfrm>
          <a:prstGeom prst="rect">
            <a:avLst/>
          </a:prstGeom>
        </p:spPr>
      </p:pic>
      <p:grpSp>
        <p:nvGrpSpPr>
          <p:cNvPr id="189" name="Combination 189"/>
          <p:cNvGrpSpPr/>
          <p:nvPr/>
        </p:nvGrpSpPr>
        <p:grpSpPr>
          <a:xfrm>
            <a:off x="4394200" y="3610610"/>
            <a:ext cx="3400425" cy="858520"/>
            <a:chOff x="4394200" y="3610610"/>
            <a:chExt cx="3400425" cy="858520"/>
          </a:xfrm>
        </p:grpSpPr>
        <p:sp>
          <p:nvSpPr>
            <p:cNvPr id="190" name="VectorPath 190"/>
            <p:cNvSpPr/>
            <p:nvPr/>
          </p:nvSpPr>
          <p:spPr>
            <a:xfrm>
              <a:off x="4422775" y="3610483"/>
              <a:ext cx="229997" cy="229997"/>
            </a:xfrm>
            <a:custGeom>
              <a:avLst/>
              <a:gdLst/>
              <a:ahLst/>
              <a:cxnLst/>
              <a:rect l="l" t="t" r="r" b="b"/>
              <a:pathLst>
                <a:path w="229997" h="229870">
                  <a:moveTo>
                    <a:pt x="152908" y="5461"/>
                  </a:moveTo>
                  <a:cubicBezTo>
                    <a:pt x="147320" y="-127"/>
                    <a:pt x="138303" y="-127"/>
                    <a:pt x="132715" y="5461"/>
                  </a:cubicBezTo>
                  <a:cubicBezTo>
                    <a:pt x="127127" y="11049"/>
                    <a:pt x="127127" y="20066"/>
                    <a:pt x="132715" y="25654"/>
                  </a:cubicBezTo>
                  <a:lnTo>
                    <a:pt x="136906" y="29845"/>
                  </a:lnTo>
                  <a:lnTo>
                    <a:pt x="12446" y="154178"/>
                  </a:lnTo>
                  <a:cubicBezTo>
                    <a:pt x="4445" y="162306"/>
                    <a:pt x="0" y="173228"/>
                    <a:pt x="0" y="184531"/>
                  </a:cubicBezTo>
                  <a:lnTo>
                    <a:pt x="0" y="186944"/>
                  </a:lnTo>
                  <a:cubicBezTo>
                    <a:pt x="0" y="210693"/>
                    <a:pt x="19177" y="229870"/>
                    <a:pt x="42799" y="229870"/>
                  </a:cubicBezTo>
                  <a:lnTo>
                    <a:pt x="45212" y="229870"/>
                  </a:lnTo>
                  <a:cubicBezTo>
                    <a:pt x="56642" y="229870"/>
                    <a:pt x="67564" y="225298"/>
                    <a:pt x="75565" y="217297"/>
                  </a:cubicBezTo>
                  <a:lnTo>
                    <a:pt x="200025" y="92964"/>
                  </a:lnTo>
                  <a:lnTo>
                    <a:pt x="204216" y="97155"/>
                  </a:lnTo>
                  <a:cubicBezTo>
                    <a:pt x="209804" y="102743"/>
                    <a:pt x="218821" y="102743"/>
                    <a:pt x="224409" y="97155"/>
                  </a:cubicBezTo>
                  <a:cubicBezTo>
                    <a:pt x="229997" y="91567"/>
                    <a:pt x="229997" y="82423"/>
                    <a:pt x="224409" y="76962"/>
                  </a:cubicBezTo>
                  <a:lnTo>
                    <a:pt x="152908" y="5461"/>
                  </a:lnTo>
                  <a:close/>
                  <a:moveTo>
                    <a:pt x="91567" y="115570"/>
                  </a:moveTo>
                  <a:lnTo>
                    <a:pt x="157099" y="50038"/>
                  </a:lnTo>
                  <a:lnTo>
                    <a:pt x="179705" y="72644"/>
                  </a:lnTo>
                  <a:lnTo>
                    <a:pt x="136906" y="115570"/>
                  </a:lnTo>
                  <a:lnTo>
                    <a:pt x="91567" y="115570"/>
                  </a:lnTo>
                  <a:close/>
                </a:path>
              </a:pathLst>
            </a:custGeom>
            <a:solidFill>
              <a:srgbClr val="FFFFFF">
                <a:alpha val="100000"/>
              </a:srgbClr>
            </a:solidFill>
          </p:spPr>
        </p:sp>
        <p:sp>
          <p:nvSpPr>
            <p:cNvPr id="191" name="VectorPath 191"/>
            <p:cNvSpPr/>
            <p:nvPr/>
          </p:nvSpPr>
          <p:spPr>
            <a:xfrm>
              <a:off x="4394200" y="39738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sp>
          <p:nvSpPr>
            <p:cNvPr id="192" name="VectorPath 192"/>
            <p:cNvSpPr/>
            <p:nvPr/>
          </p:nvSpPr>
          <p:spPr>
            <a:xfrm>
              <a:off x="4472305" y="4273550"/>
              <a:ext cx="127127" cy="86360"/>
            </a:xfrm>
            <a:custGeom>
              <a:avLst/>
              <a:gdLst/>
              <a:ahLst/>
              <a:cxnLst/>
              <a:rect l="l" t="t" r="r" b="b"/>
              <a:pathLst>
                <a:path w="127127" h="86360">
                  <a:moveTo>
                    <a:pt x="40767" y="85852"/>
                  </a:moveTo>
                  <a:cubicBezTo>
                    <a:pt x="43057" y="85095"/>
                    <a:pt x="45344" y="84347"/>
                    <a:pt x="47414" y="83353"/>
                  </a:cubicBezTo>
                  <a:lnTo>
                    <a:pt x="47498" y="83312"/>
                  </a:lnTo>
                  <a:cubicBezTo>
                    <a:pt x="51788" y="81167"/>
                    <a:pt x="54949" y="78396"/>
                    <a:pt x="57231" y="74749"/>
                  </a:cubicBezTo>
                  <a:lnTo>
                    <a:pt x="57277" y="74676"/>
                  </a:lnTo>
                  <a:cubicBezTo>
                    <a:pt x="58362" y="72826"/>
                    <a:pt x="59189" y="70816"/>
                    <a:pt x="60008" y="68834"/>
                  </a:cubicBezTo>
                  <a:lnTo>
                    <a:pt x="60579" y="61945"/>
                  </a:lnTo>
                  <a:lnTo>
                    <a:pt x="60579" y="61745"/>
                  </a:lnTo>
                  <a:cubicBezTo>
                    <a:pt x="60562" y="56621"/>
                    <a:pt x="59308" y="52485"/>
                    <a:pt x="56820" y="49215"/>
                  </a:cubicBezTo>
                  <a:lnTo>
                    <a:pt x="56769" y="49149"/>
                  </a:lnTo>
                  <a:cubicBezTo>
                    <a:pt x="54246" y="45995"/>
                    <a:pt x="51347" y="43593"/>
                    <a:pt x="47823" y="42067"/>
                  </a:cubicBezTo>
                  <a:lnTo>
                    <a:pt x="47752" y="42037"/>
                  </a:lnTo>
                  <a:cubicBezTo>
                    <a:pt x="44346" y="40397"/>
                    <a:pt x="39687" y="38757"/>
                    <a:pt x="34023" y="37117"/>
                  </a:cubicBezTo>
                  <a:lnTo>
                    <a:pt x="33908" y="37084"/>
                  </a:lnTo>
                  <a:cubicBezTo>
                    <a:pt x="29477" y="35818"/>
                    <a:pt x="25930" y="34552"/>
                    <a:pt x="23419" y="33548"/>
                  </a:cubicBezTo>
                  <a:lnTo>
                    <a:pt x="23368" y="33528"/>
                  </a:lnTo>
                  <a:cubicBezTo>
                    <a:pt x="20719" y="32519"/>
                    <a:pt x="18571" y="31009"/>
                    <a:pt x="16924" y="29246"/>
                  </a:cubicBezTo>
                  <a:lnTo>
                    <a:pt x="16891" y="29210"/>
                  </a:lnTo>
                  <a:cubicBezTo>
                    <a:pt x="15997" y="28253"/>
                    <a:pt x="15329" y="27200"/>
                    <a:pt x="14668" y="26162"/>
                  </a:cubicBezTo>
                  <a:lnTo>
                    <a:pt x="14224" y="22156"/>
                  </a:lnTo>
                  <a:cubicBezTo>
                    <a:pt x="14224" y="18187"/>
                    <a:pt x="15853" y="15154"/>
                    <a:pt x="18863" y="12873"/>
                  </a:cubicBezTo>
                  <a:lnTo>
                    <a:pt x="18923" y="12827"/>
                  </a:lnTo>
                  <a:cubicBezTo>
                    <a:pt x="20470" y="11651"/>
                    <a:pt x="22258" y="10777"/>
                    <a:pt x="24193" y="9842"/>
                  </a:cubicBezTo>
                  <a:lnTo>
                    <a:pt x="31267" y="9271"/>
                  </a:lnTo>
                  <a:cubicBezTo>
                    <a:pt x="33969" y="9271"/>
                    <a:pt x="36284" y="9556"/>
                    <a:pt x="38608" y="9842"/>
                  </a:cubicBezTo>
                  <a:lnTo>
                    <a:pt x="43627" y="12654"/>
                  </a:lnTo>
                  <a:cubicBezTo>
                    <a:pt x="46716" y="14971"/>
                    <a:pt x="49242" y="18119"/>
                    <a:pt x="50894" y="22144"/>
                  </a:cubicBezTo>
                  <a:lnTo>
                    <a:pt x="50927" y="22225"/>
                  </a:lnTo>
                  <a:lnTo>
                    <a:pt x="59182" y="17399"/>
                  </a:lnTo>
                  <a:cubicBezTo>
                    <a:pt x="58173" y="14245"/>
                    <a:pt x="56537" y="11342"/>
                    <a:pt x="54275" y="8689"/>
                  </a:cubicBezTo>
                  <a:lnTo>
                    <a:pt x="54229" y="8636"/>
                  </a:lnTo>
                  <a:cubicBezTo>
                    <a:pt x="51958" y="6113"/>
                    <a:pt x="48935" y="3966"/>
                    <a:pt x="45162" y="2443"/>
                  </a:cubicBezTo>
                  <a:lnTo>
                    <a:pt x="45085" y="2413"/>
                  </a:lnTo>
                  <a:cubicBezTo>
                    <a:pt x="43087" y="1613"/>
                    <a:pt x="40913" y="989"/>
                    <a:pt x="39052" y="445"/>
                  </a:cubicBezTo>
                  <a:lnTo>
                    <a:pt x="31852" y="0"/>
                  </a:lnTo>
                  <a:cubicBezTo>
                    <a:pt x="26452" y="0"/>
                    <a:pt x="21654" y="877"/>
                    <a:pt x="17359" y="2756"/>
                  </a:cubicBezTo>
                  <a:lnTo>
                    <a:pt x="17272" y="2794"/>
                  </a:lnTo>
                  <a:cubicBezTo>
                    <a:pt x="12983" y="4560"/>
                    <a:pt x="9696" y="7079"/>
                    <a:pt x="7287" y="10597"/>
                  </a:cubicBezTo>
                  <a:lnTo>
                    <a:pt x="7239" y="10668"/>
                  </a:lnTo>
                  <a:cubicBezTo>
                    <a:pt x="5978" y="12370"/>
                    <a:pt x="5061" y="14229"/>
                    <a:pt x="4127" y="16129"/>
                  </a:cubicBezTo>
                  <a:lnTo>
                    <a:pt x="3556" y="22890"/>
                  </a:lnTo>
                  <a:cubicBezTo>
                    <a:pt x="3556" y="27655"/>
                    <a:pt x="4683" y="31445"/>
                    <a:pt x="6939" y="34359"/>
                  </a:cubicBezTo>
                  <a:lnTo>
                    <a:pt x="6985" y="34417"/>
                  </a:lnTo>
                  <a:cubicBezTo>
                    <a:pt x="9256" y="37319"/>
                    <a:pt x="12028" y="39468"/>
                    <a:pt x="15301" y="40991"/>
                  </a:cubicBezTo>
                  <a:lnTo>
                    <a:pt x="15367" y="41021"/>
                  </a:lnTo>
                  <a:cubicBezTo>
                    <a:pt x="18647" y="42409"/>
                    <a:pt x="22930" y="43922"/>
                    <a:pt x="28338" y="45560"/>
                  </a:cubicBezTo>
                  <a:lnTo>
                    <a:pt x="28448" y="45593"/>
                  </a:lnTo>
                  <a:cubicBezTo>
                    <a:pt x="33242" y="46981"/>
                    <a:pt x="37158" y="48243"/>
                    <a:pt x="39825" y="49505"/>
                  </a:cubicBezTo>
                  <a:lnTo>
                    <a:pt x="39878" y="49530"/>
                  </a:lnTo>
                  <a:cubicBezTo>
                    <a:pt x="42654" y="50791"/>
                    <a:pt x="45053" y="52429"/>
                    <a:pt x="46952" y="54567"/>
                  </a:cubicBezTo>
                  <a:lnTo>
                    <a:pt x="46989" y="54610"/>
                  </a:lnTo>
                  <a:cubicBezTo>
                    <a:pt x="47930" y="55676"/>
                    <a:pt x="48623" y="56927"/>
                    <a:pt x="49340" y="58230"/>
                  </a:cubicBezTo>
                  <a:lnTo>
                    <a:pt x="49784" y="63050"/>
                  </a:lnTo>
                  <a:cubicBezTo>
                    <a:pt x="49784" y="67408"/>
                    <a:pt x="48280" y="70820"/>
                    <a:pt x="45273" y="73231"/>
                  </a:cubicBezTo>
                  <a:lnTo>
                    <a:pt x="45213" y="73279"/>
                  </a:lnTo>
                  <a:cubicBezTo>
                    <a:pt x="43688" y="74486"/>
                    <a:pt x="41878" y="75407"/>
                    <a:pt x="40068" y="76327"/>
                  </a:cubicBezTo>
                  <a:lnTo>
                    <a:pt x="32622" y="76962"/>
                  </a:lnTo>
                  <a:cubicBezTo>
                    <a:pt x="29471" y="76962"/>
                    <a:pt x="26715" y="76615"/>
                    <a:pt x="23940" y="76264"/>
                  </a:cubicBezTo>
                  <a:lnTo>
                    <a:pt x="17480" y="72827"/>
                  </a:lnTo>
                  <a:cubicBezTo>
                    <a:pt x="13362" y="69996"/>
                    <a:pt x="10328" y="65967"/>
                    <a:pt x="8296" y="60686"/>
                  </a:cubicBezTo>
                  <a:lnTo>
                    <a:pt x="8255" y="60579"/>
                  </a:lnTo>
                  <a:lnTo>
                    <a:pt x="0" y="65405"/>
                  </a:lnTo>
                  <a:cubicBezTo>
                    <a:pt x="1766" y="71713"/>
                    <a:pt x="5537" y="76767"/>
                    <a:pt x="11313" y="80569"/>
                  </a:cubicBezTo>
                  <a:lnTo>
                    <a:pt x="11430" y="80645"/>
                  </a:lnTo>
                  <a:cubicBezTo>
                    <a:pt x="14358" y="82555"/>
                    <a:pt x="17542" y="83986"/>
                    <a:pt x="20701" y="85408"/>
                  </a:cubicBezTo>
                  <a:lnTo>
                    <a:pt x="32220" y="86360"/>
                  </a:lnTo>
                  <a:cubicBezTo>
                    <a:pt x="32424" y="86360"/>
                    <a:pt x="32463" y="86360"/>
                    <a:pt x="32502" y="86360"/>
                  </a:cubicBezTo>
                  <a:moveTo>
                    <a:pt x="101092" y="10414"/>
                  </a:moveTo>
                  <a:lnTo>
                    <a:pt x="127127" y="10414"/>
                  </a:lnTo>
                  <a:lnTo>
                    <a:pt x="127127" y="1397"/>
                  </a:lnTo>
                  <a:lnTo>
                    <a:pt x="64897" y="1397"/>
                  </a:lnTo>
                  <a:lnTo>
                    <a:pt x="64897" y="10414"/>
                  </a:lnTo>
                  <a:lnTo>
                    <a:pt x="90932" y="10414"/>
                  </a:lnTo>
                  <a:lnTo>
                    <a:pt x="90932" y="85090"/>
                  </a:lnTo>
                  <a:lnTo>
                    <a:pt x="101092" y="85090"/>
                  </a:lnTo>
                  <a:close/>
                </a:path>
              </a:pathLst>
            </a:custGeom>
            <a:solidFill>
              <a:srgbClr val="FFFFFF">
                <a:alpha val="80000"/>
              </a:srgbClr>
            </a:solidFill>
          </p:spPr>
        </p:sp>
      </p:grpSp>
      <p:pic>
        <p:nvPicPr>
          <p:cNvPr id="193" name="B0C2C0C3-B252-4A3C-EC40-995AD2C46E9A"/>
          <p:cNvPicPr>
            <a:picLocks noChangeAspect="1"/>
          </p:cNvPicPr>
          <p:nvPr/>
        </p:nvPicPr>
        <p:blipFill>
          <a:blip r:embed="rId18" cstate="print">
            <a:extLst>
              <a:ext uri="{0B4E1AEE-9834-49A7-2D87-F27614B060C0}"/>
            </a:extLst>
          </a:blip>
          <a:srcRect/>
          <a:stretch>
            <a:fillRect/>
          </a:stretch>
        </p:blipFill>
        <p:spPr>
          <a:xfrm>
            <a:off x="4605655" y="4262120"/>
            <a:ext cx="681567" cy="110067"/>
          </a:xfrm>
          <a:prstGeom prst="rect">
            <a:avLst/>
          </a:prstGeom>
        </p:spPr>
      </p:pic>
      <p:grpSp>
        <p:nvGrpSpPr>
          <p:cNvPr id="194" name="Combination 194"/>
          <p:cNvGrpSpPr/>
          <p:nvPr/>
        </p:nvGrpSpPr>
        <p:grpSpPr>
          <a:xfrm>
            <a:off x="4394200" y="4545330"/>
            <a:ext cx="3400425" cy="495300"/>
            <a:chOff x="4394200" y="4545330"/>
            <a:chExt cx="3400425" cy="495300"/>
          </a:xfrm>
        </p:grpSpPr>
        <p:sp>
          <p:nvSpPr>
            <p:cNvPr id="195" name="VectorPath 195"/>
            <p:cNvSpPr/>
            <p:nvPr/>
          </p:nvSpPr>
          <p:spPr>
            <a:xfrm>
              <a:off x="4394200" y="45453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sp>
          <p:nvSpPr>
            <p:cNvPr id="196" name="VectorPath 196"/>
            <p:cNvSpPr/>
            <p:nvPr/>
          </p:nvSpPr>
          <p:spPr>
            <a:xfrm>
              <a:off x="4479544" y="4846447"/>
              <a:ext cx="138176" cy="84963"/>
            </a:xfrm>
            <a:custGeom>
              <a:avLst/>
              <a:gdLst/>
              <a:ahLst/>
              <a:cxnLst/>
              <a:rect l="l" t="t" r="r" b="b"/>
              <a:pathLst>
                <a:path w="138176" h="84963">
                  <a:moveTo>
                    <a:pt x="42291" y="84264"/>
                  </a:moveTo>
                  <a:cubicBezTo>
                    <a:pt x="44919" y="83226"/>
                    <a:pt x="47554" y="82197"/>
                    <a:pt x="49942" y="80828"/>
                  </a:cubicBezTo>
                  <a:lnTo>
                    <a:pt x="50038" y="80772"/>
                  </a:lnTo>
                  <a:cubicBezTo>
                    <a:pt x="54958" y="77870"/>
                    <a:pt x="58750" y="73841"/>
                    <a:pt x="61290" y="68684"/>
                  </a:cubicBezTo>
                  <a:lnTo>
                    <a:pt x="61341" y="68580"/>
                  </a:lnTo>
                  <a:cubicBezTo>
                    <a:pt x="62631" y="65870"/>
                    <a:pt x="63627" y="62930"/>
                    <a:pt x="64579" y="60135"/>
                  </a:cubicBezTo>
                  <a:lnTo>
                    <a:pt x="65278" y="50053"/>
                  </a:lnTo>
                  <a:lnTo>
                    <a:pt x="65278" y="0"/>
                  </a:lnTo>
                  <a:lnTo>
                    <a:pt x="54991" y="0"/>
                  </a:lnTo>
                  <a:lnTo>
                    <a:pt x="54991" y="48438"/>
                  </a:lnTo>
                  <a:cubicBezTo>
                    <a:pt x="54978" y="52806"/>
                    <a:pt x="54502" y="56650"/>
                    <a:pt x="54038" y="60515"/>
                  </a:cubicBezTo>
                  <a:lnTo>
                    <a:pt x="49352" y="68486"/>
                  </a:lnTo>
                  <a:cubicBezTo>
                    <a:pt x="47375" y="70924"/>
                    <a:pt x="45032" y="72668"/>
                    <a:pt x="42672" y="74422"/>
                  </a:cubicBezTo>
                  <a:lnTo>
                    <a:pt x="32659" y="75565"/>
                  </a:lnTo>
                  <a:cubicBezTo>
                    <a:pt x="28877" y="75565"/>
                    <a:pt x="25659" y="74989"/>
                    <a:pt x="22480" y="74422"/>
                  </a:cubicBezTo>
                  <a:lnTo>
                    <a:pt x="15951" y="68674"/>
                  </a:lnTo>
                  <a:cubicBezTo>
                    <a:pt x="13969" y="66229"/>
                    <a:pt x="12539" y="63368"/>
                    <a:pt x="11113" y="60515"/>
                  </a:cubicBezTo>
                  <a:lnTo>
                    <a:pt x="10160" y="48438"/>
                  </a:lnTo>
                  <a:lnTo>
                    <a:pt x="10160" y="0"/>
                  </a:lnTo>
                  <a:lnTo>
                    <a:pt x="0" y="0"/>
                  </a:lnTo>
                  <a:lnTo>
                    <a:pt x="0" y="50053"/>
                  </a:lnTo>
                  <a:cubicBezTo>
                    <a:pt x="16" y="57059"/>
                    <a:pt x="1269" y="63199"/>
                    <a:pt x="3759" y="68474"/>
                  </a:cubicBezTo>
                  <a:lnTo>
                    <a:pt x="3810" y="68580"/>
                  </a:lnTo>
                  <a:cubicBezTo>
                    <a:pt x="6459" y="73752"/>
                    <a:pt x="10111" y="77797"/>
                    <a:pt x="14889" y="80714"/>
                  </a:cubicBezTo>
                  <a:lnTo>
                    <a:pt x="14986" y="80772"/>
                  </a:lnTo>
                  <a:cubicBezTo>
                    <a:pt x="17463" y="82169"/>
                    <a:pt x="20161" y="83216"/>
                    <a:pt x="22860" y="84264"/>
                  </a:cubicBezTo>
                  <a:lnTo>
                    <a:pt x="32377" y="84963"/>
                  </a:lnTo>
                  <a:cubicBezTo>
                    <a:pt x="32558" y="84963"/>
                    <a:pt x="32603" y="84963"/>
                    <a:pt x="32649" y="84963"/>
                  </a:cubicBezTo>
                  <a:moveTo>
                    <a:pt x="112141" y="9017"/>
                  </a:moveTo>
                  <a:lnTo>
                    <a:pt x="138176" y="9017"/>
                  </a:lnTo>
                  <a:lnTo>
                    <a:pt x="138176" y="0"/>
                  </a:lnTo>
                  <a:lnTo>
                    <a:pt x="75946" y="0"/>
                  </a:lnTo>
                  <a:lnTo>
                    <a:pt x="75946" y="9017"/>
                  </a:lnTo>
                  <a:lnTo>
                    <a:pt x="101981" y="9017"/>
                  </a:lnTo>
                  <a:lnTo>
                    <a:pt x="101981" y="83693"/>
                  </a:lnTo>
                  <a:lnTo>
                    <a:pt x="112141" y="83693"/>
                  </a:lnTo>
                  <a:close/>
                </a:path>
              </a:pathLst>
            </a:custGeom>
            <a:solidFill>
              <a:srgbClr val="FFFFFF">
                <a:alpha val="80000"/>
              </a:srgbClr>
            </a:solidFill>
          </p:spPr>
        </p:sp>
      </p:grpSp>
      <p:pic>
        <p:nvPicPr>
          <p:cNvPr id="197" name="54331416-EE57-4C15-60CD-94538C819DFA"/>
          <p:cNvPicPr>
            <a:picLocks noChangeAspect="1"/>
          </p:cNvPicPr>
          <p:nvPr/>
        </p:nvPicPr>
        <p:blipFill>
          <a:blip r:embed="rId19" cstate="print">
            <a:extLst>
              <a:ext uri="{C15D59D1-036E-4E24-5019-E77390C01A4D}"/>
            </a:extLst>
          </a:blip>
          <a:srcRect/>
          <a:stretch>
            <a:fillRect/>
          </a:stretch>
        </p:blipFill>
        <p:spPr>
          <a:xfrm>
            <a:off x="4625975" y="4832350"/>
            <a:ext cx="905934" cy="110067"/>
          </a:xfrm>
          <a:prstGeom prst="rect">
            <a:avLst/>
          </a:prstGeom>
        </p:spPr>
      </p:pic>
      <p:sp>
        <p:nvSpPr>
          <p:cNvPr id="198" name="VectorPath 198"/>
          <p:cNvSpPr/>
          <p:nvPr/>
        </p:nvSpPr>
        <p:spPr>
          <a:xfrm>
            <a:off x="4394200" y="51168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pic>
        <p:nvPicPr>
          <p:cNvPr id="199" name="825D4601-7B2B-4626-D031-E1C7C5335BA4"/>
          <p:cNvPicPr>
            <a:picLocks noChangeAspect="1"/>
          </p:cNvPicPr>
          <p:nvPr/>
        </p:nvPicPr>
        <p:blipFill>
          <a:blip r:embed="rId20" cstate="print">
            <a:extLst>
              <a:ext uri="{9F9CAF2B-3697-4C5F-6C01-FFAAE323BC6C}"/>
            </a:extLst>
          </a:blip>
          <a:srcRect/>
          <a:stretch>
            <a:fillRect/>
          </a:stretch>
        </p:blipFill>
        <p:spPr>
          <a:xfrm>
            <a:off x="4474845" y="5405120"/>
            <a:ext cx="673100" cy="110067"/>
          </a:xfrm>
          <a:prstGeom prst="rect">
            <a:avLst/>
          </a:prstGeom>
        </p:spPr>
      </p:pic>
      <p:sp>
        <p:nvSpPr>
          <p:cNvPr id="200" name="VectorPath 200"/>
          <p:cNvSpPr/>
          <p:nvPr/>
        </p:nvSpPr>
        <p:spPr>
          <a:xfrm>
            <a:off x="4394200" y="5688330"/>
            <a:ext cx="3400425" cy="495300"/>
          </a:xfrm>
          <a:custGeom>
            <a:avLst/>
            <a:gdLst/>
            <a:ahLst/>
            <a:cxnLst/>
            <a:rect l="l" t="t" r="r" b="b"/>
            <a:pathLst>
              <a:path w="3400425" h="495300">
                <a:moveTo>
                  <a:pt x="76200" y="0"/>
                </a:moveTo>
                <a:lnTo>
                  <a:pt x="3324225" y="0"/>
                </a:lnTo>
                <a:cubicBezTo>
                  <a:pt x="3366262" y="0"/>
                  <a:pt x="3400425" y="34112"/>
                  <a:pt x="3400425" y="76200"/>
                </a:cubicBezTo>
                <a:lnTo>
                  <a:pt x="3400425" y="419100"/>
                </a:lnTo>
                <a:cubicBezTo>
                  <a:pt x="3400425" y="461188"/>
                  <a:pt x="3366262" y="495300"/>
                  <a:pt x="3324225" y="495300"/>
                </a:cubicBezTo>
                <a:lnTo>
                  <a:pt x="76200" y="495300"/>
                </a:lnTo>
                <a:cubicBezTo>
                  <a:pt x="34036" y="495300"/>
                  <a:pt x="0" y="461188"/>
                  <a:pt x="0" y="419100"/>
                </a:cubicBezTo>
                <a:lnTo>
                  <a:pt x="0" y="76200"/>
                </a:lnTo>
                <a:cubicBezTo>
                  <a:pt x="0" y="34112"/>
                  <a:pt x="34036" y="0"/>
                  <a:pt x="76200" y="0"/>
                </a:cubicBezTo>
              </a:path>
            </a:pathLst>
          </a:custGeom>
          <a:solidFill>
            <a:srgbClr val="FFFFFF">
              <a:alpha val="10000"/>
            </a:srgbClr>
          </a:solidFill>
        </p:spPr>
      </p:sp>
      <p:pic>
        <p:nvPicPr>
          <p:cNvPr id="201" name="6F65CCF1-058A-4469-01A3-77921D8EB119"/>
          <p:cNvPicPr>
            <a:picLocks noChangeAspect="1"/>
          </p:cNvPicPr>
          <p:nvPr/>
        </p:nvPicPr>
        <p:blipFill>
          <a:blip r:embed="rId21" cstate="print">
            <a:extLst>
              <a:ext uri="{5CF3BE6E-D608-4C2C-07D8-325003F835A4}"/>
            </a:extLst>
          </a:blip>
          <a:srcRect/>
          <a:stretch>
            <a:fillRect/>
          </a:stretch>
        </p:blipFill>
        <p:spPr>
          <a:xfrm>
            <a:off x="4485640" y="5975350"/>
            <a:ext cx="897467" cy="110067"/>
          </a:xfrm>
          <a:prstGeom prst="rect">
            <a:avLst/>
          </a:prstGeom>
        </p:spPr>
      </p:pic>
      <p:sp>
        <p:nvSpPr>
          <p:cNvPr id="202" name="TextBox202"/>
          <p:cNvSpPr txBox="1"/>
          <p:nvPr/>
        </p:nvSpPr>
        <p:spPr>
          <a:xfrm>
            <a:off x="4794885" y="1189990"/>
            <a:ext cx="952500" cy="228600"/>
          </a:xfrm>
          <a:prstGeom prst="rect">
            <a:avLst/>
          </a:prstGeom>
          <a:noFill/>
        </p:spPr>
        <p:txBody>
          <a:bodyPr wrap="square" lIns="0" tIns="635" rIns="0" bIns="0" rtlCol="0">
            <a:spAutoFit/>
          </a:bodyPr>
          <a:lstStyle/>
          <a:p>
            <a:pPr marL="0" marR="0" indent="0" eaLnBrk="0">
              <a:lnSpc>
                <a:spcPct val="99722"/>
              </a:lnSpc>
              <a:spcBef>
                <a:spcPts val="4"/>
              </a:spcBef>
            </a:pPr>
            <a:r>
              <a:rPr lang="en-US" altLang="zh-CN" sz="1500" b="1" kern="0" spc="-15" baseline="0" noProof="0" dirty="0">
                <a:solidFill>
                  <a:srgbClr val="FFFFFF"/>
                </a:solidFill>
                <a:latin typeface="SimHei" pitchFamily="49" charset="0"/>
                <a:ea typeface="SimHei" pitchFamily="49" charset="0"/>
                <a:cs typeface="SimHei" pitchFamily="49" charset="0"/>
              </a:rPr>
              <a:t>调试测试类</a:t>
            </a:r>
          </a:p>
        </p:txBody>
      </p:sp>
      <p:sp>
        <p:nvSpPr>
          <p:cNvPr id="203" name="TextBox203"/>
          <p:cNvSpPr txBox="1"/>
          <p:nvPr/>
        </p:nvSpPr>
        <p:spPr>
          <a:xfrm>
            <a:off x="4471035" y="1638935"/>
            <a:ext cx="1630362"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scendc-precision-debug</a:t>
            </a:r>
          </a:p>
        </p:txBody>
      </p:sp>
      <p:sp>
        <p:nvSpPr>
          <p:cNvPr id="204" name="TextBox204"/>
          <p:cNvSpPr txBox="1"/>
          <p:nvPr/>
        </p:nvSpPr>
        <p:spPr>
          <a:xfrm>
            <a:off x="4471035" y="2210435"/>
            <a:ext cx="1555750"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scendc-runtime-debug</a:t>
            </a:r>
          </a:p>
        </p:txBody>
      </p:sp>
      <p:sp>
        <p:nvSpPr>
          <p:cNvPr id="205" name="TextBox205"/>
          <p:cNvSpPr txBox="1"/>
          <p:nvPr/>
        </p:nvSpPr>
        <p:spPr>
          <a:xfrm>
            <a:off x="4471035" y="2781935"/>
            <a:ext cx="841375" cy="160337"/>
          </a:xfrm>
          <a:prstGeom prst="rect">
            <a:avLst/>
          </a:prstGeom>
          <a:noFill/>
        </p:spPr>
        <p:txBody>
          <a:bodyPr wrap="square" lIns="0" tIns="0" rIns="0" bIns="0" rtlCol="0">
            <a:spAutoFit/>
          </a:bodyPr>
          <a:lstStyle/>
          <a:p>
            <a:pPr marL="0" marR="0" indent="0" eaLnBrk="0">
              <a:lnSpc>
                <a:spcPct val="100000"/>
              </a:lnSpc>
            </a:pPr>
            <a:r>
              <a:rPr lang="en-US" altLang="zh-CN" sz="1050" b="1" kern="0" spc="-25" baseline="0" noProof="0" dirty="0">
                <a:solidFill>
                  <a:srgbClr val="FFFFFF"/>
                </a:solidFill>
                <a:latin typeface="SimHei" pitchFamily="49" charset="0"/>
                <a:ea typeface="SimHei" pitchFamily="49" charset="0"/>
                <a:cs typeface="SimHei" pitchFamily="49" charset="0"/>
              </a:rPr>
              <a:t>ops-profi</a:t>
            </a:r>
            <a:r>
              <a:rPr lang="en-US" altLang="zh-CN" sz="1050" b="1" kern="0" spc="0" baseline="0" noProof="0" dirty="0">
                <a:solidFill>
                  <a:srgbClr val="FFFFFF"/>
                </a:solidFill>
                <a:latin typeface="SimHei" pitchFamily="49" charset="0"/>
                <a:ea typeface="SimHei" pitchFamily="49" charset="0"/>
                <a:cs typeface="SimHei" pitchFamily="49" charset="0"/>
              </a:rPr>
              <a:t>ling</a:t>
            </a:r>
          </a:p>
        </p:txBody>
      </p:sp>
      <p:sp>
        <p:nvSpPr>
          <p:cNvPr id="206" name="TextBox206"/>
          <p:cNvSpPr txBox="1"/>
          <p:nvPr/>
        </p:nvSpPr>
        <p:spPr>
          <a:xfrm>
            <a:off x="4794885" y="3629025"/>
            <a:ext cx="952500" cy="228600"/>
          </a:xfrm>
          <a:prstGeom prst="rect">
            <a:avLst/>
          </a:prstGeom>
          <a:noFill/>
        </p:spPr>
        <p:txBody>
          <a:bodyPr wrap="square" lIns="0" tIns="635" rIns="0" bIns="0" rtlCol="0">
            <a:spAutoFit/>
          </a:bodyPr>
          <a:lstStyle/>
          <a:p>
            <a:pPr marL="0" marR="0" indent="0" eaLnBrk="0">
              <a:lnSpc>
                <a:spcPct val="99722"/>
              </a:lnSpc>
              <a:spcBef>
                <a:spcPts val="5"/>
              </a:spcBef>
            </a:pPr>
            <a:r>
              <a:rPr lang="en-US" altLang="zh-CN" sz="1500" b="1" kern="0" spc="-15" baseline="0" noProof="0" dirty="0">
                <a:solidFill>
                  <a:srgbClr val="FFFFFF"/>
                </a:solidFill>
                <a:latin typeface="SimHei" pitchFamily="49" charset="0"/>
                <a:ea typeface="SimHei" pitchFamily="49" charset="0"/>
                <a:cs typeface="SimHei" pitchFamily="49" charset="0"/>
              </a:rPr>
              <a:t>测试开发类</a:t>
            </a:r>
          </a:p>
        </p:txBody>
      </p:sp>
      <p:sp>
        <p:nvSpPr>
          <p:cNvPr id="207" name="TextBox207"/>
          <p:cNvSpPr txBox="1"/>
          <p:nvPr/>
        </p:nvSpPr>
        <p:spPr>
          <a:xfrm>
            <a:off x="4471035" y="4077970"/>
            <a:ext cx="1184275"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scendc-st-design</a:t>
            </a:r>
          </a:p>
        </p:txBody>
      </p:sp>
      <p:sp>
        <p:nvSpPr>
          <p:cNvPr id="208" name="TextBox208"/>
          <p:cNvSpPr txBox="1"/>
          <p:nvPr/>
        </p:nvSpPr>
        <p:spPr>
          <a:xfrm>
            <a:off x="4471035" y="4649471"/>
            <a:ext cx="1292225"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scendc-ut-develop</a:t>
            </a:r>
          </a:p>
        </p:txBody>
      </p:sp>
      <p:sp>
        <p:nvSpPr>
          <p:cNvPr id="209" name="TextBox209"/>
          <p:cNvSpPr txBox="1"/>
          <p:nvPr/>
        </p:nvSpPr>
        <p:spPr>
          <a:xfrm>
            <a:off x="4471035" y="5220971"/>
            <a:ext cx="1377950" cy="160337"/>
          </a:xfrm>
          <a:prstGeom prst="rect">
            <a:avLst/>
          </a:prstGeom>
          <a:noFill/>
        </p:spPr>
        <p:txBody>
          <a:bodyPr wrap="square" lIns="0" tIns="0" rIns="0" bIns="0" rtlCol="0">
            <a:spAutoFit/>
          </a:bodyPr>
          <a:lstStyle/>
          <a:p>
            <a:pPr marL="0" marR="0" indent="0" eaLnBrk="0">
              <a:lnSpc>
                <a:spcPct val="100000"/>
              </a:lnSpc>
            </a:pPr>
            <a:r>
              <a:rPr lang="en-US" altLang="zh-CN" sz="1050" b="1" kern="0" spc="-15" baseline="0" noProof="0" dirty="0">
                <a:solidFill>
                  <a:srgbClr val="FFFFFF"/>
                </a:solidFill>
                <a:latin typeface="SimHei" pitchFamily="49" charset="0"/>
                <a:ea typeface="SimHei" pitchFamily="49" charset="0"/>
                <a:cs typeface="SimHei" pitchFamily="49" charset="0"/>
              </a:rPr>
              <a:t>a</a:t>
            </a:r>
            <a:r>
              <a:rPr lang="en-US" altLang="zh-CN" sz="1050" b="1" kern="0" spc="0" baseline="0" noProof="0" dirty="0">
                <a:solidFill>
                  <a:srgbClr val="FFFFFF"/>
                </a:solidFill>
                <a:latin typeface="SimHei" pitchFamily="49" charset="0"/>
                <a:ea typeface="SimHei" pitchFamily="49" charset="0"/>
                <a:cs typeface="SimHei" pitchFamily="49" charset="0"/>
              </a:rPr>
              <a:t>scendc-code-review</a:t>
            </a:r>
          </a:p>
        </p:txBody>
      </p:sp>
      <p:sp>
        <p:nvSpPr>
          <p:cNvPr id="210" name="TextBox210"/>
          <p:cNvSpPr txBox="1"/>
          <p:nvPr/>
        </p:nvSpPr>
        <p:spPr>
          <a:xfrm>
            <a:off x="4471035" y="5787390"/>
            <a:ext cx="1658937" cy="160337"/>
          </a:xfrm>
          <a:prstGeom prst="rect">
            <a:avLst/>
          </a:prstGeom>
          <a:noFill/>
        </p:spPr>
        <p:txBody>
          <a:bodyPr wrap="square" lIns="0" tIns="635" rIns="0" bIns="0" rtlCol="0">
            <a:spAutoFit/>
          </a:bodyPr>
          <a:lstStyle/>
          <a:p>
            <a:pPr marL="0" marR="0" indent="0" eaLnBrk="0">
              <a:lnSpc>
                <a:spcPct val="99603"/>
              </a:lnSpc>
              <a:spcBef>
                <a:spcPts val="5"/>
              </a:spcBef>
            </a:pPr>
            <a:r>
              <a:rPr lang="en-US" altLang="zh-CN" sz="1050" b="1" kern="0" spc="-15" baseline="0" noProof="0" dirty="0">
                <a:solidFill>
                  <a:srgbClr val="FFFFFF"/>
                </a:solidFill>
                <a:latin typeface="Arial" pitchFamily="34" charset="0"/>
                <a:ea typeface="Arial" pitchFamily="34" charset="0"/>
                <a:cs typeface="Arial" pitchFamily="34" charset="0"/>
              </a:rPr>
              <a:t>a</a:t>
            </a:r>
            <a:r>
              <a:rPr lang="en-US" altLang="zh-CN" sz="1050" b="1" kern="0" spc="0" baseline="0" noProof="0" dirty="0">
                <a:solidFill>
                  <a:srgbClr val="FFFFFF"/>
                </a:solidFill>
                <a:latin typeface="Arial" pitchFamily="34" charset="0"/>
                <a:ea typeface="Arial" pitchFamily="34" charset="0"/>
                <a:cs typeface="Arial" pitchFamily="34" charset="0"/>
              </a:rPr>
              <a:t>scendc-whitebox-design</a:t>
            </a:r>
          </a:p>
        </p:txBody>
      </p:sp>
      <p:pic>
        <p:nvPicPr>
          <p:cNvPr id="211" name="02387ADB-A665-4706-6B73-F571CB56EB83"/>
          <p:cNvPicPr>
            <a:picLocks noChangeAspect="1"/>
          </p:cNvPicPr>
          <p:nvPr/>
        </p:nvPicPr>
        <p:blipFill>
          <a:blip r:embed="rId22" cstate="print">
            <a:extLst>
              <a:ext uri="{00FDA501-9E5A-4A51-FD4E-EBC7DEA1722C}"/>
            </a:extLst>
          </a:blip>
          <a:srcRect/>
          <a:stretch>
            <a:fillRect/>
          </a:stretch>
        </p:blipFill>
        <p:spPr>
          <a:xfrm>
            <a:off x="8102600" y="1002030"/>
            <a:ext cx="3708400" cy="1756834"/>
          </a:xfrm>
          <a:prstGeom prst="rect">
            <a:avLst/>
          </a:prstGeom>
        </p:spPr>
      </p:pic>
      <p:sp>
        <p:nvSpPr>
          <p:cNvPr id="212" name="VectorPath 212"/>
          <p:cNvSpPr/>
          <p:nvPr/>
        </p:nvSpPr>
        <p:spPr>
          <a:xfrm>
            <a:off x="8291195" y="1167130"/>
            <a:ext cx="213995" cy="241300"/>
          </a:xfrm>
          <a:custGeom>
            <a:avLst/>
            <a:gdLst/>
            <a:ahLst/>
            <a:cxnLst/>
            <a:rect l="l" t="t" r="r" b="b"/>
            <a:pathLst>
              <a:path w="213868" h="241046">
                <a:moveTo>
                  <a:pt x="92456" y="5080"/>
                </a:moveTo>
                <a:cubicBezTo>
                  <a:pt x="101347" y="0"/>
                  <a:pt x="112268" y="0"/>
                  <a:pt x="121031" y="5080"/>
                </a:cubicBezTo>
                <a:lnTo>
                  <a:pt x="199644" y="50419"/>
                </a:lnTo>
                <a:cubicBezTo>
                  <a:pt x="208407" y="55499"/>
                  <a:pt x="213868" y="65024"/>
                  <a:pt x="213868" y="75184"/>
                </a:cubicBezTo>
                <a:lnTo>
                  <a:pt x="213868" y="165735"/>
                </a:lnTo>
                <a:cubicBezTo>
                  <a:pt x="213868" y="176022"/>
                  <a:pt x="208407" y="185420"/>
                  <a:pt x="199644" y="190500"/>
                </a:cubicBezTo>
                <a:lnTo>
                  <a:pt x="121031" y="235966"/>
                </a:lnTo>
                <a:cubicBezTo>
                  <a:pt x="112268" y="241046"/>
                  <a:pt x="101347" y="241046"/>
                  <a:pt x="92456" y="235966"/>
                </a:cubicBezTo>
                <a:lnTo>
                  <a:pt x="13970" y="190627"/>
                </a:lnTo>
                <a:cubicBezTo>
                  <a:pt x="5207" y="185547"/>
                  <a:pt x="-253" y="176022"/>
                  <a:pt x="-253" y="165862"/>
                </a:cubicBezTo>
                <a:lnTo>
                  <a:pt x="-253" y="75311"/>
                </a:lnTo>
                <a:cubicBezTo>
                  <a:pt x="-253" y="65024"/>
                  <a:pt x="5207" y="55626"/>
                  <a:pt x="13970" y="50546"/>
                </a:cubicBezTo>
                <a:lnTo>
                  <a:pt x="92456" y="5080"/>
                </a:lnTo>
                <a:close/>
                <a:moveTo>
                  <a:pt x="185293" y="165862"/>
                </a:moveTo>
                <a:lnTo>
                  <a:pt x="185293" y="91694"/>
                </a:lnTo>
                <a:lnTo>
                  <a:pt x="121031" y="128778"/>
                </a:lnTo>
                <a:lnTo>
                  <a:pt x="121031" y="202946"/>
                </a:lnTo>
                <a:lnTo>
                  <a:pt x="185293" y="165862"/>
                </a:lnTo>
                <a:close/>
              </a:path>
            </a:pathLst>
          </a:custGeom>
          <a:solidFill>
            <a:srgbClr val="FFFFFF">
              <a:alpha val="100000"/>
            </a:srgbClr>
          </a:solidFill>
        </p:spPr>
      </p:sp>
      <p:sp>
        <p:nvSpPr>
          <p:cNvPr id="213" name="TextBox213"/>
          <p:cNvSpPr txBox="1"/>
          <p:nvPr/>
        </p:nvSpPr>
        <p:spPr>
          <a:xfrm>
            <a:off x="8656320" y="1189990"/>
            <a:ext cx="952500" cy="228600"/>
          </a:xfrm>
          <a:prstGeom prst="rect">
            <a:avLst/>
          </a:prstGeom>
          <a:noFill/>
        </p:spPr>
        <p:txBody>
          <a:bodyPr wrap="square" lIns="0" tIns="635" rIns="0" bIns="0" rtlCol="0">
            <a:spAutoFit/>
          </a:bodyPr>
          <a:lstStyle/>
          <a:p>
            <a:pPr marL="0" marR="0" indent="0" eaLnBrk="0">
              <a:lnSpc>
                <a:spcPct val="99722"/>
              </a:lnSpc>
              <a:spcBef>
                <a:spcPts val="4"/>
              </a:spcBef>
            </a:pPr>
            <a:r>
              <a:rPr lang="en-US" altLang="zh-CN" sz="2250" b="1" kern="0" spc="-25" baseline="4276" noProof="0" dirty="0">
                <a:solidFill>
                  <a:srgbClr val="FFFFFF"/>
                </a:solidFill>
                <a:latin typeface="SimHei" pitchFamily="49" charset="0"/>
                <a:ea typeface="SimHei" pitchFamily="49" charset="0"/>
                <a:cs typeface="SimHei" pitchFamily="49" charset="0"/>
              </a:rPr>
              <a:t>工程模板类</a:t>
            </a:r>
          </a:p>
        </p:txBody>
      </p:sp>
      <p:sp>
        <p:nvSpPr>
          <p:cNvPr id="214" name="VectorPath 214"/>
          <p:cNvSpPr/>
          <p:nvPr/>
        </p:nvSpPr>
        <p:spPr>
          <a:xfrm>
            <a:off x="8255000" y="15354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sp>
        <p:nvSpPr>
          <p:cNvPr id="215" name="TextBox215"/>
          <p:cNvSpPr txBox="1"/>
          <p:nvPr/>
        </p:nvSpPr>
        <p:spPr>
          <a:xfrm>
            <a:off x="8332470" y="1633220"/>
            <a:ext cx="2708275" cy="160337"/>
          </a:xfrm>
          <a:prstGeom prst="rect">
            <a:avLst/>
          </a:prstGeom>
          <a:noFill/>
        </p:spPr>
        <p:txBody>
          <a:bodyPr wrap="square" lIns="0" tIns="635" rIns="0" bIns="0" rtlCol="0">
            <a:spAutoFit/>
          </a:bodyPr>
          <a:lstStyle/>
          <a:p>
            <a:pPr marL="0" marR="0" indent="0" eaLnBrk="0">
              <a:lnSpc>
                <a:spcPct val="99603"/>
              </a:lnSpc>
              <a:spcBef>
                <a:spcPts val="4"/>
              </a:spcBef>
            </a:pPr>
            <a:r>
              <a:rPr lang="en-US" altLang="zh-CN" sz="1050" b="1" kern="0" spc="-15" baseline="0" noProof="0" dirty="0">
                <a:solidFill>
                  <a:srgbClr val="FFFFFF"/>
                </a:solidFill>
                <a:latin typeface="Arial" pitchFamily="34" charset="0"/>
                <a:ea typeface="Arial" pitchFamily="34" charset="0"/>
                <a:cs typeface="Arial" pitchFamily="34" charset="0"/>
              </a:rPr>
              <a:t>a</a:t>
            </a:r>
            <a:r>
              <a:rPr lang="en-US" altLang="zh-CN" sz="1050" b="1" kern="0" spc="0" baseline="0" noProof="0" dirty="0">
                <a:solidFill>
                  <a:srgbClr val="FFFFFF"/>
                </a:solidFill>
                <a:latin typeface="Arial" pitchFamily="34" charset="0"/>
                <a:ea typeface="Arial" pitchFamily="34" charset="0"/>
                <a:cs typeface="Arial" pitchFamily="34" charset="0"/>
              </a:rPr>
              <a:t>scendc-registry-invoke-to-direct-invoke</a:t>
            </a:r>
          </a:p>
        </p:txBody>
      </p:sp>
      <p:pic>
        <p:nvPicPr>
          <p:cNvPr id="216" name="0ABDE667-4929-4DEC-6D27-42BCA2EE195B"/>
          <p:cNvPicPr>
            <a:picLocks noChangeAspect="1"/>
          </p:cNvPicPr>
          <p:nvPr/>
        </p:nvPicPr>
        <p:blipFill>
          <a:blip r:embed="rId23" cstate="print">
            <a:extLst>
              <a:ext uri="{F461A298-545D-4BE6-8FCE-AB9DC0A10D07}"/>
            </a:extLst>
          </a:blip>
          <a:srcRect/>
          <a:stretch>
            <a:fillRect/>
          </a:stretch>
        </p:blipFill>
        <p:spPr>
          <a:xfrm>
            <a:off x="8335010" y="1822450"/>
            <a:ext cx="1143000" cy="110067"/>
          </a:xfrm>
          <a:prstGeom prst="rect">
            <a:avLst/>
          </a:prstGeom>
        </p:spPr>
      </p:pic>
      <p:sp>
        <p:nvSpPr>
          <p:cNvPr id="217" name="VectorPath 217"/>
          <p:cNvSpPr/>
          <p:nvPr/>
        </p:nvSpPr>
        <p:spPr>
          <a:xfrm>
            <a:off x="8255000" y="2106930"/>
            <a:ext cx="3400425" cy="495300"/>
          </a:xfrm>
          <a:custGeom>
            <a:avLst/>
            <a:gdLst/>
            <a:ahLst/>
            <a:cxnLst/>
            <a:rect l="l" t="t" r="r" b="b"/>
            <a:pathLst>
              <a:path w="3400425" h="495300">
                <a:moveTo>
                  <a:pt x="76200" y="0"/>
                </a:moveTo>
                <a:lnTo>
                  <a:pt x="3324225" y="0"/>
                </a:lnTo>
                <a:cubicBezTo>
                  <a:pt x="3366262" y="0"/>
                  <a:pt x="3400425" y="34163"/>
                  <a:pt x="3400425" y="76200"/>
                </a:cubicBezTo>
                <a:lnTo>
                  <a:pt x="3400425" y="419100"/>
                </a:lnTo>
                <a:cubicBezTo>
                  <a:pt x="3400425" y="461137"/>
                  <a:pt x="3366262" y="495300"/>
                  <a:pt x="3324225" y="495300"/>
                </a:cubicBezTo>
                <a:lnTo>
                  <a:pt x="76200" y="495300"/>
                </a:lnTo>
                <a:cubicBezTo>
                  <a:pt x="34036" y="495300"/>
                  <a:pt x="0" y="461137"/>
                  <a:pt x="0" y="419100"/>
                </a:cubicBezTo>
                <a:lnTo>
                  <a:pt x="0" y="76200"/>
                </a:lnTo>
                <a:cubicBezTo>
                  <a:pt x="0" y="34163"/>
                  <a:pt x="34036" y="0"/>
                  <a:pt x="76200" y="0"/>
                </a:cubicBezTo>
              </a:path>
            </a:pathLst>
          </a:custGeom>
          <a:solidFill>
            <a:srgbClr val="FFFFFF">
              <a:alpha val="10000"/>
            </a:srgbClr>
          </a:solidFill>
        </p:spPr>
      </p:sp>
      <p:sp>
        <p:nvSpPr>
          <p:cNvPr id="218" name="TextBox218"/>
          <p:cNvSpPr txBox="1"/>
          <p:nvPr/>
        </p:nvSpPr>
        <p:spPr>
          <a:xfrm>
            <a:off x="8332470" y="2204720"/>
            <a:ext cx="2085975" cy="160337"/>
          </a:xfrm>
          <a:prstGeom prst="rect">
            <a:avLst/>
          </a:prstGeom>
          <a:noFill/>
        </p:spPr>
        <p:txBody>
          <a:bodyPr wrap="square" lIns="0" tIns="0" rIns="0" bIns="0" rtlCol="0">
            <a:spAutoFit/>
          </a:bodyPr>
          <a:lstStyle/>
          <a:p>
            <a:pPr marL="0" marR="0" indent="0" eaLnBrk="0">
              <a:lnSpc>
                <a:spcPct val="99603"/>
              </a:lnSpc>
            </a:pPr>
            <a:r>
              <a:rPr lang="en-US" altLang="zh-CN" sz="1050" b="1" kern="0" spc="-15" baseline="0" noProof="0" dirty="0">
                <a:solidFill>
                  <a:srgbClr val="FFFFFF"/>
                </a:solidFill>
                <a:latin typeface="Arial" pitchFamily="34" charset="0"/>
                <a:ea typeface="Arial" pitchFamily="34" charset="0"/>
                <a:cs typeface="Arial" pitchFamily="34" charset="0"/>
              </a:rPr>
              <a:t>a</a:t>
            </a:r>
            <a:r>
              <a:rPr lang="en-US" altLang="zh-CN" sz="1050" b="1" kern="0" spc="0" baseline="0" noProof="0" dirty="0">
                <a:solidFill>
                  <a:srgbClr val="FFFFFF"/>
                </a:solidFill>
                <a:latin typeface="Arial" pitchFamily="34" charset="0"/>
                <a:ea typeface="Arial" pitchFamily="34" charset="0"/>
                <a:cs typeface="Arial" pitchFamily="34" charset="0"/>
              </a:rPr>
              <a:t>scendc-direct-invoke-template</a:t>
            </a:r>
          </a:p>
        </p:txBody>
      </p:sp>
      <p:pic>
        <p:nvPicPr>
          <p:cNvPr id="219" name="7E70AA5A-E3EC-40EE-3953-E560D10FF04A"/>
          <p:cNvPicPr>
            <a:picLocks noChangeAspect="1"/>
          </p:cNvPicPr>
          <p:nvPr/>
        </p:nvPicPr>
        <p:blipFill>
          <a:blip r:embed="rId24" cstate="print">
            <a:extLst>
              <a:ext uri="{99C8AB18-E4BF-401F-C055-92E7E7A3C625}"/>
            </a:extLst>
          </a:blip>
          <a:srcRect/>
          <a:stretch>
            <a:fillRect/>
          </a:stretch>
        </p:blipFill>
        <p:spPr>
          <a:xfrm>
            <a:off x="8341360" y="2395855"/>
            <a:ext cx="1016000" cy="110067"/>
          </a:xfrm>
          <a:prstGeom prst="rect">
            <a:avLst/>
          </a:prstGeom>
        </p:spPr>
      </p:pic>
      <p:pic>
        <p:nvPicPr>
          <p:cNvPr id="220" name="BA2DCDFC-7B2E-4370-2A1F-95D7737D4886"/>
          <p:cNvPicPr>
            <a:picLocks noChangeAspect="1"/>
          </p:cNvPicPr>
          <p:nvPr/>
        </p:nvPicPr>
        <p:blipFill>
          <a:blip r:embed="rId25" cstate="print">
            <a:extLst>
              <a:ext uri="{520FC1FC-61CA-4AD5-C799-9EC21A9B823F}"/>
            </a:extLst>
          </a:blip>
          <a:srcRect/>
          <a:stretch>
            <a:fillRect/>
          </a:stretch>
        </p:blipFill>
        <p:spPr>
          <a:xfrm>
            <a:off x="8102600" y="2868930"/>
            <a:ext cx="3708400" cy="3471334"/>
          </a:xfrm>
          <a:prstGeom prst="rect">
            <a:avLst/>
          </a:prstGeom>
        </p:spPr>
      </p:pic>
      <p:sp>
        <p:nvSpPr>
          <p:cNvPr id="221" name="TextBox221"/>
          <p:cNvSpPr txBox="1"/>
          <p:nvPr/>
        </p:nvSpPr>
        <p:spPr>
          <a:xfrm>
            <a:off x="8799196" y="3236259"/>
            <a:ext cx="2241549" cy="1232453"/>
          </a:xfrm>
          <a:prstGeom prst="rect">
            <a:avLst/>
          </a:prstGeom>
          <a:noFill/>
        </p:spPr>
        <p:txBody>
          <a:bodyPr wrap="square" lIns="0" tIns="0" rIns="0" bIns="0" rtlCol="0">
            <a:spAutoFit/>
          </a:bodyPr>
          <a:lstStyle/>
          <a:p>
            <a:pPr marL="0" marR="0" indent="0" algn="ctr" eaLnBrk="0">
              <a:lnSpc>
                <a:spcPct val="100772"/>
              </a:lnSpc>
              <a:spcAft>
                <a:spcPts val="944"/>
              </a:spcAft>
            </a:pPr>
            <a:r>
              <a:rPr lang="en-US" altLang="zh-CN" sz="5400" b="1" kern="0" spc="-15" dirty="0">
                <a:solidFill>
                  <a:srgbClr val="2563EB"/>
                </a:solidFill>
                <a:latin typeface="Arial" pitchFamily="34" charset="0"/>
                <a:ea typeface="Arial" pitchFamily="34" charset="0"/>
                <a:cs typeface="Arial" pitchFamily="34" charset="0"/>
              </a:rPr>
              <a:t>110</a:t>
            </a:r>
            <a:r>
              <a:rPr lang="en-US" altLang="zh-CN" sz="5400" b="1" kern="0" spc="-15" baseline="0" noProof="0" dirty="0">
                <a:solidFill>
                  <a:srgbClr val="2563EB"/>
                </a:solidFill>
                <a:latin typeface="Arial" pitchFamily="34" charset="0"/>
                <a:ea typeface="Arial" pitchFamily="34" charset="0"/>
                <a:cs typeface="Arial" pitchFamily="34" charset="0"/>
              </a:rPr>
              <a:t>+</a:t>
            </a:r>
          </a:p>
          <a:p>
            <a:pPr marL="244475" marR="0" indent="0" algn="ctr" eaLnBrk="0">
              <a:lnSpc>
                <a:spcPct val="90740"/>
              </a:lnSpc>
              <a:spcBef>
                <a:spcPts val="175"/>
              </a:spcBef>
              <a:spcAft>
                <a:spcPts val="40"/>
              </a:spcAft>
            </a:pPr>
            <a:r>
              <a:rPr lang="en-US" altLang="zh-CN" sz="1800" kern="0" spc="-25" baseline="0" noProof="0" dirty="0">
                <a:solidFill>
                  <a:srgbClr val="FFFFFF"/>
                </a:solidFill>
                <a:latin typeface="Arial" pitchFamily="34" charset="0"/>
                <a:ea typeface="Arial" pitchFamily="34" charset="0"/>
                <a:cs typeface="Arial" pitchFamily="34" charset="0"/>
              </a:rPr>
              <a:t>Skills</a:t>
            </a:r>
          </a:p>
        </p:txBody>
      </p:sp>
      <p:pic>
        <p:nvPicPr>
          <p:cNvPr id="222" name="EFDCFC5E-2DA9-4A35-9D36-87B5A51A7CC7"/>
          <p:cNvPicPr>
            <a:picLocks noChangeAspect="1"/>
          </p:cNvPicPr>
          <p:nvPr/>
        </p:nvPicPr>
        <p:blipFill>
          <a:blip r:embed="rId26" cstate="print">
            <a:extLst>
              <a:ext uri="{83B226A9-4228-4C00-F29B-73BEC44B4CE6}"/>
            </a:extLst>
          </a:blip>
          <a:srcRect/>
          <a:stretch>
            <a:fillRect/>
          </a:stretch>
        </p:blipFill>
        <p:spPr>
          <a:xfrm>
            <a:off x="9190356" y="4843145"/>
            <a:ext cx="1540934" cy="165100"/>
          </a:xfrm>
          <a:prstGeom prst="rect">
            <a:avLst/>
          </a:prstGeom>
        </p:spPr>
      </p:pic>
      <p:grpSp>
        <p:nvGrpSpPr>
          <p:cNvPr id="223" name="Combination 223"/>
          <p:cNvGrpSpPr/>
          <p:nvPr/>
        </p:nvGrpSpPr>
        <p:grpSpPr>
          <a:xfrm>
            <a:off x="8385176" y="5197475"/>
            <a:ext cx="3143250" cy="610235"/>
            <a:chOff x="8385176" y="5197475"/>
            <a:chExt cx="3143250" cy="610235"/>
          </a:xfrm>
        </p:grpSpPr>
        <p:sp>
          <p:nvSpPr>
            <p:cNvPr id="224" name="VectorPath 224"/>
            <p:cNvSpPr/>
            <p:nvPr/>
          </p:nvSpPr>
          <p:spPr>
            <a:xfrm>
              <a:off x="8385176" y="5197729"/>
              <a:ext cx="628650" cy="266700"/>
            </a:xfrm>
            <a:custGeom>
              <a:avLst/>
              <a:gdLst/>
              <a:ahLst/>
              <a:cxnLst/>
              <a:rect l="l" t="t" r="r" b="b"/>
              <a:pathLst>
                <a:path w="628650" h="266700">
                  <a:moveTo>
                    <a:pt x="133350" y="0"/>
                  </a:moveTo>
                  <a:lnTo>
                    <a:pt x="495300" y="0"/>
                  </a:lnTo>
                  <a:cubicBezTo>
                    <a:pt x="568833" y="0"/>
                    <a:pt x="628650" y="59817"/>
                    <a:pt x="628650" y="133350"/>
                  </a:cubicBezTo>
                  <a:lnTo>
                    <a:pt x="628650" y="133350"/>
                  </a:lnTo>
                  <a:cubicBezTo>
                    <a:pt x="628650" y="207010"/>
                    <a:pt x="568833" y="266700"/>
                    <a:pt x="495300" y="266700"/>
                  </a:cubicBezTo>
                  <a:lnTo>
                    <a:pt x="133350" y="266700"/>
                  </a:lnTo>
                  <a:cubicBezTo>
                    <a:pt x="59690" y="266700"/>
                    <a:pt x="0" y="207010"/>
                    <a:pt x="0" y="133350"/>
                  </a:cubicBezTo>
                  <a:lnTo>
                    <a:pt x="0" y="133350"/>
                  </a:lnTo>
                  <a:cubicBezTo>
                    <a:pt x="0" y="59817"/>
                    <a:pt x="59690" y="0"/>
                    <a:pt x="133350" y="0"/>
                  </a:cubicBezTo>
                </a:path>
              </a:pathLst>
            </a:custGeom>
            <a:solidFill>
              <a:srgbClr val="FFFFFF">
                <a:alpha val="10000"/>
              </a:srgbClr>
            </a:solidFill>
          </p:spPr>
        </p:sp>
        <p:sp>
          <p:nvSpPr>
            <p:cNvPr id="225" name="VectorPath 225"/>
            <p:cNvSpPr/>
            <p:nvPr/>
          </p:nvSpPr>
          <p:spPr>
            <a:xfrm>
              <a:off x="9090026" y="5197729"/>
              <a:ext cx="762000" cy="266700"/>
            </a:xfrm>
            <a:custGeom>
              <a:avLst/>
              <a:gdLst/>
              <a:ahLst/>
              <a:cxnLst/>
              <a:rect l="l" t="t" r="r" b="b"/>
              <a:pathLst>
                <a:path w="762000" h="266700">
                  <a:moveTo>
                    <a:pt x="133350" y="0"/>
                  </a:moveTo>
                  <a:lnTo>
                    <a:pt x="628650" y="0"/>
                  </a:lnTo>
                  <a:cubicBezTo>
                    <a:pt x="702183" y="0"/>
                    <a:pt x="762000" y="59817"/>
                    <a:pt x="762000" y="133350"/>
                  </a:cubicBezTo>
                  <a:lnTo>
                    <a:pt x="762000" y="133350"/>
                  </a:lnTo>
                  <a:cubicBezTo>
                    <a:pt x="762000" y="207010"/>
                    <a:pt x="702183" y="266700"/>
                    <a:pt x="628650" y="266700"/>
                  </a:cubicBezTo>
                  <a:lnTo>
                    <a:pt x="133350" y="266700"/>
                  </a:lnTo>
                  <a:cubicBezTo>
                    <a:pt x="59690" y="266700"/>
                    <a:pt x="0" y="207010"/>
                    <a:pt x="0" y="133350"/>
                  </a:cubicBezTo>
                  <a:lnTo>
                    <a:pt x="0" y="133350"/>
                  </a:lnTo>
                  <a:cubicBezTo>
                    <a:pt x="0" y="59817"/>
                    <a:pt x="59690" y="0"/>
                    <a:pt x="133350" y="0"/>
                  </a:cubicBezTo>
                </a:path>
              </a:pathLst>
            </a:custGeom>
            <a:solidFill>
              <a:srgbClr val="FFFFFF">
                <a:alpha val="10000"/>
              </a:srgbClr>
            </a:solidFill>
          </p:spPr>
        </p:sp>
        <p:sp>
          <p:nvSpPr>
            <p:cNvPr id="226" name="VectorPath 226"/>
            <p:cNvSpPr/>
            <p:nvPr/>
          </p:nvSpPr>
          <p:spPr>
            <a:xfrm>
              <a:off x="9928226" y="5197729"/>
              <a:ext cx="762000" cy="266700"/>
            </a:xfrm>
            <a:custGeom>
              <a:avLst/>
              <a:gdLst/>
              <a:ahLst/>
              <a:cxnLst/>
              <a:rect l="l" t="t" r="r" b="b"/>
              <a:pathLst>
                <a:path w="762000" h="266700">
                  <a:moveTo>
                    <a:pt x="133350" y="0"/>
                  </a:moveTo>
                  <a:lnTo>
                    <a:pt x="628650" y="0"/>
                  </a:lnTo>
                  <a:cubicBezTo>
                    <a:pt x="702183" y="0"/>
                    <a:pt x="762000" y="59817"/>
                    <a:pt x="762000" y="133350"/>
                  </a:cubicBezTo>
                  <a:lnTo>
                    <a:pt x="762000" y="133350"/>
                  </a:lnTo>
                  <a:cubicBezTo>
                    <a:pt x="762000" y="207010"/>
                    <a:pt x="702183" y="266700"/>
                    <a:pt x="628650" y="266700"/>
                  </a:cubicBezTo>
                  <a:lnTo>
                    <a:pt x="133350" y="266700"/>
                  </a:lnTo>
                  <a:cubicBezTo>
                    <a:pt x="59690" y="266700"/>
                    <a:pt x="0" y="207010"/>
                    <a:pt x="0" y="133350"/>
                  </a:cubicBezTo>
                  <a:lnTo>
                    <a:pt x="0" y="133350"/>
                  </a:lnTo>
                  <a:cubicBezTo>
                    <a:pt x="0" y="59817"/>
                    <a:pt x="59690" y="0"/>
                    <a:pt x="133350" y="0"/>
                  </a:cubicBezTo>
                </a:path>
              </a:pathLst>
            </a:custGeom>
            <a:solidFill>
              <a:srgbClr val="FFFFFF">
                <a:alpha val="10000"/>
              </a:srgbClr>
            </a:solidFill>
          </p:spPr>
        </p:sp>
        <p:sp>
          <p:nvSpPr>
            <p:cNvPr id="227" name="VectorPath 227"/>
            <p:cNvSpPr/>
            <p:nvPr/>
          </p:nvSpPr>
          <p:spPr>
            <a:xfrm>
              <a:off x="10766426" y="5197729"/>
              <a:ext cx="762000" cy="266700"/>
            </a:xfrm>
            <a:custGeom>
              <a:avLst/>
              <a:gdLst/>
              <a:ahLst/>
              <a:cxnLst/>
              <a:rect l="l" t="t" r="r" b="b"/>
              <a:pathLst>
                <a:path w="762000" h="266700">
                  <a:moveTo>
                    <a:pt x="133350" y="0"/>
                  </a:moveTo>
                  <a:lnTo>
                    <a:pt x="628650" y="0"/>
                  </a:lnTo>
                  <a:cubicBezTo>
                    <a:pt x="702183" y="0"/>
                    <a:pt x="762000" y="59817"/>
                    <a:pt x="762000" y="133350"/>
                  </a:cubicBezTo>
                  <a:lnTo>
                    <a:pt x="762000" y="133350"/>
                  </a:lnTo>
                  <a:cubicBezTo>
                    <a:pt x="762000" y="207010"/>
                    <a:pt x="702183" y="266700"/>
                    <a:pt x="628650" y="266700"/>
                  </a:cubicBezTo>
                  <a:lnTo>
                    <a:pt x="133350" y="266700"/>
                  </a:lnTo>
                  <a:cubicBezTo>
                    <a:pt x="59690" y="266700"/>
                    <a:pt x="0" y="207010"/>
                    <a:pt x="0" y="133350"/>
                  </a:cubicBezTo>
                  <a:lnTo>
                    <a:pt x="0" y="133350"/>
                  </a:lnTo>
                  <a:cubicBezTo>
                    <a:pt x="0" y="59817"/>
                    <a:pt x="59690" y="0"/>
                    <a:pt x="133350" y="0"/>
                  </a:cubicBezTo>
                </a:path>
              </a:pathLst>
            </a:custGeom>
            <a:solidFill>
              <a:srgbClr val="FFFFFF">
                <a:alpha val="10000"/>
              </a:srgbClr>
            </a:solidFill>
          </p:spPr>
        </p:sp>
        <p:sp>
          <p:nvSpPr>
            <p:cNvPr id="228" name="VectorPath 228"/>
            <p:cNvSpPr/>
            <p:nvPr/>
          </p:nvSpPr>
          <p:spPr>
            <a:xfrm>
              <a:off x="9575800" y="5540629"/>
              <a:ext cx="762000" cy="266764"/>
            </a:xfrm>
            <a:custGeom>
              <a:avLst/>
              <a:gdLst/>
              <a:ahLst/>
              <a:cxnLst/>
              <a:rect l="l" t="t" r="r" b="b"/>
              <a:pathLst>
                <a:path w="762000" h="266764">
                  <a:moveTo>
                    <a:pt x="133350" y="0"/>
                  </a:moveTo>
                  <a:lnTo>
                    <a:pt x="628650" y="0"/>
                  </a:lnTo>
                  <a:cubicBezTo>
                    <a:pt x="702184" y="0"/>
                    <a:pt x="762000" y="59817"/>
                    <a:pt x="762000" y="133414"/>
                  </a:cubicBezTo>
                  <a:lnTo>
                    <a:pt x="762000" y="133414"/>
                  </a:lnTo>
                  <a:cubicBezTo>
                    <a:pt x="762000" y="207010"/>
                    <a:pt x="702184" y="266764"/>
                    <a:pt x="628650" y="266764"/>
                  </a:cubicBezTo>
                  <a:lnTo>
                    <a:pt x="133350" y="266764"/>
                  </a:lnTo>
                  <a:cubicBezTo>
                    <a:pt x="59690" y="266764"/>
                    <a:pt x="0" y="207010"/>
                    <a:pt x="0" y="133414"/>
                  </a:cubicBezTo>
                  <a:lnTo>
                    <a:pt x="0" y="133414"/>
                  </a:lnTo>
                  <a:cubicBezTo>
                    <a:pt x="0" y="59817"/>
                    <a:pt x="59690" y="0"/>
                    <a:pt x="133350" y="0"/>
                  </a:cubicBezTo>
                </a:path>
              </a:pathLst>
            </a:custGeom>
            <a:solidFill>
              <a:srgbClr val="FFFFFF">
                <a:alpha val="10000"/>
              </a:srgbClr>
            </a:solidFill>
          </p:spPr>
        </p:sp>
      </p:grpSp>
      <p:sp>
        <p:nvSpPr>
          <p:cNvPr id="229" name="VectorPath 229"/>
          <p:cNvSpPr/>
          <p:nvPr/>
        </p:nvSpPr>
        <p:spPr>
          <a:xfrm>
            <a:off x="8331200" y="4616450"/>
            <a:ext cx="3248025" cy="9525"/>
          </a:xfrm>
          <a:custGeom>
            <a:avLst/>
            <a:gdLst/>
            <a:ahLst/>
            <a:cxnLst/>
            <a:rect l="l" t="t" r="r" b="b"/>
            <a:pathLst>
              <a:path w="3248025" h="9271">
                <a:moveTo>
                  <a:pt x="0" y="9525"/>
                </a:moveTo>
                <a:lnTo>
                  <a:pt x="3248025" y="9525"/>
                </a:lnTo>
                <a:lnTo>
                  <a:pt x="3248025" y="0"/>
                </a:lnTo>
                <a:lnTo>
                  <a:pt x="0" y="0"/>
                </a:lnTo>
                <a:lnTo>
                  <a:pt x="0" y="9525"/>
                </a:lnTo>
                <a:close/>
              </a:path>
            </a:pathLst>
          </a:custGeom>
          <a:solidFill>
            <a:srgbClr val="FFFFFF">
              <a:alpha val="20000"/>
            </a:srgbClr>
          </a:solidFill>
        </p:spPr>
      </p:sp>
      <p:sp>
        <p:nvSpPr>
          <p:cNvPr id="230" name="TextBox230"/>
          <p:cNvSpPr txBox="1"/>
          <p:nvPr/>
        </p:nvSpPr>
        <p:spPr>
          <a:xfrm>
            <a:off x="8500746" y="5264150"/>
            <a:ext cx="403225" cy="160337"/>
          </a:xfrm>
          <a:prstGeom prst="rect">
            <a:avLst/>
          </a:prstGeom>
          <a:noFill/>
        </p:spPr>
        <p:txBody>
          <a:bodyPr wrap="square" lIns="0" tIns="0" rIns="0" bIns="0" rtlCol="0">
            <a:spAutoFit/>
          </a:bodyPr>
          <a:lstStyle/>
          <a:p>
            <a:pPr marL="0" marR="0" indent="0" eaLnBrk="0">
              <a:lnSpc>
                <a:spcPct val="100000"/>
              </a:lnSpc>
            </a:pPr>
            <a:r>
              <a:rPr lang="en-US" altLang="zh-CN" sz="1050" kern="0" spc="-15" baseline="0" noProof="0" dirty="0">
                <a:solidFill>
                  <a:srgbClr val="FFFFFF"/>
                </a:solidFill>
                <a:latin typeface="SimHei" pitchFamily="49" charset="0"/>
                <a:ea typeface="SimHei" pitchFamily="49" charset="0"/>
                <a:cs typeface="SimHei" pitchFamily="49" charset="0"/>
              </a:rPr>
              <a:t>知识库</a:t>
            </a:r>
          </a:p>
        </p:txBody>
      </p:sp>
      <p:sp>
        <p:nvSpPr>
          <p:cNvPr id="231" name="TextBox231"/>
          <p:cNvSpPr txBox="1"/>
          <p:nvPr/>
        </p:nvSpPr>
        <p:spPr>
          <a:xfrm>
            <a:off x="9204960" y="5264150"/>
            <a:ext cx="538162" cy="160337"/>
          </a:xfrm>
          <a:prstGeom prst="rect">
            <a:avLst/>
          </a:prstGeom>
          <a:noFill/>
        </p:spPr>
        <p:txBody>
          <a:bodyPr wrap="square" lIns="0" tIns="0" rIns="0" bIns="0" rtlCol="0">
            <a:spAutoFit/>
          </a:bodyPr>
          <a:lstStyle/>
          <a:p>
            <a:pPr marL="0" marR="0" indent="0" eaLnBrk="0">
              <a:lnSpc>
                <a:spcPct val="100000"/>
              </a:lnSpc>
            </a:pPr>
            <a:r>
              <a:rPr lang="en-US" altLang="zh-CN" sz="1050" kern="0" spc="-15" baseline="0" noProof="0" dirty="0">
                <a:solidFill>
                  <a:srgbClr val="FFFFFF"/>
                </a:solidFill>
                <a:latin typeface="SimHei" pitchFamily="49" charset="0"/>
                <a:ea typeface="SimHei" pitchFamily="49" charset="0"/>
                <a:cs typeface="SimHei" pitchFamily="49" charset="0"/>
              </a:rPr>
              <a:t>调试测试</a:t>
            </a:r>
          </a:p>
        </p:txBody>
      </p:sp>
      <p:sp>
        <p:nvSpPr>
          <p:cNvPr id="232" name="TextBox232"/>
          <p:cNvSpPr txBox="1"/>
          <p:nvPr/>
        </p:nvSpPr>
        <p:spPr>
          <a:xfrm>
            <a:off x="10043796" y="5264150"/>
            <a:ext cx="536575" cy="160337"/>
          </a:xfrm>
          <a:prstGeom prst="rect">
            <a:avLst/>
          </a:prstGeom>
          <a:noFill/>
        </p:spPr>
        <p:txBody>
          <a:bodyPr wrap="square" lIns="0" tIns="0" rIns="0" bIns="0" rtlCol="0">
            <a:spAutoFit/>
          </a:bodyPr>
          <a:lstStyle/>
          <a:p>
            <a:pPr marL="0" marR="0" indent="0" eaLnBrk="0">
              <a:lnSpc>
                <a:spcPct val="100000"/>
              </a:lnSpc>
            </a:pPr>
            <a:r>
              <a:rPr lang="en-US" altLang="zh-CN" sz="1050" kern="0" spc="-15" baseline="0" noProof="0" dirty="0">
                <a:solidFill>
                  <a:srgbClr val="FFFFFF"/>
                </a:solidFill>
                <a:latin typeface="SimHei" pitchFamily="49" charset="0"/>
                <a:ea typeface="SimHei" pitchFamily="49" charset="0"/>
                <a:cs typeface="SimHei" pitchFamily="49" charset="0"/>
              </a:rPr>
              <a:t>测试开发</a:t>
            </a:r>
          </a:p>
        </p:txBody>
      </p:sp>
      <p:sp>
        <p:nvSpPr>
          <p:cNvPr id="233" name="TextBox233"/>
          <p:cNvSpPr txBox="1"/>
          <p:nvPr/>
        </p:nvSpPr>
        <p:spPr>
          <a:xfrm>
            <a:off x="10881994" y="5264150"/>
            <a:ext cx="536575" cy="160337"/>
          </a:xfrm>
          <a:prstGeom prst="rect">
            <a:avLst/>
          </a:prstGeom>
          <a:noFill/>
        </p:spPr>
        <p:txBody>
          <a:bodyPr wrap="square" lIns="0" tIns="0" rIns="0" bIns="0" rtlCol="0">
            <a:spAutoFit/>
          </a:bodyPr>
          <a:lstStyle/>
          <a:p>
            <a:pPr marL="0" marR="0" indent="0" eaLnBrk="0">
              <a:lnSpc>
                <a:spcPct val="100000"/>
              </a:lnSpc>
            </a:pPr>
            <a:r>
              <a:rPr lang="en-US" altLang="zh-CN" sz="1050" kern="0" spc="-15" baseline="0" noProof="0" dirty="0">
                <a:solidFill>
                  <a:srgbClr val="FFFFFF"/>
                </a:solidFill>
                <a:latin typeface="SimHei" pitchFamily="49" charset="0"/>
                <a:ea typeface="SimHei" pitchFamily="49" charset="0"/>
                <a:cs typeface="SimHei" pitchFamily="49" charset="0"/>
              </a:rPr>
              <a:t>工程模板</a:t>
            </a:r>
          </a:p>
        </p:txBody>
      </p:sp>
      <p:sp>
        <p:nvSpPr>
          <p:cNvPr id="234" name="TextBox234"/>
          <p:cNvSpPr txBox="1"/>
          <p:nvPr/>
        </p:nvSpPr>
        <p:spPr>
          <a:xfrm>
            <a:off x="9691370" y="5607050"/>
            <a:ext cx="536575" cy="160337"/>
          </a:xfrm>
          <a:prstGeom prst="rect">
            <a:avLst/>
          </a:prstGeom>
          <a:noFill/>
        </p:spPr>
        <p:txBody>
          <a:bodyPr wrap="square" lIns="0" tIns="0" rIns="0" bIns="0" rtlCol="0">
            <a:spAutoFit/>
          </a:bodyPr>
          <a:lstStyle/>
          <a:p>
            <a:pPr marL="0" marR="0" indent="0" eaLnBrk="0">
              <a:lnSpc>
                <a:spcPct val="100000"/>
              </a:lnSpc>
            </a:pPr>
            <a:r>
              <a:rPr lang="en-US" altLang="zh-CN" sz="1050" kern="0" spc="-15" baseline="0" noProof="0" dirty="0">
                <a:solidFill>
                  <a:srgbClr val="FFFFFF"/>
                </a:solidFill>
                <a:latin typeface="SimHei" pitchFamily="49" charset="0"/>
                <a:ea typeface="SimHei" pitchFamily="49" charset="0"/>
                <a:cs typeface="SimHei" pitchFamily="49" charset="0"/>
              </a:rPr>
              <a:t>工具辅助</a:t>
            </a:r>
          </a:p>
        </p:txBody>
      </p:sp>
    </p:spTree>
    <p:extLst>
      <p:ext uri="{431DA319-F3FC-4FCB-EC21-FB74A27A85AB}"/>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TextBox235"/>
          <p:cNvSpPr txBox="1"/>
          <p:nvPr/>
        </p:nvSpPr>
        <p:spPr>
          <a:xfrm>
            <a:off x="1628140" y="2665095"/>
            <a:ext cx="1219200" cy="731837"/>
          </a:xfrm>
          <a:prstGeom prst="rect">
            <a:avLst/>
          </a:prstGeom>
          <a:noFill/>
        </p:spPr>
        <p:txBody>
          <a:bodyPr wrap="square" lIns="0" tIns="0" rIns="0" bIns="0" rtlCol="0">
            <a:spAutoFit/>
          </a:bodyPr>
          <a:lstStyle/>
          <a:p>
            <a:pPr marL="0" marR="0" indent="0" eaLnBrk="0">
              <a:lnSpc>
                <a:spcPct val="100000"/>
              </a:lnSpc>
            </a:pPr>
            <a:r>
              <a:rPr lang="en-US" altLang="zh-CN" sz="4800" kern="0" spc="-15" baseline="0" noProof="0" dirty="0">
                <a:solidFill>
                  <a:srgbClr val="6F6F6F"/>
                </a:solidFill>
                <a:latin typeface="SimHei" pitchFamily="49" charset="0"/>
                <a:ea typeface="SimHei" pitchFamily="49" charset="0"/>
                <a:cs typeface="SimHei" pitchFamily="49" charset="0"/>
              </a:rPr>
              <a:t>目录</a:t>
            </a:r>
          </a:p>
        </p:txBody>
      </p:sp>
      <p:sp>
        <p:nvSpPr>
          <p:cNvPr id="236" name="TextBox236"/>
          <p:cNvSpPr txBox="1"/>
          <p:nvPr/>
        </p:nvSpPr>
        <p:spPr>
          <a:xfrm>
            <a:off x="711835" y="6193155"/>
            <a:ext cx="1882775" cy="146050"/>
          </a:xfrm>
          <a:prstGeom prst="rect">
            <a:avLst/>
          </a:prstGeom>
          <a:noFill/>
        </p:spPr>
        <p:txBody>
          <a:bodyPr wrap="square" lIns="0" tIns="0" rIns="0" bIns="0" rtlCol="0">
            <a:spAutoFit/>
          </a:bodyPr>
          <a:lstStyle/>
          <a:p>
            <a:pPr marL="0" marR="0" indent="0" eaLnBrk="0">
              <a:lnSpc>
                <a:spcPct val="100000"/>
              </a:lnSpc>
            </a:pP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https</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gitcode.c</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om</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/c</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ann/</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s</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kil</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ls</a:t>
            </a:r>
            <a:r>
              <a:rPr lang="en-US" altLang="zh-CN" sz="1425" kern="0" spc="-325" baseline="8094" noProof="0" dirty="0">
                <a:latin typeface="Microsoft YaHei" pitchFamily="34" charset="0"/>
                <a:ea typeface="Microsoft YaHei" pitchFamily="34" charset="0"/>
                <a:cs typeface="Microsoft YaHei" pitchFamily="34" charset="0"/>
              </a:rPr>
              <a:t> </a:t>
            </a:r>
          </a:p>
        </p:txBody>
      </p:sp>
      <p:sp>
        <p:nvSpPr>
          <p:cNvPr id="237" name="TextBox237">
            <a:hlinkClick r:id="rId3"/>
          </p:cNvPr>
          <p:cNvSpPr txBox="1"/>
          <p:nvPr/>
        </p:nvSpPr>
        <p:spPr>
          <a:xfrm>
            <a:off x="711835" y="6196965"/>
            <a:ext cx="1882775" cy="134937"/>
          </a:xfrm>
          <a:prstGeom prst="rect">
            <a:avLst/>
          </a:prstGeom>
          <a:noFill/>
        </p:spPr>
        <p:txBody>
          <a:bodyPr wrap="square" lIns="0" tIns="0" rIns="0" bIns="0" rtlCol="0">
            <a:spAutoFit/>
          </a:bodyPr>
          <a:lstStyle/>
          <a:p>
            <a:pPr marL="0" marR="0" indent="0" algn="just" eaLnBrk="0">
              <a:lnSpc>
                <a:spcPct val="88333"/>
              </a:lnSpc>
            </a:pPr>
            <a:endParaRPr lang="en-US" altLang="zh-CN" sz="1000" kern="0" spc="0" baseline="0" noProof="0" dirty="0">
              <a:solidFill>
                <a:srgbClr val="000000"/>
              </a:solidFill>
              <a:latin typeface="Arial" pitchFamily="34" charset="0"/>
              <a:ea typeface="Arial" pitchFamily="34" charset="0"/>
              <a:cs typeface="Arial" pitchFamily="34" charset="0"/>
            </a:endParaRPr>
          </a:p>
        </p:txBody>
      </p:sp>
      <p:sp>
        <p:nvSpPr>
          <p:cNvPr id="238" name="VectorPath 238"/>
          <p:cNvSpPr/>
          <p:nvPr/>
        </p:nvSpPr>
        <p:spPr>
          <a:xfrm>
            <a:off x="3949700" y="1884045"/>
            <a:ext cx="24765" cy="3752215"/>
          </a:xfrm>
          <a:custGeom>
            <a:avLst/>
            <a:gdLst/>
            <a:ahLst/>
            <a:cxnLst/>
            <a:rect l="l" t="t" r="r" b="b"/>
            <a:pathLst>
              <a:path w="24532" h="3752215">
                <a:moveTo>
                  <a:pt x="6371" y="6350"/>
                </a:moveTo>
                <a:lnTo>
                  <a:pt x="18436" y="3745865"/>
                </a:lnTo>
              </a:path>
            </a:pathLst>
          </a:custGeom>
          <a:ln w="12700" cap="flat" cmpd="sng">
            <a:solidFill>
              <a:srgbClr val="A6A6A6">
                <a:alpha val="100000"/>
              </a:srgbClr>
            </a:solidFill>
            <a:round/>
          </a:ln>
        </p:spPr>
      </p:sp>
      <p:grpSp>
        <p:nvGrpSpPr>
          <p:cNvPr id="239" name="Combination 239"/>
          <p:cNvGrpSpPr/>
          <p:nvPr/>
        </p:nvGrpSpPr>
        <p:grpSpPr>
          <a:xfrm>
            <a:off x="5153025" y="1814195"/>
            <a:ext cx="4492625" cy="605790"/>
            <a:chOff x="5153025" y="1814195"/>
            <a:chExt cx="4492625" cy="605790"/>
          </a:xfrm>
        </p:grpSpPr>
        <p:sp>
          <p:nvSpPr>
            <p:cNvPr id="240" name="VectorPath 240"/>
            <p:cNvSpPr/>
            <p:nvPr/>
          </p:nvSpPr>
          <p:spPr>
            <a:xfrm>
              <a:off x="5157724" y="1818831"/>
              <a:ext cx="4483227" cy="596074"/>
            </a:xfrm>
            <a:custGeom>
              <a:avLst/>
              <a:gdLst/>
              <a:ahLst/>
              <a:cxnLst/>
              <a:rect l="l" t="t" r="r" b="b"/>
              <a:pathLst>
                <a:path w="4483227" h="596074">
                  <a:moveTo>
                    <a:pt x="0" y="596074"/>
                  </a:moveTo>
                  <a:lnTo>
                    <a:pt x="4483227" y="596074"/>
                  </a:lnTo>
                  <a:lnTo>
                    <a:pt x="4483227" y="0"/>
                  </a:lnTo>
                  <a:lnTo>
                    <a:pt x="0" y="0"/>
                  </a:lnTo>
                  <a:lnTo>
                    <a:pt x="0" y="596074"/>
                  </a:lnTo>
                  <a:close/>
                </a:path>
              </a:pathLst>
            </a:custGeom>
            <a:solidFill>
              <a:srgbClr val="F2F2F2">
                <a:alpha val="100000"/>
              </a:srgbClr>
            </a:solidFill>
          </p:spPr>
        </p:sp>
        <p:sp>
          <p:nvSpPr>
            <p:cNvPr id="241" name="VectorPath 241"/>
            <p:cNvSpPr/>
            <p:nvPr/>
          </p:nvSpPr>
          <p:spPr>
            <a:xfrm>
              <a:off x="5152962" y="1814068"/>
              <a:ext cx="4492752" cy="605600"/>
            </a:xfrm>
            <a:custGeom>
              <a:avLst/>
              <a:gdLst/>
              <a:ahLst/>
              <a:cxnLst/>
              <a:rect l="l" t="t" r="r" b="b"/>
              <a:pathLst>
                <a:path w="4492625" h="605473">
                  <a:moveTo>
                    <a:pt x="4699" y="600710"/>
                  </a:moveTo>
                  <a:lnTo>
                    <a:pt x="4487926" y="600710"/>
                  </a:lnTo>
                  <a:lnTo>
                    <a:pt x="4487926" y="4636"/>
                  </a:lnTo>
                  <a:lnTo>
                    <a:pt x="4699" y="4636"/>
                  </a:lnTo>
                  <a:lnTo>
                    <a:pt x="4699" y="600710"/>
                  </a:lnTo>
                  <a:close/>
                </a:path>
              </a:pathLst>
            </a:custGeom>
            <a:ln w="9525" cap="flat" cmpd="sng">
              <a:solidFill>
                <a:srgbClr val="A6A6A6">
                  <a:alpha val="100000"/>
                </a:srgbClr>
              </a:solidFill>
              <a:miter lim="1000000"/>
            </a:ln>
          </p:spPr>
        </p:sp>
      </p:grpSp>
      <p:grpSp>
        <p:nvGrpSpPr>
          <p:cNvPr id="242" name="Combination 242"/>
          <p:cNvGrpSpPr/>
          <p:nvPr/>
        </p:nvGrpSpPr>
        <p:grpSpPr>
          <a:xfrm>
            <a:off x="5153025" y="2964180"/>
            <a:ext cx="4492625" cy="601345"/>
            <a:chOff x="5153025" y="2964180"/>
            <a:chExt cx="4492625" cy="601345"/>
          </a:xfrm>
        </p:grpSpPr>
        <p:sp>
          <p:nvSpPr>
            <p:cNvPr id="243" name="VectorPath 243"/>
            <p:cNvSpPr/>
            <p:nvPr/>
          </p:nvSpPr>
          <p:spPr>
            <a:xfrm>
              <a:off x="5157724" y="2968905"/>
              <a:ext cx="4483227" cy="591795"/>
            </a:xfrm>
            <a:custGeom>
              <a:avLst/>
              <a:gdLst/>
              <a:ahLst/>
              <a:cxnLst/>
              <a:rect l="l" t="t" r="r" b="b"/>
              <a:pathLst>
                <a:path w="4483227" h="591795">
                  <a:moveTo>
                    <a:pt x="0" y="591795"/>
                  </a:moveTo>
                  <a:lnTo>
                    <a:pt x="4483227" y="591795"/>
                  </a:lnTo>
                  <a:lnTo>
                    <a:pt x="4483227" y="0"/>
                  </a:lnTo>
                  <a:lnTo>
                    <a:pt x="0" y="0"/>
                  </a:lnTo>
                  <a:lnTo>
                    <a:pt x="0" y="591795"/>
                  </a:lnTo>
                  <a:close/>
                </a:path>
              </a:pathLst>
            </a:custGeom>
            <a:solidFill>
              <a:srgbClr val="C00000">
                <a:alpha val="100000"/>
              </a:srgbClr>
            </a:solidFill>
          </p:spPr>
        </p:sp>
        <p:sp>
          <p:nvSpPr>
            <p:cNvPr id="244" name="VectorPath 244"/>
            <p:cNvSpPr/>
            <p:nvPr/>
          </p:nvSpPr>
          <p:spPr>
            <a:xfrm>
              <a:off x="5152962" y="2964142"/>
              <a:ext cx="4492752" cy="601320"/>
            </a:xfrm>
            <a:custGeom>
              <a:avLst/>
              <a:gdLst/>
              <a:ahLst/>
              <a:cxnLst/>
              <a:rect l="l" t="t" r="r" b="b"/>
              <a:pathLst>
                <a:path w="4492625" h="601282">
                  <a:moveTo>
                    <a:pt x="4699" y="596519"/>
                  </a:moveTo>
                  <a:lnTo>
                    <a:pt x="4487926" y="596519"/>
                  </a:lnTo>
                  <a:lnTo>
                    <a:pt x="4487926" y="4725"/>
                  </a:lnTo>
                  <a:lnTo>
                    <a:pt x="4699" y="4725"/>
                  </a:lnTo>
                  <a:lnTo>
                    <a:pt x="4699" y="596519"/>
                  </a:lnTo>
                  <a:close/>
                </a:path>
              </a:pathLst>
            </a:custGeom>
            <a:ln w="9525" cap="flat" cmpd="sng">
              <a:solidFill>
                <a:srgbClr val="A6A6A6">
                  <a:alpha val="100000"/>
                </a:srgbClr>
              </a:solidFill>
              <a:miter lim="1000000"/>
            </a:ln>
          </p:spPr>
        </p:sp>
      </p:grpSp>
      <p:grpSp>
        <p:nvGrpSpPr>
          <p:cNvPr id="245" name="Combination 245"/>
          <p:cNvGrpSpPr/>
          <p:nvPr/>
        </p:nvGrpSpPr>
        <p:grpSpPr>
          <a:xfrm>
            <a:off x="5153025" y="3995420"/>
            <a:ext cx="4492625" cy="596900"/>
            <a:chOff x="5153025" y="3995420"/>
            <a:chExt cx="4492625" cy="596900"/>
          </a:xfrm>
        </p:grpSpPr>
        <p:sp>
          <p:nvSpPr>
            <p:cNvPr id="246" name="VectorPath 246"/>
            <p:cNvSpPr/>
            <p:nvPr/>
          </p:nvSpPr>
          <p:spPr>
            <a:xfrm>
              <a:off x="5157724" y="4000361"/>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F2F2F2">
                <a:alpha val="100000"/>
              </a:srgbClr>
            </a:solidFill>
          </p:spPr>
        </p:sp>
        <p:sp>
          <p:nvSpPr>
            <p:cNvPr id="247" name="VectorPath 247"/>
            <p:cNvSpPr/>
            <p:nvPr/>
          </p:nvSpPr>
          <p:spPr>
            <a:xfrm>
              <a:off x="5152962" y="3995598"/>
              <a:ext cx="4492752" cy="597040"/>
            </a:xfrm>
            <a:custGeom>
              <a:avLst/>
              <a:gdLst/>
              <a:ahLst/>
              <a:cxnLst/>
              <a:rect l="l" t="t" r="r" b="b"/>
              <a:pathLst>
                <a:path w="4492625" h="596722">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grpSp>
        <p:nvGrpSpPr>
          <p:cNvPr id="248" name="Combination 248"/>
          <p:cNvGrpSpPr/>
          <p:nvPr/>
        </p:nvGrpSpPr>
        <p:grpSpPr>
          <a:xfrm>
            <a:off x="5153025" y="5022850"/>
            <a:ext cx="4492625" cy="597535"/>
            <a:chOff x="5153025" y="5022850"/>
            <a:chExt cx="4492625" cy="597535"/>
          </a:xfrm>
        </p:grpSpPr>
        <p:sp>
          <p:nvSpPr>
            <p:cNvPr id="249" name="VectorPath 249"/>
            <p:cNvSpPr/>
            <p:nvPr/>
          </p:nvSpPr>
          <p:spPr>
            <a:xfrm>
              <a:off x="5157724" y="5027816"/>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F2F2F2">
                <a:alpha val="100000"/>
              </a:srgbClr>
            </a:solidFill>
          </p:spPr>
        </p:sp>
        <p:sp>
          <p:nvSpPr>
            <p:cNvPr id="250" name="VectorPath 250"/>
            <p:cNvSpPr/>
            <p:nvPr/>
          </p:nvSpPr>
          <p:spPr>
            <a:xfrm>
              <a:off x="5152962" y="5023053"/>
              <a:ext cx="4492752" cy="597040"/>
            </a:xfrm>
            <a:custGeom>
              <a:avLst/>
              <a:gdLst/>
              <a:ahLst/>
              <a:cxnLst/>
              <a:rect l="l" t="t" r="r" b="b"/>
              <a:pathLst>
                <a:path w="4492625" h="597040">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sp>
        <p:nvSpPr>
          <p:cNvPr id="251" name="TextBox251"/>
          <p:cNvSpPr txBox="1"/>
          <p:nvPr/>
        </p:nvSpPr>
        <p:spPr>
          <a:xfrm>
            <a:off x="5966460" y="1925955"/>
            <a:ext cx="2867025" cy="381000"/>
          </a:xfrm>
          <a:prstGeom prst="rect">
            <a:avLst/>
          </a:prstGeom>
          <a:noFill/>
        </p:spPr>
        <p:txBody>
          <a:bodyPr wrap="square" lIns="0" tIns="0" rIns="0" bIns="0" rtlCol="0">
            <a:spAutoFit/>
          </a:bodyPr>
          <a:lstStyle/>
          <a:p>
            <a:pPr marL="0" marR="0" indent="0" eaLnBrk="0">
              <a:lnSpc>
                <a:spcPct val="103993"/>
              </a:lnSpc>
            </a:pPr>
            <a:r>
              <a:rPr lang="en-US" altLang="zh-CN" sz="3600" kern="0" spc="0" baseline="2838" noProof="0" dirty="0">
                <a:solidFill>
                  <a:srgbClr val="BFBFBF"/>
                </a:solidFill>
                <a:latin typeface="Arial" pitchFamily="34" charset="0"/>
                <a:ea typeface="Arial" pitchFamily="34" charset="0"/>
                <a:cs typeface="Arial" pitchFamily="34" charset="0"/>
              </a:rPr>
              <a:t>Part</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BFBFBF"/>
                </a:solidFill>
                <a:latin typeface="Arial" pitchFamily="34" charset="0"/>
                <a:ea typeface="Arial" pitchFamily="34" charset="0"/>
                <a:cs typeface="Arial" pitchFamily="34" charset="0"/>
              </a:rPr>
              <a:t>1</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BFBFBF"/>
                </a:solidFill>
                <a:latin typeface="Arial" pitchFamily="34" charset="0"/>
                <a:ea typeface="Arial" pitchFamily="34" charset="0"/>
                <a:cs typeface="Arial" pitchFamily="34" charset="0"/>
              </a:rPr>
              <a:t>CANNBot</a:t>
            </a:r>
            <a:r>
              <a:rPr lang="en-US" altLang="zh-CN" sz="3600" kern="0" spc="0" baseline="2838" noProof="0" dirty="0">
                <a:solidFill>
                  <a:srgbClr val="BFBFBF"/>
                </a:solidFill>
                <a:latin typeface="SimHei" pitchFamily="49" charset="0"/>
                <a:ea typeface="SimHei" pitchFamily="49" charset="0"/>
                <a:cs typeface="SimHei" pitchFamily="49" charset="0"/>
              </a:rPr>
              <a:t>概述</a:t>
            </a:r>
          </a:p>
        </p:txBody>
      </p:sp>
      <p:sp>
        <p:nvSpPr>
          <p:cNvPr id="252" name="TextBox252"/>
          <p:cNvSpPr txBox="1"/>
          <p:nvPr/>
        </p:nvSpPr>
        <p:spPr>
          <a:xfrm>
            <a:off x="6334125" y="3088640"/>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2" noProof="0" dirty="0">
                <a:solidFill>
                  <a:srgbClr val="FFFFFF"/>
                </a:solidFill>
                <a:latin typeface="SimHei" pitchFamily="49" charset="0"/>
                <a:ea typeface="SimHei" pitchFamily="49" charset="0"/>
                <a:cs typeface="SimHei" pitchFamily="49" charset="0"/>
              </a:rPr>
              <a:t>Part</a:t>
            </a:r>
            <a:r>
              <a:rPr lang="en-US" altLang="zh-CN" sz="3600" kern="0" spc="-550" baseline="4172" noProof="0" dirty="0">
                <a:latin typeface="SimHei" pitchFamily="49" charset="0"/>
                <a:ea typeface="SimHei" pitchFamily="49" charset="0"/>
                <a:cs typeface="SimHei" pitchFamily="49" charset="0"/>
              </a:rPr>
              <a:t> </a:t>
            </a:r>
            <a:r>
              <a:rPr lang="en-US" altLang="zh-CN" sz="3600" kern="0" spc="-100" baseline="4172" noProof="0" dirty="0">
                <a:solidFill>
                  <a:srgbClr val="FFFFFF"/>
                </a:solidFill>
                <a:latin typeface="SimHei" pitchFamily="49" charset="0"/>
                <a:ea typeface="SimHei" pitchFamily="49" charset="0"/>
                <a:cs typeface="SimHei" pitchFamily="49" charset="0"/>
              </a:rPr>
              <a:t>2</a:t>
            </a:r>
            <a:r>
              <a:rPr lang="en-US" altLang="zh-CN" sz="3600" kern="0" spc="-550" baseline="4172" noProof="0" dirty="0">
                <a:latin typeface="SimHei" pitchFamily="49" charset="0"/>
                <a:ea typeface="SimHei" pitchFamily="49" charset="0"/>
                <a:cs typeface="SimHei" pitchFamily="49" charset="0"/>
              </a:rPr>
              <a:t> </a:t>
            </a:r>
            <a:r>
              <a:rPr lang="en-US" altLang="zh-CN" sz="3600" kern="0" spc="-60" baseline="4172" noProof="0" dirty="0">
                <a:solidFill>
                  <a:srgbClr val="FFFFFF"/>
                </a:solidFill>
                <a:latin typeface="SimHei" pitchFamily="49" charset="0"/>
                <a:ea typeface="SimHei" pitchFamily="49" charset="0"/>
                <a:cs typeface="SimHei" pitchFamily="49" charset="0"/>
              </a:rPr>
              <a:t>环境搭建</a:t>
            </a:r>
          </a:p>
        </p:txBody>
      </p:sp>
      <p:sp>
        <p:nvSpPr>
          <p:cNvPr id="253" name="TextBox253"/>
          <p:cNvSpPr txBox="1"/>
          <p:nvPr/>
        </p:nvSpPr>
        <p:spPr>
          <a:xfrm>
            <a:off x="6181725" y="4117975"/>
            <a:ext cx="24384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BFBFB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BFBFBF"/>
                </a:solidFill>
                <a:latin typeface="SimHei" pitchFamily="49" charset="0"/>
                <a:ea typeface="SimHei" pitchFamily="49" charset="0"/>
                <a:cs typeface="SimHei" pitchFamily="49" charset="0"/>
              </a:rPr>
              <a:t>3</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BFBFBF"/>
                </a:solidFill>
                <a:latin typeface="SimHei" pitchFamily="49" charset="0"/>
                <a:ea typeface="SimHei" pitchFamily="49" charset="0"/>
                <a:cs typeface="SimHei" pitchFamily="49" charset="0"/>
              </a:rPr>
              <a:t>核心工作流</a:t>
            </a:r>
          </a:p>
        </p:txBody>
      </p:sp>
      <p:sp>
        <p:nvSpPr>
          <p:cNvPr id="254" name="TextBox254"/>
          <p:cNvSpPr txBox="1"/>
          <p:nvPr/>
        </p:nvSpPr>
        <p:spPr>
          <a:xfrm>
            <a:off x="6334125" y="5145405"/>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BFBFB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BFBFBF"/>
                </a:solidFill>
                <a:latin typeface="SimHei" pitchFamily="49" charset="0"/>
                <a:ea typeface="SimHei" pitchFamily="49" charset="0"/>
                <a:cs typeface="SimHei" pitchFamily="49" charset="0"/>
              </a:rPr>
              <a:t>4</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BFBFBF"/>
                </a:solidFill>
                <a:latin typeface="SimHei" pitchFamily="49" charset="0"/>
                <a:ea typeface="SimHei" pitchFamily="49" charset="0"/>
                <a:cs typeface="SimHei" pitchFamily="49" charset="0"/>
              </a:rPr>
              <a:t>实操演示</a:t>
            </a:r>
          </a:p>
        </p:txBody>
      </p:sp>
      <p:pic>
        <p:nvPicPr>
          <p:cNvPr id="255" name="EC970850-BE32-4F45-A22D-3C5D868E580F"/>
          <p:cNvPicPr>
            <a:picLocks noChangeAspect="1"/>
          </p:cNvPicPr>
          <p:nvPr/>
        </p:nvPicPr>
        <p:blipFill>
          <a:blip r:embed="rId4" cstate="print">
            <a:extLst>
              <a:ext uri="{CEDBA48B-D57B-4345-69ED-6080719DAA52}"/>
            </a:extLst>
          </a:blip>
          <a:srcRect/>
          <a:stretch>
            <a:fillRect/>
          </a:stretch>
        </p:blipFill>
        <p:spPr>
          <a:xfrm>
            <a:off x="10137140" y="6043295"/>
            <a:ext cx="1316567" cy="351367"/>
          </a:xfrm>
          <a:prstGeom prst="rect">
            <a:avLst/>
          </a:prstGeom>
        </p:spPr>
      </p:pic>
    </p:spTree>
    <p:extLst>
      <p:ext uri="{264DF5C4-BD71-4BF5-D3D3-0D816CB3F015}"/>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TextBox256"/>
          <p:cNvSpPr txBox="1"/>
          <p:nvPr/>
        </p:nvSpPr>
        <p:spPr>
          <a:xfrm>
            <a:off x="339090" y="245110"/>
            <a:ext cx="3197225" cy="419100"/>
          </a:xfrm>
          <a:prstGeom prst="rect">
            <a:avLst/>
          </a:prstGeom>
          <a:noFill/>
        </p:spPr>
        <p:txBody>
          <a:bodyPr wrap="square" lIns="0" tIns="0" rIns="0" bIns="0" rtlCol="0">
            <a:spAutoFit/>
          </a:bodyPr>
          <a:lstStyle/>
          <a:p>
            <a:pPr marL="0" marR="0" indent="0" eaLnBrk="0">
              <a:lnSpc>
                <a:spcPct val="99848"/>
              </a:lnSpc>
            </a:pPr>
            <a:r>
              <a:rPr lang="en-US" altLang="zh-CN" sz="2750" b="1" kern="0" spc="-15" baseline="0" noProof="0" dirty="0">
                <a:solidFill>
                  <a:srgbClr val="1E293B"/>
                </a:solidFill>
                <a:latin typeface="SimHei" pitchFamily="49" charset="0"/>
                <a:ea typeface="SimHei" pitchFamily="49" charset="0"/>
                <a:cs typeface="SimHei" pitchFamily="49" charset="0"/>
              </a:rPr>
              <a:t>环境要求与前置条件</a:t>
            </a:r>
          </a:p>
        </p:txBody>
      </p:sp>
      <p:pic>
        <p:nvPicPr>
          <p:cNvPr id="257" name="AEE860DD-3100-4033-7D3B-50394D33D180"/>
          <p:cNvPicPr>
            <a:picLocks noChangeAspect="1"/>
          </p:cNvPicPr>
          <p:nvPr/>
        </p:nvPicPr>
        <p:blipFill>
          <a:blip r:embed="rId3" cstate="print">
            <a:extLst>
              <a:ext uri="{D026D010-3D47-4682-DA0D-26F3AD79E553}"/>
            </a:extLst>
          </a:blip>
          <a:srcRect/>
          <a:stretch>
            <a:fillRect/>
          </a:stretch>
        </p:blipFill>
        <p:spPr>
          <a:xfrm>
            <a:off x="370205" y="1313815"/>
            <a:ext cx="5643034" cy="2578100"/>
          </a:xfrm>
          <a:prstGeom prst="rect">
            <a:avLst/>
          </a:prstGeom>
        </p:spPr>
      </p:pic>
      <p:grpSp>
        <p:nvGrpSpPr>
          <p:cNvPr id="258" name="Combination 258"/>
          <p:cNvGrpSpPr/>
          <p:nvPr/>
        </p:nvGrpSpPr>
        <p:grpSpPr>
          <a:xfrm>
            <a:off x="400050" y="1334770"/>
            <a:ext cx="5581650" cy="2514600"/>
            <a:chOff x="400050" y="1334770"/>
            <a:chExt cx="5581650" cy="2514600"/>
          </a:xfrm>
        </p:grpSpPr>
        <p:sp>
          <p:nvSpPr>
            <p:cNvPr id="259" name="VectorPath 259"/>
            <p:cNvSpPr/>
            <p:nvPr/>
          </p:nvSpPr>
          <p:spPr>
            <a:xfrm>
              <a:off x="400050" y="1334770"/>
              <a:ext cx="5581650" cy="2514600"/>
            </a:xfrm>
            <a:custGeom>
              <a:avLst/>
              <a:gdLst/>
              <a:ahLst/>
              <a:cxnLst/>
              <a:rect l="l" t="t" r="r" b="b"/>
              <a:pathLst>
                <a:path w="5581650" h="2514600">
                  <a:moveTo>
                    <a:pt x="38100" y="0"/>
                  </a:moveTo>
                  <a:lnTo>
                    <a:pt x="5467350" y="0"/>
                  </a:lnTo>
                  <a:cubicBezTo>
                    <a:pt x="5530469" y="0"/>
                    <a:pt x="5581650" y="51181"/>
                    <a:pt x="5581650" y="114300"/>
                  </a:cubicBezTo>
                  <a:lnTo>
                    <a:pt x="5581650" y="2400300"/>
                  </a:lnTo>
                  <a:cubicBezTo>
                    <a:pt x="5581650" y="2463419"/>
                    <a:pt x="5530469" y="2514600"/>
                    <a:pt x="5467350" y="2514600"/>
                  </a:cubicBezTo>
                  <a:lnTo>
                    <a:pt x="38100" y="2514600"/>
                  </a:lnTo>
                  <a:cubicBezTo>
                    <a:pt x="17069" y="2514600"/>
                    <a:pt x="0" y="2497582"/>
                    <a:pt x="0" y="2476500"/>
                  </a:cubicBezTo>
                  <a:lnTo>
                    <a:pt x="0" y="38100"/>
                  </a:lnTo>
                  <a:cubicBezTo>
                    <a:pt x="0" y="17018"/>
                    <a:pt x="17069" y="0"/>
                    <a:pt x="38100" y="0"/>
                  </a:cubicBezTo>
                </a:path>
              </a:pathLst>
            </a:custGeom>
            <a:solidFill>
              <a:srgbClr val="FFFFFF">
                <a:alpha val="100000"/>
              </a:srgbClr>
            </a:solidFill>
          </p:spPr>
        </p:sp>
        <p:sp>
          <p:nvSpPr>
            <p:cNvPr id="260" name="VectorPath 260"/>
            <p:cNvSpPr/>
            <p:nvPr/>
          </p:nvSpPr>
          <p:spPr>
            <a:xfrm>
              <a:off x="703580" y="1590802"/>
              <a:ext cx="250190" cy="249936"/>
            </a:xfrm>
            <a:custGeom>
              <a:avLst/>
              <a:gdLst/>
              <a:ahLst/>
              <a:cxnLst/>
              <a:rect l="l" t="t" r="r" b="b"/>
              <a:pathLst>
                <a:path w="250190" h="249936">
                  <a:moveTo>
                    <a:pt x="35738" y="0"/>
                  </a:moveTo>
                  <a:cubicBezTo>
                    <a:pt x="16027" y="0"/>
                    <a:pt x="0" y="16003"/>
                    <a:pt x="0" y="35687"/>
                  </a:cubicBezTo>
                  <a:lnTo>
                    <a:pt x="0" y="71374"/>
                  </a:lnTo>
                  <a:cubicBezTo>
                    <a:pt x="0" y="91059"/>
                    <a:pt x="16027" y="107061"/>
                    <a:pt x="35738" y="107061"/>
                  </a:cubicBezTo>
                  <a:lnTo>
                    <a:pt x="214452" y="107061"/>
                  </a:lnTo>
                  <a:cubicBezTo>
                    <a:pt x="234163" y="107061"/>
                    <a:pt x="250190" y="91059"/>
                    <a:pt x="250190" y="71374"/>
                  </a:cubicBezTo>
                  <a:lnTo>
                    <a:pt x="250190" y="35687"/>
                  </a:lnTo>
                  <a:cubicBezTo>
                    <a:pt x="250190" y="16003"/>
                    <a:pt x="234163" y="0"/>
                    <a:pt x="214452" y="0"/>
                  </a:cubicBezTo>
                  <a:lnTo>
                    <a:pt x="35738" y="0"/>
                  </a:lnTo>
                  <a:close/>
                  <a:moveTo>
                    <a:pt x="156375" y="40132"/>
                  </a:moveTo>
                  <a:cubicBezTo>
                    <a:pt x="163766" y="40132"/>
                    <a:pt x="169774" y="46101"/>
                    <a:pt x="169774" y="53594"/>
                  </a:cubicBezTo>
                  <a:cubicBezTo>
                    <a:pt x="169774" y="60960"/>
                    <a:pt x="163766" y="66929"/>
                    <a:pt x="156375" y="66929"/>
                  </a:cubicBezTo>
                  <a:cubicBezTo>
                    <a:pt x="148971" y="66929"/>
                    <a:pt x="142964" y="60960"/>
                    <a:pt x="142964" y="53594"/>
                  </a:cubicBezTo>
                  <a:cubicBezTo>
                    <a:pt x="142964" y="46101"/>
                    <a:pt x="148971" y="40132"/>
                    <a:pt x="156375" y="40132"/>
                  </a:cubicBezTo>
                  <a:moveTo>
                    <a:pt x="187642" y="53594"/>
                  </a:moveTo>
                  <a:cubicBezTo>
                    <a:pt x="187642" y="46101"/>
                    <a:pt x="193650" y="40132"/>
                    <a:pt x="201041" y="40132"/>
                  </a:cubicBezTo>
                  <a:cubicBezTo>
                    <a:pt x="208445" y="40132"/>
                    <a:pt x="214452" y="46101"/>
                    <a:pt x="214452" y="53594"/>
                  </a:cubicBezTo>
                  <a:cubicBezTo>
                    <a:pt x="214452" y="60960"/>
                    <a:pt x="208445" y="66929"/>
                    <a:pt x="201041" y="66929"/>
                  </a:cubicBezTo>
                  <a:cubicBezTo>
                    <a:pt x="193650" y="66929"/>
                    <a:pt x="187642" y="60960"/>
                    <a:pt x="187642" y="53594"/>
                  </a:cubicBezTo>
                  <a:moveTo>
                    <a:pt x="35738" y="142875"/>
                  </a:moveTo>
                  <a:cubicBezTo>
                    <a:pt x="16027" y="142875"/>
                    <a:pt x="0" y="158877"/>
                    <a:pt x="0" y="178562"/>
                  </a:cubicBezTo>
                  <a:lnTo>
                    <a:pt x="0" y="214249"/>
                  </a:lnTo>
                  <a:cubicBezTo>
                    <a:pt x="0" y="233935"/>
                    <a:pt x="16027" y="249936"/>
                    <a:pt x="35738" y="249936"/>
                  </a:cubicBezTo>
                  <a:lnTo>
                    <a:pt x="214452" y="249936"/>
                  </a:lnTo>
                  <a:cubicBezTo>
                    <a:pt x="234163" y="249936"/>
                    <a:pt x="250190" y="233935"/>
                    <a:pt x="250190" y="214249"/>
                  </a:cubicBezTo>
                  <a:lnTo>
                    <a:pt x="250190" y="178562"/>
                  </a:lnTo>
                  <a:cubicBezTo>
                    <a:pt x="250190" y="158877"/>
                    <a:pt x="234163" y="142875"/>
                    <a:pt x="214452" y="142875"/>
                  </a:cubicBezTo>
                  <a:lnTo>
                    <a:pt x="35738" y="142875"/>
                  </a:lnTo>
                  <a:close/>
                  <a:moveTo>
                    <a:pt x="156375" y="183007"/>
                  </a:moveTo>
                  <a:cubicBezTo>
                    <a:pt x="163766" y="183007"/>
                    <a:pt x="169774" y="188976"/>
                    <a:pt x="169774" y="196469"/>
                  </a:cubicBezTo>
                  <a:cubicBezTo>
                    <a:pt x="169774" y="203835"/>
                    <a:pt x="163766" y="209804"/>
                    <a:pt x="156375" y="209804"/>
                  </a:cubicBezTo>
                  <a:cubicBezTo>
                    <a:pt x="148971" y="209804"/>
                    <a:pt x="142964" y="203835"/>
                    <a:pt x="142964" y="196469"/>
                  </a:cubicBezTo>
                  <a:cubicBezTo>
                    <a:pt x="142964" y="188976"/>
                    <a:pt x="148971" y="183007"/>
                    <a:pt x="156375" y="183007"/>
                  </a:cubicBezTo>
                  <a:moveTo>
                    <a:pt x="187642" y="196469"/>
                  </a:moveTo>
                  <a:cubicBezTo>
                    <a:pt x="187642" y="188976"/>
                    <a:pt x="193650" y="183007"/>
                    <a:pt x="201041" y="183007"/>
                  </a:cubicBezTo>
                  <a:cubicBezTo>
                    <a:pt x="208445" y="183007"/>
                    <a:pt x="214452" y="188976"/>
                    <a:pt x="214452" y="196469"/>
                  </a:cubicBezTo>
                  <a:cubicBezTo>
                    <a:pt x="214452" y="203835"/>
                    <a:pt x="208445" y="209804"/>
                    <a:pt x="201041" y="209804"/>
                  </a:cubicBezTo>
                  <a:cubicBezTo>
                    <a:pt x="193650" y="209804"/>
                    <a:pt x="187642" y="203835"/>
                    <a:pt x="187642" y="196469"/>
                  </a:cubicBezTo>
                </a:path>
              </a:pathLst>
            </a:custGeom>
            <a:solidFill>
              <a:srgbClr val="0EA5E9">
                <a:alpha val="100000"/>
              </a:srgbClr>
            </a:solidFill>
          </p:spPr>
        </p:sp>
        <p:sp>
          <p:nvSpPr>
            <p:cNvPr id="261" name="VectorPath 261"/>
            <p:cNvSpPr/>
            <p:nvPr/>
          </p:nvSpPr>
          <p:spPr>
            <a:xfrm>
              <a:off x="647700" y="2020570"/>
              <a:ext cx="5105400" cy="457200"/>
            </a:xfrm>
            <a:custGeom>
              <a:avLst/>
              <a:gdLst/>
              <a:ahLst/>
              <a:cxnLst/>
              <a:rect l="l" t="t" r="r" b="b"/>
              <a:pathLst>
                <a:path w="5105400" h="457200">
                  <a:moveTo>
                    <a:pt x="76200" y="0"/>
                  </a:moveTo>
                  <a:lnTo>
                    <a:pt x="5029200" y="0"/>
                  </a:lnTo>
                  <a:cubicBezTo>
                    <a:pt x="5071237" y="0"/>
                    <a:pt x="5105400" y="34163"/>
                    <a:pt x="5105400" y="76200"/>
                  </a:cubicBezTo>
                  <a:lnTo>
                    <a:pt x="5105400" y="381000"/>
                  </a:lnTo>
                  <a:cubicBezTo>
                    <a:pt x="5105400" y="423037"/>
                    <a:pt x="5071237" y="457200"/>
                    <a:pt x="5029200" y="457200"/>
                  </a:cubicBezTo>
                  <a:lnTo>
                    <a:pt x="76200" y="457200"/>
                  </a:lnTo>
                  <a:cubicBezTo>
                    <a:pt x="34150" y="457200"/>
                    <a:pt x="0" y="423037"/>
                    <a:pt x="0" y="381000"/>
                  </a:cubicBezTo>
                  <a:lnTo>
                    <a:pt x="0" y="76200"/>
                  </a:lnTo>
                  <a:cubicBezTo>
                    <a:pt x="0" y="34163"/>
                    <a:pt x="34150" y="0"/>
                    <a:pt x="76200" y="0"/>
                  </a:cubicBezTo>
                </a:path>
              </a:pathLst>
            </a:custGeom>
            <a:solidFill>
              <a:srgbClr val="0EA5E9">
                <a:alpha val="5000"/>
              </a:srgbClr>
            </a:solidFill>
          </p:spPr>
        </p:sp>
        <p:sp>
          <p:nvSpPr>
            <p:cNvPr id="262" name="VectorPath 262"/>
            <p:cNvSpPr/>
            <p:nvPr/>
          </p:nvSpPr>
          <p:spPr>
            <a:xfrm>
              <a:off x="786130" y="2153920"/>
              <a:ext cx="190500" cy="190500"/>
            </a:xfrm>
            <a:custGeom>
              <a:avLst/>
              <a:gdLst/>
              <a:ahLst/>
              <a:cxnLst/>
              <a:rect l="l" t="t" r="r" b="b"/>
              <a:pathLst>
                <a:path w="190500" h="190500">
                  <a:moveTo>
                    <a:pt x="65481" y="8890"/>
                  </a:moveTo>
                  <a:cubicBezTo>
                    <a:pt x="65481" y="3937"/>
                    <a:pt x="61506" y="0"/>
                    <a:pt x="56553" y="0"/>
                  </a:cubicBezTo>
                  <a:cubicBezTo>
                    <a:pt x="51600" y="0"/>
                    <a:pt x="47625" y="3937"/>
                    <a:pt x="47625" y="8890"/>
                  </a:cubicBezTo>
                  <a:lnTo>
                    <a:pt x="47625" y="23749"/>
                  </a:lnTo>
                  <a:cubicBezTo>
                    <a:pt x="34493" y="23749"/>
                    <a:pt x="23813" y="34544"/>
                    <a:pt x="23813" y="47625"/>
                  </a:cubicBezTo>
                  <a:lnTo>
                    <a:pt x="8928" y="47625"/>
                  </a:lnTo>
                  <a:cubicBezTo>
                    <a:pt x="3975" y="47625"/>
                    <a:pt x="0" y="51562"/>
                    <a:pt x="0" y="56515"/>
                  </a:cubicBezTo>
                  <a:cubicBezTo>
                    <a:pt x="0" y="61468"/>
                    <a:pt x="3975" y="65532"/>
                    <a:pt x="8928" y="65532"/>
                  </a:cubicBezTo>
                  <a:lnTo>
                    <a:pt x="23813" y="65532"/>
                  </a:lnTo>
                  <a:lnTo>
                    <a:pt x="23813" y="86360"/>
                  </a:lnTo>
                  <a:lnTo>
                    <a:pt x="8928" y="86360"/>
                  </a:lnTo>
                  <a:cubicBezTo>
                    <a:pt x="3975" y="86360"/>
                    <a:pt x="0" y="90297"/>
                    <a:pt x="0" y="95250"/>
                  </a:cubicBezTo>
                  <a:cubicBezTo>
                    <a:pt x="0" y="100203"/>
                    <a:pt x="3975" y="104140"/>
                    <a:pt x="8928" y="104140"/>
                  </a:cubicBezTo>
                  <a:lnTo>
                    <a:pt x="23813" y="104140"/>
                  </a:lnTo>
                  <a:lnTo>
                    <a:pt x="23813" y="124968"/>
                  </a:lnTo>
                  <a:lnTo>
                    <a:pt x="8928" y="124968"/>
                  </a:lnTo>
                  <a:cubicBezTo>
                    <a:pt x="3975" y="124968"/>
                    <a:pt x="0" y="129032"/>
                    <a:pt x="0" y="133985"/>
                  </a:cubicBezTo>
                  <a:cubicBezTo>
                    <a:pt x="0" y="138938"/>
                    <a:pt x="3975" y="142875"/>
                    <a:pt x="8928" y="142875"/>
                  </a:cubicBezTo>
                  <a:lnTo>
                    <a:pt x="23813" y="142875"/>
                  </a:lnTo>
                  <a:cubicBezTo>
                    <a:pt x="23813" y="155956"/>
                    <a:pt x="34493" y="166751"/>
                    <a:pt x="47625" y="166751"/>
                  </a:cubicBezTo>
                  <a:lnTo>
                    <a:pt x="47625" y="181610"/>
                  </a:lnTo>
                  <a:cubicBezTo>
                    <a:pt x="47625" y="186563"/>
                    <a:pt x="51600" y="190500"/>
                    <a:pt x="56553" y="190500"/>
                  </a:cubicBezTo>
                  <a:cubicBezTo>
                    <a:pt x="61506" y="190500"/>
                    <a:pt x="65481" y="186563"/>
                    <a:pt x="65481" y="181610"/>
                  </a:cubicBezTo>
                  <a:lnTo>
                    <a:pt x="65481" y="166751"/>
                  </a:lnTo>
                  <a:lnTo>
                    <a:pt x="86322" y="166751"/>
                  </a:lnTo>
                  <a:lnTo>
                    <a:pt x="86322" y="181610"/>
                  </a:lnTo>
                  <a:cubicBezTo>
                    <a:pt x="86322" y="186563"/>
                    <a:pt x="90297" y="190500"/>
                    <a:pt x="95250" y="190500"/>
                  </a:cubicBezTo>
                  <a:cubicBezTo>
                    <a:pt x="100203" y="190500"/>
                    <a:pt x="104178" y="186563"/>
                    <a:pt x="104178" y="181610"/>
                  </a:cubicBezTo>
                  <a:lnTo>
                    <a:pt x="104178" y="166751"/>
                  </a:lnTo>
                  <a:lnTo>
                    <a:pt x="125019" y="166751"/>
                  </a:lnTo>
                  <a:lnTo>
                    <a:pt x="125019" y="181610"/>
                  </a:lnTo>
                  <a:cubicBezTo>
                    <a:pt x="125019" y="186563"/>
                    <a:pt x="128994" y="190500"/>
                    <a:pt x="133947" y="190500"/>
                  </a:cubicBezTo>
                  <a:cubicBezTo>
                    <a:pt x="138900" y="190500"/>
                    <a:pt x="142875" y="186563"/>
                    <a:pt x="142875" y="181610"/>
                  </a:cubicBezTo>
                  <a:lnTo>
                    <a:pt x="142875" y="166751"/>
                  </a:lnTo>
                  <a:cubicBezTo>
                    <a:pt x="156007" y="166751"/>
                    <a:pt x="166687" y="155956"/>
                    <a:pt x="166687" y="142875"/>
                  </a:cubicBezTo>
                  <a:lnTo>
                    <a:pt x="181572" y="142875"/>
                  </a:lnTo>
                  <a:cubicBezTo>
                    <a:pt x="186525" y="142875"/>
                    <a:pt x="190500" y="138938"/>
                    <a:pt x="190500" y="133985"/>
                  </a:cubicBezTo>
                  <a:cubicBezTo>
                    <a:pt x="190500" y="129032"/>
                    <a:pt x="186525" y="124968"/>
                    <a:pt x="181572" y="124968"/>
                  </a:cubicBezTo>
                  <a:lnTo>
                    <a:pt x="166687" y="124968"/>
                  </a:lnTo>
                  <a:lnTo>
                    <a:pt x="166687" y="104140"/>
                  </a:lnTo>
                  <a:lnTo>
                    <a:pt x="181572" y="104140"/>
                  </a:lnTo>
                  <a:cubicBezTo>
                    <a:pt x="186525" y="104140"/>
                    <a:pt x="190500" y="100203"/>
                    <a:pt x="190500" y="95250"/>
                  </a:cubicBezTo>
                  <a:cubicBezTo>
                    <a:pt x="190500" y="90297"/>
                    <a:pt x="186525" y="86360"/>
                    <a:pt x="181572" y="86360"/>
                  </a:cubicBezTo>
                  <a:lnTo>
                    <a:pt x="166687" y="86360"/>
                  </a:lnTo>
                  <a:lnTo>
                    <a:pt x="166687" y="65532"/>
                  </a:lnTo>
                  <a:lnTo>
                    <a:pt x="181572" y="65532"/>
                  </a:lnTo>
                  <a:cubicBezTo>
                    <a:pt x="186525" y="65532"/>
                    <a:pt x="190500" y="61468"/>
                    <a:pt x="190500" y="56515"/>
                  </a:cubicBezTo>
                  <a:cubicBezTo>
                    <a:pt x="190500" y="51562"/>
                    <a:pt x="186525" y="47625"/>
                    <a:pt x="181572" y="47625"/>
                  </a:cubicBezTo>
                  <a:lnTo>
                    <a:pt x="166687" y="47625"/>
                  </a:lnTo>
                  <a:cubicBezTo>
                    <a:pt x="166687" y="34544"/>
                    <a:pt x="156007" y="23749"/>
                    <a:pt x="142875" y="23749"/>
                  </a:cubicBezTo>
                  <a:lnTo>
                    <a:pt x="142875" y="8890"/>
                  </a:lnTo>
                  <a:cubicBezTo>
                    <a:pt x="142875" y="3937"/>
                    <a:pt x="138900" y="0"/>
                    <a:pt x="133947" y="0"/>
                  </a:cubicBezTo>
                  <a:cubicBezTo>
                    <a:pt x="128994" y="0"/>
                    <a:pt x="125019" y="3937"/>
                    <a:pt x="125019" y="8890"/>
                  </a:cubicBezTo>
                  <a:lnTo>
                    <a:pt x="125019" y="23749"/>
                  </a:lnTo>
                  <a:lnTo>
                    <a:pt x="104178" y="23749"/>
                  </a:lnTo>
                  <a:lnTo>
                    <a:pt x="104178" y="8890"/>
                  </a:lnTo>
                  <a:cubicBezTo>
                    <a:pt x="104178" y="3937"/>
                    <a:pt x="100203" y="0"/>
                    <a:pt x="95250" y="0"/>
                  </a:cubicBezTo>
                  <a:cubicBezTo>
                    <a:pt x="90297" y="0"/>
                    <a:pt x="86322" y="3937"/>
                    <a:pt x="86322" y="8890"/>
                  </a:cubicBezTo>
                  <a:lnTo>
                    <a:pt x="86322" y="23749"/>
                  </a:lnTo>
                  <a:lnTo>
                    <a:pt x="65481" y="23749"/>
                  </a:lnTo>
                  <a:lnTo>
                    <a:pt x="65481" y="8890"/>
                  </a:lnTo>
                  <a:close/>
                  <a:moveTo>
                    <a:pt x="59525" y="47625"/>
                  </a:moveTo>
                  <a:lnTo>
                    <a:pt x="130975" y="47625"/>
                  </a:lnTo>
                  <a:cubicBezTo>
                    <a:pt x="137554" y="47625"/>
                    <a:pt x="142875" y="52959"/>
                    <a:pt x="142875" y="59563"/>
                  </a:cubicBezTo>
                  <a:lnTo>
                    <a:pt x="142875" y="130937"/>
                  </a:lnTo>
                  <a:cubicBezTo>
                    <a:pt x="142875" y="137541"/>
                    <a:pt x="137554" y="142875"/>
                    <a:pt x="130975" y="142875"/>
                  </a:cubicBezTo>
                  <a:lnTo>
                    <a:pt x="59525" y="142875"/>
                  </a:lnTo>
                  <a:cubicBezTo>
                    <a:pt x="52946" y="142875"/>
                    <a:pt x="47625" y="137541"/>
                    <a:pt x="47625" y="130937"/>
                  </a:cubicBezTo>
                  <a:lnTo>
                    <a:pt x="47625" y="59563"/>
                  </a:lnTo>
                  <a:cubicBezTo>
                    <a:pt x="47625" y="52959"/>
                    <a:pt x="52946" y="47625"/>
                    <a:pt x="59525" y="47625"/>
                  </a:cubicBezTo>
                  <a:moveTo>
                    <a:pt x="65481" y="65532"/>
                  </a:moveTo>
                  <a:lnTo>
                    <a:pt x="65481" y="124968"/>
                  </a:lnTo>
                  <a:lnTo>
                    <a:pt x="125019" y="124968"/>
                  </a:lnTo>
                  <a:lnTo>
                    <a:pt x="125019" y="65532"/>
                  </a:lnTo>
                  <a:lnTo>
                    <a:pt x="65481" y="65532"/>
                  </a:lnTo>
                  <a:close/>
                </a:path>
              </a:pathLst>
            </a:custGeom>
            <a:solidFill>
              <a:srgbClr val="0EA5E9">
                <a:alpha val="100000"/>
              </a:srgbClr>
            </a:solidFill>
          </p:spPr>
        </p:sp>
        <p:sp>
          <p:nvSpPr>
            <p:cNvPr id="263" name="VectorPath 263"/>
            <p:cNvSpPr/>
            <p:nvPr/>
          </p:nvSpPr>
          <p:spPr>
            <a:xfrm>
              <a:off x="647700" y="2592070"/>
              <a:ext cx="5105400" cy="457200"/>
            </a:xfrm>
            <a:custGeom>
              <a:avLst/>
              <a:gdLst/>
              <a:ahLst/>
              <a:cxnLst/>
              <a:rect l="l" t="t" r="r" b="b"/>
              <a:pathLst>
                <a:path w="5105400" h="457200">
                  <a:moveTo>
                    <a:pt x="76200" y="0"/>
                  </a:moveTo>
                  <a:lnTo>
                    <a:pt x="5029200" y="0"/>
                  </a:lnTo>
                  <a:cubicBezTo>
                    <a:pt x="5071237" y="0"/>
                    <a:pt x="5105400" y="34163"/>
                    <a:pt x="5105400" y="76200"/>
                  </a:cubicBezTo>
                  <a:lnTo>
                    <a:pt x="5105400" y="381000"/>
                  </a:lnTo>
                  <a:cubicBezTo>
                    <a:pt x="5105400" y="423037"/>
                    <a:pt x="5071237" y="457200"/>
                    <a:pt x="5029200" y="457200"/>
                  </a:cubicBezTo>
                  <a:lnTo>
                    <a:pt x="76200" y="457200"/>
                  </a:lnTo>
                  <a:cubicBezTo>
                    <a:pt x="34150" y="457200"/>
                    <a:pt x="0" y="423037"/>
                    <a:pt x="0" y="381000"/>
                  </a:cubicBezTo>
                  <a:lnTo>
                    <a:pt x="0" y="76200"/>
                  </a:lnTo>
                  <a:cubicBezTo>
                    <a:pt x="0" y="34163"/>
                    <a:pt x="34150" y="0"/>
                    <a:pt x="76200" y="0"/>
                  </a:cubicBezTo>
                </a:path>
              </a:pathLst>
            </a:custGeom>
            <a:solidFill>
              <a:srgbClr val="0EA5E9">
                <a:alpha val="5000"/>
              </a:srgbClr>
            </a:solidFill>
          </p:spPr>
        </p:sp>
        <p:sp>
          <p:nvSpPr>
            <p:cNvPr id="264" name="VectorPath 264"/>
            <p:cNvSpPr/>
            <p:nvPr/>
          </p:nvSpPr>
          <p:spPr>
            <a:xfrm>
              <a:off x="786130" y="2749169"/>
              <a:ext cx="190500" cy="143002"/>
            </a:xfrm>
            <a:custGeom>
              <a:avLst/>
              <a:gdLst/>
              <a:ahLst/>
              <a:cxnLst/>
              <a:rect l="l" t="t" r="r" b="b"/>
              <a:pathLst>
                <a:path w="190500" h="143002">
                  <a:moveTo>
                    <a:pt x="23813" y="0"/>
                  </a:moveTo>
                  <a:cubicBezTo>
                    <a:pt x="10681" y="0"/>
                    <a:pt x="0" y="10795"/>
                    <a:pt x="0" y="23876"/>
                  </a:cubicBezTo>
                  <a:lnTo>
                    <a:pt x="0" y="26670"/>
                  </a:lnTo>
                  <a:cubicBezTo>
                    <a:pt x="0" y="29210"/>
                    <a:pt x="1638" y="31369"/>
                    <a:pt x="3759" y="32639"/>
                  </a:cubicBezTo>
                  <a:cubicBezTo>
                    <a:pt x="8674" y="35941"/>
                    <a:pt x="11900" y="41402"/>
                    <a:pt x="11900" y="47752"/>
                  </a:cubicBezTo>
                  <a:cubicBezTo>
                    <a:pt x="11900" y="53975"/>
                    <a:pt x="8674" y="59436"/>
                    <a:pt x="3759" y="62738"/>
                  </a:cubicBezTo>
                  <a:cubicBezTo>
                    <a:pt x="1638" y="64008"/>
                    <a:pt x="0" y="66167"/>
                    <a:pt x="0" y="68707"/>
                  </a:cubicBezTo>
                  <a:lnTo>
                    <a:pt x="0" y="89408"/>
                  </a:lnTo>
                  <a:lnTo>
                    <a:pt x="190500" y="89408"/>
                  </a:lnTo>
                  <a:lnTo>
                    <a:pt x="190500" y="68707"/>
                  </a:lnTo>
                  <a:cubicBezTo>
                    <a:pt x="190500" y="66167"/>
                    <a:pt x="188862" y="64008"/>
                    <a:pt x="186741" y="62738"/>
                  </a:cubicBezTo>
                  <a:cubicBezTo>
                    <a:pt x="181826" y="59436"/>
                    <a:pt x="178600" y="53975"/>
                    <a:pt x="178600" y="47752"/>
                  </a:cubicBezTo>
                  <a:cubicBezTo>
                    <a:pt x="178600" y="41402"/>
                    <a:pt x="181826" y="35941"/>
                    <a:pt x="186741" y="32639"/>
                  </a:cubicBezTo>
                  <a:cubicBezTo>
                    <a:pt x="188862" y="31369"/>
                    <a:pt x="190500" y="29210"/>
                    <a:pt x="190500" y="26670"/>
                  </a:cubicBezTo>
                  <a:lnTo>
                    <a:pt x="190500" y="23876"/>
                  </a:lnTo>
                  <a:cubicBezTo>
                    <a:pt x="190500" y="10795"/>
                    <a:pt x="179819" y="0"/>
                    <a:pt x="166687" y="0"/>
                  </a:cubicBezTo>
                  <a:lnTo>
                    <a:pt x="23813" y="0"/>
                  </a:lnTo>
                  <a:close/>
                  <a:moveTo>
                    <a:pt x="190500" y="131064"/>
                  </a:moveTo>
                  <a:lnTo>
                    <a:pt x="190500" y="107188"/>
                  </a:lnTo>
                  <a:lnTo>
                    <a:pt x="0" y="107188"/>
                  </a:lnTo>
                  <a:lnTo>
                    <a:pt x="0" y="131064"/>
                  </a:lnTo>
                  <a:cubicBezTo>
                    <a:pt x="0" y="137668"/>
                    <a:pt x="5321" y="143002"/>
                    <a:pt x="11900" y="143002"/>
                  </a:cubicBezTo>
                  <a:lnTo>
                    <a:pt x="35725" y="143002"/>
                  </a:lnTo>
                  <a:lnTo>
                    <a:pt x="35725" y="133985"/>
                  </a:lnTo>
                  <a:cubicBezTo>
                    <a:pt x="35725" y="129032"/>
                    <a:pt x="39700" y="125095"/>
                    <a:pt x="44653" y="125095"/>
                  </a:cubicBezTo>
                  <a:cubicBezTo>
                    <a:pt x="49593" y="125095"/>
                    <a:pt x="53581" y="129032"/>
                    <a:pt x="53581" y="133985"/>
                  </a:cubicBezTo>
                  <a:lnTo>
                    <a:pt x="53581" y="143002"/>
                  </a:lnTo>
                  <a:lnTo>
                    <a:pt x="86322" y="143002"/>
                  </a:lnTo>
                  <a:lnTo>
                    <a:pt x="86322" y="133985"/>
                  </a:lnTo>
                  <a:cubicBezTo>
                    <a:pt x="86322" y="129032"/>
                    <a:pt x="90297" y="125095"/>
                    <a:pt x="95250" y="125095"/>
                  </a:cubicBezTo>
                  <a:cubicBezTo>
                    <a:pt x="100203" y="125095"/>
                    <a:pt x="104178" y="129032"/>
                    <a:pt x="104178" y="133985"/>
                  </a:cubicBezTo>
                  <a:lnTo>
                    <a:pt x="104178" y="143002"/>
                  </a:lnTo>
                  <a:lnTo>
                    <a:pt x="136919" y="143002"/>
                  </a:lnTo>
                  <a:lnTo>
                    <a:pt x="136919" y="133985"/>
                  </a:lnTo>
                  <a:cubicBezTo>
                    <a:pt x="136919" y="129032"/>
                    <a:pt x="140906" y="125095"/>
                    <a:pt x="145847" y="125095"/>
                  </a:cubicBezTo>
                  <a:cubicBezTo>
                    <a:pt x="150800" y="125095"/>
                    <a:pt x="154775" y="129032"/>
                    <a:pt x="154775" y="133985"/>
                  </a:cubicBezTo>
                  <a:lnTo>
                    <a:pt x="154775" y="143002"/>
                  </a:lnTo>
                  <a:lnTo>
                    <a:pt x="178600" y="143002"/>
                  </a:lnTo>
                  <a:cubicBezTo>
                    <a:pt x="185179" y="143002"/>
                    <a:pt x="190500" y="137668"/>
                    <a:pt x="190500" y="131064"/>
                  </a:cubicBezTo>
                  <a:moveTo>
                    <a:pt x="59525" y="35814"/>
                  </a:moveTo>
                  <a:lnTo>
                    <a:pt x="59525" y="59563"/>
                  </a:lnTo>
                  <a:cubicBezTo>
                    <a:pt x="59525" y="66167"/>
                    <a:pt x="54216" y="71501"/>
                    <a:pt x="47625" y="71501"/>
                  </a:cubicBezTo>
                  <a:cubicBezTo>
                    <a:pt x="41034" y="71501"/>
                    <a:pt x="35725" y="66167"/>
                    <a:pt x="35725" y="59563"/>
                  </a:cubicBezTo>
                  <a:lnTo>
                    <a:pt x="35725" y="35814"/>
                  </a:lnTo>
                  <a:cubicBezTo>
                    <a:pt x="35725" y="29210"/>
                    <a:pt x="41034" y="23876"/>
                    <a:pt x="47625" y="23876"/>
                  </a:cubicBezTo>
                  <a:cubicBezTo>
                    <a:pt x="54216" y="23876"/>
                    <a:pt x="59525" y="29210"/>
                    <a:pt x="59525" y="35814"/>
                  </a:cubicBezTo>
                  <a:moveTo>
                    <a:pt x="107150" y="35814"/>
                  </a:moveTo>
                  <a:lnTo>
                    <a:pt x="107150" y="59563"/>
                  </a:lnTo>
                  <a:cubicBezTo>
                    <a:pt x="107150" y="66167"/>
                    <a:pt x="101841" y="71501"/>
                    <a:pt x="95250" y="71501"/>
                  </a:cubicBezTo>
                  <a:cubicBezTo>
                    <a:pt x="88659" y="71501"/>
                    <a:pt x="83350" y="66167"/>
                    <a:pt x="83350" y="59563"/>
                  </a:cubicBezTo>
                  <a:lnTo>
                    <a:pt x="83350" y="35814"/>
                  </a:lnTo>
                  <a:cubicBezTo>
                    <a:pt x="83350" y="29210"/>
                    <a:pt x="88659" y="23876"/>
                    <a:pt x="95250" y="23876"/>
                  </a:cubicBezTo>
                  <a:cubicBezTo>
                    <a:pt x="101841" y="23876"/>
                    <a:pt x="107150" y="29210"/>
                    <a:pt x="107150" y="35814"/>
                  </a:cubicBezTo>
                  <a:moveTo>
                    <a:pt x="154775" y="35814"/>
                  </a:moveTo>
                  <a:lnTo>
                    <a:pt x="154775" y="59563"/>
                  </a:lnTo>
                  <a:cubicBezTo>
                    <a:pt x="154775" y="66167"/>
                    <a:pt x="149466" y="71501"/>
                    <a:pt x="142875" y="71501"/>
                  </a:cubicBezTo>
                  <a:cubicBezTo>
                    <a:pt x="136284" y="71501"/>
                    <a:pt x="130975" y="66167"/>
                    <a:pt x="130975" y="59563"/>
                  </a:cubicBezTo>
                  <a:lnTo>
                    <a:pt x="130975" y="35814"/>
                  </a:lnTo>
                  <a:cubicBezTo>
                    <a:pt x="130975" y="29210"/>
                    <a:pt x="136284" y="23876"/>
                    <a:pt x="142875" y="23876"/>
                  </a:cubicBezTo>
                  <a:cubicBezTo>
                    <a:pt x="149466" y="23876"/>
                    <a:pt x="154775" y="29210"/>
                    <a:pt x="154775" y="35814"/>
                  </a:cubicBezTo>
                </a:path>
              </a:pathLst>
            </a:custGeom>
            <a:solidFill>
              <a:srgbClr val="0EA5E9">
                <a:alpha val="100000"/>
              </a:srgbClr>
            </a:solidFill>
          </p:spPr>
        </p:sp>
        <p:sp>
          <p:nvSpPr>
            <p:cNvPr id="265" name="VectorPath 265"/>
            <p:cNvSpPr/>
            <p:nvPr/>
          </p:nvSpPr>
          <p:spPr>
            <a:xfrm>
              <a:off x="647700" y="3163570"/>
              <a:ext cx="5105400" cy="457200"/>
            </a:xfrm>
            <a:custGeom>
              <a:avLst/>
              <a:gdLst/>
              <a:ahLst/>
              <a:cxnLst/>
              <a:rect l="l" t="t" r="r" b="b"/>
              <a:pathLst>
                <a:path w="5105400" h="457200">
                  <a:moveTo>
                    <a:pt x="76200" y="0"/>
                  </a:moveTo>
                  <a:lnTo>
                    <a:pt x="5029200" y="0"/>
                  </a:lnTo>
                  <a:cubicBezTo>
                    <a:pt x="5071237" y="0"/>
                    <a:pt x="5105400" y="34163"/>
                    <a:pt x="5105400" y="76200"/>
                  </a:cubicBezTo>
                  <a:lnTo>
                    <a:pt x="5105400" y="381000"/>
                  </a:lnTo>
                  <a:cubicBezTo>
                    <a:pt x="5105400" y="423037"/>
                    <a:pt x="5071237" y="457200"/>
                    <a:pt x="5029200" y="457200"/>
                  </a:cubicBezTo>
                  <a:lnTo>
                    <a:pt x="76200" y="457200"/>
                  </a:lnTo>
                  <a:cubicBezTo>
                    <a:pt x="34150" y="457200"/>
                    <a:pt x="0" y="423037"/>
                    <a:pt x="0" y="381000"/>
                  </a:cubicBezTo>
                  <a:lnTo>
                    <a:pt x="0" y="76200"/>
                  </a:lnTo>
                  <a:cubicBezTo>
                    <a:pt x="0" y="34163"/>
                    <a:pt x="34150" y="0"/>
                    <a:pt x="76200" y="0"/>
                  </a:cubicBezTo>
                </a:path>
              </a:pathLst>
            </a:custGeom>
            <a:solidFill>
              <a:srgbClr val="0EA5E9">
                <a:alpha val="5000"/>
              </a:srgbClr>
            </a:solidFill>
          </p:spPr>
        </p:sp>
        <p:sp>
          <p:nvSpPr>
            <p:cNvPr id="266" name="VectorPath 266"/>
            <p:cNvSpPr/>
            <p:nvPr/>
          </p:nvSpPr>
          <p:spPr>
            <a:xfrm>
              <a:off x="797560" y="3308858"/>
              <a:ext cx="167005" cy="166624"/>
            </a:xfrm>
            <a:custGeom>
              <a:avLst/>
              <a:gdLst/>
              <a:ahLst/>
              <a:cxnLst/>
              <a:rect l="l" t="t" r="r" b="b"/>
              <a:pathLst>
                <a:path w="167005" h="166624">
                  <a:moveTo>
                    <a:pt x="23863" y="0"/>
                  </a:moveTo>
                  <a:cubicBezTo>
                    <a:pt x="10693" y="0"/>
                    <a:pt x="0" y="10668"/>
                    <a:pt x="0" y="23749"/>
                  </a:cubicBezTo>
                  <a:lnTo>
                    <a:pt x="0" y="84836"/>
                  </a:lnTo>
                  <a:cubicBezTo>
                    <a:pt x="6744" y="80137"/>
                    <a:pt x="14986" y="77343"/>
                    <a:pt x="23863" y="77343"/>
                  </a:cubicBezTo>
                  <a:lnTo>
                    <a:pt x="143142" y="77343"/>
                  </a:lnTo>
                  <a:cubicBezTo>
                    <a:pt x="152019" y="77343"/>
                    <a:pt x="160261" y="80137"/>
                    <a:pt x="167005" y="84836"/>
                  </a:cubicBezTo>
                  <a:lnTo>
                    <a:pt x="167005" y="23749"/>
                  </a:lnTo>
                  <a:cubicBezTo>
                    <a:pt x="167005" y="10668"/>
                    <a:pt x="156312" y="0"/>
                    <a:pt x="143142" y="0"/>
                  </a:cubicBezTo>
                  <a:lnTo>
                    <a:pt x="23863" y="0"/>
                  </a:lnTo>
                  <a:close/>
                  <a:moveTo>
                    <a:pt x="167005" y="118999"/>
                  </a:moveTo>
                  <a:cubicBezTo>
                    <a:pt x="167005" y="105918"/>
                    <a:pt x="156312" y="95250"/>
                    <a:pt x="143142" y="95250"/>
                  </a:cubicBezTo>
                  <a:lnTo>
                    <a:pt x="23863" y="95250"/>
                  </a:lnTo>
                  <a:cubicBezTo>
                    <a:pt x="10693" y="95250"/>
                    <a:pt x="0" y="105918"/>
                    <a:pt x="0" y="118999"/>
                  </a:cubicBezTo>
                  <a:lnTo>
                    <a:pt x="0" y="142875"/>
                  </a:lnTo>
                  <a:cubicBezTo>
                    <a:pt x="0" y="155956"/>
                    <a:pt x="10693" y="166624"/>
                    <a:pt x="23863" y="166624"/>
                  </a:cubicBezTo>
                  <a:lnTo>
                    <a:pt x="143142" y="166624"/>
                  </a:lnTo>
                  <a:cubicBezTo>
                    <a:pt x="156312" y="166624"/>
                    <a:pt x="167005" y="155956"/>
                    <a:pt x="167005" y="142875"/>
                  </a:cubicBezTo>
                  <a:lnTo>
                    <a:pt x="167005" y="118999"/>
                  </a:lnTo>
                  <a:close/>
                  <a:moveTo>
                    <a:pt x="83503" y="130937"/>
                  </a:moveTo>
                  <a:cubicBezTo>
                    <a:pt x="83503" y="124333"/>
                    <a:pt x="88849" y="118999"/>
                    <a:pt x="95428" y="118999"/>
                  </a:cubicBezTo>
                  <a:cubicBezTo>
                    <a:pt x="102019" y="118999"/>
                    <a:pt x="107366" y="124333"/>
                    <a:pt x="107366" y="130937"/>
                  </a:cubicBezTo>
                  <a:cubicBezTo>
                    <a:pt x="107366" y="137541"/>
                    <a:pt x="102019" y="142875"/>
                    <a:pt x="95428" y="142875"/>
                  </a:cubicBezTo>
                  <a:cubicBezTo>
                    <a:pt x="88849" y="142875"/>
                    <a:pt x="83503" y="137541"/>
                    <a:pt x="83503" y="130937"/>
                  </a:cubicBezTo>
                  <a:moveTo>
                    <a:pt x="131216" y="118999"/>
                  </a:moveTo>
                  <a:cubicBezTo>
                    <a:pt x="137808" y="118999"/>
                    <a:pt x="143142" y="124333"/>
                    <a:pt x="143142" y="130937"/>
                  </a:cubicBezTo>
                  <a:cubicBezTo>
                    <a:pt x="143142" y="137541"/>
                    <a:pt x="137808" y="142875"/>
                    <a:pt x="131216" y="142875"/>
                  </a:cubicBezTo>
                  <a:cubicBezTo>
                    <a:pt x="124638" y="142875"/>
                    <a:pt x="119291" y="137541"/>
                    <a:pt x="119291" y="130937"/>
                  </a:cubicBezTo>
                  <a:cubicBezTo>
                    <a:pt x="119291" y="124333"/>
                    <a:pt x="124638" y="118999"/>
                    <a:pt x="131216" y="118999"/>
                  </a:cubicBezTo>
                </a:path>
              </a:pathLst>
            </a:custGeom>
            <a:solidFill>
              <a:srgbClr val="0EA5E9">
                <a:alpha val="100000"/>
              </a:srgbClr>
            </a:solidFill>
          </p:spPr>
        </p:sp>
      </p:grpSp>
      <p:sp>
        <p:nvSpPr>
          <p:cNvPr id="267" name="VectorPath 267"/>
          <p:cNvSpPr/>
          <p:nvPr/>
        </p:nvSpPr>
        <p:spPr>
          <a:xfrm>
            <a:off x="400050" y="1334770"/>
            <a:ext cx="38100" cy="2514600"/>
          </a:xfrm>
          <a:custGeom>
            <a:avLst/>
            <a:gdLst/>
            <a:ahLst/>
            <a:cxnLst/>
            <a:rect l="l" t="t" r="r" b="b"/>
            <a:pathLst>
              <a:path w="38100" h="2514600">
                <a:moveTo>
                  <a:pt x="38100" y="0"/>
                </a:moveTo>
                <a:lnTo>
                  <a:pt x="38100" y="0"/>
                </a:lnTo>
                <a:lnTo>
                  <a:pt x="38100" y="2514600"/>
                </a:lnTo>
                <a:lnTo>
                  <a:pt x="38100" y="2514600"/>
                </a:lnTo>
                <a:cubicBezTo>
                  <a:pt x="17069" y="2514600"/>
                  <a:pt x="0" y="2497582"/>
                  <a:pt x="0" y="2476500"/>
                </a:cubicBezTo>
                <a:lnTo>
                  <a:pt x="0" y="38100"/>
                </a:lnTo>
                <a:cubicBezTo>
                  <a:pt x="0" y="17018"/>
                  <a:pt x="17069" y="0"/>
                  <a:pt x="38100" y="0"/>
                </a:cubicBezTo>
              </a:path>
            </a:pathLst>
          </a:custGeom>
          <a:solidFill>
            <a:srgbClr val="0EA5E9">
              <a:alpha val="100000"/>
            </a:srgbClr>
          </a:solidFill>
        </p:spPr>
      </p:sp>
      <p:sp>
        <p:nvSpPr>
          <p:cNvPr id="268" name="TextBox268"/>
          <p:cNvSpPr txBox="1"/>
          <p:nvPr/>
        </p:nvSpPr>
        <p:spPr>
          <a:xfrm>
            <a:off x="1119505" y="1588770"/>
            <a:ext cx="914400" cy="274637"/>
          </a:xfrm>
          <a:prstGeom prst="rect">
            <a:avLst/>
          </a:prstGeom>
          <a:noFill/>
        </p:spPr>
        <p:txBody>
          <a:bodyPr wrap="square" lIns="0" tIns="0" rIns="0" bIns="0" rtlCol="0">
            <a:spAutoFit/>
          </a:bodyPr>
          <a:lstStyle/>
          <a:p>
            <a:pPr marL="0" marR="0" indent="0" eaLnBrk="0">
              <a:lnSpc>
                <a:spcPct val="99768"/>
              </a:lnSpc>
            </a:pPr>
            <a:r>
              <a:rPr lang="en-US" altLang="zh-CN" sz="1800" b="1" kern="0" spc="-25" baseline="0" noProof="0" dirty="0">
                <a:solidFill>
                  <a:srgbClr val="1E293B"/>
                </a:solidFill>
                <a:latin typeface="SimHei" pitchFamily="49" charset="0"/>
                <a:ea typeface="SimHei" pitchFamily="49" charset="0"/>
                <a:cs typeface="SimHei" pitchFamily="49" charset="0"/>
              </a:rPr>
              <a:t>硬件要求</a:t>
            </a:r>
          </a:p>
        </p:txBody>
      </p:sp>
      <p:sp>
        <p:nvSpPr>
          <p:cNvPr id="269" name="TextBox269"/>
          <p:cNvSpPr txBox="1"/>
          <p:nvPr/>
        </p:nvSpPr>
        <p:spPr>
          <a:xfrm>
            <a:off x="1114425" y="2177415"/>
            <a:ext cx="923925"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1E293B"/>
                </a:solidFill>
                <a:latin typeface="SimHei" pitchFamily="49" charset="0"/>
                <a:ea typeface="SimHei" pitchFamily="49" charset="0"/>
                <a:cs typeface="SimHei" pitchFamily="49" charset="0"/>
              </a:rPr>
              <a:t>昇腾</a:t>
            </a:r>
            <a:r>
              <a:rPr lang="en-US" altLang="zh-CN" sz="1200" kern="0" spc="0" baseline="0" noProof="0" dirty="0">
                <a:solidFill>
                  <a:srgbClr val="1E293B"/>
                </a:solidFill>
                <a:latin typeface="SimHei" pitchFamily="49" charset="0"/>
                <a:ea typeface="SimHei" pitchFamily="49" charset="0"/>
                <a:cs typeface="SimHei" pitchFamily="49" charset="0"/>
              </a:rPr>
              <a:t>NPU设备</a:t>
            </a:r>
          </a:p>
        </p:txBody>
      </p:sp>
      <p:sp>
        <p:nvSpPr>
          <p:cNvPr id="270" name="TextBox270"/>
          <p:cNvSpPr txBox="1"/>
          <p:nvPr/>
        </p:nvSpPr>
        <p:spPr>
          <a:xfrm>
            <a:off x="1114425" y="2748915"/>
            <a:ext cx="304800"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1E293B"/>
                </a:solidFill>
                <a:latin typeface="SimHei" pitchFamily="49" charset="0"/>
                <a:ea typeface="SimHei" pitchFamily="49" charset="0"/>
                <a:cs typeface="SimHei" pitchFamily="49" charset="0"/>
              </a:rPr>
              <a:t>内存</a:t>
            </a:r>
          </a:p>
        </p:txBody>
      </p:sp>
      <p:sp>
        <p:nvSpPr>
          <p:cNvPr id="271" name="TextBox271"/>
          <p:cNvSpPr txBox="1"/>
          <p:nvPr/>
        </p:nvSpPr>
        <p:spPr>
          <a:xfrm>
            <a:off x="1114425" y="3321050"/>
            <a:ext cx="304800"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1E293B"/>
                </a:solidFill>
                <a:latin typeface="SimHei" pitchFamily="49" charset="0"/>
                <a:ea typeface="SimHei" pitchFamily="49" charset="0"/>
                <a:cs typeface="SimHei" pitchFamily="49" charset="0"/>
              </a:rPr>
              <a:t>存储</a:t>
            </a:r>
          </a:p>
        </p:txBody>
      </p:sp>
      <p:sp>
        <p:nvSpPr>
          <p:cNvPr id="272" name="TextBox272"/>
          <p:cNvSpPr txBox="1"/>
          <p:nvPr/>
        </p:nvSpPr>
        <p:spPr>
          <a:xfrm>
            <a:off x="3727450" y="2170430"/>
            <a:ext cx="1879600" cy="190500"/>
          </a:xfrm>
          <a:prstGeom prst="rect">
            <a:avLst/>
          </a:prstGeom>
          <a:noFill/>
        </p:spPr>
        <p:txBody>
          <a:bodyPr wrap="square" lIns="0" tIns="0" rIns="0" bIns="0" rtlCol="0">
            <a:spAutoFit/>
          </a:bodyPr>
          <a:lstStyle/>
          <a:p>
            <a:pPr marL="0" marR="0" indent="0" eaLnBrk="0">
              <a:lnSpc>
                <a:spcPct val="103819"/>
              </a:lnSpc>
            </a:pPr>
            <a:r>
              <a:rPr lang="en-US" altLang="zh-CN" sz="1200" kern="0" spc="0" baseline="0" noProof="0" dirty="0">
                <a:solidFill>
                  <a:srgbClr val="64748B"/>
                </a:solidFill>
                <a:latin typeface="Arial" pitchFamily="34" charset="0"/>
                <a:ea typeface="Arial" pitchFamily="34" charset="0"/>
                <a:cs typeface="Arial" pitchFamily="34" charset="0"/>
              </a:rPr>
              <a:t>Ascend</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910</a:t>
            </a:r>
            <a:r>
              <a:rPr lang="en-US" altLang="zh-CN" sz="1200" kern="0" spc="0" baseline="0" noProof="0" dirty="0">
                <a:solidFill>
                  <a:srgbClr val="64748B"/>
                </a:solidFill>
                <a:latin typeface="SimHei" pitchFamily="49" charset="0"/>
                <a:ea typeface="SimHei" pitchFamily="49" charset="0"/>
                <a:cs typeface="SimHei" pitchFamily="49" charset="0"/>
              </a:rPr>
              <a:t>及后续系列产品</a:t>
            </a:r>
          </a:p>
        </p:txBody>
      </p:sp>
      <p:sp>
        <p:nvSpPr>
          <p:cNvPr id="273" name="TextBox273"/>
          <p:cNvSpPr txBox="1"/>
          <p:nvPr/>
        </p:nvSpPr>
        <p:spPr>
          <a:xfrm>
            <a:off x="4665980" y="2748915"/>
            <a:ext cx="989012"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64748B"/>
                </a:solidFill>
                <a:latin typeface="SimHei" pitchFamily="49" charset="0"/>
                <a:ea typeface="SimHei" pitchFamily="49" charset="0"/>
                <a:cs typeface="SimHei" pitchFamily="49" charset="0"/>
              </a:rPr>
              <a:t>建议</a:t>
            </a:r>
            <a:r>
              <a:rPr lang="en-US" altLang="zh-CN" sz="1200" kern="0" spc="0" baseline="0" noProof="0" dirty="0">
                <a:solidFill>
                  <a:srgbClr val="64748B"/>
                </a:solidFill>
                <a:latin typeface="SimHei" pitchFamily="49" charset="0"/>
                <a:ea typeface="SimHei" pitchFamily="49" charset="0"/>
                <a:cs typeface="SimHei" pitchFamily="49" charset="0"/>
              </a:rPr>
              <a:t>16GB以上</a:t>
            </a:r>
          </a:p>
        </p:txBody>
      </p:sp>
      <p:sp>
        <p:nvSpPr>
          <p:cNvPr id="274" name="TextBox274"/>
          <p:cNvSpPr txBox="1"/>
          <p:nvPr/>
        </p:nvSpPr>
        <p:spPr>
          <a:xfrm>
            <a:off x="4325620" y="3321050"/>
            <a:ext cx="1295400"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64748B"/>
                </a:solidFill>
                <a:latin typeface="SimHei" pitchFamily="49" charset="0"/>
                <a:ea typeface="SimHei" pitchFamily="49" charset="0"/>
                <a:cs typeface="SimHei" pitchFamily="49" charset="0"/>
              </a:rPr>
              <a:t>建议</a:t>
            </a:r>
            <a:r>
              <a:rPr lang="en-US" altLang="zh-CN" sz="1200" kern="0" spc="0" baseline="0" noProof="0" dirty="0">
                <a:solidFill>
                  <a:srgbClr val="64748B"/>
                </a:solidFill>
                <a:latin typeface="SimHei" pitchFamily="49" charset="0"/>
                <a:ea typeface="SimHei" pitchFamily="49" charset="0"/>
                <a:cs typeface="SimHei" pitchFamily="49" charset="0"/>
              </a:rPr>
              <a:t>50GB可用空间</a:t>
            </a:r>
          </a:p>
        </p:txBody>
      </p:sp>
      <p:pic>
        <p:nvPicPr>
          <p:cNvPr id="275" name="D2891DC3-DAB2-49D6-F62E-3A29F9C68259"/>
          <p:cNvPicPr>
            <a:picLocks noChangeAspect="1"/>
          </p:cNvPicPr>
          <p:nvPr/>
        </p:nvPicPr>
        <p:blipFill>
          <a:blip r:embed="rId4" cstate="print">
            <a:extLst>
              <a:ext uri="{B4C5A3D4-55F5-4852-086A-09EB53C229A3}"/>
            </a:extLst>
          </a:blip>
          <a:srcRect/>
          <a:stretch>
            <a:fillRect/>
          </a:stretch>
        </p:blipFill>
        <p:spPr>
          <a:xfrm>
            <a:off x="6141720" y="1313815"/>
            <a:ext cx="5643034" cy="2387600"/>
          </a:xfrm>
          <a:prstGeom prst="rect">
            <a:avLst/>
          </a:prstGeom>
        </p:spPr>
      </p:pic>
      <p:grpSp>
        <p:nvGrpSpPr>
          <p:cNvPr id="276" name="Combination 276"/>
          <p:cNvGrpSpPr/>
          <p:nvPr/>
        </p:nvGrpSpPr>
        <p:grpSpPr>
          <a:xfrm>
            <a:off x="6172200" y="1334770"/>
            <a:ext cx="5581650" cy="2324100"/>
            <a:chOff x="6172200" y="1334770"/>
            <a:chExt cx="5581650" cy="2324100"/>
          </a:xfrm>
        </p:grpSpPr>
        <p:sp>
          <p:nvSpPr>
            <p:cNvPr id="277" name="VectorPath 277"/>
            <p:cNvSpPr/>
            <p:nvPr/>
          </p:nvSpPr>
          <p:spPr>
            <a:xfrm>
              <a:off x="6172200" y="1334770"/>
              <a:ext cx="5581650" cy="2324100"/>
            </a:xfrm>
            <a:custGeom>
              <a:avLst/>
              <a:gdLst/>
              <a:ahLst/>
              <a:cxnLst/>
              <a:rect l="l" t="t" r="r" b="b"/>
              <a:pathLst>
                <a:path w="5581650" h="2324100">
                  <a:moveTo>
                    <a:pt x="38100" y="0"/>
                  </a:moveTo>
                  <a:lnTo>
                    <a:pt x="5467350" y="0"/>
                  </a:lnTo>
                  <a:cubicBezTo>
                    <a:pt x="5530470" y="0"/>
                    <a:pt x="5581650" y="51181"/>
                    <a:pt x="5581650" y="114300"/>
                  </a:cubicBezTo>
                  <a:lnTo>
                    <a:pt x="5581650" y="2209800"/>
                  </a:lnTo>
                  <a:cubicBezTo>
                    <a:pt x="5581650" y="2272919"/>
                    <a:pt x="5530470" y="2324100"/>
                    <a:pt x="5467350" y="2324100"/>
                  </a:cubicBezTo>
                  <a:lnTo>
                    <a:pt x="38100" y="2324100"/>
                  </a:lnTo>
                  <a:cubicBezTo>
                    <a:pt x="17018" y="2324100"/>
                    <a:pt x="0" y="2307082"/>
                    <a:pt x="0" y="2286000"/>
                  </a:cubicBezTo>
                  <a:lnTo>
                    <a:pt x="0" y="38100"/>
                  </a:lnTo>
                  <a:cubicBezTo>
                    <a:pt x="0" y="17018"/>
                    <a:pt x="17018" y="0"/>
                    <a:pt x="38100" y="0"/>
                  </a:cubicBezTo>
                </a:path>
              </a:pathLst>
            </a:custGeom>
            <a:solidFill>
              <a:srgbClr val="FFFFFF">
                <a:alpha val="100000"/>
              </a:srgbClr>
            </a:solidFill>
          </p:spPr>
        </p:sp>
        <p:sp>
          <p:nvSpPr>
            <p:cNvPr id="278" name="VectorPath 278"/>
            <p:cNvSpPr/>
            <p:nvPr/>
          </p:nvSpPr>
          <p:spPr>
            <a:xfrm>
              <a:off x="6493510" y="1572895"/>
              <a:ext cx="214630" cy="285750"/>
            </a:xfrm>
            <a:custGeom>
              <a:avLst/>
              <a:gdLst/>
              <a:ahLst/>
              <a:cxnLst/>
              <a:rect l="l" t="t" r="r" b="b"/>
              <a:pathLst>
                <a:path w="214630" h="285750">
                  <a:moveTo>
                    <a:pt x="173990" y="17907"/>
                  </a:moveTo>
                  <a:lnTo>
                    <a:pt x="178816" y="17907"/>
                  </a:lnTo>
                  <a:cubicBezTo>
                    <a:pt x="198628" y="17907"/>
                    <a:pt x="214630" y="33909"/>
                    <a:pt x="214630" y="53594"/>
                  </a:cubicBezTo>
                  <a:lnTo>
                    <a:pt x="214630" y="250063"/>
                  </a:lnTo>
                  <a:cubicBezTo>
                    <a:pt x="214630" y="269748"/>
                    <a:pt x="198628" y="285750"/>
                    <a:pt x="178816" y="285750"/>
                  </a:cubicBezTo>
                  <a:lnTo>
                    <a:pt x="35814" y="285750"/>
                  </a:lnTo>
                  <a:cubicBezTo>
                    <a:pt x="16002" y="285750"/>
                    <a:pt x="0" y="269748"/>
                    <a:pt x="0" y="250063"/>
                  </a:cubicBezTo>
                  <a:lnTo>
                    <a:pt x="0" y="53594"/>
                  </a:lnTo>
                  <a:cubicBezTo>
                    <a:pt x="0" y="33909"/>
                    <a:pt x="16002" y="17907"/>
                    <a:pt x="35814" y="17907"/>
                  </a:cubicBezTo>
                  <a:lnTo>
                    <a:pt x="40640" y="17907"/>
                  </a:lnTo>
                  <a:cubicBezTo>
                    <a:pt x="46737" y="7239"/>
                    <a:pt x="58293" y="0"/>
                    <a:pt x="71502" y="0"/>
                  </a:cubicBezTo>
                  <a:lnTo>
                    <a:pt x="143129" y="0"/>
                  </a:lnTo>
                  <a:cubicBezTo>
                    <a:pt x="156337" y="0"/>
                    <a:pt x="167894" y="7239"/>
                    <a:pt x="173990" y="17907"/>
                  </a:cubicBezTo>
                  <a:moveTo>
                    <a:pt x="138557" y="62484"/>
                  </a:moveTo>
                  <a:cubicBezTo>
                    <a:pt x="146050" y="62484"/>
                    <a:pt x="152019" y="56515"/>
                    <a:pt x="152019" y="49149"/>
                  </a:cubicBezTo>
                  <a:cubicBezTo>
                    <a:pt x="152019" y="41656"/>
                    <a:pt x="146050" y="35687"/>
                    <a:pt x="138557" y="35687"/>
                  </a:cubicBezTo>
                  <a:lnTo>
                    <a:pt x="76074" y="35687"/>
                  </a:lnTo>
                  <a:cubicBezTo>
                    <a:pt x="68580" y="35687"/>
                    <a:pt x="62612" y="41656"/>
                    <a:pt x="62612" y="49149"/>
                  </a:cubicBezTo>
                  <a:cubicBezTo>
                    <a:pt x="62612" y="56515"/>
                    <a:pt x="68580" y="62484"/>
                    <a:pt x="76074" y="62484"/>
                  </a:cubicBezTo>
                  <a:lnTo>
                    <a:pt x="138557" y="62484"/>
                  </a:lnTo>
                  <a:close/>
                  <a:moveTo>
                    <a:pt x="154432" y="145542"/>
                  </a:moveTo>
                  <a:cubicBezTo>
                    <a:pt x="158369" y="139192"/>
                    <a:pt x="156464" y="130937"/>
                    <a:pt x="150241" y="127000"/>
                  </a:cubicBezTo>
                  <a:cubicBezTo>
                    <a:pt x="144018" y="123063"/>
                    <a:pt x="135764" y="124968"/>
                    <a:pt x="131699" y="131318"/>
                  </a:cubicBezTo>
                  <a:lnTo>
                    <a:pt x="97410" y="186182"/>
                  </a:lnTo>
                  <a:lnTo>
                    <a:pt x="82297" y="165989"/>
                  </a:lnTo>
                  <a:cubicBezTo>
                    <a:pt x="77852" y="160147"/>
                    <a:pt x="69469" y="158877"/>
                    <a:pt x="63500" y="163322"/>
                  </a:cubicBezTo>
                  <a:cubicBezTo>
                    <a:pt x="57658" y="167767"/>
                    <a:pt x="56388" y="176149"/>
                    <a:pt x="60833" y="182118"/>
                  </a:cubicBezTo>
                  <a:lnTo>
                    <a:pt x="87757" y="217805"/>
                  </a:lnTo>
                  <a:cubicBezTo>
                    <a:pt x="90298" y="221361"/>
                    <a:pt x="94615" y="223393"/>
                    <a:pt x="98933" y="223139"/>
                  </a:cubicBezTo>
                  <a:cubicBezTo>
                    <a:pt x="103378" y="223012"/>
                    <a:pt x="107442" y="220726"/>
                    <a:pt x="109728" y="216916"/>
                  </a:cubicBezTo>
                  <a:lnTo>
                    <a:pt x="154432" y="145415"/>
                  </a:lnTo>
                  <a:lnTo>
                    <a:pt x="154432" y="145542"/>
                  </a:lnTo>
                  <a:close/>
                </a:path>
              </a:pathLst>
            </a:custGeom>
            <a:solidFill>
              <a:srgbClr val="2563EB">
                <a:alpha val="100000"/>
              </a:srgbClr>
            </a:solidFill>
          </p:spPr>
        </p:sp>
        <p:sp>
          <p:nvSpPr>
            <p:cNvPr id="279" name="VectorPath 279"/>
            <p:cNvSpPr/>
            <p:nvPr/>
          </p:nvSpPr>
          <p:spPr>
            <a:xfrm>
              <a:off x="6419850" y="2020570"/>
              <a:ext cx="2495550" cy="647700"/>
            </a:xfrm>
            <a:custGeom>
              <a:avLst/>
              <a:gdLst/>
              <a:ahLst/>
              <a:cxnLst/>
              <a:rect l="l" t="t" r="r" b="b"/>
              <a:pathLst>
                <a:path w="2495550" h="647700">
                  <a:moveTo>
                    <a:pt x="76200" y="0"/>
                  </a:moveTo>
                  <a:lnTo>
                    <a:pt x="2419350" y="0"/>
                  </a:lnTo>
                  <a:cubicBezTo>
                    <a:pt x="2461387" y="0"/>
                    <a:pt x="2495550" y="34163"/>
                    <a:pt x="2495550" y="76200"/>
                  </a:cubicBezTo>
                  <a:lnTo>
                    <a:pt x="2495550" y="571500"/>
                  </a:lnTo>
                  <a:cubicBezTo>
                    <a:pt x="2495550" y="613537"/>
                    <a:pt x="2461387" y="647700"/>
                    <a:pt x="2419350" y="647700"/>
                  </a:cubicBezTo>
                  <a:lnTo>
                    <a:pt x="76200" y="647700"/>
                  </a:lnTo>
                  <a:cubicBezTo>
                    <a:pt x="34163" y="647700"/>
                    <a:pt x="0" y="613537"/>
                    <a:pt x="0" y="571500"/>
                  </a:cubicBezTo>
                  <a:lnTo>
                    <a:pt x="0" y="76200"/>
                  </a:lnTo>
                  <a:cubicBezTo>
                    <a:pt x="0" y="34163"/>
                    <a:pt x="34163" y="0"/>
                    <a:pt x="76200" y="0"/>
                  </a:cubicBezTo>
                </a:path>
              </a:pathLst>
            </a:custGeom>
            <a:solidFill>
              <a:srgbClr val="2563EB">
                <a:alpha val="5000"/>
              </a:srgbClr>
            </a:solidFill>
          </p:spPr>
        </p:sp>
        <p:sp>
          <p:nvSpPr>
            <p:cNvPr id="280" name="VectorPath 280"/>
            <p:cNvSpPr/>
            <p:nvPr/>
          </p:nvSpPr>
          <p:spPr>
            <a:xfrm>
              <a:off x="6558281" y="2249170"/>
              <a:ext cx="190500" cy="190500"/>
            </a:xfrm>
            <a:custGeom>
              <a:avLst/>
              <a:gdLst/>
              <a:ahLst/>
              <a:cxnLst/>
              <a:rect l="l" t="t" r="r" b="b"/>
              <a:pathLst>
                <a:path w="190500" h="190500">
                  <a:moveTo>
                    <a:pt x="95250" y="190500"/>
                  </a:moveTo>
                  <a:cubicBezTo>
                    <a:pt x="147827" y="190500"/>
                    <a:pt x="190500" y="147828"/>
                    <a:pt x="190500" y="95250"/>
                  </a:cubicBezTo>
                  <a:cubicBezTo>
                    <a:pt x="190500" y="42672"/>
                    <a:pt x="147827" y="0"/>
                    <a:pt x="95250" y="0"/>
                  </a:cubicBezTo>
                  <a:cubicBezTo>
                    <a:pt x="42672" y="0"/>
                    <a:pt x="0" y="42672"/>
                    <a:pt x="0" y="95250"/>
                  </a:cubicBezTo>
                  <a:cubicBezTo>
                    <a:pt x="0" y="147828"/>
                    <a:pt x="42672" y="190500"/>
                    <a:pt x="95250" y="190500"/>
                  </a:cubicBezTo>
                  <a:moveTo>
                    <a:pt x="126619" y="79121"/>
                  </a:moveTo>
                  <a:lnTo>
                    <a:pt x="96901" y="126746"/>
                  </a:lnTo>
                  <a:cubicBezTo>
                    <a:pt x="95377" y="129286"/>
                    <a:pt x="92583" y="130810"/>
                    <a:pt x="89662" y="130937"/>
                  </a:cubicBezTo>
                  <a:cubicBezTo>
                    <a:pt x="86741" y="131064"/>
                    <a:pt x="83947" y="129794"/>
                    <a:pt x="82169" y="127381"/>
                  </a:cubicBezTo>
                  <a:lnTo>
                    <a:pt x="64389" y="103632"/>
                  </a:lnTo>
                  <a:cubicBezTo>
                    <a:pt x="61341" y="99695"/>
                    <a:pt x="62230" y="94107"/>
                    <a:pt x="66167" y="91059"/>
                  </a:cubicBezTo>
                  <a:cubicBezTo>
                    <a:pt x="70104" y="88138"/>
                    <a:pt x="75692" y="88900"/>
                    <a:pt x="78613" y="92837"/>
                  </a:cubicBezTo>
                  <a:lnTo>
                    <a:pt x="88646" y="106299"/>
                  </a:lnTo>
                  <a:lnTo>
                    <a:pt x="111506" y="69723"/>
                  </a:lnTo>
                  <a:cubicBezTo>
                    <a:pt x="114173" y="65532"/>
                    <a:pt x="119634" y="64262"/>
                    <a:pt x="123824" y="66802"/>
                  </a:cubicBezTo>
                  <a:cubicBezTo>
                    <a:pt x="128016" y="69469"/>
                    <a:pt x="129286" y="74930"/>
                    <a:pt x="126619" y="79121"/>
                  </a:cubicBezTo>
                </a:path>
              </a:pathLst>
            </a:custGeom>
            <a:solidFill>
              <a:srgbClr val="10B981">
                <a:alpha val="100000"/>
              </a:srgbClr>
            </a:solidFill>
          </p:spPr>
        </p:sp>
        <p:sp>
          <p:nvSpPr>
            <p:cNvPr id="281" name="VectorPath 281"/>
            <p:cNvSpPr/>
            <p:nvPr/>
          </p:nvSpPr>
          <p:spPr>
            <a:xfrm>
              <a:off x="9029700" y="2020570"/>
              <a:ext cx="2495550" cy="647700"/>
            </a:xfrm>
            <a:custGeom>
              <a:avLst/>
              <a:gdLst/>
              <a:ahLst/>
              <a:cxnLst/>
              <a:rect l="l" t="t" r="r" b="b"/>
              <a:pathLst>
                <a:path w="2495550" h="647700">
                  <a:moveTo>
                    <a:pt x="76200" y="0"/>
                  </a:moveTo>
                  <a:lnTo>
                    <a:pt x="2419350" y="0"/>
                  </a:lnTo>
                  <a:cubicBezTo>
                    <a:pt x="2461387" y="0"/>
                    <a:pt x="2495550" y="34163"/>
                    <a:pt x="2495550" y="76200"/>
                  </a:cubicBezTo>
                  <a:lnTo>
                    <a:pt x="2495550" y="571500"/>
                  </a:lnTo>
                  <a:cubicBezTo>
                    <a:pt x="2495550" y="613537"/>
                    <a:pt x="2461387" y="647700"/>
                    <a:pt x="2419350" y="647700"/>
                  </a:cubicBezTo>
                  <a:lnTo>
                    <a:pt x="76200" y="647700"/>
                  </a:lnTo>
                  <a:cubicBezTo>
                    <a:pt x="34163" y="647700"/>
                    <a:pt x="0" y="613537"/>
                    <a:pt x="0" y="571500"/>
                  </a:cubicBezTo>
                  <a:lnTo>
                    <a:pt x="0" y="76200"/>
                  </a:lnTo>
                  <a:cubicBezTo>
                    <a:pt x="0" y="34163"/>
                    <a:pt x="34163" y="0"/>
                    <a:pt x="76200" y="0"/>
                  </a:cubicBezTo>
                </a:path>
              </a:pathLst>
            </a:custGeom>
            <a:solidFill>
              <a:srgbClr val="2563EB">
                <a:alpha val="5000"/>
              </a:srgbClr>
            </a:solidFill>
          </p:spPr>
        </p:sp>
        <p:sp>
          <p:nvSpPr>
            <p:cNvPr id="282" name="VectorPath 282"/>
            <p:cNvSpPr/>
            <p:nvPr/>
          </p:nvSpPr>
          <p:spPr>
            <a:xfrm>
              <a:off x="9168130" y="2249170"/>
              <a:ext cx="190500" cy="190500"/>
            </a:xfrm>
            <a:custGeom>
              <a:avLst/>
              <a:gdLst/>
              <a:ahLst/>
              <a:cxnLst/>
              <a:rect l="l" t="t" r="r" b="b"/>
              <a:pathLst>
                <a:path w="190500" h="190500">
                  <a:moveTo>
                    <a:pt x="95250" y="190500"/>
                  </a:moveTo>
                  <a:cubicBezTo>
                    <a:pt x="147827" y="190500"/>
                    <a:pt x="190500" y="147828"/>
                    <a:pt x="190500" y="95250"/>
                  </a:cubicBezTo>
                  <a:cubicBezTo>
                    <a:pt x="190500" y="42672"/>
                    <a:pt x="147827" y="0"/>
                    <a:pt x="95250" y="0"/>
                  </a:cubicBezTo>
                  <a:cubicBezTo>
                    <a:pt x="42672" y="0"/>
                    <a:pt x="0" y="42672"/>
                    <a:pt x="0" y="95250"/>
                  </a:cubicBezTo>
                  <a:cubicBezTo>
                    <a:pt x="0" y="147828"/>
                    <a:pt x="42672" y="190500"/>
                    <a:pt x="95250" y="190500"/>
                  </a:cubicBezTo>
                  <a:moveTo>
                    <a:pt x="126619" y="79121"/>
                  </a:moveTo>
                  <a:lnTo>
                    <a:pt x="96901" y="126746"/>
                  </a:lnTo>
                  <a:cubicBezTo>
                    <a:pt x="95377" y="129286"/>
                    <a:pt x="92583" y="130810"/>
                    <a:pt x="89662" y="130937"/>
                  </a:cubicBezTo>
                  <a:cubicBezTo>
                    <a:pt x="86741" y="131064"/>
                    <a:pt x="83947" y="129794"/>
                    <a:pt x="82169" y="127381"/>
                  </a:cubicBezTo>
                  <a:lnTo>
                    <a:pt x="64389" y="103632"/>
                  </a:lnTo>
                  <a:cubicBezTo>
                    <a:pt x="61341" y="99695"/>
                    <a:pt x="62230" y="94107"/>
                    <a:pt x="66167" y="91059"/>
                  </a:cubicBezTo>
                  <a:cubicBezTo>
                    <a:pt x="70104" y="88138"/>
                    <a:pt x="75692" y="88900"/>
                    <a:pt x="78613" y="92837"/>
                  </a:cubicBezTo>
                  <a:lnTo>
                    <a:pt x="88646" y="106299"/>
                  </a:lnTo>
                  <a:lnTo>
                    <a:pt x="111506" y="69723"/>
                  </a:lnTo>
                  <a:cubicBezTo>
                    <a:pt x="114173" y="65532"/>
                    <a:pt x="119634" y="64262"/>
                    <a:pt x="123824" y="66802"/>
                  </a:cubicBezTo>
                  <a:cubicBezTo>
                    <a:pt x="128016" y="69469"/>
                    <a:pt x="129286" y="74930"/>
                    <a:pt x="126619" y="79121"/>
                  </a:cubicBezTo>
                </a:path>
              </a:pathLst>
            </a:custGeom>
            <a:solidFill>
              <a:srgbClr val="10B981">
                <a:alpha val="100000"/>
              </a:srgbClr>
            </a:solidFill>
          </p:spPr>
        </p:sp>
        <p:sp>
          <p:nvSpPr>
            <p:cNvPr id="283" name="VectorPath 283"/>
            <p:cNvSpPr/>
            <p:nvPr/>
          </p:nvSpPr>
          <p:spPr>
            <a:xfrm>
              <a:off x="6419850" y="2782570"/>
              <a:ext cx="2495550" cy="647700"/>
            </a:xfrm>
            <a:custGeom>
              <a:avLst/>
              <a:gdLst/>
              <a:ahLst/>
              <a:cxnLst/>
              <a:rect l="l" t="t" r="r" b="b"/>
              <a:pathLst>
                <a:path w="2495550" h="647700">
                  <a:moveTo>
                    <a:pt x="76200" y="0"/>
                  </a:moveTo>
                  <a:lnTo>
                    <a:pt x="2419350" y="0"/>
                  </a:lnTo>
                  <a:cubicBezTo>
                    <a:pt x="2461387" y="0"/>
                    <a:pt x="2495550" y="34163"/>
                    <a:pt x="2495550" y="76200"/>
                  </a:cubicBezTo>
                  <a:lnTo>
                    <a:pt x="2495550" y="571500"/>
                  </a:lnTo>
                  <a:cubicBezTo>
                    <a:pt x="2495550" y="613537"/>
                    <a:pt x="2461387" y="647700"/>
                    <a:pt x="2419350" y="647700"/>
                  </a:cubicBezTo>
                  <a:lnTo>
                    <a:pt x="76200" y="647700"/>
                  </a:lnTo>
                  <a:cubicBezTo>
                    <a:pt x="34163" y="647700"/>
                    <a:pt x="0" y="613537"/>
                    <a:pt x="0" y="571500"/>
                  </a:cubicBezTo>
                  <a:lnTo>
                    <a:pt x="0" y="76200"/>
                  </a:lnTo>
                  <a:cubicBezTo>
                    <a:pt x="0" y="34163"/>
                    <a:pt x="34163" y="0"/>
                    <a:pt x="76200" y="0"/>
                  </a:cubicBezTo>
                </a:path>
              </a:pathLst>
            </a:custGeom>
            <a:solidFill>
              <a:srgbClr val="2563EB">
                <a:alpha val="5000"/>
              </a:srgbClr>
            </a:solidFill>
          </p:spPr>
        </p:sp>
        <p:sp>
          <p:nvSpPr>
            <p:cNvPr id="284" name="VectorPath 284"/>
            <p:cNvSpPr/>
            <p:nvPr/>
          </p:nvSpPr>
          <p:spPr>
            <a:xfrm>
              <a:off x="6558281" y="3011170"/>
              <a:ext cx="190500" cy="190500"/>
            </a:xfrm>
            <a:custGeom>
              <a:avLst/>
              <a:gdLst/>
              <a:ahLst/>
              <a:cxnLst/>
              <a:rect l="l" t="t" r="r" b="b"/>
              <a:pathLst>
                <a:path w="190500" h="190500">
                  <a:moveTo>
                    <a:pt x="95250" y="190500"/>
                  </a:moveTo>
                  <a:cubicBezTo>
                    <a:pt x="147827" y="190500"/>
                    <a:pt x="190500" y="147828"/>
                    <a:pt x="190500" y="95250"/>
                  </a:cubicBezTo>
                  <a:cubicBezTo>
                    <a:pt x="190500" y="42672"/>
                    <a:pt x="147827" y="0"/>
                    <a:pt x="95250" y="0"/>
                  </a:cubicBezTo>
                  <a:cubicBezTo>
                    <a:pt x="42672" y="0"/>
                    <a:pt x="0" y="42672"/>
                    <a:pt x="0" y="95250"/>
                  </a:cubicBezTo>
                  <a:cubicBezTo>
                    <a:pt x="0" y="147828"/>
                    <a:pt x="42672" y="190500"/>
                    <a:pt x="95250" y="190500"/>
                  </a:cubicBezTo>
                  <a:moveTo>
                    <a:pt x="126619" y="79121"/>
                  </a:moveTo>
                  <a:lnTo>
                    <a:pt x="96901" y="126746"/>
                  </a:lnTo>
                  <a:cubicBezTo>
                    <a:pt x="95377" y="129286"/>
                    <a:pt x="92583" y="130810"/>
                    <a:pt x="89662" y="130937"/>
                  </a:cubicBezTo>
                  <a:cubicBezTo>
                    <a:pt x="86741" y="131064"/>
                    <a:pt x="83947" y="129794"/>
                    <a:pt x="82169" y="127381"/>
                  </a:cubicBezTo>
                  <a:lnTo>
                    <a:pt x="64389" y="103632"/>
                  </a:lnTo>
                  <a:cubicBezTo>
                    <a:pt x="61341" y="99695"/>
                    <a:pt x="62230" y="94107"/>
                    <a:pt x="66167" y="91059"/>
                  </a:cubicBezTo>
                  <a:cubicBezTo>
                    <a:pt x="70104" y="88138"/>
                    <a:pt x="75692" y="88900"/>
                    <a:pt x="78613" y="92837"/>
                  </a:cubicBezTo>
                  <a:lnTo>
                    <a:pt x="88646" y="106299"/>
                  </a:lnTo>
                  <a:lnTo>
                    <a:pt x="111506" y="69723"/>
                  </a:lnTo>
                  <a:cubicBezTo>
                    <a:pt x="114173" y="65532"/>
                    <a:pt x="119634" y="64262"/>
                    <a:pt x="123824" y="66802"/>
                  </a:cubicBezTo>
                  <a:cubicBezTo>
                    <a:pt x="128016" y="69469"/>
                    <a:pt x="129286" y="74930"/>
                    <a:pt x="126619" y="79121"/>
                  </a:cubicBezTo>
                </a:path>
              </a:pathLst>
            </a:custGeom>
            <a:solidFill>
              <a:srgbClr val="10B981">
                <a:alpha val="100000"/>
              </a:srgbClr>
            </a:solidFill>
          </p:spPr>
        </p:sp>
        <p:sp>
          <p:nvSpPr>
            <p:cNvPr id="285" name="VectorPath 285"/>
            <p:cNvSpPr/>
            <p:nvPr/>
          </p:nvSpPr>
          <p:spPr>
            <a:xfrm>
              <a:off x="9029700" y="2782570"/>
              <a:ext cx="2495550" cy="647700"/>
            </a:xfrm>
            <a:custGeom>
              <a:avLst/>
              <a:gdLst/>
              <a:ahLst/>
              <a:cxnLst/>
              <a:rect l="l" t="t" r="r" b="b"/>
              <a:pathLst>
                <a:path w="2495550" h="647700">
                  <a:moveTo>
                    <a:pt x="76200" y="0"/>
                  </a:moveTo>
                  <a:lnTo>
                    <a:pt x="2419350" y="0"/>
                  </a:lnTo>
                  <a:cubicBezTo>
                    <a:pt x="2461387" y="0"/>
                    <a:pt x="2495550" y="34163"/>
                    <a:pt x="2495550" y="76200"/>
                  </a:cubicBezTo>
                  <a:lnTo>
                    <a:pt x="2495550" y="571500"/>
                  </a:lnTo>
                  <a:cubicBezTo>
                    <a:pt x="2495550" y="613537"/>
                    <a:pt x="2461387" y="647700"/>
                    <a:pt x="2419350" y="647700"/>
                  </a:cubicBezTo>
                  <a:lnTo>
                    <a:pt x="76200" y="647700"/>
                  </a:lnTo>
                  <a:cubicBezTo>
                    <a:pt x="34163" y="647700"/>
                    <a:pt x="0" y="613537"/>
                    <a:pt x="0" y="571500"/>
                  </a:cubicBezTo>
                  <a:lnTo>
                    <a:pt x="0" y="76200"/>
                  </a:lnTo>
                  <a:cubicBezTo>
                    <a:pt x="0" y="34163"/>
                    <a:pt x="34163" y="0"/>
                    <a:pt x="76200" y="0"/>
                  </a:cubicBezTo>
                </a:path>
              </a:pathLst>
            </a:custGeom>
            <a:solidFill>
              <a:srgbClr val="2563EB">
                <a:alpha val="5000"/>
              </a:srgbClr>
            </a:solidFill>
          </p:spPr>
        </p:sp>
        <p:sp>
          <p:nvSpPr>
            <p:cNvPr id="286" name="VectorPath 286"/>
            <p:cNvSpPr/>
            <p:nvPr/>
          </p:nvSpPr>
          <p:spPr>
            <a:xfrm>
              <a:off x="9168130" y="3011170"/>
              <a:ext cx="190500" cy="190500"/>
            </a:xfrm>
            <a:custGeom>
              <a:avLst/>
              <a:gdLst/>
              <a:ahLst/>
              <a:cxnLst/>
              <a:rect l="l" t="t" r="r" b="b"/>
              <a:pathLst>
                <a:path w="190500" h="190500">
                  <a:moveTo>
                    <a:pt x="95250" y="190500"/>
                  </a:moveTo>
                  <a:cubicBezTo>
                    <a:pt x="147827" y="190500"/>
                    <a:pt x="190500" y="147828"/>
                    <a:pt x="190500" y="95250"/>
                  </a:cubicBezTo>
                  <a:cubicBezTo>
                    <a:pt x="190500" y="42672"/>
                    <a:pt x="147827" y="0"/>
                    <a:pt x="95250" y="0"/>
                  </a:cubicBezTo>
                  <a:cubicBezTo>
                    <a:pt x="42672" y="0"/>
                    <a:pt x="0" y="42672"/>
                    <a:pt x="0" y="95250"/>
                  </a:cubicBezTo>
                  <a:cubicBezTo>
                    <a:pt x="0" y="147828"/>
                    <a:pt x="42672" y="190500"/>
                    <a:pt x="95250" y="190500"/>
                  </a:cubicBezTo>
                  <a:moveTo>
                    <a:pt x="126619" y="79121"/>
                  </a:moveTo>
                  <a:lnTo>
                    <a:pt x="96901" y="126746"/>
                  </a:lnTo>
                  <a:cubicBezTo>
                    <a:pt x="95377" y="129286"/>
                    <a:pt x="92583" y="130810"/>
                    <a:pt x="89662" y="130937"/>
                  </a:cubicBezTo>
                  <a:cubicBezTo>
                    <a:pt x="86741" y="131064"/>
                    <a:pt x="83947" y="129794"/>
                    <a:pt x="82169" y="127381"/>
                  </a:cubicBezTo>
                  <a:lnTo>
                    <a:pt x="64389" y="103632"/>
                  </a:lnTo>
                  <a:cubicBezTo>
                    <a:pt x="61341" y="99695"/>
                    <a:pt x="62230" y="94107"/>
                    <a:pt x="66167" y="91059"/>
                  </a:cubicBezTo>
                  <a:cubicBezTo>
                    <a:pt x="70104" y="88138"/>
                    <a:pt x="75692" y="88900"/>
                    <a:pt x="78613" y="92837"/>
                  </a:cubicBezTo>
                  <a:lnTo>
                    <a:pt x="88646" y="106299"/>
                  </a:lnTo>
                  <a:lnTo>
                    <a:pt x="111506" y="69723"/>
                  </a:lnTo>
                  <a:cubicBezTo>
                    <a:pt x="114173" y="65532"/>
                    <a:pt x="119634" y="64262"/>
                    <a:pt x="123824" y="66802"/>
                  </a:cubicBezTo>
                  <a:cubicBezTo>
                    <a:pt x="128016" y="69469"/>
                    <a:pt x="129286" y="74930"/>
                    <a:pt x="126619" y="79121"/>
                  </a:cubicBezTo>
                </a:path>
              </a:pathLst>
            </a:custGeom>
            <a:solidFill>
              <a:srgbClr val="10B981">
                <a:alpha val="100000"/>
              </a:srgbClr>
            </a:solidFill>
          </p:spPr>
        </p:sp>
      </p:grpSp>
      <p:sp>
        <p:nvSpPr>
          <p:cNvPr id="287" name="VectorPath 287"/>
          <p:cNvSpPr/>
          <p:nvPr/>
        </p:nvSpPr>
        <p:spPr>
          <a:xfrm>
            <a:off x="6172200" y="1334770"/>
            <a:ext cx="38100" cy="2324100"/>
          </a:xfrm>
          <a:custGeom>
            <a:avLst/>
            <a:gdLst/>
            <a:ahLst/>
            <a:cxnLst/>
            <a:rect l="l" t="t" r="r" b="b"/>
            <a:pathLst>
              <a:path w="38100" h="2324100">
                <a:moveTo>
                  <a:pt x="38100" y="0"/>
                </a:moveTo>
                <a:lnTo>
                  <a:pt x="38100" y="0"/>
                </a:lnTo>
                <a:lnTo>
                  <a:pt x="38100" y="2324100"/>
                </a:lnTo>
                <a:lnTo>
                  <a:pt x="38100" y="2324100"/>
                </a:lnTo>
                <a:cubicBezTo>
                  <a:pt x="17018" y="2324100"/>
                  <a:pt x="0" y="2307082"/>
                  <a:pt x="0" y="2286000"/>
                </a:cubicBezTo>
                <a:lnTo>
                  <a:pt x="0" y="38100"/>
                </a:lnTo>
                <a:cubicBezTo>
                  <a:pt x="0" y="17018"/>
                  <a:pt x="17018" y="0"/>
                  <a:pt x="38100" y="0"/>
                </a:cubicBezTo>
              </a:path>
            </a:pathLst>
          </a:custGeom>
          <a:solidFill>
            <a:srgbClr val="2563EB">
              <a:alpha val="100000"/>
            </a:srgbClr>
          </a:solidFill>
        </p:spPr>
      </p:sp>
      <p:sp>
        <p:nvSpPr>
          <p:cNvPr id="288" name="TextBox288"/>
          <p:cNvSpPr txBox="1"/>
          <p:nvPr/>
        </p:nvSpPr>
        <p:spPr>
          <a:xfrm>
            <a:off x="6892291" y="1588770"/>
            <a:ext cx="1371600" cy="274637"/>
          </a:xfrm>
          <a:prstGeom prst="rect">
            <a:avLst/>
          </a:prstGeom>
          <a:noFill/>
        </p:spPr>
        <p:txBody>
          <a:bodyPr wrap="square" lIns="0" tIns="0" rIns="0" bIns="0" rtlCol="0">
            <a:spAutoFit/>
          </a:bodyPr>
          <a:lstStyle/>
          <a:p>
            <a:pPr marL="0" marR="0" indent="0" eaLnBrk="0">
              <a:lnSpc>
                <a:spcPct val="99768"/>
              </a:lnSpc>
            </a:pPr>
            <a:r>
              <a:rPr lang="en-US" altLang="zh-CN" sz="1800" b="1" kern="0" spc="-25" baseline="0" noProof="0" dirty="0">
                <a:solidFill>
                  <a:srgbClr val="1E293B"/>
                </a:solidFill>
                <a:latin typeface="SimHei" pitchFamily="49" charset="0"/>
                <a:ea typeface="SimHei" pitchFamily="49" charset="0"/>
                <a:cs typeface="SimHei" pitchFamily="49" charset="0"/>
              </a:rPr>
              <a:t>环境检查清单</a:t>
            </a:r>
          </a:p>
        </p:txBody>
      </p:sp>
      <p:sp>
        <p:nvSpPr>
          <p:cNvPr id="289" name="TextBox289"/>
          <p:cNvSpPr txBox="1"/>
          <p:nvPr/>
        </p:nvSpPr>
        <p:spPr>
          <a:xfrm>
            <a:off x="6887845" y="2177415"/>
            <a:ext cx="1485900" cy="374650"/>
          </a:xfrm>
          <a:prstGeom prst="rect">
            <a:avLst/>
          </a:prstGeom>
          <a:noFill/>
        </p:spPr>
        <p:txBody>
          <a:bodyPr wrap="square" lIns="0" tIns="14605" rIns="0" bIns="0" rtlCol="0">
            <a:spAutoFit/>
          </a:bodyPr>
          <a:lstStyle/>
          <a:p>
            <a:pPr marL="0" marR="0" indent="0" eaLnBrk="0">
              <a:lnSpc>
                <a:spcPct val="88888"/>
              </a:lnSpc>
              <a:spcBef>
                <a:spcPts val="114"/>
              </a:spcBef>
              <a:spcAft>
                <a:spcPts val="270"/>
              </a:spcAft>
            </a:pPr>
            <a:r>
              <a:rPr lang="en-US" altLang="zh-CN" sz="1200" b="1" kern="0" spc="-15" baseline="0" noProof="0" dirty="0">
                <a:solidFill>
                  <a:srgbClr val="1E293B"/>
                </a:solidFill>
                <a:latin typeface="SimHei" pitchFamily="49" charset="0"/>
                <a:ea typeface="SimHei" pitchFamily="49" charset="0"/>
                <a:cs typeface="SimHei" pitchFamily="49" charset="0"/>
              </a:rPr>
              <a:t>NP</a:t>
            </a:r>
            <a:r>
              <a:rPr lang="en-US" altLang="zh-CN" sz="1200" b="1" kern="0" spc="0" baseline="0" noProof="0" dirty="0">
                <a:solidFill>
                  <a:srgbClr val="1E293B"/>
                </a:solidFill>
                <a:latin typeface="SimHei" pitchFamily="49" charset="0"/>
                <a:ea typeface="SimHei" pitchFamily="49" charset="0"/>
                <a:cs typeface="SimHei" pitchFamily="49" charset="0"/>
              </a:rPr>
              <a:t>U设备就绪</a:t>
            </a:r>
          </a:p>
          <a:p>
            <a:pPr marL="0" marR="0" indent="0" eaLnBrk="0">
              <a:lnSpc>
                <a:spcPct val="100000"/>
              </a:lnSpc>
              <a:spcBef>
                <a:spcPts val="4"/>
              </a:spcBef>
            </a:pPr>
            <a:r>
              <a:rPr lang="en-US" altLang="zh-CN" sz="1050" kern="0" spc="-15" baseline="0" noProof="0" dirty="0">
                <a:solidFill>
                  <a:srgbClr val="64748B"/>
                </a:solidFill>
                <a:latin typeface="SimHei" pitchFamily="49" charset="0"/>
                <a:ea typeface="SimHei" pitchFamily="49" charset="0"/>
                <a:cs typeface="SimHei" pitchFamily="49" charset="0"/>
              </a:rPr>
              <a:t>npu-smi</a:t>
            </a:r>
            <a:r>
              <a:rPr lang="en-US" altLang="zh-CN" sz="1050" kern="0" spc="-165" baseline="0" noProof="0" dirty="0">
                <a:latin typeface="SimHei" pitchFamily="49" charset="0"/>
                <a:ea typeface="SimHei" pitchFamily="49" charset="0"/>
                <a:cs typeface="SimHei" pitchFamily="49" charset="0"/>
              </a:rPr>
              <a:t> </a:t>
            </a:r>
            <a:r>
              <a:rPr lang="en-US" altLang="zh-CN" sz="1050" kern="0" spc="0" baseline="0" noProof="0" dirty="0">
                <a:solidFill>
                  <a:srgbClr val="64748B"/>
                </a:solidFill>
                <a:latin typeface="SimHei" pitchFamily="49" charset="0"/>
                <a:ea typeface="SimHei" pitchFamily="49" charset="0"/>
                <a:cs typeface="SimHei" pitchFamily="49" charset="0"/>
              </a:rPr>
              <a:t>info</a:t>
            </a:r>
            <a:r>
              <a:rPr lang="en-US" altLang="zh-CN" sz="1050" kern="0" spc="-165" baseline="0" noProof="0" dirty="0">
                <a:latin typeface="SimHei" pitchFamily="49" charset="0"/>
                <a:ea typeface="SimHei" pitchFamily="49" charset="0"/>
                <a:cs typeface="SimHei" pitchFamily="49" charset="0"/>
              </a:rPr>
              <a:t> </a:t>
            </a:r>
            <a:r>
              <a:rPr lang="en-US" altLang="zh-CN" sz="1050" kern="0" spc="0" baseline="0" noProof="0" dirty="0">
                <a:solidFill>
                  <a:srgbClr val="64748B"/>
                </a:solidFill>
                <a:latin typeface="SimHei" pitchFamily="49" charset="0"/>
                <a:ea typeface="SimHei" pitchFamily="49" charset="0"/>
                <a:cs typeface="SimHei" pitchFamily="49" charset="0"/>
              </a:rPr>
              <a:t>能正常输出</a:t>
            </a:r>
          </a:p>
        </p:txBody>
      </p:sp>
      <p:sp>
        <p:nvSpPr>
          <p:cNvPr id="290" name="TextBox290"/>
          <p:cNvSpPr txBox="1"/>
          <p:nvPr/>
        </p:nvSpPr>
        <p:spPr>
          <a:xfrm>
            <a:off x="6887845" y="2939415"/>
            <a:ext cx="1701800" cy="374650"/>
          </a:xfrm>
          <a:prstGeom prst="rect">
            <a:avLst/>
          </a:prstGeom>
          <a:noFill/>
        </p:spPr>
        <p:txBody>
          <a:bodyPr wrap="square" lIns="0" tIns="14605" rIns="0" bIns="0" rtlCol="0">
            <a:spAutoFit/>
          </a:bodyPr>
          <a:lstStyle/>
          <a:p>
            <a:pPr marL="0" marR="0" indent="0" eaLnBrk="0">
              <a:lnSpc>
                <a:spcPct val="88888"/>
              </a:lnSpc>
              <a:spcBef>
                <a:spcPts val="114"/>
              </a:spcBef>
              <a:spcAft>
                <a:spcPts val="270"/>
              </a:spcAft>
            </a:pPr>
            <a:r>
              <a:rPr lang="en-US" altLang="zh-CN" sz="1200" b="1" kern="0" spc="-15" baseline="0" noProof="0" dirty="0">
                <a:solidFill>
                  <a:srgbClr val="1E293B"/>
                </a:solidFill>
                <a:latin typeface="SimHei" pitchFamily="49" charset="0"/>
                <a:ea typeface="SimHei" pitchFamily="49" charset="0"/>
                <a:cs typeface="SimHei" pitchFamily="49" charset="0"/>
              </a:rPr>
              <a:t>CL</a:t>
            </a:r>
            <a:r>
              <a:rPr lang="en-US" altLang="zh-CN" sz="1200" b="1" kern="0" spc="0" baseline="0" noProof="0" dirty="0">
                <a:solidFill>
                  <a:srgbClr val="1E293B"/>
                </a:solidFill>
                <a:latin typeface="SimHei" pitchFamily="49" charset="0"/>
                <a:ea typeface="SimHei" pitchFamily="49" charset="0"/>
                <a:cs typeface="SimHei" pitchFamily="49" charset="0"/>
              </a:rPr>
              <a:t>I工具就绪</a:t>
            </a:r>
          </a:p>
          <a:p>
            <a:pPr marL="0" marR="0" indent="0" eaLnBrk="0">
              <a:lnSpc>
                <a:spcPct val="100000"/>
              </a:lnSpc>
            </a:pPr>
            <a:r>
              <a:rPr lang="en-US" altLang="zh-CN" sz="1050" kern="0" spc="0" baseline="0" noProof="0" dirty="0">
                <a:solidFill>
                  <a:srgbClr val="64748B"/>
                </a:solidFill>
                <a:latin typeface="SimHei" pitchFamily="49" charset="0"/>
                <a:ea typeface="SimHei" pitchFamily="49" charset="0"/>
                <a:cs typeface="SimHei" pitchFamily="49" charset="0"/>
              </a:rPr>
              <a:t>OpenCode、Claude</a:t>
            </a:r>
            <a:r>
              <a:rPr lang="en-US" altLang="zh-CN" sz="1050" kern="0" spc="-15" baseline="0" noProof="0" dirty="0">
                <a:latin typeface="SimHei" pitchFamily="49" charset="0"/>
                <a:ea typeface="SimHei" pitchFamily="49" charset="0"/>
                <a:cs typeface="SimHei" pitchFamily="49" charset="0"/>
              </a:rPr>
              <a:t> </a:t>
            </a:r>
            <a:r>
              <a:rPr lang="en-US" altLang="zh-CN" sz="1050" kern="0" spc="0" baseline="0" noProof="0" dirty="0">
                <a:solidFill>
                  <a:srgbClr val="64748B"/>
                </a:solidFill>
                <a:latin typeface="SimHei" pitchFamily="49" charset="0"/>
                <a:ea typeface="SimHei" pitchFamily="49" charset="0"/>
                <a:cs typeface="SimHei" pitchFamily="49" charset="0"/>
              </a:rPr>
              <a:t>Code等</a:t>
            </a:r>
          </a:p>
        </p:txBody>
      </p:sp>
      <p:sp>
        <p:nvSpPr>
          <p:cNvPr id="291" name="TextBox291"/>
          <p:cNvSpPr txBox="1"/>
          <p:nvPr/>
        </p:nvSpPr>
        <p:spPr>
          <a:xfrm>
            <a:off x="9497696" y="2170430"/>
            <a:ext cx="903287" cy="381000"/>
          </a:xfrm>
          <a:prstGeom prst="rect">
            <a:avLst/>
          </a:prstGeom>
          <a:noFill/>
        </p:spPr>
        <p:txBody>
          <a:bodyPr wrap="square" lIns="0" tIns="0" rIns="0" bIns="0" rtlCol="0">
            <a:spAutoFit/>
          </a:bodyPr>
          <a:lstStyle/>
          <a:p>
            <a:pPr marL="0" marR="0" indent="0" eaLnBrk="0">
              <a:lnSpc>
                <a:spcPct val="106597"/>
              </a:lnSpc>
              <a:spcAft>
                <a:spcPts val="239"/>
              </a:spcAft>
            </a:pPr>
            <a:r>
              <a:rPr lang="en-US" altLang="zh-CN" sz="1200" b="1" kern="0" spc="-15" baseline="0" noProof="0" dirty="0">
                <a:solidFill>
                  <a:srgbClr val="1E293B"/>
                </a:solidFill>
                <a:latin typeface="Arial" pitchFamily="34" charset="0"/>
                <a:ea typeface="Arial" pitchFamily="34" charset="0"/>
                <a:cs typeface="Arial" pitchFamily="34" charset="0"/>
              </a:rPr>
              <a:t>CA</a:t>
            </a:r>
            <a:r>
              <a:rPr lang="en-US" altLang="zh-CN" sz="1200" b="1" kern="0" spc="0" baseline="0" noProof="0" dirty="0">
                <a:solidFill>
                  <a:srgbClr val="1E293B"/>
                </a:solidFill>
                <a:latin typeface="Arial" pitchFamily="34" charset="0"/>
                <a:ea typeface="Arial" pitchFamily="34" charset="0"/>
                <a:cs typeface="Arial" pitchFamily="34" charset="0"/>
              </a:rPr>
              <a:t>NN</a:t>
            </a:r>
            <a:r>
              <a:rPr lang="en-US" altLang="zh-CN" sz="1200" b="1" kern="0" spc="0" baseline="0" noProof="0" dirty="0">
                <a:solidFill>
                  <a:srgbClr val="1E293B"/>
                </a:solidFill>
                <a:latin typeface="SimHei" pitchFamily="49" charset="0"/>
                <a:ea typeface="SimHei" pitchFamily="49" charset="0"/>
                <a:cs typeface="SimHei" pitchFamily="49" charset="0"/>
              </a:rPr>
              <a:t>已安装</a:t>
            </a:r>
          </a:p>
          <a:p>
            <a:pPr marL="0" marR="0" indent="0" eaLnBrk="0">
              <a:lnSpc>
                <a:spcPct val="92063"/>
              </a:lnSpc>
              <a:spcBef>
                <a:spcPts val="100"/>
              </a:spcBef>
              <a:spcAft>
                <a:spcPts val="25"/>
              </a:spcAft>
            </a:pPr>
            <a:r>
              <a:rPr lang="en-US" altLang="zh-CN" sz="1050" kern="0" spc="-100" baseline="0" noProof="0" dirty="0">
                <a:solidFill>
                  <a:srgbClr val="64748B"/>
                </a:solidFill>
                <a:latin typeface="SimHei" pitchFamily="49" charset="0"/>
                <a:ea typeface="SimHei" pitchFamily="49" charset="0"/>
                <a:cs typeface="SimHei" pitchFamily="49" charset="0"/>
              </a:rPr>
              <a:t>版本</a:t>
            </a:r>
            <a:r>
              <a:rPr lang="en-US" altLang="zh-CN" sz="1050" kern="0" spc="-165" baseline="0" noProof="0" dirty="0">
                <a:latin typeface="SimHei" pitchFamily="49" charset="0"/>
                <a:ea typeface="SimHei" pitchFamily="49" charset="0"/>
                <a:cs typeface="SimHei" pitchFamily="49" charset="0"/>
              </a:rPr>
              <a:t> </a:t>
            </a:r>
            <a:r>
              <a:rPr lang="en-US" altLang="zh-CN" sz="1050" kern="0" spc="-100" baseline="0" noProof="0" dirty="0">
                <a:solidFill>
                  <a:srgbClr val="64748B"/>
                </a:solidFill>
                <a:latin typeface="SimHei" pitchFamily="49" charset="0"/>
                <a:ea typeface="SimHei" pitchFamily="49" charset="0"/>
                <a:cs typeface="SimHei" pitchFamily="49" charset="0"/>
              </a:rPr>
              <a:t>≥</a:t>
            </a:r>
            <a:r>
              <a:rPr lang="en-US" altLang="zh-CN" sz="1050" kern="0" spc="-165" baseline="0" noProof="0" dirty="0">
                <a:latin typeface="SimHei" pitchFamily="49" charset="0"/>
                <a:ea typeface="SimHei" pitchFamily="49" charset="0"/>
                <a:cs typeface="SimHei" pitchFamily="49" charset="0"/>
              </a:rPr>
              <a:t> </a:t>
            </a:r>
            <a:r>
              <a:rPr lang="en-US" altLang="zh-CN" sz="1050" kern="0" spc="-50" baseline="0" noProof="0" dirty="0">
                <a:solidFill>
                  <a:srgbClr val="64748B"/>
                </a:solidFill>
                <a:latin typeface="SimHei" pitchFamily="49" charset="0"/>
                <a:ea typeface="SimHei" pitchFamily="49" charset="0"/>
                <a:cs typeface="SimHei" pitchFamily="49" charset="0"/>
              </a:rPr>
              <a:t>8.0.RC2</a:t>
            </a:r>
          </a:p>
        </p:txBody>
      </p:sp>
      <p:sp>
        <p:nvSpPr>
          <p:cNvPr id="292" name="TextBox292"/>
          <p:cNvSpPr txBox="1"/>
          <p:nvPr/>
        </p:nvSpPr>
        <p:spPr>
          <a:xfrm>
            <a:off x="9497696" y="2939415"/>
            <a:ext cx="1166812" cy="374650"/>
          </a:xfrm>
          <a:prstGeom prst="rect">
            <a:avLst/>
          </a:prstGeom>
          <a:noFill/>
        </p:spPr>
        <p:txBody>
          <a:bodyPr wrap="square" lIns="0" tIns="14605" rIns="0" bIns="0" rtlCol="0">
            <a:spAutoFit/>
          </a:bodyPr>
          <a:lstStyle/>
          <a:p>
            <a:pPr marL="0" marR="0" indent="0" eaLnBrk="0">
              <a:lnSpc>
                <a:spcPct val="88888"/>
              </a:lnSpc>
              <a:spcBef>
                <a:spcPts val="114"/>
              </a:spcBef>
              <a:spcAft>
                <a:spcPts val="270"/>
              </a:spcAft>
            </a:pPr>
            <a:r>
              <a:rPr lang="en-US" altLang="zh-CN" sz="1200" b="1" kern="0" spc="-15" baseline="0" noProof="0" dirty="0">
                <a:solidFill>
                  <a:srgbClr val="1E293B"/>
                </a:solidFill>
                <a:latin typeface="SimHei" pitchFamily="49" charset="0"/>
                <a:ea typeface="SimHei" pitchFamily="49" charset="0"/>
                <a:cs typeface="SimHei" pitchFamily="49" charset="0"/>
              </a:rPr>
              <a:t>网络连接</a:t>
            </a:r>
          </a:p>
          <a:p>
            <a:pPr marL="0" marR="0" indent="0" eaLnBrk="0">
              <a:lnSpc>
                <a:spcPct val="100000"/>
              </a:lnSpc>
            </a:pPr>
            <a:r>
              <a:rPr lang="en-US" altLang="zh-CN" sz="1050" kern="0" spc="-15" baseline="0" noProof="0" dirty="0">
                <a:solidFill>
                  <a:srgbClr val="64748B"/>
                </a:solidFill>
                <a:latin typeface="SimHei" pitchFamily="49" charset="0"/>
                <a:ea typeface="SimHei" pitchFamily="49" charset="0"/>
                <a:cs typeface="SimHei" pitchFamily="49" charset="0"/>
              </a:rPr>
              <a:t>能访问</a:t>
            </a:r>
            <a:r>
              <a:rPr lang="en-US" altLang="zh-CN" sz="1050" kern="0" spc="0" baseline="0" noProof="0" dirty="0">
                <a:solidFill>
                  <a:srgbClr val="64748B"/>
                </a:solidFill>
                <a:latin typeface="SimHei" pitchFamily="49" charset="0"/>
                <a:ea typeface="SimHei" pitchFamily="49" charset="0"/>
                <a:cs typeface="SimHei" pitchFamily="49" charset="0"/>
              </a:rPr>
              <a:t>GitCode仓库</a:t>
            </a:r>
          </a:p>
        </p:txBody>
      </p:sp>
      <p:pic>
        <p:nvPicPr>
          <p:cNvPr id="293" name="30FEF169-F50E-428B-0E0B-63FBF7377EA3"/>
          <p:cNvPicPr>
            <a:picLocks noChangeAspect="1"/>
          </p:cNvPicPr>
          <p:nvPr/>
        </p:nvPicPr>
        <p:blipFill>
          <a:blip r:embed="rId5" cstate="print">
            <a:extLst>
              <a:ext uri="{38E6C694-0FC6-40F6-2D2B-17E469DED54C}"/>
            </a:extLst>
          </a:blip>
          <a:srcRect/>
          <a:stretch>
            <a:fillRect/>
          </a:stretch>
        </p:blipFill>
        <p:spPr>
          <a:xfrm>
            <a:off x="6172200" y="3888105"/>
            <a:ext cx="5600700" cy="2823633"/>
          </a:xfrm>
          <a:prstGeom prst="rect">
            <a:avLst/>
          </a:prstGeom>
        </p:spPr>
      </p:pic>
      <p:sp>
        <p:nvSpPr>
          <p:cNvPr id="294" name="VectorPath 294"/>
          <p:cNvSpPr/>
          <p:nvPr/>
        </p:nvSpPr>
        <p:spPr>
          <a:xfrm>
            <a:off x="6421121" y="4144010"/>
            <a:ext cx="321310" cy="250190"/>
          </a:xfrm>
          <a:custGeom>
            <a:avLst/>
            <a:gdLst/>
            <a:ahLst/>
            <a:cxnLst/>
            <a:rect l="l" t="t" r="r" b="b"/>
            <a:pathLst>
              <a:path w="321310" h="249936">
                <a:moveTo>
                  <a:pt x="0" y="169672"/>
                </a:moveTo>
                <a:cubicBezTo>
                  <a:pt x="0" y="213995"/>
                  <a:pt x="35941" y="249936"/>
                  <a:pt x="80264" y="249936"/>
                </a:cubicBezTo>
                <a:lnTo>
                  <a:pt x="249936" y="249936"/>
                </a:lnTo>
                <a:cubicBezTo>
                  <a:pt x="289306" y="249936"/>
                  <a:pt x="321310" y="218059"/>
                  <a:pt x="321310" y="178562"/>
                </a:cubicBezTo>
                <a:cubicBezTo>
                  <a:pt x="321310" y="149733"/>
                  <a:pt x="304292" y="124968"/>
                  <a:pt x="279781" y="113665"/>
                </a:cubicBezTo>
                <a:cubicBezTo>
                  <a:pt x="283465" y="106299"/>
                  <a:pt x="285623" y="98044"/>
                  <a:pt x="285623" y="89281"/>
                </a:cubicBezTo>
                <a:cubicBezTo>
                  <a:pt x="285623" y="59690"/>
                  <a:pt x="261620" y="35687"/>
                  <a:pt x="232029" y="35687"/>
                </a:cubicBezTo>
                <a:cubicBezTo>
                  <a:pt x="222123" y="35687"/>
                  <a:pt x="212979" y="38354"/>
                  <a:pt x="205105" y="42926"/>
                </a:cubicBezTo>
                <a:cubicBezTo>
                  <a:pt x="191643" y="17399"/>
                  <a:pt x="164846" y="0"/>
                  <a:pt x="133857" y="0"/>
                </a:cubicBezTo>
                <a:cubicBezTo>
                  <a:pt x="89534" y="0"/>
                  <a:pt x="53594" y="35941"/>
                  <a:pt x="53594" y="80264"/>
                </a:cubicBezTo>
                <a:cubicBezTo>
                  <a:pt x="53594" y="84836"/>
                  <a:pt x="53975" y="89154"/>
                  <a:pt x="54610" y="93472"/>
                </a:cubicBezTo>
                <a:cubicBezTo>
                  <a:pt x="22860" y="104140"/>
                  <a:pt x="0" y="134239"/>
                  <a:pt x="0" y="169672"/>
                </a:cubicBezTo>
              </a:path>
            </a:pathLst>
          </a:custGeom>
          <a:solidFill>
            <a:srgbClr val="FFFFFF">
              <a:alpha val="100000"/>
            </a:srgbClr>
          </a:solidFill>
        </p:spPr>
      </p:sp>
      <p:sp>
        <p:nvSpPr>
          <p:cNvPr id="295" name="TextBox295"/>
          <p:cNvSpPr txBox="1"/>
          <p:nvPr/>
        </p:nvSpPr>
        <p:spPr>
          <a:xfrm>
            <a:off x="6401435" y="4142740"/>
            <a:ext cx="5089525" cy="927100"/>
          </a:xfrm>
          <a:prstGeom prst="rect">
            <a:avLst/>
          </a:prstGeom>
          <a:noFill/>
        </p:spPr>
        <p:txBody>
          <a:bodyPr wrap="square" lIns="0" tIns="20955" rIns="0" bIns="0" rtlCol="0">
            <a:spAutoFit/>
          </a:bodyPr>
          <a:lstStyle/>
          <a:p>
            <a:pPr marL="471805" marR="0" indent="0" eaLnBrk="0">
              <a:lnSpc>
                <a:spcPct val="90509"/>
              </a:lnSpc>
              <a:spcBef>
                <a:spcPts val="165"/>
              </a:spcBef>
              <a:spcAft>
                <a:spcPts val="44"/>
              </a:spcAft>
            </a:pPr>
            <a:r>
              <a:rPr lang="en-US" altLang="zh-CN" sz="2700" b="1" kern="0" spc="-190" baseline="2382" noProof="0" dirty="0">
                <a:solidFill>
                  <a:srgbClr val="FFFFFF"/>
                </a:solidFill>
                <a:latin typeface="SimHei" pitchFamily="49" charset="0"/>
                <a:ea typeface="SimHei" pitchFamily="49" charset="0"/>
                <a:cs typeface="SimHei" pitchFamily="49" charset="0"/>
              </a:rPr>
              <a:t>云开发环境（推荐）</a:t>
            </a:r>
          </a:p>
          <a:p>
            <a:pPr marL="0" marR="0" indent="0" eaLnBrk="0">
              <a:lnSpc>
                <a:spcPct val="139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20138"/>
              </a:lnSpc>
            </a:pPr>
            <a:r>
              <a:rPr lang="en-US" altLang="zh-CN" sz="1200" kern="0" spc="50" baseline="0" noProof="0" dirty="0">
                <a:solidFill>
                  <a:srgbClr val="FFFFFF"/>
                </a:solidFill>
                <a:latin typeface="SimHei" pitchFamily="49" charset="0"/>
                <a:ea typeface="SimHei" pitchFamily="49" charset="0"/>
                <a:cs typeface="SimHei" pitchFamily="49" charset="0"/>
              </a:rPr>
              <a:t>CANN社区云开发环境支持一键启动，NP</a:t>
            </a:r>
            <a:r>
              <a:rPr lang="en-US" altLang="zh-CN" sz="1200" kern="0" spc="60" baseline="0" noProof="0" dirty="0">
                <a:solidFill>
                  <a:srgbClr val="FFFFFF"/>
                </a:solidFill>
                <a:latin typeface="SimHei" pitchFamily="49" charset="0"/>
                <a:ea typeface="SimHei" pitchFamily="49" charset="0"/>
                <a:cs typeface="SimHei" pitchFamily="49" charset="0"/>
              </a:rPr>
              <a:t>U</a:t>
            </a:r>
            <a:r>
              <a:rPr lang="en-US" altLang="zh-CN" sz="1200" kern="0" spc="50" baseline="0" noProof="0" dirty="0">
                <a:solidFill>
                  <a:srgbClr val="FFFFFF"/>
                </a:solidFill>
                <a:latin typeface="SimHei" pitchFamily="49" charset="0"/>
                <a:ea typeface="SimHei" pitchFamily="49" charset="0"/>
                <a:cs typeface="SimHei" pitchFamily="49" charset="0"/>
              </a:rPr>
              <a:t>设备、CANN环境、</a:t>
            </a:r>
            <a:r>
              <a:rPr lang="en-US" altLang="zh-CN" sz="1200" kern="0" spc="60" baseline="0" noProof="0" dirty="0">
                <a:solidFill>
                  <a:srgbClr val="FFFFFF"/>
                </a:solidFill>
                <a:latin typeface="SimHei" pitchFamily="49" charset="0"/>
                <a:ea typeface="SimHei" pitchFamily="49" charset="0"/>
                <a:cs typeface="SimHei" pitchFamily="49" charset="0"/>
              </a:rPr>
              <a:t>Ope</a:t>
            </a:r>
            <a:r>
              <a:rPr lang="en-US" altLang="zh-CN" sz="1200" kern="0" spc="50" baseline="0" noProof="0" dirty="0">
                <a:solidFill>
                  <a:srgbClr val="FFFFFF"/>
                </a:solidFill>
                <a:latin typeface="SimHei" pitchFamily="49" charset="0"/>
                <a:ea typeface="SimHei" pitchFamily="49" charset="0"/>
                <a:cs typeface="SimHei" pitchFamily="49" charset="0"/>
              </a:rPr>
              <a:t>ncode</a:t>
            </a:r>
            <a:r>
              <a:rPr lang="en-US" altLang="zh-CN" sz="1200" kern="0" spc="60" baseline="0" noProof="0" dirty="0">
                <a:solidFill>
                  <a:srgbClr val="FFFFFF"/>
                </a:solidFill>
                <a:latin typeface="SimHei" pitchFamily="49" charset="0"/>
                <a:ea typeface="SimHei" pitchFamily="49" charset="0"/>
                <a:cs typeface="SimHei" pitchFamily="49" charset="0"/>
              </a:rPr>
              <a:t>工</a:t>
            </a:r>
            <a:r>
              <a:rPr lang="en-US" altLang="zh-CN" sz="1200" kern="0" spc="0" baseline="0" noProof="0" dirty="0">
                <a:latin typeface="SimHei" pitchFamily="49" charset="0"/>
                <a:ea typeface="SimHei" pitchFamily="49" charset="0"/>
                <a:cs typeface="SimHei" pitchFamily="49" charset="0"/>
              </a:rPr>
              <a:t> </a:t>
            </a:r>
            <a:br>
              <a:rPr lang="en-US" altLang="zh-CN" sz="1200" kern="0" dirty="0">
                <a:latin typeface="SimHei" pitchFamily="49" charset="0"/>
                <a:ea typeface="SimHei" pitchFamily="49" charset="0"/>
                <a:cs typeface="SimHei" pitchFamily="49" charset="0"/>
              </a:rPr>
            </a:br>
            <a:r>
              <a:rPr lang="en-US" altLang="zh-CN" sz="1200" kern="0" spc="-15" baseline="0" noProof="0" dirty="0">
                <a:solidFill>
                  <a:srgbClr val="FFFFFF"/>
                </a:solidFill>
                <a:latin typeface="SimHei" pitchFamily="49" charset="0"/>
                <a:ea typeface="SimHei" pitchFamily="49" charset="0"/>
                <a:cs typeface="SimHei" pitchFamily="49" charset="0"/>
              </a:rPr>
              <a:t>具等</a:t>
            </a:r>
            <a:r>
              <a:rPr lang="en-US" altLang="zh-CN" sz="1200" kern="0" spc="0" baseline="0" noProof="0" dirty="0">
                <a:solidFill>
                  <a:srgbClr val="FFFFFF"/>
                </a:solidFill>
                <a:latin typeface="SimHei" pitchFamily="49" charset="0"/>
                <a:ea typeface="SimHei" pitchFamily="49" charset="0"/>
                <a:cs typeface="SimHei" pitchFamily="49" charset="0"/>
              </a:rPr>
              <a:t>环境依赖均已默认安装</a:t>
            </a:r>
            <a:r>
              <a:rPr lang="en-US" altLang="zh-CN" sz="1200" kern="0" spc="0" baseline="0" noProof="0" dirty="0">
                <a:latin typeface="SimHei" pitchFamily="49" charset="0"/>
                <a:ea typeface="SimHei" pitchFamily="49" charset="0"/>
                <a:cs typeface="SimHei" pitchFamily="49" charset="0"/>
              </a:rPr>
              <a:t> </a:t>
            </a:r>
          </a:p>
        </p:txBody>
      </p:sp>
      <p:sp>
        <p:nvSpPr>
          <p:cNvPr id="296" name="VectorPath 296"/>
          <p:cNvSpPr/>
          <p:nvPr/>
        </p:nvSpPr>
        <p:spPr>
          <a:xfrm>
            <a:off x="6400800" y="5221605"/>
            <a:ext cx="5143500" cy="1257300"/>
          </a:xfrm>
          <a:custGeom>
            <a:avLst/>
            <a:gdLst/>
            <a:ahLst/>
            <a:cxnLst/>
            <a:rect l="l" t="t" r="r" b="b"/>
            <a:pathLst>
              <a:path w="5143500" h="1257300">
                <a:moveTo>
                  <a:pt x="76200" y="0"/>
                </a:moveTo>
                <a:lnTo>
                  <a:pt x="5067300" y="0"/>
                </a:lnTo>
                <a:cubicBezTo>
                  <a:pt x="5109337" y="0"/>
                  <a:pt x="5143500" y="34163"/>
                  <a:pt x="5143500" y="76200"/>
                </a:cubicBezTo>
                <a:lnTo>
                  <a:pt x="5143500" y="1181100"/>
                </a:lnTo>
                <a:cubicBezTo>
                  <a:pt x="5143500" y="1223188"/>
                  <a:pt x="5109337" y="1257300"/>
                  <a:pt x="5067300" y="1257300"/>
                </a:cubicBezTo>
                <a:lnTo>
                  <a:pt x="76200" y="1257300"/>
                </a:lnTo>
                <a:cubicBezTo>
                  <a:pt x="34163" y="1257300"/>
                  <a:pt x="0" y="1223188"/>
                  <a:pt x="0" y="1181100"/>
                </a:cubicBezTo>
                <a:lnTo>
                  <a:pt x="0" y="76200"/>
                </a:lnTo>
                <a:cubicBezTo>
                  <a:pt x="0" y="34163"/>
                  <a:pt x="34163" y="0"/>
                  <a:pt x="76200" y="0"/>
                </a:cubicBezTo>
              </a:path>
            </a:pathLst>
          </a:custGeom>
          <a:solidFill>
            <a:srgbClr val="FFFFFF">
              <a:alpha val="10000"/>
            </a:srgbClr>
          </a:solidFill>
        </p:spPr>
      </p:sp>
      <p:pic>
        <p:nvPicPr>
          <p:cNvPr id="297" name="0531982C-A4A4-480F-D977-BD43A8D6D669"/>
          <p:cNvPicPr>
            <a:picLocks noChangeAspect="1"/>
          </p:cNvPicPr>
          <p:nvPr/>
        </p:nvPicPr>
        <p:blipFill>
          <a:blip r:embed="rId6" cstate="print">
            <a:extLst>
              <a:ext uri="{18EF092C-EB5A-4E51-07DC-AC580E9FF25B}"/>
            </a:extLst>
          </a:blip>
          <a:srcRect/>
          <a:stretch>
            <a:fillRect/>
          </a:stretch>
        </p:blipFill>
        <p:spPr>
          <a:xfrm>
            <a:off x="6358255" y="5242560"/>
            <a:ext cx="5224145" cy="1221105"/>
          </a:xfrm>
          <a:prstGeom prst="rect">
            <a:avLst/>
          </a:prstGeom>
        </p:spPr>
      </p:pic>
      <p:pic>
        <p:nvPicPr>
          <p:cNvPr id="298" name="F21FDF3B-8EA2-4DAF-27FE-10C2342AB386"/>
          <p:cNvPicPr>
            <a:picLocks noChangeAspect="1"/>
          </p:cNvPicPr>
          <p:nvPr/>
        </p:nvPicPr>
        <p:blipFill>
          <a:blip r:embed="rId7" cstate="print">
            <a:extLst>
              <a:ext uri="{A421F906-AE38-4CE9-B023-2EC257E2BB40}"/>
            </a:extLst>
          </a:blip>
          <a:srcRect/>
          <a:stretch>
            <a:fillRect/>
          </a:stretch>
        </p:blipFill>
        <p:spPr>
          <a:xfrm>
            <a:off x="370205" y="4093210"/>
            <a:ext cx="5643034" cy="2578100"/>
          </a:xfrm>
          <a:prstGeom prst="rect">
            <a:avLst/>
          </a:prstGeom>
        </p:spPr>
      </p:pic>
      <p:grpSp>
        <p:nvGrpSpPr>
          <p:cNvPr id="299" name="Combination 299"/>
          <p:cNvGrpSpPr/>
          <p:nvPr/>
        </p:nvGrpSpPr>
        <p:grpSpPr>
          <a:xfrm>
            <a:off x="400050" y="4114800"/>
            <a:ext cx="5581650" cy="2514600"/>
            <a:chOff x="400050" y="4114800"/>
            <a:chExt cx="5581650" cy="2514600"/>
          </a:xfrm>
        </p:grpSpPr>
        <p:sp>
          <p:nvSpPr>
            <p:cNvPr id="300" name="VectorPath 300"/>
            <p:cNvSpPr/>
            <p:nvPr/>
          </p:nvSpPr>
          <p:spPr>
            <a:xfrm>
              <a:off x="400050" y="4114800"/>
              <a:ext cx="5581650" cy="2514600"/>
            </a:xfrm>
            <a:custGeom>
              <a:avLst/>
              <a:gdLst/>
              <a:ahLst/>
              <a:cxnLst/>
              <a:rect l="l" t="t" r="r" b="b"/>
              <a:pathLst>
                <a:path w="5581650" h="2514600">
                  <a:moveTo>
                    <a:pt x="38100" y="0"/>
                  </a:moveTo>
                  <a:lnTo>
                    <a:pt x="5467350" y="0"/>
                  </a:lnTo>
                  <a:cubicBezTo>
                    <a:pt x="5530469" y="0"/>
                    <a:pt x="5581650" y="51181"/>
                    <a:pt x="5581650" y="114300"/>
                  </a:cubicBezTo>
                  <a:lnTo>
                    <a:pt x="5581650" y="2400313"/>
                  </a:lnTo>
                  <a:cubicBezTo>
                    <a:pt x="5581650" y="2463432"/>
                    <a:pt x="5530469" y="2514600"/>
                    <a:pt x="5467350" y="2514600"/>
                  </a:cubicBezTo>
                  <a:lnTo>
                    <a:pt x="38100" y="2514600"/>
                  </a:lnTo>
                  <a:cubicBezTo>
                    <a:pt x="17069" y="2514600"/>
                    <a:pt x="0" y="2497531"/>
                    <a:pt x="0" y="2476500"/>
                  </a:cubicBezTo>
                  <a:lnTo>
                    <a:pt x="0" y="38100"/>
                  </a:lnTo>
                  <a:cubicBezTo>
                    <a:pt x="0" y="17018"/>
                    <a:pt x="17069" y="0"/>
                    <a:pt x="38100" y="0"/>
                  </a:cubicBezTo>
                </a:path>
              </a:pathLst>
            </a:custGeom>
            <a:solidFill>
              <a:srgbClr val="FFFFFF">
                <a:alpha val="100000"/>
              </a:srgbClr>
            </a:solidFill>
          </p:spPr>
        </p:sp>
        <p:sp>
          <p:nvSpPr>
            <p:cNvPr id="301" name="VectorPath 301"/>
            <p:cNvSpPr/>
            <p:nvPr/>
          </p:nvSpPr>
          <p:spPr>
            <a:xfrm>
              <a:off x="400050" y="4114800"/>
              <a:ext cx="38100" cy="2514600"/>
            </a:xfrm>
            <a:custGeom>
              <a:avLst/>
              <a:gdLst/>
              <a:ahLst/>
              <a:cxnLst/>
              <a:rect l="l" t="t" r="r" b="b"/>
              <a:pathLst>
                <a:path w="38100" h="2514600">
                  <a:moveTo>
                    <a:pt x="38100" y="0"/>
                  </a:moveTo>
                  <a:lnTo>
                    <a:pt x="38100" y="0"/>
                  </a:lnTo>
                  <a:lnTo>
                    <a:pt x="38100" y="2514600"/>
                  </a:lnTo>
                  <a:lnTo>
                    <a:pt x="38100" y="2514600"/>
                  </a:lnTo>
                  <a:cubicBezTo>
                    <a:pt x="17069" y="2514600"/>
                    <a:pt x="0" y="2497531"/>
                    <a:pt x="0" y="2476500"/>
                  </a:cubicBezTo>
                  <a:lnTo>
                    <a:pt x="0" y="38100"/>
                  </a:lnTo>
                  <a:cubicBezTo>
                    <a:pt x="0" y="17018"/>
                    <a:pt x="17069" y="0"/>
                    <a:pt x="38100" y="0"/>
                  </a:cubicBezTo>
                </a:path>
              </a:pathLst>
            </a:custGeom>
            <a:solidFill>
              <a:srgbClr val="64748B">
                <a:alpha val="100000"/>
              </a:srgbClr>
            </a:solidFill>
          </p:spPr>
        </p:sp>
        <p:sp>
          <p:nvSpPr>
            <p:cNvPr id="302" name="VectorPath 302"/>
            <p:cNvSpPr/>
            <p:nvPr/>
          </p:nvSpPr>
          <p:spPr>
            <a:xfrm>
              <a:off x="684797" y="4344035"/>
              <a:ext cx="288087" cy="303530"/>
            </a:xfrm>
            <a:custGeom>
              <a:avLst/>
              <a:gdLst/>
              <a:ahLst/>
              <a:cxnLst/>
              <a:rect l="l" t="t" r="r" b="b"/>
              <a:pathLst>
                <a:path w="288087" h="303530">
                  <a:moveTo>
                    <a:pt x="109893" y="14224"/>
                  </a:moveTo>
                  <a:cubicBezTo>
                    <a:pt x="111570" y="5969"/>
                    <a:pt x="118872" y="0"/>
                    <a:pt x="127356" y="0"/>
                  </a:cubicBezTo>
                  <a:lnTo>
                    <a:pt x="160731" y="0"/>
                  </a:lnTo>
                  <a:cubicBezTo>
                    <a:pt x="169215" y="0"/>
                    <a:pt x="176530" y="5969"/>
                    <a:pt x="178206" y="14224"/>
                  </a:cubicBezTo>
                  <a:lnTo>
                    <a:pt x="186296" y="53213"/>
                  </a:lnTo>
                  <a:cubicBezTo>
                    <a:pt x="194158" y="56642"/>
                    <a:pt x="201536" y="60960"/>
                    <a:pt x="208229" y="66040"/>
                  </a:cubicBezTo>
                  <a:lnTo>
                    <a:pt x="246062" y="53467"/>
                  </a:lnTo>
                  <a:cubicBezTo>
                    <a:pt x="254102" y="50800"/>
                    <a:pt x="262928" y="54102"/>
                    <a:pt x="267157" y="61468"/>
                  </a:cubicBezTo>
                  <a:lnTo>
                    <a:pt x="283845" y="90424"/>
                  </a:lnTo>
                  <a:cubicBezTo>
                    <a:pt x="288087" y="97790"/>
                    <a:pt x="286588" y="107061"/>
                    <a:pt x="280226" y="112649"/>
                  </a:cubicBezTo>
                  <a:lnTo>
                    <a:pt x="250482" y="139065"/>
                  </a:lnTo>
                  <a:cubicBezTo>
                    <a:pt x="250977" y="143256"/>
                    <a:pt x="251206" y="147447"/>
                    <a:pt x="251206" y="151765"/>
                  </a:cubicBezTo>
                  <a:cubicBezTo>
                    <a:pt x="251206" y="156083"/>
                    <a:pt x="250927" y="160274"/>
                    <a:pt x="250482" y="164465"/>
                  </a:cubicBezTo>
                  <a:lnTo>
                    <a:pt x="280276" y="190881"/>
                  </a:lnTo>
                  <a:cubicBezTo>
                    <a:pt x="286639" y="196596"/>
                    <a:pt x="288087" y="205867"/>
                    <a:pt x="283908" y="213233"/>
                  </a:cubicBezTo>
                  <a:lnTo>
                    <a:pt x="267221" y="242062"/>
                  </a:lnTo>
                  <a:cubicBezTo>
                    <a:pt x="262979" y="249428"/>
                    <a:pt x="254165" y="252857"/>
                    <a:pt x="246126" y="250190"/>
                  </a:cubicBezTo>
                  <a:lnTo>
                    <a:pt x="208280" y="237617"/>
                  </a:lnTo>
                  <a:cubicBezTo>
                    <a:pt x="201536" y="242697"/>
                    <a:pt x="194158" y="246888"/>
                    <a:pt x="186347" y="250317"/>
                  </a:cubicBezTo>
                  <a:lnTo>
                    <a:pt x="178308" y="289306"/>
                  </a:lnTo>
                  <a:cubicBezTo>
                    <a:pt x="176581" y="297688"/>
                    <a:pt x="169278" y="303530"/>
                    <a:pt x="160845" y="303530"/>
                  </a:cubicBezTo>
                  <a:lnTo>
                    <a:pt x="127470" y="303530"/>
                  </a:lnTo>
                  <a:cubicBezTo>
                    <a:pt x="118986" y="303530"/>
                    <a:pt x="111671" y="297561"/>
                    <a:pt x="110007" y="289306"/>
                  </a:cubicBezTo>
                  <a:lnTo>
                    <a:pt x="101968" y="250317"/>
                  </a:lnTo>
                  <a:cubicBezTo>
                    <a:pt x="94094" y="247015"/>
                    <a:pt x="86779" y="242697"/>
                    <a:pt x="80035" y="237617"/>
                  </a:cubicBezTo>
                  <a:lnTo>
                    <a:pt x="42024" y="250190"/>
                  </a:lnTo>
                  <a:cubicBezTo>
                    <a:pt x="33985" y="252857"/>
                    <a:pt x="25171" y="249428"/>
                    <a:pt x="20930" y="242062"/>
                  </a:cubicBezTo>
                  <a:lnTo>
                    <a:pt x="4242" y="213233"/>
                  </a:lnTo>
                  <a:cubicBezTo>
                    <a:pt x="0" y="205867"/>
                    <a:pt x="1511" y="196596"/>
                    <a:pt x="7874" y="190881"/>
                  </a:cubicBezTo>
                  <a:lnTo>
                    <a:pt x="37668" y="164465"/>
                  </a:lnTo>
                  <a:cubicBezTo>
                    <a:pt x="37173" y="160274"/>
                    <a:pt x="36944" y="156083"/>
                    <a:pt x="36944" y="151765"/>
                  </a:cubicBezTo>
                  <a:cubicBezTo>
                    <a:pt x="36944" y="147447"/>
                    <a:pt x="37224" y="143256"/>
                    <a:pt x="37668" y="139065"/>
                  </a:cubicBezTo>
                  <a:lnTo>
                    <a:pt x="7874" y="112649"/>
                  </a:lnTo>
                  <a:cubicBezTo>
                    <a:pt x="1511" y="106934"/>
                    <a:pt x="51" y="97663"/>
                    <a:pt x="4242" y="90297"/>
                  </a:cubicBezTo>
                  <a:lnTo>
                    <a:pt x="20930" y="61468"/>
                  </a:lnTo>
                  <a:cubicBezTo>
                    <a:pt x="25171" y="54102"/>
                    <a:pt x="33985" y="50673"/>
                    <a:pt x="42024" y="53340"/>
                  </a:cubicBezTo>
                  <a:lnTo>
                    <a:pt x="79858" y="65913"/>
                  </a:lnTo>
                  <a:cubicBezTo>
                    <a:pt x="86614" y="60833"/>
                    <a:pt x="93980" y="56642"/>
                    <a:pt x="101803" y="53213"/>
                  </a:cubicBezTo>
                  <a:lnTo>
                    <a:pt x="109893" y="14224"/>
                  </a:lnTo>
                  <a:close/>
                  <a:moveTo>
                    <a:pt x="144043" y="196469"/>
                  </a:moveTo>
                  <a:cubicBezTo>
                    <a:pt x="159995" y="196342"/>
                    <a:pt x="174701" y="187833"/>
                    <a:pt x="182626" y="173990"/>
                  </a:cubicBezTo>
                  <a:cubicBezTo>
                    <a:pt x="190551" y="160147"/>
                    <a:pt x="190487" y="143129"/>
                    <a:pt x="182461" y="129286"/>
                  </a:cubicBezTo>
                  <a:cubicBezTo>
                    <a:pt x="174434" y="115570"/>
                    <a:pt x="159664" y="107061"/>
                    <a:pt x="143713" y="107061"/>
                  </a:cubicBezTo>
                  <a:cubicBezTo>
                    <a:pt x="127762" y="107188"/>
                    <a:pt x="113055" y="115697"/>
                    <a:pt x="105131" y="129540"/>
                  </a:cubicBezTo>
                  <a:cubicBezTo>
                    <a:pt x="97206" y="143383"/>
                    <a:pt x="97269" y="160401"/>
                    <a:pt x="105296" y="174244"/>
                  </a:cubicBezTo>
                  <a:cubicBezTo>
                    <a:pt x="113322" y="187960"/>
                    <a:pt x="128092" y="196469"/>
                    <a:pt x="144043" y="196469"/>
                  </a:cubicBezTo>
                </a:path>
              </a:pathLst>
            </a:custGeom>
            <a:solidFill>
              <a:srgbClr val="64748B">
                <a:alpha val="100000"/>
              </a:srgbClr>
            </a:solidFill>
          </p:spPr>
        </p:sp>
      </p:grpSp>
      <p:sp>
        <p:nvSpPr>
          <p:cNvPr id="303" name="TextBox303"/>
          <p:cNvSpPr txBox="1"/>
          <p:nvPr/>
        </p:nvSpPr>
        <p:spPr>
          <a:xfrm>
            <a:off x="1119505" y="4369435"/>
            <a:ext cx="914400" cy="274637"/>
          </a:xfrm>
          <a:prstGeom prst="rect">
            <a:avLst/>
          </a:prstGeom>
          <a:noFill/>
        </p:spPr>
        <p:txBody>
          <a:bodyPr wrap="square" lIns="0" tIns="0" rIns="0" bIns="0" rtlCol="0">
            <a:spAutoFit/>
          </a:bodyPr>
          <a:lstStyle/>
          <a:p>
            <a:pPr marL="0" marR="0" indent="0" eaLnBrk="0">
              <a:lnSpc>
                <a:spcPct val="99768"/>
              </a:lnSpc>
            </a:pPr>
            <a:r>
              <a:rPr lang="en-US" altLang="zh-CN" sz="2700" b="1" kern="0" spc="-40" baseline="3998" noProof="0" dirty="0">
                <a:solidFill>
                  <a:srgbClr val="1E293B"/>
                </a:solidFill>
                <a:latin typeface="SimHei" pitchFamily="49" charset="0"/>
                <a:ea typeface="SimHei" pitchFamily="49" charset="0"/>
                <a:cs typeface="SimHei" pitchFamily="49" charset="0"/>
              </a:rPr>
              <a:t>软件要求</a:t>
            </a:r>
          </a:p>
        </p:txBody>
      </p:sp>
      <p:sp>
        <p:nvSpPr>
          <p:cNvPr id="304" name="VectorPath 304"/>
          <p:cNvSpPr/>
          <p:nvPr/>
        </p:nvSpPr>
        <p:spPr>
          <a:xfrm>
            <a:off x="647700" y="4800600"/>
            <a:ext cx="5105400" cy="457200"/>
          </a:xfrm>
          <a:custGeom>
            <a:avLst/>
            <a:gdLst/>
            <a:ahLst/>
            <a:cxnLst/>
            <a:rect l="l" t="t" r="r" b="b"/>
            <a:pathLst>
              <a:path w="5105400" h="457200">
                <a:moveTo>
                  <a:pt x="76200" y="0"/>
                </a:moveTo>
                <a:lnTo>
                  <a:pt x="5029200" y="0"/>
                </a:lnTo>
                <a:cubicBezTo>
                  <a:pt x="5071237" y="0"/>
                  <a:pt x="5105400" y="34163"/>
                  <a:pt x="5105400" y="76200"/>
                </a:cubicBezTo>
                <a:lnTo>
                  <a:pt x="5105400" y="381000"/>
                </a:lnTo>
                <a:cubicBezTo>
                  <a:pt x="5105400" y="423037"/>
                  <a:pt x="5071237" y="457200"/>
                  <a:pt x="5029200" y="457200"/>
                </a:cubicBezTo>
                <a:lnTo>
                  <a:pt x="76200" y="457200"/>
                </a:lnTo>
                <a:cubicBezTo>
                  <a:pt x="34150" y="457200"/>
                  <a:pt x="0" y="423037"/>
                  <a:pt x="0" y="381000"/>
                </a:cubicBezTo>
                <a:lnTo>
                  <a:pt x="0" y="76200"/>
                </a:lnTo>
                <a:cubicBezTo>
                  <a:pt x="0" y="34163"/>
                  <a:pt x="34150" y="0"/>
                  <a:pt x="76200" y="0"/>
                </a:cubicBezTo>
              </a:path>
            </a:pathLst>
          </a:custGeom>
          <a:solidFill>
            <a:srgbClr val="64748B">
              <a:alpha val="5000"/>
            </a:srgbClr>
          </a:solidFill>
        </p:spPr>
      </p:sp>
      <p:sp>
        <p:nvSpPr>
          <p:cNvPr id="305" name="TextBox305"/>
          <p:cNvSpPr txBox="1"/>
          <p:nvPr/>
        </p:nvSpPr>
        <p:spPr>
          <a:xfrm>
            <a:off x="1114425" y="4951095"/>
            <a:ext cx="730250" cy="190500"/>
          </a:xfrm>
          <a:prstGeom prst="rect">
            <a:avLst/>
          </a:prstGeom>
          <a:noFill/>
        </p:spPr>
        <p:txBody>
          <a:bodyPr wrap="square" lIns="0" tIns="0" rIns="0" bIns="0" rtlCol="0">
            <a:spAutoFit/>
          </a:bodyPr>
          <a:lstStyle/>
          <a:p>
            <a:pPr marL="0" marR="0" indent="0" eaLnBrk="0">
              <a:lnSpc>
                <a:spcPct val="103819"/>
              </a:lnSpc>
            </a:pPr>
            <a:r>
              <a:rPr lang="en-US" altLang="zh-CN" sz="1200" kern="0" spc="-15" baseline="0" noProof="0" dirty="0">
                <a:solidFill>
                  <a:srgbClr val="1E293B"/>
                </a:solidFill>
                <a:latin typeface="Arial" pitchFamily="34" charset="0"/>
                <a:ea typeface="Arial" pitchFamily="34" charset="0"/>
                <a:cs typeface="Arial" pitchFamily="34" charset="0"/>
              </a:rPr>
              <a:t>CANN</a:t>
            </a:r>
            <a:r>
              <a:rPr lang="en-US" altLang="zh-CN" sz="1200" kern="0" spc="0" baseline="0" noProof="0" dirty="0">
                <a:solidFill>
                  <a:srgbClr val="1E293B"/>
                </a:solidFill>
                <a:latin typeface="SimHei" pitchFamily="49" charset="0"/>
                <a:ea typeface="SimHei" pitchFamily="49" charset="0"/>
                <a:cs typeface="SimHei" pitchFamily="49" charset="0"/>
              </a:rPr>
              <a:t>版本</a:t>
            </a:r>
          </a:p>
        </p:txBody>
      </p:sp>
      <p:sp>
        <p:nvSpPr>
          <p:cNvPr id="306" name="TextBox306"/>
          <p:cNvSpPr txBox="1"/>
          <p:nvPr/>
        </p:nvSpPr>
        <p:spPr>
          <a:xfrm>
            <a:off x="4624070" y="4951095"/>
            <a:ext cx="984250" cy="190500"/>
          </a:xfrm>
          <a:prstGeom prst="rect">
            <a:avLst/>
          </a:prstGeom>
          <a:noFill/>
        </p:spPr>
        <p:txBody>
          <a:bodyPr wrap="square" lIns="0" tIns="0" rIns="0" bIns="0" rtlCol="0">
            <a:spAutoFit/>
          </a:bodyPr>
          <a:lstStyle/>
          <a:p>
            <a:pPr marL="0" marR="0" indent="0" eaLnBrk="0">
              <a:lnSpc>
                <a:spcPct val="103819"/>
              </a:lnSpc>
            </a:pPr>
            <a:r>
              <a:rPr lang="en-US" altLang="zh-CN" sz="1200" kern="0" spc="-25" baseline="0" noProof="0" dirty="0">
                <a:solidFill>
                  <a:srgbClr val="64748B"/>
                </a:solidFill>
                <a:latin typeface="Arial" pitchFamily="34" charset="0"/>
                <a:ea typeface="Arial" pitchFamily="34" charset="0"/>
                <a:cs typeface="Arial" pitchFamily="34" charset="0"/>
              </a:rPr>
              <a:t>8.0.RC2</a:t>
            </a:r>
            <a:r>
              <a:rPr lang="en-US" altLang="zh-CN" sz="1200" kern="0" spc="-40" baseline="0" noProof="0" dirty="0">
                <a:solidFill>
                  <a:srgbClr val="64748B"/>
                </a:solidFill>
                <a:latin typeface="SimHei" pitchFamily="49" charset="0"/>
                <a:ea typeface="SimHei" pitchFamily="49" charset="0"/>
                <a:cs typeface="SimHei" pitchFamily="49" charset="0"/>
              </a:rPr>
              <a:t>及以上</a:t>
            </a:r>
          </a:p>
        </p:txBody>
      </p:sp>
      <p:sp>
        <p:nvSpPr>
          <p:cNvPr id="307" name="VectorPath 307"/>
          <p:cNvSpPr/>
          <p:nvPr/>
        </p:nvSpPr>
        <p:spPr>
          <a:xfrm>
            <a:off x="797560" y="4933950"/>
            <a:ext cx="167005" cy="190500"/>
          </a:xfrm>
          <a:custGeom>
            <a:avLst/>
            <a:gdLst/>
            <a:ahLst/>
            <a:cxnLst/>
            <a:rect l="l" t="t" r="r" b="b"/>
            <a:pathLst>
              <a:path w="167005" h="190500">
                <a:moveTo>
                  <a:pt x="29820" y="38735"/>
                </a:moveTo>
                <a:cubicBezTo>
                  <a:pt x="34760" y="38735"/>
                  <a:pt x="38773" y="34671"/>
                  <a:pt x="38773" y="29718"/>
                </a:cubicBezTo>
                <a:cubicBezTo>
                  <a:pt x="38773" y="24892"/>
                  <a:pt x="34760" y="20828"/>
                  <a:pt x="29820" y="20828"/>
                </a:cubicBezTo>
                <a:cubicBezTo>
                  <a:pt x="24879" y="20828"/>
                  <a:pt x="20879" y="24892"/>
                  <a:pt x="20879" y="29718"/>
                </a:cubicBezTo>
                <a:cubicBezTo>
                  <a:pt x="20879" y="34671"/>
                  <a:pt x="24879" y="38735"/>
                  <a:pt x="29820" y="38735"/>
                </a:cubicBezTo>
                <a:moveTo>
                  <a:pt x="59639" y="29718"/>
                </a:moveTo>
                <a:cubicBezTo>
                  <a:pt x="59639" y="41910"/>
                  <a:pt x="52299" y="52451"/>
                  <a:pt x="41745" y="57023"/>
                </a:cubicBezTo>
                <a:lnTo>
                  <a:pt x="41745" y="83312"/>
                </a:lnTo>
                <a:lnTo>
                  <a:pt x="107366" y="83312"/>
                </a:lnTo>
                <a:cubicBezTo>
                  <a:pt x="117234" y="83312"/>
                  <a:pt x="125247" y="75311"/>
                  <a:pt x="125247" y="65532"/>
                </a:cubicBezTo>
                <a:lnTo>
                  <a:pt x="125247" y="57023"/>
                </a:lnTo>
                <a:cubicBezTo>
                  <a:pt x="114706" y="52451"/>
                  <a:pt x="107366" y="41910"/>
                  <a:pt x="107366" y="29718"/>
                </a:cubicBezTo>
                <a:cubicBezTo>
                  <a:pt x="107366" y="13335"/>
                  <a:pt x="120701" y="0"/>
                  <a:pt x="137185" y="0"/>
                </a:cubicBezTo>
                <a:cubicBezTo>
                  <a:pt x="153657" y="0"/>
                  <a:pt x="167005" y="13335"/>
                  <a:pt x="167005" y="29718"/>
                </a:cubicBezTo>
                <a:cubicBezTo>
                  <a:pt x="167005" y="41910"/>
                  <a:pt x="159664" y="52451"/>
                  <a:pt x="149111" y="57023"/>
                </a:cubicBezTo>
                <a:lnTo>
                  <a:pt x="149111" y="65532"/>
                </a:lnTo>
                <a:cubicBezTo>
                  <a:pt x="149111" y="88519"/>
                  <a:pt x="130429" y="107188"/>
                  <a:pt x="107366" y="107188"/>
                </a:cubicBezTo>
                <a:lnTo>
                  <a:pt x="41745" y="107188"/>
                </a:lnTo>
                <a:lnTo>
                  <a:pt x="41745" y="133477"/>
                </a:lnTo>
                <a:cubicBezTo>
                  <a:pt x="52299" y="138049"/>
                  <a:pt x="59639" y="148590"/>
                  <a:pt x="59639" y="160782"/>
                </a:cubicBezTo>
                <a:cubicBezTo>
                  <a:pt x="59639" y="177165"/>
                  <a:pt x="46304" y="190500"/>
                  <a:pt x="29820" y="190500"/>
                </a:cubicBezTo>
                <a:cubicBezTo>
                  <a:pt x="13348" y="190500"/>
                  <a:pt x="0" y="177165"/>
                  <a:pt x="0" y="160782"/>
                </a:cubicBezTo>
                <a:cubicBezTo>
                  <a:pt x="0" y="148590"/>
                  <a:pt x="7341" y="138049"/>
                  <a:pt x="17894" y="133477"/>
                </a:cubicBezTo>
                <a:lnTo>
                  <a:pt x="17894" y="57023"/>
                </a:lnTo>
                <a:cubicBezTo>
                  <a:pt x="7341" y="52451"/>
                  <a:pt x="0" y="41910"/>
                  <a:pt x="0" y="29718"/>
                </a:cubicBezTo>
                <a:cubicBezTo>
                  <a:pt x="0" y="13335"/>
                  <a:pt x="13348" y="0"/>
                  <a:pt x="29820" y="0"/>
                </a:cubicBezTo>
                <a:cubicBezTo>
                  <a:pt x="46304" y="0"/>
                  <a:pt x="59639" y="13335"/>
                  <a:pt x="59639" y="29718"/>
                </a:cubicBezTo>
                <a:moveTo>
                  <a:pt x="146126" y="29718"/>
                </a:moveTo>
                <a:cubicBezTo>
                  <a:pt x="146126" y="24892"/>
                  <a:pt x="142126" y="20828"/>
                  <a:pt x="137185" y="20828"/>
                </a:cubicBezTo>
                <a:cubicBezTo>
                  <a:pt x="132245" y="20828"/>
                  <a:pt x="128232" y="24892"/>
                  <a:pt x="128232" y="29718"/>
                </a:cubicBezTo>
                <a:cubicBezTo>
                  <a:pt x="128232" y="34671"/>
                  <a:pt x="132245" y="38735"/>
                  <a:pt x="137185" y="38735"/>
                </a:cubicBezTo>
                <a:cubicBezTo>
                  <a:pt x="142126" y="38735"/>
                  <a:pt x="146126" y="34671"/>
                  <a:pt x="146126" y="29718"/>
                </a:cubicBezTo>
                <a:moveTo>
                  <a:pt x="29820" y="169672"/>
                </a:moveTo>
                <a:cubicBezTo>
                  <a:pt x="34760" y="169672"/>
                  <a:pt x="38773" y="165608"/>
                  <a:pt x="38773" y="160782"/>
                </a:cubicBezTo>
                <a:cubicBezTo>
                  <a:pt x="38773" y="155829"/>
                  <a:pt x="34760" y="151765"/>
                  <a:pt x="29820" y="151765"/>
                </a:cubicBezTo>
                <a:cubicBezTo>
                  <a:pt x="24879" y="151765"/>
                  <a:pt x="20879" y="155829"/>
                  <a:pt x="20879" y="160782"/>
                </a:cubicBezTo>
                <a:cubicBezTo>
                  <a:pt x="20879" y="165608"/>
                  <a:pt x="24879" y="169672"/>
                  <a:pt x="29820" y="169672"/>
                </a:cubicBezTo>
              </a:path>
            </a:pathLst>
          </a:custGeom>
          <a:solidFill>
            <a:srgbClr val="64748B">
              <a:alpha val="100000"/>
            </a:srgbClr>
          </a:solidFill>
        </p:spPr>
      </p:sp>
      <p:sp>
        <p:nvSpPr>
          <p:cNvPr id="308" name="VectorPath 308"/>
          <p:cNvSpPr/>
          <p:nvPr/>
        </p:nvSpPr>
        <p:spPr>
          <a:xfrm>
            <a:off x="647700" y="5372100"/>
            <a:ext cx="5105400" cy="457200"/>
          </a:xfrm>
          <a:custGeom>
            <a:avLst/>
            <a:gdLst/>
            <a:ahLst/>
            <a:cxnLst/>
            <a:rect l="l" t="t" r="r" b="b"/>
            <a:pathLst>
              <a:path w="5105400" h="457200">
                <a:moveTo>
                  <a:pt x="76200" y="0"/>
                </a:moveTo>
                <a:lnTo>
                  <a:pt x="5029200" y="0"/>
                </a:lnTo>
                <a:cubicBezTo>
                  <a:pt x="5071237" y="0"/>
                  <a:pt x="5105400" y="34163"/>
                  <a:pt x="5105400" y="76200"/>
                </a:cubicBezTo>
                <a:lnTo>
                  <a:pt x="5105400" y="381000"/>
                </a:lnTo>
                <a:cubicBezTo>
                  <a:pt x="5105400" y="423088"/>
                  <a:pt x="5071237" y="457200"/>
                  <a:pt x="5029200" y="457200"/>
                </a:cubicBezTo>
                <a:lnTo>
                  <a:pt x="76200" y="457200"/>
                </a:lnTo>
                <a:cubicBezTo>
                  <a:pt x="34150" y="457200"/>
                  <a:pt x="0" y="423050"/>
                  <a:pt x="0" y="381000"/>
                </a:cubicBezTo>
                <a:lnTo>
                  <a:pt x="0" y="76200"/>
                </a:lnTo>
                <a:cubicBezTo>
                  <a:pt x="0" y="34163"/>
                  <a:pt x="34150" y="0"/>
                  <a:pt x="76200" y="0"/>
                </a:cubicBezTo>
              </a:path>
            </a:pathLst>
          </a:custGeom>
          <a:solidFill>
            <a:srgbClr val="64748B">
              <a:alpha val="5000"/>
            </a:srgbClr>
          </a:solidFill>
        </p:spPr>
      </p:sp>
      <p:sp>
        <p:nvSpPr>
          <p:cNvPr id="309" name="TextBox309"/>
          <p:cNvSpPr txBox="1"/>
          <p:nvPr/>
        </p:nvSpPr>
        <p:spPr>
          <a:xfrm>
            <a:off x="1114425" y="5529580"/>
            <a:ext cx="609600"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1E293B"/>
                </a:solidFill>
                <a:latin typeface="SimHei" pitchFamily="49" charset="0"/>
                <a:ea typeface="SimHei" pitchFamily="49" charset="0"/>
                <a:cs typeface="SimHei" pitchFamily="49" charset="0"/>
              </a:rPr>
              <a:t>操作系统</a:t>
            </a:r>
          </a:p>
        </p:txBody>
      </p:sp>
      <p:sp>
        <p:nvSpPr>
          <p:cNvPr id="310" name="TextBox310"/>
          <p:cNvSpPr txBox="1"/>
          <p:nvPr/>
        </p:nvSpPr>
        <p:spPr>
          <a:xfrm>
            <a:off x="2381250" y="5522595"/>
            <a:ext cx="3003550" cy="184150"/>
          </a:xfrm>
          <a:prstGeom prst="rect">
            <a:avLst/>
          </a:prstGeom>
          <a:noFill/>
        </p:spPr>
        <p:txBody>
          <a:bodyPr wrap="square" lIns="0" tIns="0" rIns="0" bIns="0" rtlCol="0">
            <a:spAutoFit/>
          </a:bodyPr>
          <a:lstStyle/>
          <a:p>
            <a:pPr marL="0" marR="0" indent="0" eaLnBrk="0">
              <a:lnSpc>
                <a:spcPct val="100000"/>
              </a:lnSpc>
            </a:pPr>
            <a:r>
              <a:rPr lang="en-US" altLang="zh-CN" sz="1200" kern="0" spc="0" baseline="0" noProof="0" dirty="0">
                <a:solidFill>
                  <a:srgbClr val="64748B"/>
                </a:solidFill>
                <a:latin typeface="Arial" pitchFamily="34" charset="0"/>
                <a:ea typeface="Arial" pitchFamily="34" charset="0"/>
                <a:cs typeface="Arial" pitchFamily="34" charset="0"/>
              </a:rPr>
              <a:t>EulerOS</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2.10</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CentOS</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7.6</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Ubuntu</a:t>
            </a:r>
            <a:r>
              <a:rPr lang="en-US" altLang="zh-CN" sz="1200" kern="0" spc="-15" baseline="0" noProof="0" dirty="0">
                <a:latin typeface="Arial" pitchFamily="34" charset="0"/>
                <a:ea typeface="Arial" pitchFamily="34" charset="0"/>
                <a:cs typeface="Arial" pitchFamily="34" charset="0"/>
              </a:rPr>
              <a:t> </a:t>
            </a:r>
            <a:r>
              <a:rPr lang="en-US" altLang="zh-CN" sz="1200" kern="0" spc="0" baseline="0" noProof="0" dirty="0">
                <a:solidFill>
                  <a:srgbClr val="64748B"/>
                </a:solidFill>
                <a:latin typeface="Arial" pitchFamily="34" charset="0"/>
                <a:ea typeface="Arial" pitchFamily="34" charset="0"/>
                <a:cs typeface="Arial" pitchFamily="34" charset="0"/>
              </a:rPr>
              <a:t>18.04+</a:t>
            </a:r>
          </a:p>
        </p:txBody>
      </p:sp>
      <p:sp>
        <p:nvSpPr>
          <p:cNvPr id="311" name="VectorPath 311"/>
          <p:cNvSpPr/>
          <p:nvPr/>
        </p:nvSpPr>
        <p:spPr>
          <a:xfrm>
            <a:off x="786130" y="5517516"/>
            <a:ext cx="190500" cy="178435"/>
          </a:xfrm>
          <a:custGeom>
            <a:avLst/>
            <a:gdLst/>
            <a:ahLst/>
            <a:cxnLst/>
            <a:rect l="l" t="t" r="r" b="b"/>
            <a:pathLst>
              <a:path w="190500" h="178435">
                <a:moveTo>
                  <a:pt x="23813" y="-127"/>
                </a:moveTo>
                <a:cubicBezTo>
                  <a:pt x="10681" y="-127"/>
                  <a:pt x="0" y="10541"/>
                  <a:pt x="0" y="23622"/>
                </a:cubicBezTo>
                <a:lnTo>
                  <a:pt x="0" y="118897"/>
                </a:lnTo>
                <a:cubicBezTo>
                  <a:pt x="0" y="132042"/>
                  <a:pt x="10681" y="142710"/>
                  <a:pt x="23813" y="142710"/>
                </a:cubicBezTo>
                <a:lnTo>
                  <a:pt x="77394" y="142710"/>
                </a:lnTo>
                <a:lnTo>
                  <a:pt x="71437" y="160579"/>
                </a:lnTo>
                <a:lnTo>
                  <a:pt x="44653" y="160579"/>
                </a:lnTo>
                <a:cubicBezTo>
                  <a:pt x="39700" y="160579"/>
                  <a:pt x="35725" y="164554"/>
                  <a:pt x="35725" y="169507"/>
                </a:cubicBezTo>
                <a:cubicBezTo>
                  <a:pt x="35725" y="174447"/>
                  <a:pt x="39700" y="178435"/>
                  <a:pt x="44653" y="178435"/>
                </a:cubicBezTo>
                <a:lnTo>
                  <a:pt x="145847" y="178435"/>
                </a:lnTo>
                <a:cubicBezTo>
                  <a:pt x="150800" y="178435"/>
                  <a:pt x="154775" y="174447"/>
                  <a:pt x="154775" y="169507"/>
                </a:cubicBezTo>
                <a:cubicBezTo>
                  <a:pt x="154775" y="164554"/>
                  <a:pt x="150800" y="160579"/>
                  <a:pt x="145847" y="160579"/>
                </a:cubicBezTo>
                <a:lnTo>
                  <a:pt x="119062" y="160579"/>
                </a:lnTo>
                <a:lnTo>
                  <a:pt x="113106" y="142710"/>
                </a:lnTo>
                <a:lnTo>
                  <a:pt x="166687" y="142710"/>
                </a:lnTo>
                <a:cubicBezTo>
                  <a:pt x="179819" y="142710"/>
                  <a:pt x="190500" y="132042"/>
                  <a:pt x="190500" y="118897"/>
                </a:cubicBezTo>
                <a:lnTo>
                  <a:pt x="190500" y="23622"/>
                </a:lnTo>
                <a:cubicBezTo>
                  <a:pt x="190500" y="10541"/>
                  <a:pt x="179819" y="-127"/>
                  <a:pt x="166687" y="-127"/>
                </a:cubicBezTo>
                <a:lnTo>
                  <a:pt x="23813" y="-127"/>
                </a:lnTo>
                <a:close/>
                <a:moveTo>
                  <a:pt x="35725" y="23622"/>
                </a:moveTo>
                <a:lnTo>
                  <a:pt x="154775" y="23622"/>
                </a:lnTo>
                <a:cubicBezTo>
                  <a:pt x="161366" y="23622"/>
                  <a:pt x="166687" y="28956"/>
                  <a:pt x="166687" y="35560"/>
                </a:cubicBezTo>
                <a:lnTo>
                  <a:pt x="166687" y="95085"/>
                </a:lnTo>
                <a:cubicBezTo>
                  <a:pt x="166687" y="101676"/>
                  <a:pt x="161366" y="106998"/>
                  <a:pt x="154775" y="106998"/>
                </a:cubicBezTo>
                <a:lnTo>
                  <a:pt x="35725" y="106998"/>
                </a:lnTo>
                <a:cubicBezTo>
                  <a:pt x="29134" y="106998"/>
                  <a:pt x="23813" y="101676"/>
                  <a:pt x="23813" y="95085"/>
                </a:cubicBezTo>
                <a:lnTo>
                  <a:pt x="23813" y="35560"/>
                </a:lnTo>
                <a:cubicBezTo>
                  <a:pt x="23813" y="28956"/>
                  <a:pt x="29134" y="23622"/>
                  <a:pt x="35725" y="23622"/>
                </a:cubicBezTo>
              </a:path>
            </a:pathLst>
          </a:custGeom>
          <a:solidFill>
            <a:srgbClr val="64748B">
              <a:alpha val="100000"/>
            </a:srgbClr>
          </a:solidFill>
        </p:spPr>
      </p:sp>
      <p:grpSp>
        <p:nvGrpSpPr>
          <p:cNvPr id="312" name="Combination 312"/>
          <p:cNvGrpSpPr/>
          <p:nvPr/>
        </p:nvGrpSpPr>
        <p:grpSpPr>
          <a:xfrm>
            <a:off x="647700" y="5943600"/>
            <a:ext cx="5105400" cy="457200"/>
            <a:chOff x="647700" y="5943600"/>
            <a:chExt cx="5105400" cy="457200"/>
          </a:xfrm>
        </p:grpSpPr>
        <p:sp>
          <p:nvSpPr>
            <p:cNvPr id="313" name="VectorPath 313"/>
            <p:cNvSpPr/>
            <p:nvPr/>
          </p:nvSpPr>
          <p:spPr>
            <a:xfrm>
              <a:off x="647700" y="5943600"/>
              <a:ext cx="5105400" cy="457200"/>
            </a:xfrm>
            <a:custGeom>
              <a:avLst/>
              <a:gdLst/>
              <a:ahLst/>
              <a:cxnLst/>
              <a:rect l="l" t="t" r="r" b="b"/>
              <a:pathLst>
                <a:path w="5105400" h="457200">
                  <a:moveTo>
                    <a:pt x="76200" y="0"/>
                  </a:moveTo>
                  <a:lnTo>
                    <a:pt x="5029200" y="0"/>
                  </a:lnTo>
                  <a:cubicBezTo>
                    <a:pt x="5071237" y="0"/>
                    <a:pt x="5105400" y="34112"/>
                    <a:pt x="5105400" y="76200"/>
                  </a:cubicBezTo>
                  <a:lnTo>
                    <a:pt x="5105400" y="381000"/>
                  </a:lnTo>
                  <a:cubicBezTo>
                    <a:pt x="5105400" y="423088"/>
                    <a:pt x="5071237" y="457200"/>
                    <a:pt x="5029200" y="457200"/>
                  </a:cubicBezTo>
                  <a:lnTo>
                    <a:pt x="76200" y="457200"/>
                  </a:lnTo>
                  <a:cubicBezTo>
                    <a:pt x="34150" y="457200"/>
                    <a:pt x="0" y="423050"/>
                    <a:pt x="0" y="381000"/>
                  </a:cubicBezTo>
                  <a:lnTo>
                    <a:pt x="0" y="76200"/>
                  </a:lnTo>
                  <a:cubicBezTo>
                    <a:pt x="0" y="34150"/>
                    <a:pt x="34150" y="0"/>
                    <a:pt x="76200" y="0"/>
                  </a:cubicBezTo>
                </a:path>
              </a:pathLst>
            </a:custGeom>
            <a:solidFill>
              <a:srgbClr val="64748B">
                <a:alpha val="5000"/>
              </a:srgbClr>
            </a:solidFill>
          </p:spPr>
        </p:sp>
        <p:sp>
          <p:nvSpPr>
            <p:cNvPr id="314" name="VectorPath 314"/>
            <p:cNvSpPr/>
            <p:nvPr/>
          </p:nvSpPr>
          <p:spPr>
            <a:xfrm>
              <a:off x="784974" y="6099569"/>
              <a:ext cx="191656" cy="145224"/>
            </a:xfrm>
            <a:custGeom>
              <a:avLst/>
              <a:gdLst/>
              <a:ahLst/>
              <a:cxnLst/>
              <a:rect l="l" t="t" r="r" b="b"/>
              <a:pathLst>
                <a:path w="191656" h="145224">
                  <a:moveTo>
                    <a:pt x="4648" y="21514"/>
                  </a:moveTo>
                  <a:cubicBezTo>
                    <a:pt x="0" y="16853"/>
                    <a:pt x="0" y="9309"/>
                    <a:pt x="4648" y="4648"/>
                  </a:cubicBezTo>
                  <a:cubicBezTo>
                    <a:pt x="9309" y="0"/>
                    <a:pt x="16853" y="0"/>
                    <a:pt x="21514" y="4648"/>
                  </a:cubicBezTo>
                  <a:lnTo>
                    <a:pt x="81039" y="64186"/>
                  </a:lnTo>
                  <a:cubicBezTo>
                    <a:pt x="85687" y="68834"/>
                    <a:pt x="85687" y="76390"/>
                    <a:pt x="81039" y="81039"/>
                  </a:cubicBezTo>
                  <a:lnTo>
                    <a:pt x="21514" y="140576"/>
                  </a:lnTo>
                  <a:cubicBezTo>
                    <a:pt x="16853" y="145224"/>
                    <a:pt x="9309" y="145224"/>
                    <a:pt x="4648" y="140576"/>
                  </a:cubicBezTo>
                  <a:cubicBezTo>
                    <a:pt x="0" y="135915"/>
                    <a:pt x="0" y="128372"/>
                    <a:pt x="4648" y="123711"/>
                  </a:cubicBezTo>
                  <a:lnTo>
                    <a:pt x="55740" y="72631"/>
                  </a:lnTo>
                  <a:lnTo>
                    <a:pt x="4648" y="21514"/>
                  </a:lnTo>
                  <a:close/>
                  <a:moveTo>
                    <a:pt x="84506" y="120256"/>
                  </a:moveTo>
                  <a:lnTo>
                    <a:pt x="179756" y="120256"/>
                  </a:lnTo>
                  <a:cubicBezTo>
                    <a:pt x="186334" y="120256"/>
                    <a:pt x="191656" y="125578"/>
                    <a:pt x="191656" y="132156"/>
                  </a:cubicBezTo>
                  <a:cubicBezTo>
                    <a:pt x="191656" y="138747"/>
                    <a:pt x="186334" y="144069"/>
                    <a:pt x="179756" y="144069"/>
                  </a:cubicBezTo>
                  <a:lnTo>
                    <a:pt x="84506" y="144069"/>
                  </a:lnTo>
                  <a:cubicBezTo>
                    <a:pt x="77915" y="144069"/>
                    <a:pt x="72593" y="138747"/>
                    <a:pt x="72593" y="132156"/>
                  </a:cubicBezTo>
                  <a:cubicBezTo>
                    <a:pt x="72593" y="125578"/>
                    <a:pt x="77915" y="120256"/>
                    <a:pt x="84506" y="120256"/>
                  </a:cubicBezTo>
                </a:path>
              </a:pathLst>
            </a:custGeom>
            <a:solidFill>
              <a:srgbClr val="64748B">
                <a:alpha val="100000"/>
              </a:srgbClr>
            </a:solidFill>
          </p:spPr>
        </p:sp>
      </p:grpSp>
      <p:sp>
        <p:nvSpPr>
          <p:cNvPr id="315" name="TextBox315"/>
          <p:cNvSpPr txBox="1"/>
          <p:nvPr/>
        </p:nvSpPr>
        <p:spPr>
          <a:xfrm>
            <a:off x="1114425" y="6094730"/>
            <a:ext cx="531812" cy="190500"/>
          </a:xfrm>
          <a:prstGeom prst="rect">
            <a:avLst/>
          </a:prstGeom>
          <a:noFill/>
        </p:spPr>
        <p:txBody>
          <a:bodyPr wrap="square" lIns="0" tIns="0" rIns="0" bIns="0" rtlCol="0">
            <a:spAutoFit/>
          </a:bodyPr>
          <a:lstStyle/>
          <a:p>
            <a:pPr marL="0" marR="0" indent="0" eaLnBrk="0">
              <a:lnSpc>
                <a:spcPct val="103819"/>
              </a:lnSpc>
            </a:pPr>
            <a:r>
              <a:rPr lang="en-US" altLang="zh-CN" sz="1800" kern="0" spc="-40" baseline="2723" noProof="0" dirty="0">
                <a:solidFill>
                  <a:srgbClr val="1E293B"/>
                </a:solidFill>
                <a:latin typeface="Arial" pitchFamily="34" charset="0"/>
                <a:ea typeface="Arial" pitchFamily="34" charset="0"/>
                <a:cs typeface="Arial" pitchFamily="34" charset="0"/>
              </a:rPr>
              <a:t>CL</a:t>
            </a:r>
            <a:r>
              <a:rPr lang="en-US" altLang="zh-CN" sz="1800" kern="0" spc="-25" baseline="2723" noProof="0" dirty="0">
                <a:solidFill>
                  <a:srgbClr val="1E293B"/>
                </a:solidFill>
                <a:latin typeface="Arial" pitchFamily="34" charset="0"/>
                <a:ea typeface="Arial" pitchFamily="34" charset="0"/>
                <a:cs typeface="Arial" pitchFamily="34" charset="0"/>
              </a:rPr>
              <a:t>I</a:t>
            </a:r>
            <a:r>
              <a:rPr lang="en-US" altLang="zh-CN" sz="1800" kern="0" spc="-40" baseline="2723" noProof="0" dirty="0">
                <a:solidFill>
                  <a:srgbClr val="1E293B"/>
                </a:solidFill>
                <a:latin typeface="SimHei" pitchFamily="49" charset="0"/>
                <a:ea typeface="SimHei" pitchFamily="49" charset="0"/>
                <a:cs typeface="SimHei" pitchFamily="49" charset="0"/>
              </a:rPr>
              <a:t>工具</a:t>
            </a:r>
          </a:p>
        </p:txBody>
      </p:sp>
      <p:sp>
        <p:nvSpPr>
          <p:cNvPr id="316" name="TextBox316"/>
          <p:cNvSpPr txBox="1"/>
          <p:nvPr/>
        </p:nvSpPr>
        <p:spPr>
          <a:xfrm>
            <a:off x="3378200" y="6094730"/>
            <a:ext cx="1939925" cy="190500"/>
          </a:xfrm>
          <a:prstGeom prst="rect">
            <a:avLst/>
          </a:prstGeom>
          <a:noFill/>
        </p:spPr>
        <p:txBody>
          <a:bodyPr wrap="square" lIns="0" tIns="0" rIns="0" bIns="0" rtlCol="0">
            <a:spAutoFit/>
          </a:bodyPr>
          <a:lstStyle/>
          <a:p>
            <a:pPr marL="0" marR="0" indent="0" eaLnBrk="0">
              <a:lnSpc>
                <a:spcPct val="103819"/>
              </a:lnSpc>
            </a:pPr>
            <a:r>
              <a:rPr lang="en-US" altLang="zh-CN" sz="1200" kern="0" spc="0" baseline="0" noProof="0" dirty="0">
                <a:solidFill>
                  <a:srgbClr val="64748B"/>
                </a:solidFill>
                <a:latin typeface="Arial" pitchFamily="34" charset="0"/>
                <a:ea typeface="Arial" pitchFamily="34" charset="0"/>
                <a:cs typeface="Arial" pitchFamily="34" charset="0"/>
              </a:rPr>
              <a:t>OpenCode</a:t>
            </a:r>
            <a:r>
              <a:rPr lang="en-US" altLang="zh-CN" sz="1200" kern="0" spc="0" baseline="0" noProof="0" dirty="0">
                <a:solidFill>
                  <a:srgbClr val="64748B"/>
                </a:solidFill>
                <a:latin typeface="SimHei" pitchFamily="49" charset="0"/>
                <a:ea typeface="SimHei" pitchFamily="49" charset="0"/>
                <a:cs typeface="SimHei" pitchFamily="49" charset="0"/>
              </a:rPr>
              <a:t>、Claude</a:t>
            </a:r>
            <a:r>
              <a:rPr lang="en-US" altLang="zh-CN" sz="1200" kern="0" spc="-15" baseline="0" noProof="0" dirty="0">
                <a:latin typeface="SimHei" pitchFamily="49" charset="0"/>
                <a:ea typeface="SimHei" pitchFamily="49" charset="0"/>
                <a:cs typeface="SimHei" pitchFamily="49" charset="0"/>
              </a:rPr>
              <a:t> </a:t>
            </a:r>
            <a:r>
              <a:rPr lang="en-US" altLang="zh-CN" sz="1200" kern="0" spc="0" baseline="0" noProof="0" dirty="0">
                <a:solidFill>
                  <a:srgbClr val="64748B"/>
                </a:solidFill>
                <a:latin typeface="SimHei" pitchFamily="49" charset="0"/>
                <a:ea typeface="SimHei" pitchFamily="49" charset="0"/>
                <a:cs typeface="SimHei" pitchFamily="49" charset="0"/>
              </a:rPr>
              <a:t>Code等</a:t>
            </a:r>
          </a:p>
        </p:txBody>
      </p:sp>
    </p:spTree>
    <p:extLst>
      <p:ext uri="{3D6C8381-984C-4233-9F13-E88BA0A2A3F9}"/>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TextBox317"/>
          <p:cNvSpPr txBox="1"/>
          <p:nvPr/>
        </p:nvSpPr>
        <p:spPr>
          <a:xfrm>
            <a:off x="348184" y="225713"/>
            <a:ext cx="6461760" cy="423193"/>
          </a:xfrm>
          <a:prstGeom prst="rect">
            <a:avLst/>
          </a:prstGeom>
          <a:noFill/>
        </p:spPr>
        <p:txBody>
          <a:bodyPr wrap="square" lIns="0" tIns="0" rIns="0" bIns="0" rtlCol="0">
            <a:spAutoFit/>
          </a:bodyPr>
          <a:lstStyle/>
          <a:p>
            <a:pPr marL="0" marR="0" indent="0" eaLnBrk="0">
              <a:lnSpc>
                <a:spcPct val="99848"/>
              </a:lnSpc>
            </a:pPr>
            <a:r>
              <a:rPr lang="en-US" altLang="zh-CN" sz="2750" b="1" kern="0" spc="-75" baseline="0" noProof="0" dirty="0" err="1">
                <a:solidFill>
                  <a:srgbClr val="1E293B"/>
                </a:solidFill>
                <a:latin typeface="SimHei" pitchFamily="49" charset="0"/>
                <a:ea typeface="SimHei" pitchFamily="49" charset="0"/>
                <a:cs typeface="SimHei" pitchFamily="49" charset="0"/>
              </a:rPr>
              <a:t>安装方式</a:t>
            </a:r>
            <a:endParaRPr lang="en-US" altLang="zh-CN" sz="2750" b="1" kern="0" spc="-75" baseline="0" noProof="0" dirty="0">
              <a:solidFill>
                <a:srgbClr val="1E293B"/>
              </a:solidFill>
              <a:latin typeface="SimHei" pitchFamily="49" charset="0"/>
              <a:ea typeface="SimHei" pitchFamily="49" charset="0"/>
              <a:cs typeface="SimHei" pitchFamily="49" charset="0"/>
            </a:endParaRPr>
          </a:p>
        </p:txBody>
      </p:sp>
      <p:pic>
        <p:nvPicPr>
          <p:cNvPr id="318" name="6F6562D1-57F1-4F22-B904-CA5652C21E50"/>
          <p:cNvPicPr>
            <a:picLocks noChangeAspect="1"/>
          </p:cNvPicPr>
          <p:nvPr/>
        </p:nvPicPr>
        <p:blipFill>
          <a:blip r:embed="rId3" cstate="print">
            <a:extLst>
              <a:ext uri="{2625A77A-6F21-4EBC-7DE7-82941CBCA544}"/>
            </a:extLst>
          </a:blip>
          <a:srcRect/>
          <a:stretch>
            <a:fillRect/>
          </a:stretch>
        </p:blipFill>
        <p:spPr>
          <a:xfrm>
            <a:off x="304800" y="4917894"/>
            <a:ext cx="8195734" cy="1931215"/>
          </a:xfrm>
          <a:prstGeom prst="rect">
            <a:avLst/>
          </a:prstGeom>
        </p:spPr>
      </p:pic>
      <p:grpSp>
        <p:nvGrpSpPr>
          <p:cNvPr id="319" name="Combination 319"/>
          <p:cNvGrpSpPr/>
          <p:nvPr/>
        </p:nvGrpSpPr>
        <p:grpSpPr>
          <a:xfrm>
            <a:off x="356611" y="4468419"/>
            <a:ext cx="8139075" cy="2307032"/>
            <a:chOff x="332207" y="4468241"/>
            <a:chExt cx="8139075" cy="2342003"/>
          </a:xfrm>
        </p:grpSpPr>
        <p:sp>
          <p:nvSpPr>
            <p:cNvPr id="320" name="VectorPath 320"/>
            <p:cNvSpPr/>
            <p:nvPr/>
          </p:nvSpPr>
          <p:spPr>
            <a:xfrm>
              <a:off x="332207" y="4468241"/>
              <a:ext cx="8139075" cy="2342003"/>
            </a:xfrm>
            <a:custGeom>
              <a:avLst/>
              <a:gdLst/>
              <a:ahLst/>
              <a:cxnLst/>
              <a:rect l="l" t="t" r="r" b="b"/>
              <a:pathLst>
                <a:path w="8139075" h="2341749">
                  <a:moveTo>
                    <a:pt x="33223" y="-254"/>
                  </a:moveTo>
                  <a:lnTo>
                    <a:pt x="8105801" y="-254"/>
                  </a:lnTo>
                  <a:cubicBezTo>
                    <a:pt x="8124215" y="-254"/>
                    <a:pt x="8139075" y="14605"/>
                    <a:pt x="8139075" y="32893"/>
                  </a:cubicBezTo>
                  <a:lnTo>
                    <a:pt x="8139075" y="2242096"/>
                  </a:lnTo>
                  <a:cubicBezTo>
                    <a:pt x="8139075" y="2297133"/>
                    <a:pt x="8094498" y="2341749"/>
                    <a:pt x="8039380" y="2341749"/>
                  </a:cubicBezTo>
                  <a:lnTo>
                    <a:pt x="99657" y="2341749"/>
                  </a:lnTo>
                  <a:cubicBezTo>
                    <a:pt x="44615" y="2341749"/>
                    <a:pt x="0" y="2297133"/>
                    <a:pt x="0" y="2242096"/>
                  </a:cubicBezTo>
                  <a:lnTo>
                    <a:pt x="0" y="32893"/>
                  </a:lnTo>
                  <a:cubicBezTo>
                    <a:pt x="0" y="14605"/>
                    <a:pt x="14884" y="-254"/>
                    <a:pt x="33223" y="-254"/>
                  </a:cubicBezTo>
                </a:path>
              </a:pathLst>
            </a:custGeom>
            <a:solidFill>
              <a:srgbClr val="FFFFFF">
                <a:alpha val="100000"/>
              </a:srgbClr>
            </a:solidFill>
          </p:spPr>
        </p:sp>
        <p:sp>
          <p:nvSpPr>
            <p:cNvPr id="321" name="VectorPath 321"/>
            <p:cNvSpPr/>
            <p:nvPr/>
          </p:nvSpPr>
          <p:spPr>
            <a:xfrm>
              <a:off x="503440" y="5154905"/>
              <a:ext cx="332207" cy="332232"/>
            </a:xfrm>
            <a:custGeom>
              <a:avLst/>
              <a:gdLst/>
              <a:ahLst/>
              <a:cxnLst/>
              <a:rect l="l" t="t" r="r" b="b"/>
              <a:pathLst>
                <a:path w="332207" h="332232">
                  <a:moveTo>
                    <a:pt x="166103" y="0"/>
                  </a:moveTo>
                  <a:lnTo>
                    <a:pt x="166103" y="0"/>
                  </a:lnTo>
                  <a:cubicBezTo>
                    <a:pt x="257835" y="0"/>
                    <a:pt x="332207" y="74422"/>
                    <a:pt x="332207" y="166116"/>
                  </a:cubicBezTo>
                  <a:lnTo>
                    <a:pt x="332207" y="166116"/>
                  </a:lnTo>
                  <a:cubicBezTo>
                    <a:pt x="332207" y="257810"/>
                    <a:pt x="257835" y="332232"/>
                    <a:pt x="166103" y="332232"/>
                  </a:cubicBezTo>
                  <a:lnTo>
                    <a:pt x="166103" y="332232"/>
                  </a:lnTo>
                  <a:cubicBezTo>
                    <a:pt x="74371" y="332232"/>
                    <a:pt x="0" y="257810"/>
                    <a:pt x="0" y="166116"/>
                  </a:cubicBezTo>
                  <a:lnTo>
                    <a:pt x="0" y="166116"/>
                  </a:lnTo>
                  <a:cubicBezTo>
                    <a:pt x="0" y="74422"/>
                    <a:pt x="74371" y="0"/>
                    <a:pt x="166103" y="0"/>
                  </a:cubicBezTo>
                </a:path>
              </a:pathLst>
            </a:custGeom>
            <a:solidFill>
              <a:srgbClr val="64748B">
                <a:alpha val="100000"/>
              </a:srgbClr>
            </a:solidFill>
          </p:spPr>
          <p:txBody>
            <a:bodyPr/>
            <a:lstStyle/>
            <a:p>
              <a:endParaRPr lang="zh-CN" altLang="en-US" dirty="0"/>
            </a:p>
          </p:txBody>
        </p:sp>
        <p:sp>
          <p:nvSpPr>
            <p:cNvPr id="322" name="VectorPath 322"/>
            <p:cNvSpPr/>
            <p:nvPr/>
          </p:nvSpPr>
          <p:spPr>
            <a:xfrm>
              <a:off x="531533" y="5621582"/>
              <a:ext cx="7740484" cy="989340"/>
            </a:xfrm>
            <a:custGeom>
              <a:avLst/>
              <a:gdLst/>
              <a:ahLst/>
              <a:cxnLst/>
              <a:rect l="l" t="t" r="r" b="b"/>
              <a:pathLst>
                <a:path w="7740484" h="1362012">
                  <a:moveTo>
                    <a:pt x="66434" y="0"/>
                  </a:moveTo>
                  <a:lnTo>
                    <a:pt x="7673936" y="0"/>
                  </a:lnTo>
                  <a:cubicBezTo>
                    <a:pt x="7710642" y="0"/>
                    <a:pt x="7740484" y="29718"/>
                    <a:pt x="7740484" y="66421"/>
                  </a:cubicBezTo>
                  <a:lnTo>
                    <a:pt x="7740484" y="1295565"/>
                  </a:lnTo>
                  <a:cubicBezTo>
                    <a:pt x="7740484" y="1332268"/>
                    <a:pt x="7710642" y="1362012"/>
                    <a:pt x="7673936" y="1362012"/>
                  </a:cubicBezTo>
                  <a:lnTo>
                    <a:pt x="66434" y="1362012"/>
                  </a:lnTo>
                  <a:cubicBezTo>
                    <a:pt x="29743" y="1362012"/>
                    <a:pt x="0" y="1332268"/>
                    <a:pt x="0" y="1295565"/>
                  </a:cubicBezTo>
                  <a:lnTo>
                    <a:pt x="0" y="66421"/>
                  </a:lnTo>
                  <a:cubicBezTo>
                    <a:pt x="0" y="29718"/>
                    <a:pt x="29769" y="0"/>
                    <a:pt x="66434" y="0"/>
                  </a:cubicBezTo>
                </a:path>
              </a:pathLst>
            </a:custGeom>
            <a:solidFill>
              <a:srgbClr val="1E293B">
                <a:alpha val="100000"/>
              </a:srgbClr>
            </a:solidFill>
          </p:spPr>
        </p:sp>
      </p:grpSp>
      <p:pic>
        <p:nvPicPr>
          <p:cNvPr id="323" name="79A6434F-BE95-4CB0-DC0E-D7E7645E296E"/>
          <p:cNvPicPr>
            <a:picLocks noChangeAspect="1"/>
          </p:cNvPicPr>
          <p:nvPr/>
        </p:nvPicPr>
        <p:blipFill>
          <a:blip r:embed="rId4" cstate="print">
            <a:extLst>
              <a:ext uri="{A2FFB3F5-8CAE-4C18-1B94-99B6EE5A64D0}"/>
            </a:extLst>
          </a:blip>
          <a:srcRect/>
          <a:stretch>
            <a:fillRect/>
          </a:stretch>
        </p:blipFill>
        <p:spPr>
          <a:xfrm>
            <a:off x="304800" y="1126489"/>
            <a:ext cx="8195734" cy="3714353"/>
          </a:xfrm>
          <a:prstGeom prst="rect">
            <a:avLst/>
          </a:prstGeom>
        </p:spPr>
      </p:pic>
      <p:grpSp>
        <p:nvGrpSpPr>
          <p:cNvPr id="324" name="Combination 324"/>
          <p:cNvGrpSpPr/>
          <p:nvPr/>
        </p:nvGrpSpPr>
        <p:grpSpPr>
          <a:xfrm>
            <a:off x="363397" y="997489"/>
            <a:ext cx="8139075" cy="3753431"/>
            <a:chOff x="332207" y="1146175"/>
            <a:chExt cx="8139075" cy="3178357"/>
          </a:xfrm>
        </p:grpSpPr>
        <p:sp>
          <p:nvSpPr>
            <p:cNvPr id="325" name="VectorPath 325"/>
            <p:cNvSpPr/>
            <p:nvPr/>
          </p:nvSpPr>
          <p:spPr>
            <a:xfrm>
              <a:off x="332207" y="1146175"/>
              <a:ext cx="8139075" cy="3172460"/>
            </a:xfrm>
            <a:custGeom>
              <a:avLst/>
              <a:gdLst/>
              <a:ahLst/>
              <a:cxnLst/>
              <a:rect l="l" t="t" r="r" b="b"/>
              <a:pathLst>
                <a:path w="8139075" h="3172460">
                  <a:moveTo>
                    <a:pt x="33223" y="0"/>
                  </a:moveTo>
                  <a:lnTo>
                    <a:pt x="8105801" y="0"/>
                  </a:lnTo>
                  <a:cubicBezTo>
                    <a:pt x="8124215" y="0"/>
                    <a:pt x="8139075" y="14859"/>
                    <a:pt x="8139075" y="33147"/>
                  </a:cubicBezTo>
                  <a:lnTo>
                    <a:pt x="8139075" y="3072892"/>
                  </a:lnTo>
                  <a:cubicBezTo>
                    <a:pt x="8139075" y="3127883"/>
                    <a:pt x="8094498" y="3172460"/>
                    <a:pt x="8039380" y="3172460"/>
                  </a:cubicBezTo>
                  <a:lnTo>
                    <a:pt x="99657" y="3172460"/>
                  </a:lnTo>
                  <a:cubicBezTo>
                    <a:pt x="44615" y="3172460"/>
                    <a:pt x="0" y="3127883"/>
                    <a:pt x="0" y="3072892"/>
                  </a:cubicBezTo>
                  <a:lnTo>
                    <a:pt x="0" y="33147"/>
                  </a:lnTo>
                  <a:cubicBezTo>
                    <a:pt x="0" y="14859"/>
                    <a:pt x="14872" y="0"/>
                    <a:pt x="33223" y="0"/>
                  </a:cubicBezTo>
                </a:path>
              </a:pathLst>
            </a:custGeom>
            <a:solidFill>
              <a:srgbClr val="FFFFFF">
                <a:alpha val="100000"/>
              </a:srgbClr>
            </a:solidFill>
          </p:spPr>
          <p:txBody>
            <a:bodyPr/>
            <a:lstStyle/>
            <a:p>
              <a:endParaRPr lang="zh-CN" altLang="en-US" dirty="0"/>
            </a:p>
          </p:txBody>
        </p:sp>
        <p:sp>
          <p:nvSpPr>
            <p:cNvPr id="326" name="VectorPath 326"/>
            <p:cNvSpPr/>
            <p:nvPr/>
          </p:nvSpPr>
          <p:spPr>
            <a:xfrm>
              <a:off x="497015" y="1447331"/>
              <a:ext cx="366726" cy="296759"/>
            </a:xfrm>
            <a:custGeom>
              <a:avLst/>
              <a:gdLst/>
              <a:ahLst/>
              <a:cxnLst/>
              <a:rect l="l" t="t" r="r" b="b"/>
              <a:pathLst>
                <a:path w="332207" h="332232">
                  <a:moveTo>
                    <a:pt x="166103" y="0"/>
                  </a:moveTo>
                  <a:lnTo>
                    <a:pt x="166103" y="0"/>
                  </a:lnTo>
                  <a:cubicBezTo>
                    <a:pt x="257835" y="0"/>
                    <a:pt x="332207" y="74422"/>
                    <a:pt x="332207" y="166116"/>
                  </a:cubicBezTo>
                  <a:lnTo>
                    <a:pt x="332207" y="166116"/>
                  </a:lnTo>
                  <a:cubicBezTo>
                    <a:pt x="332207" y="257810"/>
                    <a:pt x="257835" y="332232"/>
                    <a:pt x="166103" y="332232"/>
                  </a:cubicBezTo>
                  <a:lnTo>
                    <a:pt x="166103" y="332232"/>
                  </a:lnTo>
                  <a:cubicBezTo>
                    <a:pt x="74371" y="332232"/>
                    <a:pt x="0" y="257810"/>
                    <a:pt x="0" y="166116"/>
                  </a:cubicBezTo>
                  <a:lnTo>
                    <a:pt x="0" y="166116"/>
                  </a:lnTo>
                  <a:cubicBezTo>
                    <a:pt x="0" y="74422"/>
                    <a:pt x="74371" y="0"/>
                    <a:pt x="166103" y="0"/>
                  </a:cubicBezTo>
                </a:path>
              </a:pathLst>
            </a:custGeom>
            <a:solidFill>
              <a:srgbClr val="2563EB">
                <a:alpha val="100000"/>
              </a:srgbClr>
            </a:solidFill>
          </p:spPr>
        </p:sp>
        <p:sp>
          <p:nvSpPr>
            <p:cNvPr id="327" name="VectorPath 327"/>
            <p:cNvSpPr/>
            <p:nvPr/>
          </p:nvSpPr>
          <p:spPr>
            <a:xfrm>
              <a:off x="531533" y="1909127"/>
              <a:ext cx="7740484" cy="2415405"/>
            </a:xfrm>
            <a:custGeom>
              <a:avLst/>
              <a:gdLst/>
              <a:ahLst/>
              <a:cxnLst/>
              <a:rect l="l" t="t" r="r" b="b"/>
              <a:pathLst>
                <a:path w="7740484" h="2059686">
                  <a:moveTo>
                    <a:pt x="66446" y="0"/>
                  </a:moveTo>
                  <a:lnTo>
                    <a:pt x="7673936" y="0"/>
                  </a:lnTo>
                  <a:cubicBezTo>
                    <a:pt x="7710642" y="0"/>
                    <a:pt x="7740484" y="29718"/>
                    <a:pt x="7740484" y="66421"/>
                  </a:cubicBezTo>
                  <a:lnTo>
                    <a:pt x="7740484" y="1993138"/>
                  </a:lnTo>
                  <a:cubicBezTo>
                    <a:pt x="7740484" y="2029841"/>
                    <a:pt x="7710642" y="2059686"/>
                    <a:pt x="7673936" y="2059686"/>
                  </a:cubicBezTo>
                  <a:lnTo>
                    <a:pt x="66446" y="2059686"/>
                  </a:lnTo>
                  <a:cubicBezTo>
                    <a:pt x="29743" y="2059686"/>
                    <a:pt x="0" y="2029841"/>
                    <a:pt x="0" y="1993138"/>
                  </a:cubicBezTo>
                  <a:lnTo>
                    <a:pt x="0" y="66421"/>
                  </a:lnTo>
                  <a:cubicBezTo>
                    <a:pt x="0" y="29718"/>
                    <a:pt x="29769" y="0"/>
                    <a:pt x="66446" y="0"/>
                  </a:cubicBezTo>
                </a:path>
              </a:pathLst>
            </a:custGeom>
            <a:solidFill>
              <a:srgbClr val="1E293B">
                <a:alpha val="100000"/>
              </a:srgbClr>
            </a:solidFill>
          </p:spPr>
          <p:txBody>
            <a:bodyPr/>
            <a:lstStyle/>
            <a:p>
              <a:endParaRPr lang="zh-CN" altLang="en-US" dirty="0"/>
            </a:p>
          </p:txBody>
        </p:sp>
      </p:grpSp>
      <p:pic>
        <p:nvPicPr>
          <p:cNvPr id="328" name="927CC9D9-CA93-41DA-B36E-23F0FF5B19B9"/>
          <p:cNvPicPr>
            <a:picLocks noChangeAspect="1"/>
          </p:cNvPicPr>
          <p:nvPr/>
        </p:nvPicPr>
        <p:blipFill>
          <a:blip r:embed="rId5" cstate="print">
            <a:extLst>
              <a:ext uri="{830757C3-B705-4EF9-46BA-14B0294E508D}"/>
            </a:extLst>
          </a:blip>
          <a:srcRect/>
          <a:stretch>
            <a:fillRect/>
          </a:stretch>
        </p:blipFill>
        <p:spPr>
          <a:xfrm>
            <a:off x="8570837" y="1084050"/>
            <a:ext cx="3230033" cy="3526367"/>
          </a:xfrm>
          <a:prstGeom prst="rect">
            <a:avLst/>
          </a:prstGeom>
        </p:spPr>
      </p:pic>
      <p:grpSp>
        <p:nvGrpSpPr>
          <p:cNvPr id="329" name="Combination 329"/>
          <p:cNvGrpSpPr/>
          <p:nvPr/>
        </p:nvGrpSpPr>
        <p:grpSpPr>
          <a:xfrm>
            <a:off x="8690610" y="1129665"/>
            <a:ext cx="3173096" cy="3471545"/>
            <a:chOff x="8690610" y="1129665"/>
            <a:chExt cx="3173096" cy="3471545"/>
          </a:xfrm>
        </p:grpSpPr>
        <p:sp>
          <p:nvSpPr>
            <p:cNvPr id="330" name="VectorPath 330"/>
            <p:cNvSpPr/>
            <p:nvPr/>
          </p:nvSpPr>
          <p:spPr>
            <a:xfrm>
              <a:off x="8690864" y="1129538"/>
              <a:ext cx="3172587" cy="3471545"/>
            </a:xfrm>
            <a:custGeom>
              <a:avLst/>
              <a:gdLst/>
              <a:ahLst/>
              <a:cxnLst/>
              <a:rect l="l" t="t" r="r" b="b"/>
              <a:pathLst>
                <a:path w="3172587" h="3471418">
                  <a:moveTo>
                    <a:pt x="33148" y="-127"/>
                  </a:moveTo>
                  <a:lnTo>
                    <a:pt x="3072892" y="-127"/>
                  </a:lnTo>
                  <a:cubicBezTo>
                    <a:pt x="3128010" y="-127"/>
                    <a:pt x="3172587" y="44450"/>
                    <a:pt x="3172587" y="99441"/>
                  </a:cubicBezTo>
                  <a:lnTo>
                    <a:pt x="3172587" y="3371723"/>
                  </a:lnTo>
                  <a:cubicBezTo>
                    <a:pt x="3172587" y="3426841"/>
                    <a:pt x="3128010" y="3471418"/>
                    <a:pt x="3072892" y="3471418"/>
                  </a:cubicBezTo>
                  <a:lnTo>
                    <a:pt x="33148" y="3471418"/>
                  </a:lnTo>
                  <a:cubicBezTo>
                    <a:pt x="14860" y="3471418"/>
                    <a:pt x="0" y="3456559"/>
                    <a:pt x="0" y="3438144"/>
                  </a:cubicBezTo>
                  <a:lnTo>
                    <a:pt x="0" y="33020"/>
                  </a:lnTo>
                  <a:cubicBezTo>
                    <a:pt x="0" y="14732"/>
                    <a:pt x="14860" y="-127"/>
                    <a:pt x="33148" y="-127"/>
                  </a:cubicBezTo>
                </a:path>
              </a:pathLst>
            </a:custGeom>
            <a:solidFill>
              <a:srgbClr val="FFFFFF">
                <a:alpha val="100000"/>
              </a:srgbClr>
            </a:solidFill>
          </p:spPr>
        </p:sp>
        <p:sp>
          <p:nvSpPr>
            <p:cNvPr id="331" name="VectorPath 331"/>
            <p:cNvSpPr/>
            <p:nvPr/>
          </p:nvSpPr>
          <p:spPr>
            <a:xfrm>
              <a:off x="8916162" y="1325880"/>
              <a:ext cx="294767" cy="256667"/>
            </a:xfrm>
            <a:custGeom>
              <a:avLst/>
              <a:gdLst/>
              <a:ahLst/>
              <a:cxnLst/>
              <a:rect l="l" t="t" r="r" b="b"/>
              <a:pathLst>
                <a:path w="294767" h="256667">
                  <a:moveTo>
                    <a:pt x="265303" y="118364"/>
                  </a:moveTo>
                  <a:cubicBezTo>
                    <a:pt x="270383" y="124079"/>
                    <a:pt x="279146" y="125349"/>
                    <a:pt x="285750" y="121031"/>
                  </a:cubicBezTo>
                  <a:cubicBezTo>
                    <a:pt x="292862" y="116332"/>
                    <a:pt x="294767" y="106553"/>
                    <a:pt x="290068" y="99441"/>
                  </a:cubicBezTo>
                  <a:lnTo>
                    <a:pt x="266700" y="64389"/>
                  </a:lnTo>
                  <a:cubicBezTo>
                    <a:pt x="265303" y="62357"/>
                    <a:pt x="263398" y="60706"/>
                    <a:pt x="261239" y="59436"/>
                  </a:cubicBezTo>
                  <a:lnTo>
                    <a:pt x="163703" y="5207"/>
                  </a:lnTo>
                  <a:cubicBezTo>
                    <a:pt x="154305" y="0"/>
                    <a:pt x="142875" y="0"/>
                    <a:pt x="133477" y="5207"/>
                  </a:cubicBezTo>
                  <a:lnTo>
                    <a:pt x="35941" y="59436"/>
                  </a:lnTo>
                  <a:cubicBezTo>
                    <a:pt x="33274" y="60833"/>
                    <a:pt x="31242" y="62992"/>
                    <a:pt x="29718" y="65659"/>
                  </a:cubicBezTo>
                  <a:lnTo>
                    <a:pt x="6223" y="109347"/>
                  </a:lnTo>
                  <a:cubicBezTo>
                    <a:pt x="0" y="120777"/>
                    <a:pt x="4318" y="134874"/>
                    <a:pt x="15748" y="141097"/>
                  </a:cubicBezTo>
                  <a:lnTo>
                    <a:pt x="31750" y="149606"/>
                  </a:lnTo>
                  <a:lnTo>
                    <a:pt x="31750" y="175641"/>
                  </a:lnTo>
                  <a:cubicBezTo>
                    <a:pt x="31750" y="186817"/>
                    <a:pt x="37846" y="197104"/>
                    <a:pt x="47498" y="202692"/>
                  </a:cubicBezTo>
                  <a:lnTo>
                    <a:pt x="133223" y="251206"/>
                  </a:lnTo>
                  <a:cubicBezTo>
                    <a:pt x="142748" y="256667"/>
                    <a:pt x="154305" y="256667"/>
                    <a:pt x="163957" y="251206"/>
                  </a:cubicBezTo>
                  <a:lnTo>
                    <a:pt x="249555" y="202692"/>
                  </a:lnTo>
                  <a:cubicBezTo>
                    <a:pt x="259335" y="197104"/>
                    <a:pt x="265303" y="186817"/>
                    <a:pt x="265303" y="175641"/>
                  </a:cubicBezTo>
                  <a:lnTo>
                    <a:pt x="265303" y="118364"/>
                  </a:lnTo>
                  <a:close/>
                  <a:moveTo>
                    <a:pt x="148590" y="113665"/>
                  </a:moveTo>
                  <a:lnTo>
                    <a:pt x="75565" y="73025"/>
                  </a:lnTo>
                  <a:lnTo>
                    <a:pt x="148590" y="32385"/>
                  </a:lnTo>
                  <a:lnTo>
                    <a:pt x="221615" y="73025"/>
                  </a:lnTo>
                  <a:lnTo>
                    <a:pt x="148590" y="113665"/>
                  </a:lnTo>
                  <a:close/>
                  <a:moveTo>
                    <a:pt x="128397" y="138049"/>
                  </a:moveTo>
                  <a:lnTo>
                    <a:pt x="117983" y="160528"/>
                  </a:lnTo>
                  <a:lnTo>
                    <a:pt x="37338" y="117348"/>
                  </a:lnTo>
                  <a:lnTo>
                    <a:pt x="49657" y="94361"/>
                  </a:lnTo>
                  <a:lnTo>
                    <a:pt x="128397" y="138049"/>
                  </a:lnTo>
                  <a:close/>
                </a:path>
              </a:pathLst>
            </a:custGeom>
            <a:solidFill>
              <a:srgbClr val="0EA5E9">
                <a:alpha val="100000"/>
              </a:srgbClr>
            </a:solidFill>
          </p:spPr>
        </p:sp>
        <p:sp>
          <p:nvSpPr>
            <p:cNvPr id="332" name="VectorPath 332"/>
            <p:cNvSpPr/>
            <p:nvPr/>
          </p:nvSpPr>
          <p:spPr>
            <a:xfrm>
              <a:off x="8906764" y="1710817"/>
              <a:ext cx="2757298" cy="598043"/>
            </a:xfrm>
            <a:custGeom>
              <a:avLst/>
              <a:gdLst/>
              <a:ahLst/>
              <a:cxnLst/>
              <a:rect l="l" t="t" r="r" b="b"/>
              <a:pathLst>
                <a:path w="2757298" h="598043">
                  <a:moveTo>
                    <a:pt x="66421" y="0"/>
                  </a:moveTo>
                  <a:lnTo>
                    <a:pt x="2690876" y="0"/>
                  </a:lnTo>
                  <a:cubicBezTo>
                    <a:pt x="2727579" y="0"/>
                    <a:pt x="2757298" y="29845"/>
                    <a:pt x="2757298" y="66548"/>
                  </a:cubicBezTo>
                  <a:lnTo>
                    <a:pt x="2757298" y="531622"/>
                  </a:lnTo>
                  <a:cubicBezTo>
                    <a:pt x="2757298" y="568325"/>
                    <a:pt x="2727579" y="598043"/>
                    <a:pt x="2690876" y="598043"/>
                  </a:cubicBezTo>
                  <a:lnTo>
                    <a:pt x="66421" y="598043"/>
                  </a:lnTo>
                  <a:cubicBezTo>
                    <a:pt x="29718" y="598043"/>
                    <a:pt x="0" y="568325"/>
                    <a:pt x="0" y="531622"/>
                  </a:cubicBezTo>
                  <a:lnTo>
                    <a:pt x="0" y="66548"/>
                  </a:lnTo>
                  <a:cubicBezTo>
                    <a:pt x="0" y="29845"/>
                    <a:pt x="29845" y="0"/>
                    <a:pt x="66421" y="0"/>
                  </a:cubicBezTo>
                </a:path>
              </a:pathLst>
            </a:custGeom>
            <a:solidFill>
              <a:srgbClr val="0EA5E9">
                <a:alpha val="5000"/>
              </a:srgbClr>
            </a:solidFill>
          </p:spPr>
        </p:sp>
        <p:sp>
          <p:nvSpPr>
            <p:cNvPr id="333" name="VectorPath 333"/>
            <p:cNvSpPr/>
            <p:nvPr/>
          </p:nvSpPr>
          <p:spPr>
            <a:xfrm>
              <a:off x="9027288" y="1840103"/>
              <a:ext cx="124587" cy="140081"/>
            </a:xfrm>
            <a:custGeom>
              <a:avLst/>
              <a:gdLst/>
              <a:ahLst/>
              <a:cxnLst/>
              <a:rect l="l" t="t" r="r" b="b"/>
              <a:pathLst>
                <a:path w="124587" h="140081">
                  <a:moveTo>
                    <a:pt x="53975" y="3048"/>
                  </a:moveTo>
                  <a:cubicBezTo>
                    <a:pt x="59182" y="0"/>
                    <a:pt x="65405" y="0"/>
                    <a:pt x="70612" y="3048"/>
                  </a:cubicBezTo>
                  <a:lnTo>
                    <a:pt x="116205" y="29337"/>
                  </a:lnTo>
                  <a:cubicBezTo>
                    <a:pt x="121412" y="32258"/>
                    <a:pt x="124587" y="37846"/>
                    <a:pt x="124587" y="43688"/>
                  </a:cubicBezTo>
                  <a:lnTo>
                    <a:pt x="124587" y="96393"/>
                  </a:lnTo>
                  <a:cubicBezTo>
                    <a:pt x="124587" y="102362"/>
                    <a:pt x="121412" y="107823"/>
                    <a:pt x="116205" y="110744"/>
                  </a:cubicBezTo>
                  <a:lnTo>
                    <a:pt x="70612" y="137160"/>
                  </a:lnTo>
                  <a:cubicBezTo>
                    <a:pt x="65405" y="140081"/>
                    <a:pt x="59182" y="140081"/>
                    <a:pt x="53975" y="137160"/>
                  </a:cubicBezTo>
                  <a:lnTo>
                    <a:pt x="8382" y="110872"/>
                  </a:lnTo>
                  <a:cubicBezTo>
                    <a:pt x="3175" y="107823"/>
                    <a:pt x="0" y="102362"/>
                    <a:pt x="0" y="96393"/>
                  </a:cubicBezTo>
                  <a:lnTo>
                    <a:pt x="0" y="43815"/>
                  </a:lnTo>
                  <a:cubicBezTo>
                    <a:pt x="0" y="37846"/>
                    <a:pt x="3175" y="32385"/>
                    <a:pt x="8382" y="29337"/>
                  </a:cubicBezTo>
                  <a:lnTo>
                    <a:pt x="53975" y="3048"/>
                  </a:lnTo>
                  <a:close/>
                  <a:moveTo>
                    <a:pt x="107950" y="96393"/>
                  </a:moveTo>
                  <a:lnTo>
                    <a:pt x="107950" y="53340"/>
                  </a:lnTo>
                  <a:lnTo>
                    <a:pt x="70612" y="74803"/>
                  </a:lnTo>
                  <a:lnTo>
                    <a:pt x="70612" y="117984"/>
                  </a:lnTo>
                  <a:lnTo>
                    <a:pt x="107950" y="96393"/>
                  </a:lnTo>
                  <a:close/>
                </a:path>
              </a:pathLst>
            </a:custGeom>
            <a:solidFill>
              <a:srgbClr val="0EA5E9">
                <a:alpha val="100000"/>
              </a:srgbClr>
            </a:solidFill>
          </p:spPr>
        </p:sp>
        <p:sp>
          <p:nvSpPr>
            <p:cNvPr id="334" name="VectorPath 334"/>
            <p:cNvSpPr/>
            <p:nvPr/>
          </p:nvSpPr>
          <p:spPr>
            <a:xfrm>
              <a:off x="8906764" y="2408556"/>
              <a:ext cx="2757298" cy="597915"/>
            </a:xfrm>
            <a:custGeom>
              <a:avLst/>
              <a:gdLst/>
              <a:ahLst/>
              <a:cxnLst/>
              <a:rect l="l" t="t" r="r" b="b"/>
              <a:pathLst>
                <a:path w="2757298" h="597915">
                  <a:moveTo>
                    <a:pt x="66421" y="0"/>
                  </a:moveTo>
                  <a:lnTo>
                    <a:pt x="2690876" y="0"/>
                  </a:lnTo>
                  <a:cubicBezTo>
                    <a:pt x="2727579" y="0"/>
                    <a:pt x="2757298" y="29718"/>
                    <a:pt x="2757298" y="66421"/>
                  </a:cubicBezTo>
                  <a:lnTo>
                    <a:pt x="2757298" y="531495"/>
                  </a:lnTo>
                  <a:cubicBezTo>
                    <a:pt x="2757298" y="568198"/>
                    <a:pt x="2727579" y="597915"/>
                    <a:pt x="2690876" y="597915"/>
                  </a:cubicBezTo>
                  <a:lnTo>
                    <a:pt x="66421" y="597915"/>
                  </a:lnTo>
                  <a:cubicBezTo>
                    <a:pt x="29718" y="597915"/>
                    <a:pt x="0" y="568198"/>
                    <a:pt x="0" y="531495"/>
                  </a:cubicBezTo>
                  <a:lnTo>
                    <a:pt x="0" y="66421"/>
                  </a:lnTo>
                  <a:cubicBezTo>
                    <a:pt x="0" y="29718"/>
                    <a:pt x="29845" y="0"/>
                    <a:pt x="66421" y="0"/>
                  </a:cubicBezTo>
                </a:path>
              </a:pathLst>
            </a:custGeom>
            <a:solidFill>
              <a:srgbClr val="0EA5E9">
                <a:alpha val="5000"/>
              </a:srgbClr>
            </a:solidFill>
          </p:spPr>
        </p:sp>
        <p:sp>
          <p:nvSpPr>
            <p:cNvPr id="335" name="VectorPath 335"/>
            <p:cNvSpPr/>
            <p:nvPr/>
          </p:nvSpPr>
          <p:spPr>
            <a:xfrm>
              <a:off x="9031352" y="2533142"/>
              <a:ext cx="116332" cy="132842"/>
            </a:xfrm>
            <a:custGeom>
              <a:avLst/>
              <a:gdLst/>
              <a:ahLst/>
              <a:cxnLst/>
              <a:rect l="l" t="t" r="r" b="b"/>
              <a:pathLst>
                <a:path w="116332" h="132842">
                  <a:moveTo>
                    <a:pt x="66421" y="8255"/>
                  </a:moveTo>
                  <a:moveTo>
                    <a:pt x="66421" y="8255"/>
                  </a:moveTo>
                  <a:cubicBezTo>
                    <a:pt x="66421" y="3683"/>
                    <a:pt x="62738" y="0"/>
                    <a:pt x="58166" y="0"/>
                  </a:cubicBezTo>
                  <a:cubicBezTo>
                    <a:pt x="53594" y="0"/>
                    <a:pt x="49784" y="3683"/>
                    <a:pt x="49784" y="8255"/>
                  </a:cubicBezTo>
                  <a:lnTo>
                    <a:pt x="49784" y="24892"/>
                  </a:lnTo>
                  <a:lnTo>
                    <a:pt x="24892" y="24892"/>
                  </a:lnTo>
                  <a:cubicBezTo>
                    <a:pt x="11176" y="24892"/>
                    <a:pt x="0" y="36068"/>
                    <a:pt x="0" y="49784"/>
                  </a:cubicBezTo>
                  <a:lnTo>
                    <a:pt x="0" y="107950"/>
                  </a:lnTo>
                  <a:cubicBezTo>
                    <a:pt x="0" y="121666"/>
                    <a:pt x="11176" y="132842"/>
                    <a:pt x="24892" y="132842"/>
                  </a:cubicBezTo>
                  <a:lnTo>
                    <a:pt x="91313" y="132842"/>
                  </a:lnTo>
                  <a:cubicBezTo>
                    <a:pt x="105156" y="132842"/>
                    <a:pt x="116332" y="121666"/>
                    <a:pt x="116332" y="107950"/>
                  </a:cubicBezTo>
                  <a:lnTo>
                    <a:pt x="116332" y="49784"/>
                  </a:lnTo>
                  <a:cubicBezTo>
                    <a:pt x="116332" y="36068"/>
                    <a:pt x="105156" y="24892"/>
                    <a:pt x="91313" y="24892"/>
                  </a:cubicBezTo>
                  <a:lnTo>
                    <a:pt x="66421" y="24892"/>
                  </a:lnTo>
                  <a:lnTo>
                    <a:pt x="66421" y="8255"/>
                  </a:lnTo>
                  <a:close/>
                  <a:moveTo>
                    <a:pt x="16637" y="103759"/>
                  </a:moveTo>
                  <a:moveTo>
                    <a:pt x="16637" y="103759"/>
                  </a:moveTo>
                  <a:cubicBezTo>
                    <a:pt x="16637" y="100330"/>
                    <a:pt x="19431" y="97536"/>
                    <a:pt x="22861" y="97536"/>
                  </a:cubicBezTo>
                  <a:lnTo>
                    <a:pt x="31115" y="97536"/>
                  </a:lnTo>
                  <a:cubicBezTo>
                    <a:pt x="34544" y="97536"/>
                    <a:pt x="37338" y="100330"/>
                    <a:pt x="37338" y="103759"/>
                  </a:cubicBezTo>
                  <a:cubicBezTo>
                    <a:pt x="37338" y="107188"/>
                    <a:pt x="34544" y="109982"/>
                    <a:pt x="31115" y="109982"/>
                  </a:cubicBezTo>
                  <a:lnTo>
                    <a:pt x="22861" y="109982"/>
                  </a:lnTo>
                  <a:cubicBezTo>
                    <a:pt x="19431" y="109982"/>
                    <a:pt x="16637" y="107188"/>
                    <a:pt x="16637" y="103759"/>
                  </a:cubicBezTo>
                  <a:moveTo>
                    <a:pt x="47752" y="103759"/>
                  </a:moveTo>
                  <a:moveTo>
                    <a:pt x="47752" y="103759"/>
                  </a:moveTo>
                  <a:cubicBezTo>
                    <a:pt x="47752" y="100330"/>
                    <a:pt x="50546" y="97536"/>
                    <a:pt x="53975" y="97536"/>
                  </a:cubicBezTo>
                  <a:lnTo>
                    <a:pt x="62357" y="97536"/>
                  </a:lnTo>
                  <a:cubicBezTo>
                    <a:pt x="65786" y="97536"/>
                    <a:pt x="68580" y="100330"/>
                    <a:pt x="68580" y="103759"/>
                  </a:cubicBezTo>
                  <a:cubicBezTo>
                    <a:pt x="68580" y="107188"/>
                    <a:pt x="65786" y="109982"/>
                    <a:pt x="62357" y="109982"/>
                  </a:cubicBezTo>
                  <a:lnTo>
                    <a:pt x="53975" y="109982"/>
                  </a:lnTo>
                  <a:cubicBezTo>
                    <a:pt x="50546" y="109982"/>
                    <a:pt x="47752" y="107188"/>
                    <a:pt x="47752" y="103759"/>
                  </a:cubicBezTo>
                  <a:moveTo>
                    <a:pt x="78867" y="103759"/>
                  </a:moveTo>
                  <a:moveTo>
                    <a:pt x="78867" y="103759"/>
                  </a:moveTo>
                  <a:cubicBezTo>
                    <a:pt x="78867" y="100330"/>
                    <a:pt x="81661" y="97536"/>
                    <a:pt x="85090" y="97536"/>
                  </a:cubicBezTo>
                  <a:lnTo>
                    <a:pt x="93473" y="97536"/>
                  </a:lnTo>
                  <a:cubicBezTo>
                    <a:pt x="96901" y="97536"/>
                    <a:pt x="99695" y="100330"/>
                    <a:pt x="99695" y="103759"/>
                  </a:cubicBezTo>
                  <a:cubicBezTo>
                    <a:pt x="99695" y="107188"/>
                    <a:pt x="96901" y="109982"/>
                    <a:pt x="93473" y="109982"/>
                  </a:cubicBezTo>
                  <a:lnTo>
                    <a:pt x="85090" y="109982"/>
                  </a:lnTo>
                  <a:cubicBezTo>
                    <a:pt x="81661" y="109982"/>
                    <a:pt x="78867" y="107188"/>
                    <a:pt x="78867" y="103759"/>
                  </a:cubicBezTo>
                  <a:moveTo>
                    <a:pt x="33274" y="53975"/>
                  </a:moveTo>
                  <a:moveTo>
                    <a:pt x="33274" y="53975"/>
                  </a:moveTo>
                  <a:cubicBezTo>
                    <a:pt x="40132" y="53975"/>
                    <a:pt x="45720" y="59563"/>
                    <a:pt x="45720" y="66421"/>
                  </a:cubicBezTo>
                  <a:cubicBezTo>
                    <a:pt x="45720" y="73279"/>
                    <a:pt x="40132" y="78867"/>
                    <a:pt x="33274" y="78867"/>
                  </a:cubicBezTo>
                  <a:cubicBezTo>
                    <a:pt x="26416" y="78867"/>
                    <a:pt x="20828" y="73279"/>
                    <a:pt x="20828" y="66421"/>
                  </a:cubicBezTo>
                  <a:cubicBezTo>
                    <a:pt x="20828" y="59563"/>
                    <a:pt x="26416" y="53975"/>
                    <a:pt x="33274" y="53975"/>
                  </a:cubicBezTo>
                  <a:moveTo>
                    <a:pt x="70612" y="66421"/>
                  </a:moveTo>
                  <a:moveTo>
                    <a:pt x="70612" y="66421"/>
                  </a:moveTo>
                  <a:cubicBezTo>
                    <a:pt x="70612" y="59563"/>
                    <a:pt x="76200" y="53975"/>
                    <a:pt x="83058" y="53975"/>
                  </a:cubicBezTo>
                  <a:cubicBezTo>
                    <a:pt x="89916" y="53975"/>
                    <a:pt x="95503" y="59563"/>
                    <a:pt x="95503" y="66421"/>
                  </a:cubicBezTo>
                  <a:cubicBezTo>
                    <a:pt x="95503" y="73279"/>
                    <a:pt x="89916" y="78867"/>
                    <a:pt x="83058" y="78867"/>
                  </a:cubicBezTo>
                  <a:cubicBezTo>
                    <a:pt x="76200" y="78867"/>
                    <a:pt x="70612" y="73279"/>
                    <a:pt x="70612" y="66421"/>
                  </a:cubicBezTo>
                </a:path>
              </a:pathLst>
            </a:custGeom>
            <a:solidFill>
              <a:srgbClr val="0EA5E9">
                <a:alpha val="100000"/>
              </a:srgbClr>
            </a:solidFill>
          </p:spPr>
        </p:sp>
        <p:sp>
          <p:nvSpPr>
            <p:cNvPr id="336" name="VectorPath 336"/>
            <p:cNvSpPr/>
            <p:nvPr/>
          </p:nvSpPr>
          <p:spPr>
            <a:xfrm>
              <a:off x="8906764" y="3106166"/>
              <a:ext cx="2757298" cy="597916"/>
            </a:xfrm>
            <a:custGeom>
              <a:avLst/>
              <a:gdLst/>
              <a:ahLst/>
              <a:cxnLst/>
              <a:rect l="l" t="t" r="r" b="b"/>
              <a:pathLst>
                <a:path w="2757298" h="597916">
                  <a:moveTo>
                    <a:pt x="66421" y="0"/>
                  </a:moveTo>
                  <a:lnTo>
                    <a:pt x="2690876" y="0"/>
                  </a:lnTo>
                  <a:cubicBezTo>
                    <a:pt x="2727579" y="0"/>
                    <a:pt x="2757298" y="29718"/>
                    <a:pt x="2757298" y="66421"/>
                  </a:cubicBezTo>
                  <a:lnTo>
                    <a:pt x="2757298" y="531495"/>
                  </a:lnTo>
                  <a:cubicBezTo>
                    <a:pt x="2757298" y="568198"/>
                    <a:pt x="2727579" y="597916"/>
                    <a:pt x="2690876" y="597916"/>
                  </a:cubicBezTo>
                  <a:lnTo>
                    <a:pt x="66421" y="597916"/>
                  </a:lnTo>
                  <a:cubicBezTo>
                    <a:pt x="29718" y="597916"/>
                    <a:pt x="0" y="568198"/>
                    <a:pt x="0" y="531495"/>
                  </a:cubicBezTo>
                  <a:lnTo>
                    <a:pt x="0" y="66421"/>
                  </a:lnTo>
                  <a:cubicBezTo>
                    <a:pt x="0" y="29718"/>
                    <a:pt x="29845" y="0"/>
                    <a:pt x="66421" y="0"/>
                  </a:cubicBezTo>
                </a:path>
              </a:pathLst>
            </a:custGeom>
            <a:solidFill>
              <a:srgbClr val="0EA5E9">
                <a:alpha val="5000"/>
              </a:srgbClr>
            </a:solidFill>
          </p:spPr>
        </p:sp>
        <p:sp>
          <p:nvSpPr>
            <p:cNvPr id="337" name="VectorPath 337"/>
            <p:cNvSpPr/>
            <p:nvPr/>
          </p:nvSpPr>
          <p:spPr>
            <a:xfrm>
              <a:off x="9023098" y="3239008"/>
              <a:ext cx="132842" cy="124587"/>
            </a:xfrm>
            <a:custGeom>
              <a:avLst/>
              <a:gdLst/>
              <a:ahLst/>
              <a:cxnLst/>
              <a:rect l="l" t="t" r="r" b="b"/>
              <a:pathLst>
                <a:path w="132842" h="124587">
                  <a:moveTo>
                    <a:pt x="45593" y="14605"/>
                  </a:moveTo>
                  <a:lnTo>
                    <a:pt x="45593" y="24892"/>
                  </a:lnTo>
                  <a:lnTo>
                    <a:pt x="87121" y="24892"/>
                  </a:lnTo>
                  <a:lnTo>
                    <a:pt x="87121" y="14605"/>
                  </a:lnTo>
                  <a:cubicBezTo>
                    <a:pt x="87121" y="13462"/>
                    <a:pt x="86233" y="12446"/>
                    <a:pt x="85089" y="12446"/>
                  </a:cubicBezTo>
                  <a:lnTo>
                    <a:pt x="47751" y="12446"/>
                  </a:lnTo>
                  <a:cubicBezTo>
                    <a:pt x="46608" y="12446"/>
                    <a:pt x="45593" y="13462"/>
                    <a:pt x="45593" y="14605"/>
                  </a:cubicBezTo>
                  <a:moveTo>
                    <a:pt x="33147" y="24892"/>
                  </a:moveTo>
                  <a:lnTo>
                    <a:pt x="33147" y="14605"/>
                  </a:lnTo>
                  <a:cubicBezTo>
                    <a:pt x="33147" y="6477"/>
                    <a:pt x="39750" y="0"/>
                    <a:pt x="47751" y="0"/>
                  </a:cubicBezTo>
                  <a:lnTo>
                    <a:pt x="85089" y="0"/>
                  </a:lnTo>
                  <a:cubicBezTo>
                    <a:pt x="93090" y="0"/>
                    <a:pt x="99568" y="6477"/>
                    <a:pt x="99568" y="14605"/>
                  </a:cubicBezTo>
                  <a:lnTo>
                    <a:pt x="99568" y="24892"/>
                  </a:lnTo>
                  <a:lnTo>
                    <a:pt x="106934" y="24892"/>
                  </a:lnTo>
                  <a:cubicBezTo>
                    <a:pt x="110235" y="24892"/>
                    <a:pt x="113411" y="26289"/>
                    <a:pt x="115697" y="28575"/>
                  </a:cubicBezTo>
                  <a:lnTo>
                    <a:pt x="129158" y="42037"/>
                  </a:lnTo>
                  <a:cubicBezTo>
                    <a:pt x="131571" y="44450"/>
                    <a:pt x="132842" y="47498"/>
                    <a:pt x="132842" y="50800"/>
                  </a:cubicBezTo>
                  <a:lnTo>
                    <a:pt x="132842" y="70612"/>
                  </a:lnTo>
                  <a:lnTo>
                    <a:pt x="97535" y="70612"/>
                  </a:lnTo>
                  <a:lnTo>
                    <a:pt x="97535" y="66421"/>
                  </a:lnTo>
                  <a:cubicBezTo>
                    <a:pt x="97535" y="62992"/>
                    <a:pt x="94742" y="60198"/>
                    <a:pt x="91312" y="60198"/>
                  </a:cubicBezTo>
                  <a:cubicBezTo>
                    <a:pt x="87884" y="60198"/>
                    <a:pt x="85089" y="62992"/>
                    <a:pt x="85089" y="66421"/>
                  </a:cubicBezTo>
                  <a:lnTo>
                    <a:pt x="85089" y="70612"/>
                  </a:lnTo>
                  <a:lnTo>
                    <a:pt x="47751" y="70612"/>
                  </a:lnTo>
                  <a:lnTo>
                    <a:pt x="47751" y="66421"/>
                  </a:lnTo>
                  <a:cubicBezTo>
                    <a:pt x="47751" y="62992"/>
                    <a:pt x="44958" y="60198"/>
                    <a:pt x="41528" y="60198"/>
                  </a:cubicBezTo>
                  <a:cubicBezTo>
                    <a:pt x="37973" y="60198"/>
                    <a:pt x="35306" y="62992"/>
                    <a:pt x="35306" y="66421"/>
                  </a:cubicBezTo>
                  <a:lnTo>
                    <a:pt x="35306" y="70612"/>
                  </a:lnTo>
                  <a:lnTo>
                    <a:pt x="0" y="70612"/>
                  </a:lnTo>
                  <a:lnTo>
                    <a:pt x="0" y="50800"/>
                  </a:lnTo>
                  <a:cubicBezTo>
                    <a:pt x="0" y="47498"/>
                    <a:pt x="1270" y="44450"/>
                    <a:pt x="3556" y="42037"/>
                  </a:cubicBezTo>
                  <a:lnTo>
                    <a:pt x="17145" y="28575"/>
                  </a:lnTo>
                  <a:cubicBezTo>
                    <a:pt x="19431" y="26289"/>
                    <a:pt x="22606" y="24892"/>
                    <a:pt x="25908" y="24892"/>
                  </a:cubicBezTo>
                  <a:lnTo>
                    <a:pt x="33147" y="24892"/>
                  </a:lnTo>
                  <a:close/>
                  <a:moveTo>
                    <a:pt x="0" y="107950"/>
                  </a:moveTo>
                  <a:lnTo>
                    <a:pt x="0" y="83058"/>
                  </a:lnTo>
                  <a:lnTo>
                    <a:pt x="35306" y="83058"/>
                  </a:lnTo>
                  <a:lnTo>
                    <a:pt x="35306" y="87249"/>
                  </a:lnTo>
                  <a:cubicBezTo>
                    <a:pt x="35306" y="90678"/>
                    <a:pt x="37973" y="93472"/>
                    <a:pt x="41528" y="93472"/>
                  </a:cubicBezTo>
                  <a:cubicBezTo>
                    <a:pt x="44958" y="93472"/>
                    <a:pt x="47751" y="90678"/>
                    <a:pt x="47751" y="87249"/>
                  </a:cubicBezTo>
                  <a:lnTo>
                    <a:pt x="47751" y="83058"/>
                  </a:lnTo>
                  <a:lnTo>
                    <a:pt x="85089" y="83058"/>
                  </a:lnTo>
                  <a:lnTo>
                    <a:pt x="85089" y="87249"/>
                  </a:lnTo>
                  <a:cubicBezTo>
                    <a:pt x="85089" y="90678"/>
                    <a:pt x="87884" y="93472"/>
                    <a:pt x="91312" y="93472"/>
                  </a:cubicBezTo>
                  <a:cubicBezTo>
                    <a:pt x="94742" y="93472"/>
                    <a:pt x="97535" y="90678"/>
                    <a:pt x="97535" y="87249"/>
                  </a:cubicBezTo>
                  <a:lnTo>
                    <a:pt x="97535" y="83058"/>
                  </a:lnTo>
                  <a:lnTo>
                    <a:pt x="132842" y="83058"/>
                  </a:lnTo>
                  <a:lnTo>
                    <a:pt x="132842" y="107950"/>
                  </a:lnTo>
                  <a:cubicBezTo>
                    <a:pt x="132842" y="117094"/>
                    <a:pt x="125348" y="124587"/>
                    <a:pt x="116205" y="124587"/>
                  </a:cubicBezTo>
                  <a:lnTo>
                    <a:pt x="16510" y="124587"/>
                  </a:lnTo>
                  <a:cubicBezTo>
                    <a:pt x="7365" y="124587"/>
                    <a:pt x="0" y="117094"/>
                    <a:pt x="0" y="107950"/>
                  </a:cubicBezTo>
                </a:path>
              </a:pathLst>
            </a:custGeom>
            <a:solidFill>
              <a:srgbClr val="0EA5E9">
                <a:alpha val="100000"/>
              </a:srgbClr>
            </a:solidFill>
          </p:spPr>
        </p:sp>
        <p:sp>
          <p:nvSpPr>
            <p:cNvPr id="338" name="VectorPath 338"/>
            <p:cNvSpPr/>
            <p:nvPr/>
          </p:nvSpPr>
          <p:spPr>
            <a:xfrm>
              <a:off x="8906764" y="3803777"/>
              <a:ext cx="2757298" cy="597916"/>
            </a:xfrm>
            <a:custGeom>
              <a:avLst/>
              <a:gdLst/>
              <a:ahLst/>
              <a:cxnLst/>
              <a:rect l="l" t="t" r="r" b="b"/>
              <a:pathLst>
                <a:path w="2757298" h="597916">
                  <a:moveTo>
                    <a:pt x="66421" y="0"/>
                  </a:moveTo>
                  <a:lnTo>
                    <a:pt x="2690876" y="0"/>
                  </a:lnTo>
                  <a:cubicBezTo>
                    <a:pt x="2727579" y="0"/>
                    <a:pt x="2757298" y="29718"/>
                    <a:pt x="2757298" y="66421"/>
                  </a:cubicBezTo>
                  <a:lnTo>
                    <a:pt x="2757298" y="531495"/>
                  </a:lnTo>
                  <a:cubicBezTo>
                    <a:pt x="2757298" y="568198"/>
                    <a:pt x="2727579" y="597916"/>
                    <a:pt x="2690876" y="597916"/>
                  </a:cubicBezTo>
                  <a:lnTo>
                    <a:pt x="66421" y="597916"/>
                  </a:lnTo>
                  <a:cubicBezTo>
                    <a:pt x="29718" y="597916"/>
                    <a:pt x="0" y="568198"/>
                    <a:pt x="0" y="531495"/>
                  </a:cubicBezTo>
                  <a:lnTo>
                    <a:pt x="0" y="66421"/>
                  </a:lnTo>
                  <a:cubicBezTo>
                    <a:pt x="0" y="29718"/>
                    <a:pt x="29845" y="0"/>
                    <a:pt x="66421" y="0"/>
                  </a:cubicBezTo>
                </a:path>
              </a:pathLst>
            </a:custGeom>
            <a:solidFill>
              <a:srgbClr val="0EA5E9">
                <a:alpha val="5000"/>
              </a:srgbClr>
            </a:solidFill>
          </p:spPr>
        </p:sp>
        <p:sp>
          <p:nvSpPr>
            <p:cNvPr id="339" name="VectorPath 339"/>
            <p:cNvSpPr/>
            <p:nvPr/>
          </p:nvSpPr>
          <p:spPr>
            <a:xfrm>
              <a:off x="9039606" y="3936619"/>
              <a:ext cx="99695" cy="132969"/>
            </a:xfrm>
            <a:custGeom>
              <a:avLst/>
              <a:gdLst/>
              <a:ahLst/>
              <a:cxnLst/>
              <a:rect l="l" t="t" r="r" b="b"/>
              <a:pathLst>
                <a:path w="99695" h="132969">
                  <a:moveTo>
                    <a:pt x="0" y="16637"/>
                  </a:moveTo>
                  <a:cubicBezTo>
                    <a:pt x="0" y="7493"/>
                    <a:pt x="7493" y="0"/>
                    <a:pt x="16637" y="0"/>
                  </a:cubicBezTo>
                  <a:lnTo>
                    <a:pt x="55498" y="0"/>
                  </a:lnTo>
                  <a:cubicBezTo>
                    <a:pt x="59944" y="0"/>
                    <a:pt x="64135" y="1778"/>
                    <a:pt x="67183" y="4826"/>
                  </a:cubicBezTo>
                  <a:lnTo>
                    <a:pt x="94869" y="32512"/>
                  </a:lnTo>
                  <a:cubicBezTo>
                    <a:pt x="98044" y="35687"/>
                    <a:pt x="99695" y="39878"/>
                    <a:pt x="99695" y="44323"/>
                  </a:cubicBezTo>
                  <a:lnTo>
                    <a:pt x="99695" y="116332"/>
                  </a:lnTo>
                  <a:cubicBezTo>
                    <a:pt x="99695" y="125476"/>
                    <a:pt x="92328" y="132969"/>
                    <a:pt x="83058" y="132969"/>
                  </a:cubicBezTo>
                  <a:lnTo>
                    <a:pt x="16637" y="132969"/>
                  </a:lnTo>
                  <a:cubicBezTo>
                    <a:pt x="7493" y="132969"/>
                    <a:pt x="0" y="125476"/>
                    <a:pt x="0" y="116332"/>
                  </a:cubicBezTo>
                  <a:lnTo>
                    <a:pt x="0" y="16637"/>
                  </a:lnTo>
                  <a:close/>
                  <a:moveTo>
                    <a:pt x="54101" y="15240"/>
                  </a:moveTo>
                  <a:lnTo>
                    <a:pt x="54101" y="39497"/>
                  </a:lnTo>
                  <a:cubicBezTo>
                    <a:pt x="54101" y="42926"/>
                    <a:pt x="56769" y="45720"/>
                    <a:pt x="60325" y="45720"/>
                  </a:cubicBezTo>
                  <a:lnTo>
                    <a:pt x="84582" y="45720"/>
                  </a:lnTo>
                  <a:lnTo>
                    <a:pt x="54101" y="15240"/>
                  </a:lnTo>
                  <a:close/>
                  <a:moveTo>
                    <a:pt x="40132" y="76708"/>
                  </a:moveTo>
                  <a:cubicBezTo>
                    <a:pt x="42290" y="74168"/>
                    <a:pt x="42037" y="70231"/>
                    <a:pt x="39370" y="67945"/>
                  </a:cubicBezTo>
                  <a:cubicBezTo>
                    <a:pt x="36830" y="65786"/>
                    <a:pt x="32893" y="66040"/>
                    <a:pt x="30607" y="68707"/>
                  </a:cubicBezTo>
                  <a:lnTo>
                    <a:pt x="18161" y="83185"/>
                  </a:lnTo>
                  <a:cubicBezTo>
                    <a:pt x="16128" y="85471"/>
                    <a:pt x="16128" y="88900"/>
                    <a:pt x="18161" y="91313"/>
                  </a:cubicBezTo>
                  <a:lnTo>
                    <a:pt x="30607" y="105791"/>
                  </a:lnTo>
                  <a:cubicBezTo>
                    <a:pt x="32893" y="108458"/>
                    <a:pt x="36830" y="108712"/>
                    <a:pt x="39370" y="106553"/>
                  </a:cubicBezTo>
                  <a:cubicBezTo>
                    <a:pt x="42037" y="104267"/>
                    <a:pt x="42290" y="100330"/>
                    <a:pt x="40132" y="97663"/>
                  </a:cubicBezTo>
                  <a:lnTo>
                    <a:pt x="31115" y="87249"/>
                  </a:lnTo>
                  <a:lnTo>
                    <a:pt x="40132" y="76708"/>
                  </a:lnTo>
                  <a:close/>
                  <a:moveTo>
                    <a:pt x="69088" y="68707"/>
                  </a:moveTo>
                  <a:cubicBezTo>
                    <a:pt x="66928" y="66040"/>
                    <a:pt x="62992" y="65786"/>
                    <a:pt x="60325" y="67945"/>
                  </a:cubicBezTo>
                  <a:cubicBezTo>
                    <a:pt x="57785" y="70231"/>
                    <a:pt x="57531" y="74168"/>
                    <a:pt x="59690" y="76708"/>
                  </a:cubicBezTo>
                  <a:lnTo>
                    <a:pt x="68707" y="87249"/>
                  </a:lnTo>
                  <a:lnTo>
                    <a:pt x="59690" y="97663"/>
                  </a:lnTo>
                  <a:cubicBezTo>
                    <a:pt x="57531" y="100330"/>
                    <a:pt x="57785" y="104267"/>
                    <a:pt x="60325" y="106553"/>
                  </a:cubicBezTo>
                  <a:cubicBezTo>
                    <a:pt x="62992" y="108712"/>
                    <a:pt x="66928" y="108458"/>
                    <a:pt x="69088" y="105791"/>
                  </a:cubicBezTo>
                  <a:lnTo>
                    <a:pt x="81661" y="91313"/>
                  </a:lnTo>
                  <a:cubicBezTo>
                    <a:pt x="83565" y="88900"/>
                    <a:pt x="83565" y="85471"/>
                    <a:pt x="81661" y="83185"/>
                  </a:cubicBezTo>
                  <a:lnTo>
                    <a:pt x="69088" y="68707"/>
                  </a:lnTo>
                  <a:close/>
                </a:path>
              </a:pathLst>
            </a:custGeom>
            <a:solidFill>
              <a:srgbClr val="0EA5E9">
                <a:alpha val="100000"/>
              </a:srgbClr>
            </a:solidFill>
          </p:spPr>
        </p:sp>
      </p:grpSp>
      <p:sp>
        <p:nvSpPr>
          <p:cNvPr id="340" name="TextBox340"/>
          <p:cNvSpPr txBox="1"/>
          <p:nvPr/>
        </p:nvSpPr>
        <p:spPr>
          <a:xfrm>
            <a:off x="664492" y="2443491"/>
            <a:ext cx="7422515" cy="378437"/>
          </a:xfrm>
          <a:prstGeom prst="rect">
            <a:avLst/>
          </a:prstGeom>
          <a:noFill/>
        </p:spPr>
        <p:txBody>
          <a:bodyPr wrap="square" lIns="0" tIns="0" rIns="0" bIns="0" rtlCol="0">
            <a:spAutoFit/>
          </a:bodyPr>
          <a:lstStyle/>
          <a:p>
            <a:r>
              <a:rPr lang="zh-CN" altLang="zh-CN" sz="900" kern="0" spc="-25" dirty="0">
                <a:solidFill>
                  <a:srgbClr val="05DF72"/>
                </a:solidFill>
                <a:latin typeface="SimHei" pitchFamily="49" charset="0"/>
                <a:ea typeface="SimHei" pitchFamily="49" charset="0"/>
              </a:rPr>
              <a:t>curl -fsSL https://raw.gitcode.com/cann/cannbot-skills/raw/master/install.sh | bash</a:t>
            </a:r>
          </a:p>
          <a:p>
            <a:pPr marL="0" marR="0" indent="0" eaLnBrk="0">
              <a:lnSpc>
                <a:spcPct val="6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eaLnBrk="0">
              <a:lnSpc>
                <a:spcPct val="94444"/>
              </a:lnSpc>
              <a:spcBef>
                <a:spcPts val="89"/>
              </a:spcBef>
              <a:spcAft>
                <a:spcPts val="25"/>
              </a:spcAft>
            </a:pPr>
            <a:r>
              <a:rPr lang="en-US" altLang="zh-CN" sz="900" kern="0" spc="0" baseline="0" noProof="0" dirty="0">
                <a:solidFill>
                  <a:srgbClr val="6A7282"/>
                </a:solidFill>
                <a:latin typeface="Arial" pitchFamily="34" charset="0"/>
                <a:ea typeface="Arial" pitchFamily="34" charset="0"/>
                <a:cs typeface="Arial" pitchFamily="34" charset="0"/>
              </a:rPr>
              <a:t>#</a:t>
            </a:r>
            <a:r>
              <a:rPr lang="en-US" altLang="zh-CN" sz="900" kern="0" spc="-15" baseline="0" noProof="0" dirty="0">
                <a:latin typeface="Arial" pitchFamily="34" charset="0"/>
                <a:ea typeface="Arial" pitchFamily="34" charset="0"/>
                <a:cs typeface="Arial" pitchFamily="34" charset="0"/>
              </a:rPr>
              <a:t> </a:t>
            </a:r>
            <a:r>
              <a:rPr lang="en-US" altLang="zh-CN" sz="900" kern="0" spc="0" baseline="0" noProof="0" dirty="0">
                <a:solidFill>
                  <a:srgbClr val="6A7282"/>
                </a:solidFill>
                <a:latin typeface="Arial" pitchFamily="34" charset="0"/>
                <a:ea typeface="Arial" pitchFamily="34" charset="0"/>
                <a:cs typeface="Arial" pitchFamily="34" charset="0"/>
              </a:rPr>
              <a:t>2.</a:t>
            </a:r>
            <a:r>
              <a:rPr lang="zh-CN" altLang="zh-CN" sz="900" kern="0" dirty="0">
                <a:solidFill>
                  <a:srgbClr val="6A7282"/>
                </a:solidFill>
                <a:latin typeface="SimHei" pitchFamily="49" charset="0"/>
                <a:ea typeface="SimHei" pitchFamily="49" charset="0"/>
              </a:rPr>
              <a:t>安装后运行 install-helper 启动交互式向导</a:t>
            </a:r>
            <a:endParaRPr lang="en-US" altLang="zh-CN" sz="900" kern="0" dirty="0">
              <a:solidFill>
                <a:srgbClr val="6A7282"/>
              </a:solidFill>
              <a:latin typeface="SimHei" pitchFamily="49" charset="0"/>
              <a:ea typeface="SimHei" pitchFamily="49" charset="0"/>
            </a:endParaRPr>
          </a:p>
        </p:txBody>
      </p:sp>
      <p:grpSp>
        <p:nvGrpSpPr>
          <p:cNvPr id="342" name="Combination 342"/>
          <p:cNvGrpSpPr/>
          <p:nvPr/>
        </p:nvGrpSpPr>
        <p:grpSpPr>
          <a:xfrm>
            <a:off x="9006206" y="2591435"/>
            <a:ext cx="166370" cy="41275"/>
            <a:chOff x="9006206" y="2591435"/>
            <a:chExt cx="166370" cy="41275"/>
          </a:xfrm>
        </p:grpSpPr>
        <p:sp>
          <p:nvSpPr>
            <p:cNvPr id="343" name="VectorPath 343"/>
            <p:cNvSpPr/>
            <p:nvPr/>
          </p:nvSpPr>
          <p:spPr>
            <a:xfrm>
              <a:off x="9006206" y="2591435"/>
              <a:ext cx="17145" cy="41275"/>
            </a:xfrm>
            <a:custGeom>
              <a:avLst/>
              <a:gdLst/>
              <a:ahLst/>
              <a:cxnLst/>
              <a:rect l="l" t="t" r="r" b="b"/>
              <a:pathLst>
                <a:path w="16638" h="41275">
                  <a:moveTo>
                    <a:pt x="16638" y="8128"/>
                  </a:moveTo>
                  <a:moveTo>
                    <a:pt x="16638" y="8128"/>
                  </a:moveTo>
                  <a:cubicBezTo>
                    <a:pt x="16638" y="3429"/>
                    <a:pt x="12827" y="-254"/>
                    <a:pt x="8255" y="-254"/>
                  </a:cubicBezTo>
                  <a:cubicBezTo>
                    <a:pt x="3683" y="-254"/>
                    <a:pt x="0" y="3429"/>
                    <a:pt x="0" y="8128"/>
                  </a:cubicBezTo>
                  <a:lnTo>
                    <a:pt x="0" y="33020"/>
                  </a:lnTo>
                  <a:cubicBezTo>
                    <a:pt x="0" y="37592"/>
                    <a:pt x="3683" y="41275"/>
                    <a:pt x="8255" y="41275"/>
                  </a:cubicBezTo>
                  <a:cubicBezTo>
                    <a:pt x="12827" y="41275"/>
                    <a:pt x="16638" y="37592"/>
                    <a:pt x="16638" y="33020"/>
                  </a:cubicBezTo>
                  <a:lnTo>
                    <a:pt x="16638" y="8128"/>
                  </a:lnTo>
                  <a:close/>
                </a:path>
              </a:pathLst>
            </a:custGeom>
            <a:solidFill>
              <a:srgbClr val="0EA5E9">
                <a:alpha val="100000"/>
              </a:srgbClr>
            </a:solidFill>
          </p:spPr>
        </p:sp>
        <p:sp>
          <p:nvSpPr>
            <p:cNvPr id="344" name="VectorPath 344"/>
            <p:cNvSpPr/>
            <p:nvPr/>
          </p:nvSpPr>
          <p:spPr>
            <a:xfrm>
              <a:off x="9156066" y="2591435"/>
              <a:ext cx="16510" cy="41275"/>
            </a:xfrm>
            <a:custGeom>
              <a:avLst/>
              <a:gdLst/>
              <a:ahLst/>
              <a:cxnLst/>
              <a:rect l="l" t="t" r="r" b="b"/>
              <a:pathLst>
                <a:path w="16510" h="41275">
                  <a:moveTo>
                    <a:pt x="8128" y="-254"/>
                  </a:moveTo>
                  <a:moveTo>
                    <a:pt x="8128" y="-254"/>
                  </a:moveTo>
                  <a:cubicBezTo>
                    <a:pt x="3556" y="-254"/>
                    <a:pt x="-127" y="3429"/>
                    <a:pt x="-127" y="8128"/>
                  </a:cubicBezTo>
                  <a:lnTo>
                    <a:pt x="-127" y="33020"/>
                  </a:lnTo>
                  <a:cubicBezTo>
                    <a:pt x="-127" y="37592"/>
                    <a:pt x="3556" y="41275"/>
                    <a:pt x="8128" y="41275"/>
                  </a:cubicBezTo>
                  <a:cubicBezTo>
                    <a:pt x="12827" y="41275"/>
                    <a:pt x="16510" y="37592"/>
                    <a:pt x="16510" y="33020"/>
                  </a:cubicBezTo>
                  <a:lnTo>
                    <a:pt x="16510" y="8128"/>
                  </a:lnTo>
                  <a:cubicBezTo>
                    <a:pt x="16510" y="3429"/>
                    <a:pt x="12827" y="-254"/>
                    <a:pt x="8128" y="-254"/>
                  </a:cubicBezTo>
                </a:path>
              </a:pathLst>
            </a:custGeom>
            <a:solidFill>
              <a:srgbClr val="0EA5E9">
                <a:alpha val="100000"/>
              </a:srgbClr>
            </a:solidFill>
          </p:spPr>
        </p:sp>
      </p:grpSp>
      <p:sp>
        <p:nvSpPr>
          <p:cNvPr id="345" name="TextBox345"/>
          <p:cNvSpPr txBox="1"/>
          <p:nvPr/>
        </p:nvSpPr>
        <p:spPr>
          <a:xfrm>
            <a:off x="9239886" y="2545080"/>
            <a:ext cx="717550" cy="158750"/>
          </a:xfrm>
          <a:prstGeom prst="rect">
            <a:avLst/>
          </a:prstGeom>
          <a:noFill/>
        </p:spPr>
        <p:txBody>
          <a:bodyPr wrap="square" lIns="0" tIns="635" rIns="0" bIns="0" rtlCol="0">
            <a:spAutoFit/>
          </a:bodyPr>
          <a:lstStyle/>
          <a:p>
            <a:pPr marL="0" marR="0" indent="0" eaLnBrk="0">
              <a:lnSpc>
                <a:spcPct val="104166"/>
              </a:lnSpc>
              <a:spcBef>
                <a:spcPts val="5"/>
              </a:spcBef>
              <a:spcAft>
                <a:spcPts val="4"/>
              </a:spcAft>
            </a:pPr>
            <a:r>
              <a:rPr lang="en-US" altLang="zh-CN" sz="1500" b="1" kern="0" spc="-25" baseline="3301" noProof="0" dirty="0">
                <a:solidFill>
                  <a:srgbClr val="1E293B"/>
                </a:solidFill>
                <a:latin typeface="Arial" pitchFamily="34" charset="0"/>
                <a:ea typeface="Arial" pitchFamily="34" charset="0"/>
                <a:cs typeface="Arial" pitchFamily="34" charset="0"/>
              </a:rPr>
              <a:t>Age</a:t>
            </a:r>
            <a:r>
              <a:rPr lang="en-US" altLang="zh-CN" sz="1500" b="1" kern="0" spc="0" baseline="3301" noProof="0" dirty="0">
                <a:solidFill>
                  <a:srgbClr val="1E293B"/>
                </a:solidFill>
                <a:latin typeface="Arial" pitchFamily="34" charset="0"/>
                <a:ea typeface="Arial" pitchFamily="34" charset="0"/>
                <a:cs typeface="Arial" pitchFamily="34" charset="0"/>
              </a:rPr>
              <a:t>nts</a:t>
            </a:r>
            <a:r>
              <a:rPr lang="en-US" altLang="zh-CN" sz="1500" b="1" kern="0" spc="0" baseline="3301" noProof="0" dirty="0">
                <a:solidFill>
                  <a:srgbClr val="1E293B"/>
                </a:solidFill>
                <a:latin typeface="SimHei" pitchFamily="49" charset="0"/>
                <a:ea typeface="SimHei" pitchFamily="49" charset="0"/>
                <a:cs typeface="SimHei" pitchFamily="49" charset="0"/>
              </a:rPr>
              <a:t>配置</a:t>
            </a:r>
          </a:p>
        </p:txBody>
      </p:sp>
      <p:sp>
        <p:nvSpPr>
          <p:cNvPr id="346" name="TextBox346"/>
          <p:cNvSpPr txBox="1"/>
          <p:nvPr/>
        </p:nvSpPr>
        <p:spPr>
          <a:xfrm>
            <a:off x="684505" y="2988155"/>
            <a:ext cx="5084128" cy="2214581"/>
          </a:xfrm>
          <a:prstGeom prst="rect">
            <a:avLst/>
          </a:prstGeom>
          <a:noFill/>
        </p:spPr>
        <p:txBody>
          <a:bodyPr wrap="square" lIns="0" tIns="635" rIns="0" bIns="0" rtlCol="0">
            <a:spAutoFit/>
          </a:bodyPr>
          <a:lstStyle/>
          <a:p>
            <a:pPr marL="0" marR="0" indent="0" eaLnBrk="0">
              <a:lnSpc>
                <a:spcPct val="100000"/>
              </a:lnSpc>
              <a:spcBef>
                <a:spcPts val="5"/>
              </a:spcBef>
              <a:spcAft>
                <a:spcPts val="5"/>
              </a:spcAft>
            </a:pPr>
            <a:r>
              <a:rPr lang="en-US" altLang="zh-CN" sz="900" kern="0" spc="0" baseline="0" noProof="0" dirty="0">
                <a:solidFill>
                  <a:srgbClr val="05DF72"/>
                </a:solidFill>
                <a:latin typeface="Arial" pitchFamily="34" charset="0"/>
                <a:ea typeface="Arial" pitchFamily="34" charset="0"/>
                <a:cs typeface="Arial" pitchFamily="34" charset="0"/>
              </a:rPr>
              <a:t>install-helper</a:t>
            </a:r>
          </a:p>
          <a:p>
            <a:pPr marL="0" marR="0" indent="0" eaLnBrk="0">
              <a:lnSpc>
                <a:spcPct val="100000"/>
              </a:lnSpc>
              <a:spcBef>
                <a:spcPts val="5"/>
              </a:spcBef>
              <a:spcAft>
                <a:spcPts val="5"/>
              </a:spcAft>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3703"/>
              </a:lnSpc>
            </a:pPr>
            <a:r>
              <a:rPr lang="en-US" altLang="zh-CN" sz="900" kern="0" spc="0" baseline="0" noProof="0" dirty="0">
                <a:solidFill>
                  <a:srgbClr val="6A7282"/>
                </a:solidFill>
                <a:latin typeface="Arial" pitchFamily="34" charset="0"/>
                <a:ea typeface="Arial" pitchFamily="34" charset="0"/>
                <a:cs typeface="Arial" pitchFamily="34" charset="0"/>
              </a:rPr>
              <a:t>#</a:t>
            </a:r>
            <a:r>
              <a:rPr lang="en-US" altLang="zh-CN" sz="900" kern="0" spc="-15" baseline="0" noProof="0" dirty="0">
                <a:latin typeface="Arial" pitchFamily="34" charset="0"/>
                <a:ea typeface="Arial" pitchFamily="34" charset="0"/>
                <a:cs typeface="Arial" pitchFamily="34" charset="0"/>
              </a:rPr>
              <a:t> </a:t>
            </a:r>
            <a:r>
              <a:rPr lang="en-US" altLang="zh-CN" sz="900" kern="0" spc="0" baseline="0" noProof="0" dirty="0">
                <a:solidFill>
                  <a:srgbClr val="6A7282"/>
                </a:solidFill>
                <a:latin typeface="Arial" pitchFamily="34" charset="0"/>
                <a:ea typeface="Arial" pitchFamily="34" charset="0"/>
                <a:cs typeface="Arial" pitchFamily="34" charset="0"/>
              </a:rPr>
              <a:t>3.</a:t>
            </a:r>
            <a:r>
              <a:rPr lang="en-US" altLang="zh-CN" sz="900" kern="0" spc="-15" baseline="0" noProof="0" dirty="0">
                <a:latin typeface="Arial" pitchFamily="34" charset="0"/>
                <a:ea typeface="Arial" pitchFamily="34" charset="0"/>
                <a:cs typeface="Arial" pitchFamily="34" charset="0"/>
              </a:rPr>
              <a:t> </a:t>
            </a:r>
            <a:r>
              <a:rPr lang="zh-CN" altLang="en-US" sz="900" kern="0" spc="-15" dirty="0">
                <a:solidFill>
                  <a:srgbClr val="6A7282"/>
                </a:solidFill>
                <a:latin typeface="SimHei" pitchFamily="49" charset="0"/>
                <a:ea typeface="SimHei" pitchFamily="49" charset="0"/>
                <a:cs typeface="Arial" pitchFamily="34" charset="0"/>
              </a:rPr>
              <a:t>选择安装类型</a:t>
            </a:r>
            <a:endParaRPr lang="en-US" altLang="zh-CN" sz="900" kern="0" spc="0" baseline="0" noProof="0" dirty="0">
              <a:solidFill>
                <a:srgbClr val="6A7282"/>
              </a:solidFill>
              <a:latin typeface="SimHei" pitchFamily="49" charset="0"/>
              <a:ea typeface="SimHei" pitchFamily="49" charset="0"/>
              <a:cs typeface="SimHei" pitchFamily="49" charset="0"/>
            </a:endParaRPr>
          </a:p>
          <a:p>
            <a:pPr marL="0" marR="0" indent="0" eaLnBrk="0">
              <a:lnSpc>
                <a:spcPct val="6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eaLnBrk="0">
              <a:lnSpc>
                <a:spcPct val="90740"/>
              </a:lnSpc>
              <a:spcBef>
                <a:spcPts val="84"/>
              </a:spcBef>
              <a:spcAft>
                <a:spcPts val="25"/>
              </a:spcAft>
            </a:pPr>
            <a:r>
              <a:rPr lang="zh-CN" altLang="en-US" sz="900" kern="0" spc="-25" dirty="0">
                <a:solidFill>
                  <a:srgbClr val="05DF72"/>
                </a:solidFill>
                <a:latin typeface="SimHei" pitchFamily="49" charset="0"/>
                <a:ea typeface="SimHei" pitchFamily="49" charset="0"/>
                <a:cs typeface="SimHei" pitchFamily="49" charset="0"/>
              </a:rPr>
              <a:t> </a:t>
            </a:r>
            <a:r>
              <a:rPr lang="en-US" altLang="zh-CN" sz="900" kern="0" spc="-25" dirty="0">
                <a:solidFill>
                  <a:srgbClr val="05DF72"/>
                </a:solidFill>
                <a:latin typeface="SimHei" pitchFamily="49" charset="0"/>
                <a:ea typeface="SimHei" pitchFamily="49" charset="0"/>
                <a:cs typeface="SimHei" pitchFamily="49" charset="0"/>
              </a:rPr>
              <a:t>&gt; </a:t>
            </a:r>
            <a:r>
              <a:rPr lang="zh-CN" altLang="en-US" sz="900" kern="0" spc="-25" dirty="0">
                <a:solidFill>
                  <a:srgbClr val="05DF72"/>
                </a:solidFill>
                <a:latin typeface="SimHei" pitchFamily="49" charset="0"/>
                <a:ea typeface="SimHei" pitchFamily="49" charset="0"/>
                <a:cs typeface="SimHei" pitchFamily="49" charset="0"/>
              </a:rPr>
              <a:t>安装 </a:t>
            </a:r>
            <a:r>
              <a:rPr lang="en-US" altLang="zh-CN" sz="900" kern="0" spc="-25" dirty="0">
                <a:solidFill>
                  <a:srgbClr val="05DF72"/>
                </a:solidFill>
                <a:latin typeface="SimHei" pitchFamily="49" charset="0"/>
                <a:ea typeface="SimHei" pitchFamily="49" charset="0"/>
                <a:cs typeface="SimHei" pitchFamily="49" charset="0"/>
              </a:rPr>
              <a:t>Plugin — </a:t>
            </a:r>
            <a:r>
              <a:rPr lang="zh-CN" altLang="en-US" sz="900" kern="0" spc="-25" dirty="0">
                <a:solidFill>
                  <a:srgbClr val="05DF72"/>
                </a:solidFill>
                <a:latin typeface="SimHei" pitchFamily="49" charset="0"/>
                <a:ea typeface="SimHei" pitchFamily="49" charset="0"/>
                <a:cs typeface="SimHei" pitchFamily="49" charset="0"/>
              </a:rPr>
              <a:t>完整开发工作流（</a:t>
            </a:r>
            <a:r>
              <a:rPr lang="en-US" altLang="zh-CN" sz="900" kern="0" spc="-25" dirty="0">
                <a:solidFill>
                  <a:srgbClr val="05DF72"/>
                </a:solidFill>
                <a:latin typeface="SimHei" pitchFamily="49" charset="0"/>
                <a:ea typeface="SimHei" pitchFamily="49" charset="0"/>
                <a:cs typeface="SimHei" pitchFamily="49" charset="0"/>
              </a:rPr>
              <a:t>Skills + Agents + </a:t>
            </a:r>
            <a:r>
              <a:rPr lang="zh-CN" altLang="en-US" sz="900" kern="0" spc="-25" dirty="0">
                <a:solidFill>
                  <a:srgbClr val="05DF72"/>
                </a:solidFill>
                <a:latin typeface="SimHei" pitchFamily="49" charset="0"/>
                <a:ea typeface="SimHei" pitchFamily="49" charset="0"/>
                <a:cs typeface="SimHei" pitchFamily="49" charset="0"/>
              </a:rPr>
              <a:t>配置文件）</a:t>
            </a:r>
          </a:p>
          <a:p>
            <a:pPr eaLnBrk="0">
              <a:lnSpc>
                <a:spcPct val="90740"/>
              </a:lnSpc>
              <a:spcBef>
                <a:spcPts val="84"/>
              </a:spcBef>
              <a:spcAft>
                <a:spcPts val="25"/>
              </a:spcAft>
            </a:pPr>
            <a:r>
              <a:rPr lang="zh-CN" altLang="en-US" sz="900" kern="0" spc="-25" dirty="0">
                <a:solidFill>
                  <a:srgbClr val="05DF72"/>
                </a:solidFill>
                <a:latin typeface="SimHei" pitchFamily="49" charset="0"/>
                <a:ea typeface="SimHei" pitchFamily="49" charset="0"/>
                <a:cs typeface="SimHei" pitchFamily="49" charset="0"/>
              </a:rPr>
              <a:t> </a:t>
            </a:r>
            <a:r>
              <a:rPr lang="en-US" altLang="zh-CN" sz="900" kern="0" spc="-25" dirty="0">
                <a:solidFill>
                  <a:srgbClr val="05DF72"/>
                </a:solidFill>
                <a:latin typeface="SimHei" pitchFamily="49" charset="0"/>
                <a:ea typeface="SimHei" pitchFamily="49" charset="0"/>
                <a:cs typeface="SimHei" pitchFamily="49" charset="0"/>
              </a:rPr>
              <a:t>&gt; </a:t>
            </a:r>
            <a:r>
              <a:rPr lang="zh-CN" altLang="en-US" sz="900" kern="0" spc="-25" dirty="0">
                <a:solidFill>
                  <a:srgbClr val="05DF72"/>
                </a:solidFill>
                <a:latin typeface="SimHei" pitchFamily="49" charset="0"/>
                <a:ea typeface="SimHei" pitchFamily="49" charset="0"/>
                <a:cs typeface="SimHei" pitchFamily="49" charset="0"/>
              </a:rPr>
              <a:t>安装 </a:t>
            </a:r>
            <a:r>
              <a:rPr lang="en-US" altLang="zh-CN" sz="900" kern="0" spc="-25" dirty="0">
                <a:solidFill>
                  <a:srgbClr val="05DF72"/>
                </a:solidFill>
                <a:latin typeface="SimHei" pitchFamily="49" charset="0"/>
                <a:ea typeface="SimHei" pitchFamily="49" charset="0"/>
                <a:cs typeface="SimHei" pitchFamily="49" charset="0"/>
              </a:rPr>
              <a:t>Skill — </a:t>
            </a:r>
            <a:r>
              <a:rPr lang="zh-CN" altLang="en-US" sz="900" kern="0" spc="-25" dirty="0">
                <a:solidFill>
                  <a:srgbClr val="05DF72"/>
                </a:solidFill>
                <a:latin typeface="SimHei" pitchFamily="49" charset="0"/>
                <a:ea typeface="SimHei" pitchFamily="49" charset="0"/>
                <a:cs typeface="SimHei" pitchFamily="49" charset="0"/>
              </a:rPr>
              <a:t>仅安装领域知识技能，让 </a:t>
            </a:r>
            <a:r>
              <a:rPr lang="en-US" altLang="zh-CN" sz="900" kern="0" spc="-25" dirty="0">
                <a:solidFill>
                  <a:srgbClr val="05DF72"/>
                </a:solidFill>
                <a:latin typeface="SimHei" pitchFamily="49" charset="0"/>
                <a:ea typeface="SimHei" pitchFamily="49" charset="0"/>
                <a:cs typeface="SimHei" pitchFamily="49" charset="0"/>
              </a:rPr>
              <a:t>AI </a:t>
            </a:r>
            <a:r>
              <a:rPr lang="zh-CN" altLang="en-US" sz="900" kern="0" spc="-25" dirty="0">
                <a:solidFill>
                  <a:srgbClr val="05DF72"/>
                </a:solidFill>
                <a:latin typeface="SimHei" pitchFamily="49" charset="0"/>
                <a:ea typeface="SimHei" pitchFamily="49" charset="0"/>
                <a:cs typeface="SimHei" pitchFamily="49" charset="0"/>
              </a:rPr>
              <a:t>掌握特定能力</a:t>
            </a:r>
            <a:endParaRPr lang="en-US" altLang="zh-CN" sz="900" kern="0" spc="-25" dirty="0">
              <a:solidFill>
                <a:srgbClr val="05DF72"/>
              </a:solidFill>
              <a:latin typeface="SimHei" pitchFamily="49" charset="0"/>
              <a:ea typeface="SimHei" pitchFamily="49" charset="0"/>
              <a:cs typeface="SimHei" pitchFamily="49" charset="0"/>
            </a:endParaRPr>
          </a:p>
          <a:p>
            <a:pPr eaLnBrk="0">
              <a:lnSpc>
                <a:spcPct val="90740"/>
              </a:lnSpc>
              <a:spcBef>
                <a:spcPts val="84"/>
              </a:spcBef>
              <a:spcAft>
                <a:spcPts val="25"/>
              </a:spcAft>
            </a:pPr>
            <a:endParaRPr lang="en-US" altLang="zh-CN" sz="900" kern="0" spc="-25" dirty="0">
              <a:solidFill>
                <a:srgbClr val="05DF72"/>
              </a:solidFill>
              <a:latin typeface="SimHei" pitchFamily="49" charset="0"/>
              <a:ea typeface="SimHei" pitchFamily="49" charset="0"/>
              <a:cs typeface="SimHei" pitchFamily="49" charset="0"/>
            </a:endParaRPr>
          </a:p>
          <a:p>
            <a:pPr eaLnBrk="0">
              <a:lnSpc>
                <a:spcPct val="90740"/>
              </a:lnSpc>
              <a:spcBef>
                <a:spcPts val="84"/>
              </a:spcBef>
              <a:spcAft>
                <a:spcPts val="25"/>
              </a:spcAft>
            </a:pPr>
            <a:r>
              <a:rPr lang="en-US" altLang="zh-CN" sz="900" kern="0" dirty="0">
                <a:solidFill>
                  <a:srgbClr val="6A7282"/>
                </a:solidFill>
                <a:latin typeface="Arial" pitchFamily="34" charset="0"/>
                <a:ea typeface="Arial" pitchFamily="34" charset="0"/>
                <a:cs typeface="Arial" pitchFamily="34" charset="0"/>
              </a:rPr>
              <a:t>#</a:t>
            </a:r>
            <a:r>
              <a:rPr lang="en-US" altLang="zh-CN" sz="900" kern="0" spc="-15" dirty="0">
                <a:latin typeface="Arial" pitchFamily="34" charset="0"/>
                <a:ea typeface="Arial" pitchFamily="34" charset="0"/>
                <a:cs typeface="Arial" pitchFamily="34" charset="0"/>
              </a:rPr>
              <a:t> </a:t>
            </a:r>
            <a:r>
              <a:rPr lang="en-US" altLang="zh-CN" sz="900" kern="0" spc="-15" dirty="0">
                <a:solidFill>
                  <a:srgbClr val="6A7282"/>
                </a:solidFill>
                <a:latin typeface="Arial" pitchFamily="34" charset="0"/>
                <a:ea typeface="Arial" pitchFamily="34" charset="0"/>
                <a:cs typeface="Arial" pitchFamily="34" charset="0"/>
              </a:rPr>
              <a:t>4</a:t>
            </a:r>
            <a:r>
              <a:rPr lang="en-US" altLang="zh-CN" sz="900" kern="0" dirty="0">
                <a:solidFill>
                  <a:srgbClr val="6A7282"/>
                </a:solidFill>
                <a:latin typeface="Arial" pitchFamily="34" charset="0"/>
                <a:ea typeface="Arial" pitchFamily="34" charset="0"/>
                <a:cs typeface="Arial" pitchFamily="34" charset="0"/>
              </a:rPr>
              <a:t>.</a:t>
            </a:r>
            <a:r>
              <a:rPr lang="en-US" altLang="zh-CN" sz="900" kern="0" spc="-15" dirty="0">
                <a:latin typeface="Arial" pitchFamily="34" charset="0"/>
                <a:ea typeface="Arial" pitchFamily="34" charset="0"/>
                <a:cs typeface="Arial" pitchFamily="34" charset="0"/>
              </a:rPr>
              <a:t> </a:t>
            </a:r>
            <a:r>
              <a:rPr lang="zh-CN" altLang="en-US" sz="900" kern="0" spc="-15" dirty="0">
                <a:solidFill>
                  <a:srgbClr val="6A7282"/>
                </a:solidFill>
                <a:latin typeface="SimHei" pitchFamily="49" charset="0"/>
                <a:ea typeface="SimHei" pitchFamily="49" charset="0"/>
                <a:cs typeface="Arial" pitchFamily="34" charset="0"/>
              </a:rPr>
              <a:t>选择</a:t>
            </a:r>
            <a:r>
              <a:rPr lang="en-US" altLang="zh-CN" sz="900" kern="0" spc="-15" dirty="0">
                <a:solidFill>
                  <a:srgbClr val="6A7282"/>
                </a:solidFill>
                <a:latin typeface="SimHei" pitchFamily="49" charset="0"/>
                <a:ea typeface="SimHei" pitchFamily="49" charset="0"/>
                <a:cs typeface="Arial" pitchFamily="34" charset="0"/>
              </a:rPr>
              <a:t>AI</a:t>
            </a:r>
            <a:r>
              <a:rPr lang="zh-CN" altLang="en-US" sz="900" kern="0" spc="-15" dirty="0">
                <a:solidFill>
                  <a:srgbClr val="6A7282"/>
                </a:solidFill>
                <a:latin typeface="SimHei" pitchFamily="49" charset="0"/>
                <a:ea typeface="SimHei" pitchFamily="49" charset="0"/>
                <a:cs typeface="Arial" pitchFamily="34" charset="0"/>
              </a:rPr>
              <a:t>编程工具</a:t>
            </a:r>
            <a:endParaRPr lang="en-US" altLang="zh-CN" sz="900" kern="0" spc="-15" dirty="0">
              <a:solidFill>
                <a:srgbClr val="6A7282"/>
              </a:solidFill>
              <a:latin typeface="SimHei" pitchFamily="49" charset="0"/>
              <a:ea typeface="SimHei" pitchFamily="49" charset="0"/>
              <a:cs typeface="Arial" pitchFamily="34" charset="0"/>
            </a:endParaRPr>
          </a:p>
          <a:p>
            <a:pPr eaLnBrk="0">
              <a:lnSpc>
                <a:spcPct val="90740"/>
              </a:lnSpc>
              <a:spcBef>
                <a:spcPts val="84"/>
              </a:spcBef>
              <a:spcAft>
                <a:spcPts val="25"/>
              </a:spcAft>
            </a:pPr>
            <a:endParaRPr lang="en-US" altLang="zh-CN" sz="900" kern="0" spc="-15" dirty="0">
              <a:solidFill>
                <a:srgbClr val="6A7282"/>
              </a:solidFill>
              <a:latin typeface="SimHei" pitchFamily="49" charset="0"/>
              <a:ea typeface="SimHei" pitchFamily="49" charset="0"/>
              <a:cs typeface="Arial" pitchFamily="34" charset="0"/>
            </a:endParaRPr>
          </a:p>
          <a:p>
            <a:pPr eaLnBrk="0">
              <a:lnSpc>
                <a:spcPct val="90740"/>
              </a:lnSpc>
              <a:spcBef>
                <a:spcPts val="84"/>
              </a:spcBef>
              <a:spcAft>
                <a:spcPts val="25"/>
              </a:spcAft>
            </a:pPr>
            <a:r>
              <a:rPr lang="en-US" altLang="zh-CN" sz="900" kern="0" spc="-25" dirty="0">
                <a:solidFill>
                  <a:srgbClr val="05DF72"/>
                </a:solidFill>
                <a:latin typeface="SimHei" pitchFamily="49" charset="0"/>
                <a:ea typeface="SimHei" pitchFamily="49" charset="0"/>
              </a:rPr>
              <a:t> &gt; </a:t>
            </a:r>
            <a:r>
              <a:rPr lang="zh-CN" altLang="en-US" sz="900" kern="0" spc="-25" dirty="0">
                <a:solidFill>
                  <a:srgbClr val="05DF72"/>
                </a:solidFill>
                <a:latin typeface="SimHei" pitchFamily="49" charset="0"/>
                <a:ea typeface="SimHei" pitchFamily="49" charset="0"/>
              </a:rPr>
              <a:t>使用 </a:t>
            </a:r>
            <a:r>
              <a:rPr lang="en-US" altLang="zh-CN" sz="900" kern="0" spc="-25" dirty="0">
                <a:solidFill>
                  <a:srgbClr val="05DF72"/>
                </a:solidFill>
                <a:latin typeface="SimHei" pitchFamily="49" charset="0"/>
                <a:ea typeface="SimHei" pitchFamily="49" charset="0"/>
              </a:rPr>
              <a:t>Claude Code</a:t>
            </a:r>
          </a:p>
          <a:p>
            <a:pPr eaLnBrk="0">
              <a:lnSpc>
                <a:spcPct val="90740"/>
              </a:lnSpc>
              <a:spcBef>
                <a:spcPts val="84"/>
              </a:spcBef>
              <a:spcAft>
                <a:spcPts val="25"/>
              </a:spcAft>
            </a:pPr>
            <a:r>
              <a:rPr lang="en-US" altLang="zh-CN" sz="900" kern="0" spc="-25" dirty="0">
                <a:solidFill>
                  <a:srgbClr val="05DF72"/>
                </a:solidFill>
                <a:latin typeface="SimHei" pitchFamily="49" charset="0"/>
                <a:ea typeface="SimHei" pitchFamily="49" charset="0"/>
              </a:rPr>
              <a:t> &gt; </a:t>
            </a:r>
            <a:r>
              <a:rPr lang="zh-CN" altLang="en-US" sz="900" kern="0" spc="-25" dirty="0">
                <a:solidFill>
                  <a:srgbClr val="05DF72"/>
                </a:solidFill>
                <a:latin typeface="SimHei" pitchFamily="49" charset="0"/>
                <a:ea typeface="SimHei" pitchFamily="49" charset="0"/>
              </a:rPr>
              <a:t>选择 </a:t>
            </a:r>
            <a:r>
              <a:rPr lang="en-US" altLang="zh-CN" sz="900" kern="0" spc="-25" dirty="0">
                <a:solidFill>
                  <a:srgbClr val="05DF72"/>
                </a:solidFill>
                <a:latin typeface="SimHei" pitchFamily="49" charset="0"/>
                <a:ea typeface="SimHei" pitchFamily="49" charset="0"/>
              </a:rPr>
              <a:t>AI </a:t>
            </a:r>
            <a:r>
              <a:rPr lang="zh-CN" altLang="en-US" sz="900" kern="0" spc="-25" dirty="0">
                <a:solidFill>
                  <a:srgbClr val="05DF72"/>
                </a:solidFill>
                <a:latin typeface="SimHei" pitchFamily="49" charset="0"/>
                <a:ea typeface="SimHei" pitchFamily="49" charset="0"/>
              </a:rPr>
              <a:t>编程工具</a:t>
            </a:r>
            <a:endParaRPr lang="en-US" altLang="zh-CN" sz="900" kern="0" spc="-25" dirty="0">
              <a:solidFill>
                <a:srgbClr val="05DF72"/>
              </a:solidFill>
              <a:latin typeface="SimHei" pitchFamily="49" charset="0"/>
              <a:ea typeface="SimHei" pitchFamily="49" charset="0"/>
            </a:endParaRPr>
          </a:p>
          <a:p>
            <a:pPr eaLnBrk="0">
              <a:lnSpc>
                <a:spcPct val="90740"/>
              </a:lnSpc>
              <a:spcBef>
                <a:spcPts val="84"/>
              </a:spcBef>
              <a:spcAft>
                <a:spcPts val="25"/>
              </a:spcAft>
            </a:pPr>
            <a:endParaRPr lang="en-US" altLang="zh-CN" sz="900" kern="0" dirty="0">
              <a:solidFill>
                <a:srgbClr val="6A7282"/>
              </a:solidFill>
              <a:latin typeface="SimHei" pitchFamily="49" charset="0"/>
              <a:ea typeface="SimHei" pitchFamily="49" charset="0"/>
              <a:cs typeface="SimHei" pitchFamily="49" charset="0"/>
            </a:endParaRPr>
          </a:p>
          <a:p>
            <a:pPr eaLnBrk="0">
              <a:lnSpc>
                <a:spcPct val="90740"/>
              </a:lnSpc>
              <a:spcBef>
                <a:spcPts val="84"/>
              </a:spcBef>
              <a:spcAft>
                <a:spcPts val="25"/>
              </a:spcAft>
            </a:pPr>
            <a:endParaRPr lang="zh-CN" altLang="en-US" sz="900" kern="0" spc="-25" dirty="0">
              <a:solidFill>
                <a:srgbClr val="05DF72"/>
              </a:solidFill>
              <a:latin typeface="SimHei" pitchFamily="49" charset="0"/>
              <a:ea typeface="SimHei" pitchFamily="49" charset="0"/>
              <a:cs typeface="SimHei" pitchFamily="49" charset="0"/>
            </a:endParaRPr>
          </a:p>
          <a:p>
            <a:pPr eaLnBrk="0">
              <a:lnSpc>
                <a:spcPct val="90740"/>
              </a:lnSpc>
              <a:spcBef>
                <a:spcPts val="84"/>
              </a:spcBef>
              <a:spcAft>
                <a:spcPts val="25"/>
              </a:spcAft>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0740"/>
              </a:lnSpc>
              <a:spcBef>
                <a:spcPts val="84"/>
              </a:spcBef>
              <a:spcAft>
                <a:spcPts val="25"/>
              </a:spcAft>
            </a:pPr>
            <a:endParaRPr lang="en-US" altLang="zh-CN" sz="900" kern="0" spc="-40" dirty="0">
              <a:solidFill>
                <a:srgbClr val="05DF72"/>
              </a:solidFill>
              <a:latin typeface="SimHei" pitchFamily="49" charset="0"/>
              <a:ea typeface="SimHei" pitchFamily="49" charset="0"/>
              <a:cs typeface="SimHei" pitchFamily="49" charset="0"/>
            </a:endParaRPr>
          </a:p>
          <a:p>
            <a:pPr marL="0" marR="0" indent="0" eaLnBrk="0">
              <a:lnSpc>
                <a:spcPct val="90740"/>
              </a:lnSpc>
              <a:spcBef>
                <a:spcPts val="84"/>
              </a:spcBef>
              <a:spcAft>
                <a:spcPts val="25"/>
              </a:spcAft>
            </a:pPr>
            <a:endParaRPr lang="en-US" altLang="zh-CN" sz="900" kern="0" spc="-40" baseline="0" noProof="0" dirty="0">
              <a:solidFill>
                <a:srgbClr val="05DF72"/>
              </a:solidFill>
              <a:latin typeface="SimHei" pitchFamily="49" charset="0"/>
              <a:ea typeface="SimHei" pitchFamily="49" charset="0"/>
              <a:cs typeface="SimHei" pitchFamily="49" charset="0"/>
            </a:endParaRPr>
          </a:p>
        </p:txBody>
      </p:sp>
      <p:sp>
        <p:nvSpPr>
          <p:cNvPr id="347" name="TextBox347"/>
          <p:cNvSpPr txBox="1"/>
          <p:nvPr/>
        </p:nvSpPr>
        <p:spPr>
          <a:xfrm>
            <a:off x="9007476" y="2765425"/>
            <a:ext cx="927100"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64748B"/>
                </a:solidFill>
                <a:latin typeface="SimHei" pitchFamily="49" charset="0"/>
                <a:ea typeface="SimHei" pitchFamily="49" charset="0"/>
                <a:cs typeface="SimHei" pitchFamily="49" charset="0"/>
              </a:rPr>
              <a:t>智能代理定义文件</a:t>
            </a:r>
          </a:p>
        </p:txBody>
      </p:sp>
      <p:sp>
        <p:nvSpPr>
          <p:cNvPr id="348" name="TextBox348"/>
          <p:cNvSpPr txBox="1"/>
          <p:nvPr/>
        </p:nvSpPr>
        <p:spPr>
          <a:xfrm>
            <a:off x="9007476" y="3249930"/>
            <a:ext cx="1301750" cy="350837"/>
          </a:xfrm>
          <a:prstGeom prst="rect">
            <a:avLst/>
          </a:prstGeom>
          <a:noFill/>
        </p:spPr>
        <p:txBody>
          <a:bodyPr wrap="square" lIns="0" tIns="0" rIns="0" bIns="0" rtlCol="0">
            <a:spAutoFit/>
          </a:bodyPr>
          <a:lstStyle/>
          <a:p>
            <a:pPr marL="233045" marR="0" indent="0" eaLnBrk="0">
              <a:lnSpc>
                <a:spcPct val="98333"/>
              </a:lnSpc>
              <a:spcAft>
                <a:spcPts val="485"/>
              </a:spcAft>
            </a:pPr>
            <a:r>
              <a:rPr lang="en-US" altLang="zh-CN" sz="1000" b="1" kern="0" spc="-15" baseline="0" noProof="0" dirty="0">
                <a:solidFill>
                  <a:srgbClr val="1E293B"/>
                </a:solidFill>
                <a:latin typeface="SimHei" pitchFamily="49" charset="0"/>
                <a:ea typeface="SimHei" pitchFamily="49" charset="0"/>
                <a:cs typeface="SimHei" pitchFamily="49" charset="0"/>
              </a:rPr>
              <a:t>asc</a:t>
            </a:r>
            <a:r>
              <a:rPr lang="en-US" altLang="zh-CN" sz="1000" b="1" kern="0" spc="0" baseline="0" noProof="0" dirty="0">
                <a:solidFill>
                  <a:srgbClr val="1E293B"/>
                </a:solidFill>
                <a:latin typeface="SimHei" pitchFamily="49" charset="0"/>
                <a:ea typeface="SimHei" pitchFamily="49" charset="0"/>
                <a:cs typeface="SimHei" pitchFamily="49" charset="0"/>
              </a:rPr>
              <a:t>-devkit工具包</a:t>
            </a:r>
          </a:p>
          <a:p>
            <a:pPr marL="0" marR="0" indent="0" eaLnBrk="0">
              <a:lnSpc>
                <a:spcPct val="90740"/>
              </a:lnSpc>
              <a:spcBef>
                <a:spcPts val="84"/>
              </a:spcBef>
              <a:spcAft>
                <a:spcPts val="25"/>
              </a:spcAft>
            </a:pPr>
            <a:r>
              <a:rPr lang="en-US" altLang="zh-CN" sz="900" kern="0" spc="-15" baseline="0" noProof="0" dirty="0">
                <a:solidFill>
                  <a:srgbClr val="64748B"/>
                </a:solidFill>
                <a:latin typeface="SimHei" pitchFamily="49" charset="0"/>
                <a:ea typeface="SimHei" pitchFamily="49" charset="0"/>
                <a:cs typeface="SimHei" pitchFamily="49" charset="0"/>
              </a:rPr>
              <a:t>算子开发工具集</a:t>
            </a:r>
          </a:p>
        </p:txBody>
      </p:sp>
      <p:sp>
        <p:nvSpPr>
          <p:cNvPr id="349" name="TextBox349"/>
          <p:cNvSpPr txBox="1"/>
          <p:nvPr/>
        </p:nvSpPr>
        <p:spPr>
          <a:xfrm>
            <a:off x="9007476" y="3947160"/>
            <a:ext cx="1528762" cy="352425"/>
          </a:xfrm>
          <a:prstGeom prst="rect">
            <a:avLst/>
          </a:prstGeom>
          <a:noFill/>
        </p:spPr>
        <p:txBody>
          <a:bodyPr wrap="square" lIns="0" tIns="11430" rIns="0" bIns="0" rtlCol="0">
            <a:spAutoFit/>
          </a:bodyPr>
          <a:lstStyle/>
          <a:p>
            <a:pPr marL="232410" marR="0" indent="0" eaLnBrk="0">
              <a:lnSpc>
                <a:spcPct val="90416"/>
              </a:lnSpc>
              <a:spcBef>
                <a:spcPts val="89"/>
              </a:spcBef>
              <a:spcAft>
                <a:spcPts val="514"/>
              </a:spcAft>
            </a:pPr>
            <a:r>
              <a:rPr lang="en-US" altLang="zh-CN" sz="1000" b="1" kern="0" spc="-15" baseline="0" noProof="0" dirty="0">
                <a:solidFill>
                  <a:srgbClr val="1E293B"/>
                </a:solidFill>
                <a:latin typeface="SimHei" pitchFamily="49" charset="0"/>
                <a:ea typeface="SimHei" pitchFamily="49" charset="0"/>
                <a:cs typeface="SimHei" pitchFamily="49" charset="0"/>
              </a:rPr>
              <a:t>配置文件</a:t>
            </a:r>
          </a:p>
          <a:p>
            <a:pPr marL="0" marR="0" indent="0" eaLnBrk="0">
              <a:lnSpc>
                <a:spcPct val="100000"/>
              </a:lnSpc>
            </a:pPr>
            <a:r>
              <a:rPr lang="en-US" altLang="zh-CN" sz="900" kern="0" spc="0" baseline="0" noProof="0" dirty="0">
                <a:solidFill>
                  <a:srgbClr val="64748B"/>
                </a:solidFill>
                <a:latin typeface="SimHei" pitchFamily="49" charset="0"/>
                <a:ea typeface="SimHei" pitchFamily="49" charset="0"/>
                <a:cs typeface="SimHei" pitchFamily="49" charset="0"/>
              </a:rPr>
              <a:t>opencode.json</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4748B"/>
                </a:solidFill>
                <a:latin typeface="SimHei" pitchFamily="49" charset="0"/>
                <a:ea typeface="SimHei" pitchFamily="49" charset="0"/>
                <a:cs typeface="SimHei" pitchFamily="49" charset="0"/>
              </a:rPr>
              <a:t>/</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4748B"/>
                </a:solidFill>
                <a:latin typeface="SimHei" pitchFamily="49" charset="0"/>
                <a:ea typeface="SimHei" pitchFamily="49" charset="0"/>
                <a:cs typeface="SimHei" pitchFamily="49" charset="0"/>
              </a:rPr>
              <a:t>CLAUDE.md</a:t>
            </a:r>
          </a:p>
        </p:txBody>
      </p:sp>
      <p:sp>
        <p:nvSpPr>
          <p:cNvPr id="350" name="TextBox350"/>
          <p:cNvSpPr txBox="1"/>
          <p:nvPr/>
        </p:nvSpPr>
        <p:spPr>
          <a:xfrm>
            <a:off x="9319260" y="1362075"/>
            <a:ext cx="1190625" cy="206375"/>
          </a:xfrm>
          <a:prstGeom prst="rect">
            <a:avLst/>
          </a:prstGeom>
          <a:noFill/>
        </p:spPr>
        <p:txBody>
          <a:bodyPr wrap="square" lIns="0" tIns="0" rIns="0" bIns="0" rtlCol="0">
            <a:spAutoFit/>
          </a:bodyPr>
          <a:lstStyle/>
          <a:p>
            <a:pPr marL="0" marR="0" indent="0" eaLnBrk="0">
              <a:lnSpc>
                <a:spcPct val="103846"/>
              </a:lnSpc>
            </a:pPr>
            <a:r>
              <a:rPr lang="en-US" altLang="zh-CN" sz="1300" b="1" kern="0" spc="0" baseline="0" noProof="0" dirty="0">
                <a:solidFill>
                  <a:srgbClr val="1E293B"/>
                </a:solidFill>
                <a:latin typeface="Arial" pitchFamily="34" charset="0"/>
                <a:ea typeface="Arial" pitchFamily="34" charset="0"/>
                <a:cs typeface="Arial" pitchFamily="34" charset="0"/>
              </a:rPr>
              <a:t>init.sh</a:t>
            </a:r>
            <a:r>
              <a:rPr lang="en-US" altLang="zh-CN" sz="1300" b="1" kern="0" spc="-65" baseline="0" noProof="0" dirty="0">
                <a:latin typeface="Arial" pitchFamily="34" charset="0"/>
                <a:ea typeface="Arial" pitchFamily="34" charset="0"/>
                <a:cs typeface="Arial" pitchFamily="34" charset="0"/>
              </a:rPr>
              <a:t> </a:t>
            </a:r>
            <a:r>
              <a:rPr lang="en-US" altLang="zh-CN" sz="1300" b="1" kern="0" spc="0" baseline="0" noProof="0" dirty="0">
                <a:solidFill>
                  <a:srgbClr val="1E293B"/>
                </a:solidFill>
                <a:latin typeface="SimHei" pitchFamily="49" charset="0"/>
                <a:ea typeface="SimHei" pitchFamily="49" charset="0"/>
                <a:cs typeface="SimHei" pitchFamily="49" charset="0"/>
              </a:rPr>
              <a:t>安装内容</a:t>
            </a:r>
          </a:p>
        </p:txBody>
      </p:sp>
      <p:sp>
        <p:nvSpPr>
          <p:cNvPr id="351" name="TextBox351"/>
          <p:cNvSpPr txBox="1"/>
          <p:nvPr/>
        </p:nvSpPr>
        <p:spPr>
          <a:xfrm>
            <a:off x="9240520" y="1847215"/>
            <a:ext cx="855662" cy="158750"/>
          </a:xfrm>
          <a:prstGeom prst="rect">
            <a:avLst/>
          </a:prstGeom>
          <a:noFill/>
        </p:spPr>
        <p:txBody>
          <a:bodyPr wrap="square" lIns="0" tIns="0" rIns="0" bIns="0" rtlCol="0">
            <a:spAutoFit/>
          </a:bodyPr>
          <a:lstStyle/>
          <a:p>
            <a:pPr marL="0" marR="0" indent="0" eaLnBrk="0">
              <a:lnSpc>
                <a:spcPct val="104166"/>
              </a:lnSpc>
            </a:pPr>
            <a:r>
              <a:rPr lang="en-US" altLang="zh-CN" sz="1000" b="1" kern="0" spc="-15" baseline="0" noProof="0" dirty="0">
                <a:solidFill>
                  <a:srgbClr val="1E293B"/>
                </a:solidFill>
                <a:latin typeface="Arial" pitchFamily="34" charset="0"/>
                <a:ea typeface="Arial" pitchFamily="34" charset="0"/>
                <a:cs typeface="Arial" pitchFamily="34" charset="0"/>
              </a:rPr>
              <a:t>S</a:t>
            </a:r>
            <a:r>
              <a:rPr lang="en-US" altLang="zh-CN" sz="1000" b="1" kern="0" spc="0" baseline="0" noProof="0" dirty="0">
                <a:solidFill>
                  <a:srgbClr val="1E293B"/>
                </a:solidFill>
                <a:latin typeface="Arial" pitchFamily="34" charset="0"/>
                <a:ea typeface="Arial" pitchFamily="34" charset="0"/>
                <a:cs typeface="Arial" pitchFamily="34" charset="0"/>
              </a:rPr>
              <a:t>kills</a:t>
            </a:r>
            <a:r>
              <a:rPr lang="en-US" altLang="zh-CN" sz="1000" b="1" kern="0" spc="0" baseline="0" noProof="0" dirty="0">
                <a:solidFill>
                  <a:srgbClr val="1E293B"/>
                </a:solidFill>
                <a:latin typeface="SimHei" pitchFamily="49" charset="0"/>
                <a:ea typeface="SimHei" pitchFamily="49" charset="0"/>
                <a:cs typeface="SimHei" pitchFamily="49" charset="0"/>
              </a:rPr>
              <a:t>技能模块</a:t>
            </a:r>
          </a:p>
        </p:txBody>
      </p:sp>
      <p:sp>
        <p:nvSpPr>
          <p:cNvPr id="352" name="TextBox352"/>
          <p:cNvSpPr txBox="1"/>
          <p:nvPr/>
        </p:nvSpPr>
        <p:spPr>
          <a:xfrm>
            <a:off x="9007476" y="2067560"/>
            <a:ext cx="727075" cy="138112"/>
          </a:xfrm>
          <a:prstGeom prst="rect">
            <a:avLst/>
          </a:prstGeom>
          <a:noFill/>
        </p:spPr>
        <p:txBody>
          <a:bodyPr wrap="square" lIns="0" tIns="635" rIns="0" bIns="0" rtlCol="0">
            <a:spAutoFit/>
          </a:bodyPr>
          <a:lstStyle/>
          <a:p>
            <a:pPr marL="0" marR="0" indent="0" eaLnBrk="0">
              <a:lnSpc>
                <a:spcPct val="100000"/>
              </a:lnSpc>
              <a:spcBef>
                <a:spcPts val="5"/>
              </a:spcBef>
            </a:pPr>
            <a:r>
              <a:rPr lang="en-US" altLang="zh-CN" sz="900" kern="0" spc="-90" baseline="0" noProof="0" dirty="0">
                <a:solidFill>
                  <a:srgbClr val="64748B"/>
                </a:solidFill>
                <a:latin typeface="SimHei" pitchFamily="49" charset="0"/>
                <a:ea typeface="SimHei" pitchFamily="49" charset="0"/>
                <a:cs typeface="SimHei" pitchFamily="49" charset="0"/>
              </a:rPr>
              <a:t>算子开发</a:t>
            </a:r>
            <a:r>
              <a:rPr lang="en-US" altLang="zh-CN" sz="900" kern="0" spc="-50" baseline="0" noProof="0" dirty="0">
                <a:solidFill>
                  <a:srgbClr val="64748B"/>
                </a:solidFill>
                <a:latin typeface="SimHei" pitchFamily="49" charset="0"/>
                <a:ea typeface="SimHei" pitchFamily="49" charset="0"/>
                <a:cs typeface="SimHei" pitchFamily="49" charset="0"/>
              </a:rPr>
              <a:t>Skills</a:t>
            </a:r>
          </a:p>
        </p:txBody>
      </p:sp>
      <p:sp>
        <p:nvSpPr>
          <p:cNvPr id="353" name="TextBox353"/>
          <p:cNvSpPr txBox="1"/>
          <p:nvPr/>
        </p:nvSpPr>
        <p:spPr>
          <a:xfrm>
            <a:off x="685326" y="1442902"/>
            <a:ext cx="107950" cy="176212"/>
          </a:xfrm>
          <a:prstGeom prst="rect">
            <a:avLst/>
          </a:prstGeom>
          <a:noFill/>
        </p:spPr>
        <p:txBody>
          <a:bodyPr wrap="square" lIns="0" tIns="0" rIns="0" bIns="0" rtlCol="0">
            <a:spAutoFit/>
          </a:bodyPr>
          <a:lstStyle/>
          <a:p>
            <a:pPr marL="0" marR="0" indent="0" eaLnBrk="0">
              <a:lnSpc>
                <a:spcPct val="100000"/>
              </a:lnSpc>
            </a:pPr>
            <a:r>
              <a:rPr lang="en-US" altLang="zh-CN" sz="1150" b="1" kern="0" spc="-15" baseline="0" noProof="0" dirty="0">
                <a:solidFill>
                  <a:srgbClr val="FFFFFF"/>
                </a:solidFill>
                <a:latin typeface="Arial" pitchFamily="34" charset="0"/>
                <a:ea typeface="Arial" pitchFamily="34" charset="0"/>
                <a:cs typeface="Arial" pitchFamily="34" charset="0"/>
              </a:rPr>
              <a:t>A</a:t>
            </a:r>
          </a:p>
        </p:txBody>
      </p:sp>
      <p:sp>
        <p:nvSpPr>
          <p:cNvPr id="354" name="TextBox354"/>
          <p:cNvSpPr txBox="1"/>
          <p:nvPr/>
        </p:nvSpPr>
        <p:spPr>
          <a:xfrm>
            <a:off x="963294" y="1393825"/>
            <a:ext cx="8656955" cy="402611"/>
          </a:xfrm>
          <a:prstGeom prst="rect">
            <a:avLst/>
          </a:prstGeom>
          <a:noFill/>
        </p:spPr>
        <p:txBody>
          <a:bodyPr wrap="square" lIns="0" tIns="15240" rIns="0" bIns="0" rtlCol="0">
            <a:spAutoFit/>
          </a:bodyPr>
          <a:lstStyle/>
          <a:p>
            <a:pPr eaLnBrk="0">
              <a:lnSpc>
                <a:spcPct val="91025"/>
              </a:lnSpc>
              <a:spcBef>
                <a:spcPts val="120"/>
              </a:spcBef>
              <a:spcAft>
                <a:spcPts val="395"/>
              </a:spcAft>
            </a:pPr>
            <a:r>
              <a:rPr lang="en-US" altLang="zh-CN" sz="1300" b="1" kern="0" spc="-25" baseline="0" noProof="0" dirty="0" err="1">
                <a:solidFill>
                  <a:srgbClr val="1E293B"/>
                </a:solidFill>
                <a:latin typeface="SimHei" pitchFamily="49" charset="0"/>
                <a:ea typeface="SimHei" pitchFamily="49" charset="0"/>
                <a:cs typeface="SimHei" pitchFamily="49" charset="0"/>
              </a:rPr>
              <a:t>方式</a:t>
            </a:r>
            <a:r>
              <a:rPr lang="en-US" altLang="zh-CN" sz="1300" b="1" kern="0" spc="-40" baseline="0" noProof="0" dirty="0" err="1">
                <a:solidFill>
                  <a:srgbClr val="1E293B"/>
                </a:solidFill>
                <a:latin typeface="SimHei" pitchFamily="49" charset="0"/>
                <a:ea typeface="SimHei" pitchFamily="49" charset="0"/>
                <a:cs typeface="SimHei" pitchFamily="49" charset="0"/>
              </a:rPr>
              <a:t>A</a:t>
            </a:r>
            <a:r>
              <a:rPr lang="en-US" altLang="zh-CN" sz="1300" b="1" kern="0" spc="-25" baseline="0" noProof="0" dirty="0">
                <a:solidFill>
                  <a:srgbClr val="1E293B"/>
                </a:solidFill>
                <a:latin typeface="SimHei" pitchFamily="49" charset="0"/>
                <a:ea typeface="SimHei" pitchFamily="49" charset="0"/>
                <a:cs typeface="SimHei" pitchFamily="49" charset="0"/>
              </a:rPr>
              <a:t>：</a:t>
            </a:r>
            <a:r>
              <a:rPr lang="zh-CN" altLang="en-US" sz="1300" b="1" kern="0" spc="-25" dirty="0">
                <a:solidFill>
                  <a:srgbClr val="1E293B"/>
                </a:solidFill>
                <a:latin typeface="SimHei" pitchFamily="49" charset="0"/>
                <a:ea typeface="SimHei" pitchFamily="49" charset="0"/>
                <a:cs typeface="SimHei" pitchFamily="49" charset="0"/>
              </a:rPr>
              <a:t>完整交互式</a:t>
            </a:r>
            <a:r>
              <a:rPr lang="en-US" altLang="zh-CN" sz="1300" b="1" kern="0" spc="-25" baseline="0" noProof="0" dirty="0" err="1">
                <a:solidFill>
                  <a:srgbClr val="1E293B"/>
                </a:solidFill>
                <a:latin typeface="SimHei" pitchFamily="49" charset="0"/>
                <a:ea typeface="SimHei" pitchFamily="49" charset="0"/>
                <a:cs typeface="SimHei" pitchFamily="49" charset="0"/>
              </a:rPr>
              <a:t>安装</a:t>
            </a:r>
            <a:r>
              <a:rPr lang="en-US" altLang="zh-CN" sz="1300" b="1" kern="0" spc="-40" baseline="0" noProof="0" dirty="0" err="1">
                <a:solidFill>
                  <a:srgbClr val="1E293B"/>
                </a:solidFill>
                <a:latin typeface="SimHei" pitchFamily="49" charset="0"/>
                <a:ea typeface="SimHei" pitchFamily="49" charset="0"/>
                <a:cs typeface="SimHei" pitchFamily="49" charset="0"/>
              </a:rPr>
              <a:t>（</a:t>
            </a:r>
            <a:r>
              <a:rPr lang="en-US" altLang="zh-CN" sz="1300" b="1" kern="0" spc="-15" baseline="0" noProof="0" dirty="0" err="1">
                <a:solidFill>
                  <a:srgbClr val="1E293B"/>
                </a:solidFill>
                <a:latin typeface="SimHei" pitchFamily="49" charset="0"/>
                <a:ea typeface="SimHei" pitchFamily="49" charset="0"/>
                <a:cs typeface="SimHei" pitchFamily="49" charset="0"/>
              </a:rPr>
              <a:t>推荐</a:t>
            </a:r>
            <a:r>
              <a:rPr lang="zh-CN" altLang="en-US" sz="1300" b="1" kern="0" spc="-15" baseline="0" noProof="0" dirty="0">
                <a:solidFill>
                  <a:srgbClr val="1E293B"/>
                </a:solidFill>
                <a:latin typeface="SimHei" pitchFamily="49" charset="0"/>
                <a:ea typeface="SimHei" pitchFamily="49" charset="0"/>
                <a:cs typeface="SimHei" pitchFamily="49" charset="0"/>
              </a:rPr>
              <a:t>，</a:t>
            </a:r>
            <a:r>
              <a:rPr lang="zh-CN" altLang="zh-CN" sz="1300" b="1" kern="0" spc="-25" dirty="0">
                <a:solidFill>
                  <a:srgbClr val="1E293B"/>
                </a:solidFill>
                <a:latin typeface="SimHei" pitchFamily="49" charset="0"/>
                <a:ea typeface="SimHei" pitchFamily="49" charset="0"/>
              </a:rPr>
              <a:t>含 Skills + Agents + </a:t>
            </a:r>
            <a:r>
              <a:rPr lang="en-US" altLang="zh-CN" sz="1300" b="1" kern="0" spc="-25" dirty="0">
                <a:solidFill>
                  <a:srgbClr val="1E293B"/>
                </a:solidFill>
                <a:latin typeface="SimHei" pitchFamily="49" charset="0"/>
                <a:ea typeface="SimHei" pitchFamily="49" charset="0"/>
              </a:rPr>
              <a:t>workflows</a:t>
            </a:r>
            <a:r>
              <a:rPr lang="zh-CN" altLang="zh-CN" sz="1300" b="1" kern="0" spc="-25" dirty="0">
                <a:solidFill>
                  <a:srgbClr val="1E293B"/>
                </a:solidFill>
                <a:latin typeface="SimHei" pitchFamily="49" charset="0"/>
                <a:ea typeface="SimHei" pitchFamily="49" charset="0"/>
              </a:rPr>
              <a:t>，适合端到端开发流程编排</a:t>
            </a:r>
            <a:r>
              <a:rPr lang="en-US" altLang="zh-CN" sz="1300" b="1" kern="0" spc="-25" dirty="0">
                <a:solidFill>
                  <a:srgbClr val="1E293B"/>
                </a:solidFill>
                <a:latin typeface="SimHei" pitchFamily="49" charset="0"/>
                <a:ea typeface="SimHei" pitchFamily="49" charset="0"/>
              </a:rPr>
              <a:t>）</a:t>
            </a:r>
          </a:p>
          <a:p>
            <a:pPr marL="0" marR="0" indent="0" eaLnBrk="0">
              <a:lnSpc>
                <a:spcPct val="100000"/>
              </a:lnSpc>
              <a:spcAft>
                <a:spcPts val="5"/>
              </a:spcAft>
            </a:pPr>
            <a:r>
              <a:rPr lang="en-US" altLang="zh-CN" sz="1000" kern="0" spc="-15" baseline="0" noProof="0" dirty="0" err="1">
                <a:solidFill>
                  <a:srgbClr val="64748B"/>
                </a:solidFill>
                <a:latin typeface="SimHei" pitchFamily="49" charset="0"/>
                <a:ea typeface="SimHei" pitchFamily="49" charset="0"/>
                <a:cs typeface="SimHei" pitchFamily="49" charset="0"/>
              </a:rPr>
              <a:t>在项目目录下安装，配置</a:t>
            </a:r>
            <a:r>
              <a:rPr lang="en-US" altLang="zh-CN" sz="1000" kern="0" spc="0" baseline="0" noProof="0" dirty="0" err="1">
                <a:solidFill>
                  <a:srgbClr val="2563EB"/>
                </a:solidFill>
                <a:latin typeface="SimHei" pitchFamily="49" charset="0"/>
                <a:ea typeface="SimHei" pitchFamily="49" charset="0"/>
                <a:cs typeface="SimHei" pitchFamily="49" charset="0"/>
              </a:rPr>
              <a:t>仅对当前项目生效，</a:t>
            </a:r>
            <a:r>
              <a:rPr lang="en-US" altLang="zh-CN" sz="1000" b="1" kern="0" spc="0" baseline="0" noProof="0" dirty="0" err="1">
                <a:solidFill>
                  <a:srgbClr val="2563EB"/>
                </a:solidFill>
                <a:latin typeface="SimHei" pitchFamily="49" charset="0"/>
                <a:ea typeface="SimHei" pitchFamily="49" charset="0"/>
                <a:cs typeface="SimHei" pitchFamily="49" charset="0"/>
              </a:rPr>
              <a:t>适合多项目开发场景</a:t>
            </a:r>
            <a:endParaRPr lang="en-US" altLang="zh-CN" sz="1000" b="1" kern="0" spc="0" baseline="0" noProof="0" dirty="0">
              <a:solidFill>
                <a:srgbClr val="2563EB"/>
              </a:solidFill>
              <a:latin typeface="SimHei" pitchFamily="49" charset="0"/>
              <a:ea typeface="SimHei" pitchFamily="49" charset="0"/>
              <a:cs typeface="SimHei" pitchFamily="49" charset="0"/>
            </a:endParaRPr>
          </a:p>
        </p:txBody>
      </p:sp>
      <p:sp>
        <p:nvSpPr>
          <p:cNvPr id="355" name="TextBox355"/>
          <p:cNvSpPr txBox="1"/>
          <p:nvPr/>
        </p:nvSpPr>
        <p:spPr>
          <a:xfrm>
            <a:off x="664492" y="2229726"/>
            <a:ext cx="6987160" cy="133050"/>
          </a:xfrm>
          <a:prstGeom prst="rect">
            <a:avLst/>
          </a:prstGeom>
          <a:noFill/>
        </p:spPr>
        <p:txBody>
          <a:bodyPr wrap="square" lIns="0" tIns="0" rIns="0" bIns="0" rtlCol="0">
            <a:spAutoFit/>
          </a:bodyPr>
          <a:lstStyle/>
          <a:p>
            <a:pPr eaLnBrk="0">
              <a:lnSpc>
                <a:spcPct val="103703"/>
              </a:lnSpc>
            </a:pPr>
            <a:r>
              <a:rPr lang="en-US" altLang="zh-CN" sz="900" kern="0" spc="0" baseline="0" noProof="0" dirty="0">
                <a:solidFill>
                  <a:srgbClr val="6A7282"/>
                </a:solidFill>
                <a:latin typeface="Arial" pitchFamily="34" charset="0"/>
                <a:ea typeface="Arial" pitchFamily="34" charset="0"/>
                <a:cs typeface="Arial" pitchFamily="34" charset="0"/>
              </a:rPr>
              <a:t>#</a:t>
            </a:r>
            <a:r>
              <a:rPr lang="en-US" altLang="zh-CN" sz="900" kern="0" spc="-15" baseline="0" noProof="0" dirty="0">
                <a:latin typeface="Arial" pitchFamily="34" charset="0"/>
                <a:ea typeface="Arial" pitchFamily="34" charset="0"/>
                <a:cs typeface="Arial" pitchFamily="34" charset="0"/>
              </a:rPr>
              <a:t> </a:t>
            </a:r>
            <a:r>
              <a:rPr lang="en-US" altLang="zh-CN" sz="900" kern="0" spc="0" baseline="0" noProof="0" dirty="0">
                <a:solidFill>
                  <a:srgbClr val="6A7282"/>
                </a:solidFill>
                <a:latin typeface="Arial" pitchFamily="34" charset="0"/>
                <a:ea typeface="Arial" pitchFamily="34" charset="0"/>
                <a:cs typeface="Arial" pitchFamily="34" charset="0"/>
              </a:rPr>
              <a:t>1.</a:t>
            </a:r>
            <a:r>
              <a:rPr lang="zh-CN" altLang="zh-CN" sz="900" kern="0" dirty="0">
                <a:solidFill>
                  <a:srgbClr val="6A7282"/>
                </a:solidFill>
                <a:latin typeface="SimHei" pitchFamily="49" charset="0"/>
                <a:ea typeface="SimHei" pitchFamily="49" charset="0"/>
              </a:rPr>
              <a:t>完整安装（推荐，含 Skills + Agents + Workflows，适合端到端开发流程编排）：</a:t>
            </a:r>
            <a:endParaRPr lang="en-US" altLang="zh-CN" sz="900" kern="0" dirty="0">
              <a:solidFill>
                <a:srgbClr val="6A7282"/>
              </a:solidFill>
              <a:latin typeface="SimHei" pitchFamily="49" charset="0"/>
              <a:ea typeface="SimHei" pitchFamily="49" charset="0"/>
            </a:endParaRPr>
          </a:p>
        </p:txBody>
      </p:sp>
      <p:sp>
        <p:nvSpPr>
          <p:cNvPr id="356" name="VectorPath 356"/>
          <p:cNvSpPr/>
          <p:nvPr/>
        </p:nvSpPr>
        <p:spPr>
          <a:xfrm>
            <a:off x="332105" y="1146175"/>
            <a:ext cx="8139430" cy="33020"/>
          </a:xfrm>
          <a:custGeom>
            <a:avLst/>
            <a:gdLst/>
            <a:ahLst/>
            <a:cxnLst/>
            <a:rect l="l" t="t" r="r" b="b"/>
            <a:pathLst>
              <a:path w="8139075" h="33020">
                <a:moveTo>
                  <a:pt x="33223" y="0"/>
                </a:moveTo>
                <a:lnTo>
                  <a:pt x="8105801" y="0"/>
                </a:lnTo>
                <a:cubicBezTo>
                  <a:pt x="8124215" y="0"/>
                  <a:pt x="8139075" y="14859"/>
                  <a:pt x="8139075" y="33147"/>
                </a:cubicBezTo>
                <a:lnTo>
                  <a:pt x="8139075" y="33147"/>
                </a:lnTo>
                <a:lnTo>
                  <a:pt x="0" y="33147"/>
                </a:lnTo>
                <a:lnTo>
                  <a:pt x="0" y="33147"/>
                </a:lnTo>
                <a:cubicBezTo>
                  <a:pt x="0" y="14859"/>
                  <a:pt x="14884" y="0"/>
                  <a:pt x="33223" y="0"/>
                </a:cubicBezTo>
              </a:path>
            </a:pathLst>
          </a:custGeom>
          <a:solidFill>
            <a:srgbClr val="2563EB">
              <a:alpha val="100000"/>
            </a:srgbClr>
          </a:solidFill>
        </p:spPr>
      </p:sp>
      <p:sp>
        <p:nvSpPr>
          <p:cNvPr id="357" name="VectorPath 357"/>
          <p:cNvSpPr/>
          <p:nvPr/>
        </p:nvSpPr>
        <p:spPr>
          <a:xfrm>
            <a:off x="341277" y="5045041"/>
            <a:ext cx="8139430" cy="33020"/>
          </a:xfrm>
          <a:custGeom>
            <a:avLst/>
            <a:gdLst/>
            <a:ahLst/>
            <a:cxnLst/>
            <a:rect l="l" t="t" r="r" b="b"/>
            <a:pathLst>
              <a:path w="8139075" h="32893">
                <a:moveTo>
                  <a:pt x="33223" y="-254"/>
                </a:moveTo>
                <a:lnTo>
                  <a:pt x="8105801" y="-254"/>
                </a:lnTo>
                <a:cubicBezTo>
                  <a:pt x="8124215" y="-254"/>
                  <a:pt x="8139075" y="14605"/>
                  <a:pt x="8139075" y="32893"/>
                </a:cubicBezTo>
                <a:lnTo>
                  <a:pt x="8139075" y="32893"/>
                </a:lnTo>
                <a:lnTo>
                  <a:pt x="0" y="32893"/>
                </a:lnTo>
                <a:lnTo>
                  <a:pt x="0" y="32893"/>
                </a:lnTo>
                <a:cubicBezTo>
                  <a:pt x="0" y="14605"/>
                  <a:pt x="14884" y="-254"/>
                  <a:pt x="33223" y="-254"/>
                </a:cubicBezTo>
              </a:path>
            </a:pathLst>
          </a:custGeom>
          <a:solidFill>
            <a:srgbClr val="64748B">
              <a:alpha val="100000"/>
            </a:srgbClr>
          </a:solidFill>
        </p:spPr>
      </p:sp>
      <p:sp>
        <p:nvSpPr>
          <p:cNvPr id="358" name="VectorPath 358"/>
          <p:cNvSpPr/>
          <p:nvPr/>
        </p:nvSpPr>
        <p:spPr>
          <a:xfrm>
            <a:off x="8690610" y="1129665"/>
            <a:ext cx="33655" cy="3471545"/>
          </a:xfrm>
          <a:custGeom>
            <a:avLst/>
            <a:gdLst/>
            <a:ahLst/>
            <a:cxnLst/>
            <a:rect l="l" t="t" r="r" b="b"/>
            <a:pathLst>
              <a:path w="33148" h="3471418">
                <a:moveTo>
                  <a:pt x="33148" y="-127"/>
                </a:moveTo>
                <a:lnTo>
                  <a:pt x="33148" y="-127"/>
                </a:lnTo>
                <a:lnTo>
                  <a:pt x="33148" y="3471418"/>
                </a:lnTo>
                <a:lnTo>
                  <a:pt x="33148" y="3471418"/>
                </a:lnTo>
                <a:cubicBezTo>
                  <a:pt x="14860" y="3471418"/>
                  <a:pt x="0" y="3456559"/>
                  <a:pt x="0" y="3438144"/>
                </a:cubicBezTo>
                <a:lnTo>
                  <a:pt x="0" y="33020"/>
                </a:lnTo>
                <a:cubicBezTo>
                  <a:pt x="0" y="14732"/>
                  <a:pt x="14860" y="-127"/>
                  <a:pt x="33148" y="-127"/>
                </a:cubicBezTo>
              </a:path>
            </a:pathLst>
          </a:custGeom>
          <a:solidFill>
            <a:srgbClr val="0EA5E9">
              <a:alpha val="100000"/>
            </a:srgbClr>
          </a:solidFill>
        </p:spPr>
      </p:sp>
      <p:sp>
        <p:nvSpPr>
          <p:cNvPr id="359" name="TextBox359"/>
          <p:cNvSpPr txBox="1"/>
          <p:nvPr/>
        </p:nvSpPr>
        <p:spPr>
          <a:xfrm>
            <a:off x="972184" y="5141320"/>
            <a:ext cx="7769687" cy="168059"/>
          </a:xfrm>
          <a:prstGeom prst="rect">
            <a:avLst/>
          </a:prstGeom>
          <a:noFill/>
        </p:spPr>
        <p:txBody>
          <a:bodyPr wrap="square" lIns="0" tIns="0" rIns="0" bIns="0" rtlCol="0">
            <a:spAutoFit/>
          </a:bodyPr>
          <a:lstStyle/>
          <a:p>
            <a:pPr eaLnBrk="0">
              <a:lnSpc>
                <a:spcPct val="83974"/>
              </a:lnSpc>
            </a:pPr>
            <a:r>
              <a:rPr lang="en-US" altLang="zh-CN" sz="1300" b="1" kern="0" spc="-15" baseline="0" noProof="0" dirty="0" err="1">
                <a:solidFill>
                  <a:srgbClr val="1E293B"/>
                </a:solidFill>
                <a:latin typeface="SimHei" pitchFamily="49" charset="0"/>
                <a:ea typeface="SimHei" pitchFamily="49" charset="0"/>
                <a:cs typeface="SimHei" pitchFamily="49" charset="0"/>
              </a:rPr>
              <a:t>方式</a:t>
            </a:r>
            <a:r>
              <a:rPr lang="en-US" altLang="zh-CN" sz="1300" b="1" kern="0" spc="0" baseline="0" noProof="0" dirty="0" err="1">
                <a:solidFill>
                  <a:srgbClr val="1E293B"/>
                </a:solidFill>
                <a:latin typeface="SimHei" pitchFamily="49" charset="0"/>
                <a:ea typeface="SimHei" pitchFamily="49" charset="0"/>
                <a:cs typeface="SimHei" pitchFamily="49" charset="0"/>
              </a:rPr>
              <a:t>B</a:t>
            </a:r>
            <a:r>
              <a:rPr lang="en-US" altLang="zh-CN" sz="1300" b="1" kern="0" spc="0" baseline="0" noProof="0" dirty="0">
                <a:solidFill>
                  <a:srgbClr val="1E293B"/>
                </a:solidFill>
                <a:latin typeface="SimHei" pitchFamily="49" charset="0"/>
                <a:ea typeface="SimHei" pitchFamily="49" charset="0"/>
                <a:cs typeface="SimHei" pitchFamily="49" charset="0"/>
              </a:rPr>
              <a:t>：</a:t>
            </a:r>
            <a:r>
              <a:rPr lang="zh-CN" altLang="en-US" sz="1300" b="1" kern="0" spc="0" baseline="0" noProof="0" dirty="0">
                <a:solidFill>
                  <a:srgbClr val="1E293B"/>
                </a:solidFill>
                <a:latin typeface="SimHei" pitchFamily="49" charset="0"/>
                <a:ea typeface="SimHei" pitchFamily="49" charset="0"/>
                <a:cs typeface="SimHei" pitchFamily="49" charset="0"/>
              </a:rPr>
              <a:t>独立</a:t>
            </a:r>
            <a:r>
              <a:rPr lang="en-US" altLang="zh-CN" sz="1300" b="1" kern="0" spc="0" baseline="0" noProof="0" dirty="0">
                <a:solidFill>
                  <a:srgbClr val="1E293B"/>
                </a:solidFill>
                <a:latin typeface="SimHei" pitchFamily="49" charset="0"/>
                <a:ea typeface="SimHei" pitchFamily="49" charset="0"/>
                <a:cs typeface="SimHei" pitchFamily="49" charset="0"/>
              </a:rPr>
              <a:t>skill</a:t>
            </a:r>
            <a:r>
              <a:rPr lang="zh-CN" altLang="en-US" sz="1300" b="1" kern="0" spc="0" baseline="0" noProof="0" dirty="0">
                <a:solidFill>
                  <a:srgbClr val="1E293B"/>
                </a:solidFill>
                <a:latin typeface="SimHei" pitchFamily="49" charset="0"/>
                <a:ea typeface="SimHei" pitchFamily="49" charset="0"/>
                <a:cs typeface="SimHei" pitchFamily="49" charset="0"/>
              </a:rPr>
              <a:t>安装</a:t>
            </a:r>
            <a:r>
              <a:rPr lang="zh-CN" altLang="zh-CN" sz="1300" b="1" kern="0" dirty="0">
                <a:solidFill>
                  <a:srgbClr val="1E293B"/>
                </a:solidFill>
                <a:latin typeface="SimHei" pitchFamily="49" charset="0"/>
                <a:ea typeface="SimHei" pitchFamily="49" charset="0"/>
              </a:rPr>
              <a:t>（仅需单个能力，遵循 </a:t>
            </a:r>
            <a:r>
              <a:rPr lang="zh-CN" altLang="zh-CN" sz="1300" b="1" kern="0" dirty="0">
                <a:solidFill>
                  <a:srgbClr val="1E293B"/>
                </a:solidFill>
                <a:latin typeface="SimHei" pitchFamily="49" charset="0"/>
                <a:ea typeface="SimHei" pitchFamily="49" charset="0"/>
                <a:hlinkClick r:id="rId6">
                  <a:extLst>
                    <a:ext uri="{A12FA001-AC4F-418D-AE19-62706E023703}">
                      <ahyp:hlinkClr xmlns:ahyp="http://schemas.microsoft.com/office/drawing/2018/hyperlinkcolor" val="tx"/>
                    </a:ext>
                  </a:extLst>
                </a:hlinkClick>
              </a:rPr>
              <a:t>Agent Skills</a:t>
            </a:r>
            <a:r>
              <a:rPr lang="zh-CN" altLang="zh-CN" sz="1300" b="1" kern="0" dirty="0">
                <a:solidFill>
                  <a:srgbClr val="1E293B"/>
                </a:solidFill>
                <a:latin typeface="SimHei" pitchFamily="49" charset="0"/>
                <a:ea typeface="SimHei" pitchFamily="49" charset="0"/>
              </a:rPr>
              <a:t> 开放标准）：</a:t>
            </a:r>
            <a:endParaRPr lang="en-US" altLang="zh-CN" sz="1300" b="1" kern="0" dirty="0">
              <a:solidFill>
                <a:srgbClr val="1E293B"/>
              </a:solidFill>
              <a:latin typeface="SimHei" pitchFamily="49" charset="0"/>
              <a:ea typeface="SimHei" pitchFamily="49" charset="0"/>
            </a:endParaRPr>
          </a:p>
        </p:txBody>
      </p:sp>
      <p:sp>
        <p:nvSpPr>
          <p:cNvPr id="360" name="TextBox360"/>
          <p:cNvSpPr txBox="1"/>
          <p:nvPr/>
        </p:nvSpPr>
        <p:spPr>
          <a:xfrm>
            <a:off x="655955" y="5268955"/>
            <a:ext cx="101600" cy="150812"/>
          </a:xfrm>
          <a:prstGeom prst="rect">
            <a:avLst/>
          </a:prstGeom>
          <a:noFill/>
        </p:spPr>
        <p:txBody>
          <a:bodyPr wrap="square" lIns="0" tIns="0" rIns="0" bIns="0" rtlCol="0">
            <a:spAutoFit/>
          </a:bodyPr>
          <a:lstStyle/>
          <a:p>
            <a:pPr marL="0" marR="0" indent="0" eaLnBrk="0">
              <a:lnSpc>
                <a:spcPct val="85507"/>
              </a:lnSpc>
            </a:pPr>
            <a:r>
              <a:rPr lang="en-US" altLang="zh-CN" sz="1150" b="1" kern="0" spc="-40" baseline="0" noProof="0" dirty="0">
                <a:solidFill>
                  <a:srgbClr val="FFFFFF"/>
                </a:solidFill>
                <a:latin typeface="Arial" pitchFamily="34" charset="0"/>
                <a:ea typeface="Arial" pitchFamily="34" charset="0"/>
                <a:cs typeface="Arial" pitchFamily="34" charset="0"/>
              </a:rPr>
              <a:t>B</a:t>
            </a:r>
          </a:p>
        </p:txBody>
      </p:sp>
      <p:sp>
        <p:nvSpPr>
          <p:cNvPr id="361" name="TextBox361"/>
          <p:cNvSpPr txBox="1"/>
          <p:nvPr/>
        </p:nvSpPr>
        <p:spPr>
          <a:xfrm>
            <a:off x="972185" y="5386430"/>
            <a:ext cx="3460750" cy="152400"/>
          </a:xfrm>
          <a:prstGeom prst="rect">
            <a:avLst/>
          </a:prstGeom>
          <a:noFill/>
        </p:spPr>
        <p:txBody>
          <a:bodyPr wrap="square" lIns="0" tIns="0" rIns="0" bIns="0" rtlCol="0">
            <a:spAutoFit/>
          </a:bodyPr>
          <a:lstStyle/>
          <a:p>
            <a:pPr marL="0" marR="0" indent="0" eaLnBrk="0">
              <a:lnSpc>
                <a:spcPct val="100000"/>
              </a:lnSpc>
              <a:spcAft>
                <a:spcPts val="5"/>
              </a:spcAft>
            </a:pPr>
            <a:r>
              <a:rPr lang="en-US" altLang="zh-CN" sz="1000" kern="0" spc="-15" baseline="0" noProof="0" dirty="0">
                <a:solidFill>
                  <a:srgbClr val="64748B"/>
                </a:solidFill>
                <a:latin typeface="SimHei" pitchFamily="49" charset="0"/>
                <a:ea typeface="SimHei" pitchFamily="49" charset="0"/>
                <a:cs typeface="SimHei" pitchFamily="49" charset="0"/>
              </a:rPr>
              <a:t>在用户目录下安装，配置</a:t>
            </a:r>
            <a:r>
              <a:rPr lang="en-US" altLang="zh-CN" sz="1000" kern="0" spc="0" baseline="0" noProof="0" dirty="0">
                <a:solidFill>
                  <a:srgbClr val="2563EB"/>
                </a:solidFill>
                <a:latin typeface="SimHei" pitchFamily="49" charset="0"/>
                <a:ea typeface="SimHei" pitchFamily="49" charset="0"/>
                <a:cs typeface="SimHei" pitchFamily="49" charset="0"/>
              </a:rPr>
              <a:t>全局生效，</a:t>
            </a:r>
            <a:r>
              <a:rPr lang="en-US" altLang="zh-CN" sz="1000" b="1" kern="0" spc="0" baseline="0" noProof="0" dirty="0">
                <a:solidFill>
                  <a:srgbClr val="2563EB"/>
                </a:solidFill>
                <a:latin typeface="SimHei" pitchFamily="49" charset="0"/>
                <a:ea typeface="SimHei" pitchFamily="49" charset="0"/>
                <a:cs typeface="SimHei" pitchFamily="49" charset="0"/>
              </a:rPr>
              <a:t>适合单一项目开发场景</a:t>
            </a:r>
          </a:p>
        </p:txBody>
      </p:sp>
      <p:sp>
        <p:nvSpPr>
          <p:cNvPr id="362" name="TextBox362"/>
          <p:cNvSpPr txBox="1"/>
          <p:nvPr/>
        </p:nvSpPr>
        <p:spPr>
          <a:xfrm>
            <a:off x="634683" y="5711825"/>
            <a:ext cx="6641973" cy="791370"/>
          </a:xfrm>
          <a:prstGeom prst="rect">
            <a:avLst/>
          </a:prstGeom>
          <a:noFill/>
        </p:spPr>
        <p:txBody>
          <a:bodyPr wrap="square" lIns="0" tIns="0" rIns="0" bIns="0" rtlCol="0">
            <a:spAutoFit/>
          </a:bodyPr>
          <a:lstStyle/>
          <a:p>
            <a:pPr marL="0" marR="0" indent="0" eaLnBrk="0">
              <a:lnSpc>
                <a:spcPct val="6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eaLnBrk="0">
              <a:lnSpc>
                <a:spcPct val="90740"/>
              </a:lnSpc>
              <a:spcBef>
                <a:spcPts val="84"/>
              </a:spcBef>
              <a:spcAft>
                <a:spcPts val="25"/>
              </a:spcAft>
            </a:pPr>
            <a:r>
              <a:rPr lang="en-US" altLang="zh-CN" sz="900" kern="0" spc="-15" dirty="0">
                <a:solidFill>
                  <a:srgbClr val="6A7282"/>
                </a:solidFill>
                <a:latin typeface="SimHei" pitchFamily="49" charset="0"/>
                <a:ea typeface="SimHei" pitchFamily="49" charset="0"/>
              </a:rPr>
              <a:t># </a:t>
            </a:r>
            <a:r>
              <a:rPr lang="zh-CN" altLang="en-US" sz="900" kern="0" spc="-15" dirty="0">
                <a:solidFill>
                  <a:srgbClr val="6A7282"/>
                </a:solidFill>
                <a:latin typeface="SimHei" pitchFamily="49" charset="0"/>
                <a:ea typeface="SimHei" pitchFamily="49" charset="0"/>
              </a:rPr>
              <a:t>浏览可用 </a:t>
            </a:r>
            <a:r>
              <a:rPr lang="en-US" altLang="zh-CN" sz="900" kern="0" spc="-15" dirty="0">
                <a:solidFill>
                  <a:srgbClr val="6A7282"/>
                </a:solidFill>
                <a:latin typeface="SimHei" pitchFamily="49" charset="0"/>
                <a:ea typeface="SimHei" pitchFamily="49" charset="0"/>
              </a:rPr>
              <a:t>Skills</a:t>
            </a:r>
          </a:p>
          <a:p>
            <a:pPr eaLnBrk="0">
              <a:lnSpc>
                <a:spcPct val="90740"/>
              </a:lnSpc>
              <a:spcBef>
                <a:spcPts val="84"/>
              </a:spcBef>
              <a:spcAft>
                <a:spcPts val="25"/>
              </a:spcAft>
            </a:pPr>
            <a:r>
              <a:rPr lang="en-US" altLang="zh-CN" sz="900" kern="0" spc="-15" dirty="0" err="1">
                <a:solidFill>
                  <a:srgbClr val="05DF72"/>
                </a:solidFill>
                <a:latin typeface="SimHei" pitchFamily="49" charset="0"/>
                <a:ea typeface="SimHei" pitchFamily="49" charset="0"/>
                <a:cs typeface="SimHei" pitchFamily="49" charset="0"/>
              </a:rPr>
              <a:t>npx</a:t>
            </a:r>
            <a:r>
              <a:rPr lang="en-US" altLang="zh-CN" sz="900" kern="0" spc="-15" dirty="0">
                <a:solidFill>
                  <a:srgbClr val="05DF72"/>
                </a:solidFill>
                <a:latin typeface="SimHei" pitchFamily="49" charset="0"/>
                <a:ea typeface="SimHei" pitchFamily="49" charset="0"/>
                <a:cs typeface="SimHei" pitchFamily="49" charset="0"/>
              </a:rPr>
              <a:t> skills add https://gitcode.com/cann/cannbot-skills.git --list</a:t>
            </a:r>
          </a:p>
          <a:p>
            <a:pPr eaLnBrk="0">
              <a:lnSpc>
                <a:spcPct val="90740"/>
              </a:lnSpc>
              <a:spcBef>
                <a:spcPts val="84"/>
              </a:spcBef>
              <a:spcAft>
                <a:spcPts val="25"/>
              </a:spcAft>
            </a:pPr>
            <a:endParaRPr lang="en-US" altLang="zh-CN" sz="900" kern="0" spc="-15" dirty="0">
              <a:solidFill>
                <a:srgbClr val="05DF72"/>
              </a:solidFill>
              <a:latin typeface="SimHei" pitchFamily="49" charset="0"/>
              <a:ea typeface="SimHei" pitchFamily="49" charset="0"/>
              <a:cs typeface="SimHei" pitchFamily="49" charset="0"/>
            </a:endParaRPr>
          </a:p>
          <a:p>
            <a:pPr eaLnBrk="0">
              <a:lnSpc>
                <a:spcPct val="90740"/>
              </a:lnSpc>
              <a:spcBef>
                <a:spcPts val="84"/>
              </a:spcBef>
              <a:spcAft>
                <a:spcPts val="25"/>
              </a:spcAft>
            </a:pPr>
            <a:r>
              <a:rPr lang="en-US" altLang="zh-CN" sz="900" kern="0" spc="-15" dirty="0">
                <a:solidFill>
                  <a:srgbClr val="6A7282"/>
                </a:solidFill>
                <a:latin typeface="SimHei" pitchFamily="49" charset="0"/>
                <a:ea typeface="SimHei" pitchFamily="49" charset="0"/>
              </a:rPr>
              <a:t># </a:t>
            </a:r>
            <a:r>
              <a:rPr lang="zh-CN" altLang="en-US" sz="900" kern="0" spc="-15" dirty="0">
                <a:solidFill>
                  <a:srgbClr val="6A7282"/>
                </a:solidFill>
                <a:latin typeface="SimHei" pitchFamily="49" charset="0"/>
                <a:ea typeface="SimHei" pitchFamily="49" charset="0"/>
              </a:rPr>
              <a:t>安装单个 </a:t>
            </a:r>
            <a:r>
              <a:rPr lang="en-US" altLang="zh-CN" sz="900" kern="0" spc="-15" dirty="0">
                <a:solidFill>
                  <a:srgbClr val="6A7282"/>
                </a:solidFill>
                <a:latin typeface="SimHei" pitchFamily="49" charset="0"/>
                <a:ea typeface="SimHei" pitchFamily="49" charset="0"/>
              </a:rPr>
              <a:t>Skill</a:t>
            </a:r>
            <a:r>
              <a:rPr lang="zh-CN" altLang="en-US" sz="900" kern="0" spc="-15" dirty="0">
                <a:solidFill>
                  <a:srgbClr val="6A7282"/>
                </a:solidFill>
                <a:latin typeface="SimHei" pitchFamily="49" charset="0"/>
                <a:ea typeface="SimHei" pitchFamily="49" charset="0"/>
              </a:rPr>
              <a:t>（交互式选择目标工具）</a:t>
            </a:r>
          </a:p>
          <a:p>
            <a:pPr eaLnBrk="0">
              <a:lnSpc>
                <a:spcPct val="90740"/>
              </a:lnSpc>
              <a:spcBef>
                <a:spcPts val="84"/>
              </a:spcBef>
              <a:spcAft>
                <a:spcPts val="25"/>
              </a:spcAft>
            </a:pPr>
            <a:r>
              <a:rPr lang="en-US" altLang="zh-CN" sz="900" kern="0" spc="-15" dirty="0" err="1">
                <a:solidFill>
                  <a:srgbClr val="05DF72"/>
                </a:solidFill>
                <a:latin typeface="SimHei" pitchFamily="49" charset="0"/>
                <a:ea typeface="SimHei" pitchFamily="49" charset="0"/>
                <a:cs typeface="SimHei" pitchFamily="49" charset="0"/>
              </a:rPr>
              <a:t>npx</a:t>
            </a:r>
            <a:r>
              <a:rPr lang="en-US" altLang="zh-CN" sz="900" kern="0" spc="-15" dirty="0">
                <a:solidFill>
                  <a:srgbClr val="05DF72"/>
                </a:solidFill>
                <a:latin typeface="SimHei" pitchFamily="49" charset="0"/>
                <a:ea typeface="SimHei" pitchFamily="49" charset="0"/>
                <a:cs typeface="SimHei" pitchFamily="49" charset="0"/>
              </a:rPr>
              <a:t> skills add https://gitcode.com/cann/cannbot-skills.git --skill </a:t>
            </a:r>
            <a:r>
              <a:rPr lang="en-US" altLang="zh-CN" sz="900" kern="0" spc="-15" dirty="0" err="1">
                <a:solidFill>
                  <a:srgbClr val="05DF72"/>
                </a:solidFill>
                <a:latin typeface="SimHei" pitchFamily="49" charset="0"/>
                <a:ea typeface="SimHei" pitchFamily="49" charset="0"/>
                <a:cs typeface="SimHei" pitchFamily="49" charset="0"/>
              </a:rPr>
              <a:t>ascendc</a:t>
            </a:r>
            <a:r>
              <a:rPr lang="en-US" altLang="zh-CN" sz="900" kern="0" spc="-15" dirty="0">
                <a:solidFill>
                  <a:srgbClr val="05DF72"/>
                </a:solidFill>
                <a:latin typeface="SimHei" pitchFamily="49" charset="0"/>
                <a:ea typeface="SimHei" pitchFamily="49" charset="0"/>
                <a:cs typeface="SimHei" pitchFamily="49" charset="0"/>
              </a:rPr>
              <a:t>-env-check --agent </a:t>
            </a:r>
            <a:r>
              <a:rPr lang="en-US" altLang="zh-CN" sz="900" kern="0" spc="-15" dirty="0" err="1">
                <a:solidFill>
                  <a:srgbClr val="05DF72"/>
                </a:solidFill>
                <a:latin typeface="SimHei" pitchFamily="49" charset="0"/>
                <a:ea typeface="SimHei" pitchFamily="49" charset="0"/>
                <a:cs typeface="SimHei" pitchFamily="49" charset="0"/>
              </a:rPr>
              <a:t>opencode</a:t>
            </a:r>
            <a:endParaRPr lang="en-US" altLang="zh-CN" sz="900" kern="0" spc="-15" dirty="0">
              <a:solidFill>
                <a:srgbClr val="05DF72"/>
              </a:solidFill>
              <a:latin typeface="SimHei" pitchFamily="49" charset="0"/>
              <a:ea typeface="SimHei" pitchFamily="49" charset="0"/>
              <a:cs typeface="SimHei" pitchFamily="49" charset="0"/>
            </a:endParaRPr>
          </a:p>
        </p:txBody>
      </p:sp>
      <p:pic>
        <p:nvPicPr>
          <p:cNvPr id="363" name="790850DC-3473-496F-D072-89D528F4B62E"/>
          <p:cNvPicPr>
            <a:picLocks noChangeAspect="1"/>
          </p:cNvPicPr>
          <p:nvPr/>
        </p:nvPicPr>
        <p:blipFill>
          <a:blip r:embed="rId7" cstate="print">
            <a:extLst>
              <a:ext uri="{09C62F9C-9199-4C15-E68F-B2504D0DD8B2}"/>
            </a:extLst>
          </a:blip>
          <a:srcRect/>
          <a:stretch>
            <a:fillRect/>
          </a:stretch>
        </p:blipFill>
        <p:spPr>
          <a:xfrm>
            <a:off x="8663940" y="4715510"/>
            <a:ext cx="3230033" cy="2146300"/>
          </a:xfrm>
          <a:prstGeom prst="rect">
            <a:avLst/>
          </a:prstGeom>
        </p:spPr>
      </p:pic>
      <p:grpSp>
        <p:nvGrpSpPr>
          <p:cNvPr id="364" name="Combination 364"/>
          <p:cNvGrpSpPr/>
          <p:nvPr/>
        </p:nvGrpSpPr>
        <p:grpSpPr>
          <a:xfrm>
            <a:off x="8690610" y="4733925"/>
            <a:ext cx="3173096" cy="2124075"/>
            <a:chOff x="8690610" y="4733925"/>
            <a:chExt cx="3173096" cy="2124075"/>
          </a:xfrm>
        </p:grpSpPr>
        <p:sp>
          <p:nvSpPr>
            <p:cNvPr id="365" name="VectorPath 365"/>
            <p:cNvSpPr/>
            <p:nvPr/>
          </p:nvSpPr>
          <p:spPr>
            <a:xfrm>
              <a:off x="8690864" y="4733925"/>
              <a:ext cx="3172587" cy="2124072"/>
            </a:xfrm>
            <a:custGeom>
              <a:avLst/>
              <a:gdLst/>
              <a:ahLst/>
              <a:cxnLst/>
              <a:rect l="l" t="t" r="r" b="b"/>
              <a:pathLst>
                <a:path w="3172587" h="2124072">
                  <a:moveTo>
                    <a:pt x="3129222" y="2109677"/>
                  </a:moveTo>
                  <a:lnTo>
                    <a:pt x="3156091" y="2082828"/>
                  </a:lnTo>
                  <a:lnTo>
                    <a:pt x="3171190" y="2047518"/>
                  </a:lnTo>
                  <a:lnTo>
                    <a:pt x="3172587" y="2027579"/>
                  </a:lnTo>
                  <a:lnTo>
                    <a:pt x="3172587" y="98595"/>
                  </a:lnTo>
                  <a:lnTo>
                    <a:pt x="3171190" y="78673"/>
                  </a:lnTo>
                  <a:lnTo>
                    <a:pt x="3156091" y="43365"/>
                  </a:lnTo>
                  <a:lnTo>
                    <a:pt x="3129222" y="16496"/>
                  </a:lnTo>
                  <a:lnTo>
                    <a:pt x="3093914" y="1397"/>
                  </a:lnTo>
                  <a:lnTo>
                    <a:pt x="3073992" y="0"/>
                  </a:lnTo>
                  <a:lnTo>
                    <a:pt x="32782" y="0"/>
                  </a:lnTo>
                  <a:lnTo>
                    <a:pt x="26157" y="464"/>
                  </a:lnTo>
                  <a:lnTo>
                    <a:pt x="14417" y="5489"/>
                  </a:lnTo>
                  <a:lnTo>
                    <a:pt x="5484" y="14445"/>
                  </a:lnTo>
                  <a:lnTo>
                    <a:pt x="464" y="26238"/>
                  </a:lnTo>
                  <a:lnTo>
                    <a:pt x="0" y="32906"/>
                  </a:lnTo>
                  <a:lnTo>
                    <a:pt x="0" y="2093298"/>
                  </a:lnTo>
                  <a:lnTo>
                    <a:pt x="464" y="2099943"/>
                  </a:lnTo>
                  <a:lnTo>
                    <a:pt x="5484" y="2111711"/>
                  </a:lnTo>
                  <a:lnTo>
                    <a:pt x="14417" y="2120660"/>
                  </a:lnTo>
                  <a:lnTo>
                    <a:pt x="22386" y="2124072"/>
                  </a:lnTo>
                  <a:lnTo>
                    <a:pt x="3095517" y="2124072"/>
                  </a:lnTo>
                  <a:close/>
                </a:path>
              </a:pathLst>
            </a:custGeom>
            <a:solidFill>
              <a:srgbClr val="FFFFFF">
                <a:alpha val="100000"/>
              </a:srgbClr>
            </a:solidFill>
          </p:spPr>
        </p:sp>
        <p:sp>
          <p:nvSpPr>
            <p:cNvPr id="366" name="VectorPath 366"/>
            <p:cNvSpPr/>
            <p:nvPr/>
          </p:nvSpPr>
          <p:spPr>
            <a:xfrm>
              <a:off x="8906764" y="5265420"/>
              <a:ext cx="2757298" cy="299085"/>
            </a:xfrm>
            <a:custGeom>
              <a:avLst/>
              <a:gdLst/>
              <a:ahLst/>
              <a:cxnLst/>
              <a:rect l="l" t="t" r="r" b="b"/>
              <a:pathLst>
                <a:path w="2757298" h="299085">
                  <a:moveTo>
                    <a:pt x="66421" y="0"/>
                  </a:moveTo>
                  <a:lnTo>
                    <a:pt x="2690876" y="0"/>
                  </a:lnTo>
                  <a:cubicBezTo>
                    <a:pt x="2727579" y="0"/>
                    <a:pt x="2757298" y="29845"/>
                    <a:pt x="2757298" y="66548"/>
                  </a:cubicBezTo>
                  <a:lnTo>
                    <a:pt x="2757298" y="232664"/>
                  </a:lnTo>
                  <a:cubicBezTo>
                    <a:pt x="2757298" y="269240"/>
                    <a:pt x="2727579" y="299085"/>
                    <a:pt x="2690876" y="299085"/>
                  </a:cubicBezTo>
                  <a:lnTo>
                    <a:pt x="66421" y="299085"/>
                  </a:lnTo>
                  <a:cubicBezTo>
                    <a:pt x="29718" y="299085"/>
                    <a:pt x="0" y="269240"/>
                    <a:pt x="0" y="232664"/>
                  </a:cubicBezTo>
                  <a:lnTo>
                    <a:pt x="0" y="66548"/>
                  </a:lnTo>
                  <a:cubicBezTo>
                    <a:pt x="0" y="29845"/>
                    <a:pt x="29845" y="0"/>
                    <a:pt x="66421" y="0"/>
                  </a:cubicBezTo>
                </a:path>
              </a:pathLst>
            </a:custGeom>
            <a:solidFill>
              <a:srgbClr val="64748B">
                <a:alpha val="5000"/>
              </a:srgbClr>
            </a:solidFill>
          </p:spPr>
        </p:sp>
        <p:sp>
          <p:nvSpPr>
            <p:cNvPr id="367" name="VectorPath 367"/>
            <p:cNvSpPr/>
            <p:nvPr/>
          </p:nvSpPr>
          <p:spPr>
            <a:xfrm>
              <a:off x="8906764" y="5630913"/>
              <a:ext cx="2757298" cy="298983"/>
            </a:xfrm>
            <a:custGeom>
              <a:avLst/>
              <a:gdLst/>
              <a:ahLst/>
              <a:cxnLst/>
              <a:rect l="l" t="t" r="r" b="b"/>
              <a:pathLst>
                <a:path w="2757298" h="298983">
                  <a:moveTo>
                    <a:pt x="66421" y="0"/>
                  </a:moveTo>
                  <a:lnTo>
                    <a:pt x="2690876" y="0"/>
                  </a:lnTo>
                  <a:cubicBezTo>
                    <a:pt x="2727579" y="0"/>
                    <a:pt x="2757298" y="29743"/>
                    <a:pt x="2757298" y="66434"/>
                  </a:cubicBezTo>
                  <a:lnTo>
                    <a:pt x="2757298" y="232537"/>
                  </a:lnTo>
                  <a:cubicBezTo>
                    <a:pt x="2757298" y="269240"/>
                    <a:pt x="2727579" y="298983"/>
                    <a:pt x="2690876" y="298983"/>
                  </a:cubicBezTo>
                  <a:lnTo>
                    <a:pt x="66421" y="298983"/>
                  </a:lnTo>
                  <a:cubicBezTo>
                    <a:pt x="29718" y="298983"/>
                    <a:pt x="0" y="269240"/>
                    <a:pt x="0" y="232537"/>
                  </a:cubicBezTo>
                  <a:lnTo>
                    <a:pt x="0" y="66434"/>
                  </a:lnTo>
                  <a:cubicBezTo>
                    <a:pt x="0" y="29769"/>
                    <a:pt x="29845" y="0"/>
                    <a:pt x="66421" y="0"/>
                  </a:cubicBezTo>
                </a:path>
              </a:pathLst>
            </a:custGeom>
            <a:solidFill>
              <a:srgbClr val="64748B">
                <a:alpha val="5000"/>
              </a:srgbClr>
            </a:solidFill>
          </p:spPr>
        </p:sp>
        <p:sp>
          <p:nvSpPr>
            <p:cNvPr id="368" name="VectorPath 368"/>
            <p:cNvSpPr/>
            <p:nvPr/>
          </p:nvSpPr>
          <p:spPr>
            <a:xfrm>
              <a:off x="8906764" y="5996343"/>
              <a:ext cx="2757298" cy="298984"/>
            </a:xfrm>
            <a:custGeom>
              <a:avLst/>
              <a:gdLst/>
              <a:ahLst/>
              <a:cxnLst/>
              <a:rect l="l" t="t" r="r" b="b"/>
              <a:pathLst>
                <a:path w="2757298" h="298984">
                  <a:moveTo>
                    <a:pt x="66421" y="0"/>
                  </a:moveTo>
                  <a:lnTo>
                    <a:pt x="2690876" y="0"/>
                  </a:lnTo>
                  <a:cubicBezTo>
                    <a:pt x="2727579" y="0"/>
                    <a:pt x="2757298" y="29744"/>
                    <a:pt x="2757298" y="66434"/>
                  </a:cubicBezTo>
                  <a:lnTo>
                    <a:pt x="2757298" y="232537"/>
                  </a:lnTo>
                  <a:cubicBezTo>
                    <a:pt x="2757298" y="269240"/>
                    <a:pt x="2727579" y="298984"/>
                    <a:pt x="2690876" y="298984"/>
                  </a:cubicBezTo>
                  <a:lnTo>
                    <a:pt x="66421" y="298984"/>
                  </a:lnTo>
                  <a:cubicBezTo>
                    <a:pt x="29718" y="298984"/>
                    <a:pt x="0" y="269240"/>
                    <a:pt x="0" y="232537"/>
                  </a:cubicBezTo>
                  <a:lnTo>
                    <a:pt x="0" y="66434"/>
                  </a:lnTo>
                  <a:cubicBezTo>
                    <a:pt x="0" y="29769"/>
                    <a:pt x="29845" y="0"/>
                    <a:pt x="66421" y="0"/>
                  </a:cubicBezTo>
                </a:path>
              </a:pathLst>
            </a:custGeom>
            <a:solidFill>
              <a:srgbClr val="64748B">
                <a:alpha val="5000"/>
              </a:srgbClr>
            </a:solidFill>
          </p:spPr>
        </p:sp>
        <p:sp>
          <p:nvSpPr>
            <p:cNvPr id="369" name="VectorPath 369"/>
            <p:cNvSpPr/>
            <p:nvPr/>
          </p:nvSpPr>
          <p:spPr>
            <a:xfrm>
              <a:off x="8906764" y="6361760"/>
              <a:ext cx="2757298" cy="298996"/>
            </a:xfrm>
            <a:custGeom>
              <a:avLst/>
              <a:gdLst/>
              <a:ahLst/>
              <a:cxnLst/>
              <a:rect l="l" t="t" r="r" b="b"/>
              <a:pathLst>
                <a:path w="2757298" h="298996">
                  <a:moveTo>
                    <a:pt x="66421" y="0"/>
                  </a:moveTo>
                  <a:lnTo>
                    <a:pt x="2690876" y="0"/>
                  </a:lnTo>
                  <a:cubicBezTo>
                    <a:pt x="2727579" y="0"/>
                    <a:pt x="2757298" y="29756"/>
                    <a:pt x="2757298" y="66446"/>
                  </a:cubicBezTo>
                  <a:lnTo>
                    <a:pt x="2757298" y="232550"/>
                  </a:lnTo>
                  <a:cubicBezTo>
                    <a:pt x="2757298" y="269240"/>
                    <a:pt x="2727579" y="298996"/>
                    <a:pt x="2690876" y="298996"/>
                  </a:cubicBezTo>
                  <a:lnTo>
                    <a:pt x="66421" y="298996"/>
                  </a:lnTo>
                  <a:cubicBezTo>
                    <a:pt x="29718" y="298996"/>
                    <a:pt x="0" y="269240"/>
                    <a:pt x="0" y="232550"/>
                  </a:cubicBezTo>
                  <a:lnTo>
                    <a:pt x="0" y="66446"/>
                  </a:lnTo>
                  <a:cubicBezTo>
                    <a:pt x="0" y="29782"/>
                    <a:pt x="29845" y="0"/>
                    <a:pt x="66421" y="0"/>
                  </a:cubicBezTo>
                </a:path>
              </a:pathLst>
            </a:custGeom>
            <a:solidFill>
              <a:srgbClr val="64748B">
                <a:alpha val="5000"/>
              </a:srgbClr>
            </a:solidFill>
          </p:spPr>
        </p:sp>
      </p:grpSp>
      <p:sp>
        <p:nvSpPr>
          <p:cNvPr id="370" name="VectorPath 370"/>
          <p:cNvSpPr/>
          <p:nvPr/>
        </p:nvSpPr>
        <p:spPr>
          <a:xfrm>
            <a:off x="8690610" y="4733925"/>
            <a:ext cx="33655" cy="2124075"/>
          </a:xfrm>
          <a:custGeom>
            <a:avLst/>
            <a:gdLst/>
            <a:ahLst/>
            <a:cxnLst/>
            <a:rect l="l" t="t" r="r" b="b"/>
            <a:pathLst>
              <a:path w="33148" h="2124072">
                <a:moveTo>
                  <a:pt x="33148" y="0"/>
                </a:moveTo>
                <a:lnTo>
                  <a:pt x="32782" y="0"/>
                </a:lnTo>
                <a:lnTo>
                  <a:pt x="26157" y="464"/>
                </a:lnTo>
                <a:lnTo>
                  <a:pt x="14417" y="5489"/>
                </a:lnTo>
                <a:lnTo>
                  <a:pt x="5484" y="14445"/>
                </a:lnTo>
                <a:lnTo>
                  <a:pt x="464" y="26238"/>
                </a:lnTo>
                <a:lnTo>
                  <a:pt x="0" y="32906"/>
                </a:lnTo>
                <a:lnTo>
                  <a:pt x="0" y="2093298"/>
                </a:lnTo>
                <a:lnTo>
                  <a:pt x="464" y="2099943"/>
                </a:lnTo>
                <a:lnTo>
                  <a:pt x="5484" y="2111711"/>
                </a:lnTo>
                <a:lnTo>
                  <a:pt x="14417" y="2120660"/>
                </a:lnTo>
                <a:lnTo>
                  <a:pt x="22386" y="2124072"/>
                </a:lnTo>
                <a:lnTo>
                  <a:pt x="33148" y="2124072"/>
                </a:lnTo>
                <a:close/>
              </a:path>
            </a:pathLst>
          </a:custGeom>
          <a:solidFill>
            <a:srgbClr val="64748B">
              <a:alpha val="100000"/>
            </a:srgbClr>
          </a:solidFill>
        </p:spPr>
      </p:sp>
      <p:sp>
        <p:nvSpPr>
          <p:cNvPr id="371" name="TextBox371"/>
          <p:cNvSpPr txBox="1"/>
          <p:nvPr/>
        </p:nvSpPr>
        <p:spPr>
          <a:xfrm>
            <a:off x="8907780" y="4984115"/>
            <a:ext cx="896937" cy="176212"/>
          </a:xfrm>
          <a:prstGeom prst="rect">
            <a:avLst/>
          </a:prstGeom>
          <a:noFill/>
        </p:spPr>
        <p:txBody>
          <a:bodyPr wrap="square" lIns="0" tIns="0" rIns="0" bIns="0" rtlCol="0">
            <a:spAutoFit/>
          </a:bodyPr>
          <a:lstStyle/>
          <a:p>
            <a:pPr marL="0" marR="0" indent="0" eaLnBrk="0">
              <a:lnSpc>
                <a:spcPct val="100000"/>
              </a:lnSpc>
            </a:pPr>
            <a:r>
              <a:rPr lang="en-US" altLang="zh-CN" sz="1150" b="1" kern="0" spc="-15" baseline="0" noProof="0" dirty="0">
                <a:solidFill>
                  <a:srgbClr val="1E293B"/>
                </a:solidFill>
                <a:latin typeface="SimHei" pitchFamily="49" charset="0"/>
                <a:ea typeface="SimHei" pitchFamily="49" charset="0"/>
                <a:cs typeface="SimHei" pitchFamily="49" charset="0"/>
              </a:rPr>
              <a:t>安装路径对比</a:t>
            </a:r>
          </a:p>
        </p:txBody>
      </p:sp>
      <p:sp>
        <p:nvSpPr>
          <p:cNvPr id="372" name="TextBox372"/>
          <p:cNvSpPr txBox="1"/>
          <p:nvPr/>
        </p:nvSpPr>
        <p:spPr>
          <a:xfrm>
            <a:off x="8974456" y="5356860"/>
            <a:ext cx="1089025"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1E293B"/>
                </a:solidFill>
                <a:latin typeface="SimHei" pitchFamily="49" charset="0"/>
                <a:ea typeface="SimHei" pitchFamily="49" charset="0"/>
                <a:cs typeface="SimHei" pitchFamily="49" charset="0"/>
              </a:rPr>
              <a:t>项目级（</a:t>
            </a:r>
            <a:r>
              <a:rPr lang="en-US" altLang="zh-CN" sz="900" kern="0" spc="0" baseline="0" noProof="0" dirty="0">
                <a:solidFill>
                  <a:srgbClr val="1E293B"/>
                </a:solidFill>
                <a:latin typeface="SimHei" pitchFamily="49" charset="0"/>
                <a:ea typeface="SimHei" pitchFamily="49" charset="0"/>
                <a:cs typeface="SimHei" pitchFamily="49" charset="0"/>
              </a:rPr>
              <a:t>OpenCode）</a:t>
            </a:r>
          </a:p>
        </p:txBody>
      </p:sp>
      <p:sp>
        <p:nvSpPr>
          <p:cNvPr id="373" name="TextBox373"/>
          <p:cNvSpPr txBox="1"/>
          <p:nvPr/>
        </p:nvSpPr>
        <p:spPr>
          <a:xfrm>
            <a:off x="8974456" y="5722620"/>
            <a:ext cx="973137"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1E293B"/>
                </a:solidFill>
                <a:latin typeface="SimHei" pitchFamily="49" charset="0"/>
                <a:ea typeface="SimHei" pitchFamily="49" charset="0"/>
                <a:cs typeface="SimHei" pitchFamily="49" charset="0"/>
              </a:rPr>
              <a:t>全局（</a:t>
            </a:r>
            <a:r>
              <a:rPr lang="en-US" altLang="zh-CN" sz="900" kern="0" spc="0" baseline="0" noProof="0" dirty="0">
                <a:solidFill>
                  <a:srgbClr val="1E293B"/>
                </a:solidFill>
                <a:latin typeface="SimHei" pitchFamily="49" charset="0"/>
                <a:ea typeface="SimHei" pitchFamily="49" charset="0"/>
                <a:cs typeface="SimHei" pitchFamily="49" charset="0"/>
              </a:rPr>
              <a:t>OpenCode）</a:t>
            </a:r>
          </a:p>
        </p:txBody>
      </p:sp>
      <p:sp>
        <p:nvSpPr>
          <p:cNvPr id="374" name="TextBox374"/>
          <p:cNvSpPr txBox="1"/>
          <p:nvPr/>
        </p:nvSpPr>
        <p:spPr>
          <a:xfrm>
            <a:off x="8974456" y="6088380"/>
            <a:ext cx="887412" cy="138112"/>
          </a:xfrm>
          <a:prstGeom prst="rect">
            <a:avLst/>
          </a:prstGeom>
          <a:noFill/>
        </p:spPr>
        <p:txBody>
          <a:bodyPr wrap="square" lIns="0" tIns="0" rIns="0" bIns="0" rtlCol="0">
            <a:spAutoFit/>
          </a:bodyPr>
          <a:lstStyle/>
          <a:p>
            <a:pPr marL="0" marR="0" indent="0" eaLnBrk="0">
              <a:lnSpc>
                <a:spcPct val="100000"/>
              </a:lnSpc>
            </a:pPr>
            <a:r>
              <a:rPr lang="en-US" altLang="zh-CN" sz="900" kern="0" spc="-40" baseline="0" noProof="0" dirty="0">
                <a:solidFill>
                  <a:srgbClr val="1E293B"/>
                </a:solidFill>
                <a:latin typeface="SimHei" pitchFamily="49" charset="0"/>
                <a:ea typeface="SimHei" pitchFamily="49" charset="0"/>
                <a:cs typeface="SimHei" pitchFamily="49" charset="0"/>
              </a:rPr>
              <a:t>项目级（</a:t>
            </a:r>
            <a:r>
              <a:rPr lang="en-US" altLang="zh-CN" sz="900" kern="0" spc="-15" baseline="0" noProof="0" dirty="0">
                <a:solidFill>
                  <a:srgbClr val="1E293B"/>
                </a:solidFill>
                <a:latin typeface="SimHei" pitchFamily="49" charset="0"/>
                <a:ea typeface="SimHei" pitchFamily="49" charset="0"/>
                <a:cs typeface="SimHei" pitchFamily="49" charset="0"/>
              </a:rPr>
              <a:t>Claude</a:t>
            </a:r>
            <a:r>
              <a:rPr lang="en-US" altLang="zh-CN" sz="900" kern="0" spc="-25" baseline="0" noProof="0" dirty="0">
                <a:solidFill>
                  <a:srgbClr val="1E293B"/>
                </a:solidFill>
                <a:latin typeface="SimHei" pitchFamily="49" charset="0"/>
                <a:ea typeface="SimHei" pitchFamily="49" charset="0"/>
                <a:cs typeface="SimHei" pitchFamily="49" charset="0"/>
              </a:rPr>
              <a:t>）</a:t>
            </a:r>
          </a:p>
        </p:txBody>
      </p:sp>
      <p:sp>
        <p:nvSpPr>
          <p:cNvPr id="375" name="TextBox375"/>
          <p:cNvSpPr txBox="1"/>
          <p:nvPr/>
        </p:nvSpPr>
        <p:spPr>
          <a:xfrm>
            <a:off x="8974456" y="6454140"/>
            <a:ext cx="771525" cy="138112"/>
          </a:xfrm>
          <a:prstGeom prst="rect">
            <a:avLst/>
          </a:prstGeom>
          <a:noFill/>
        </p:spPr>
        <p:txBody>
          <a:bodyPr wrap="square" lIns="0" tIns="635" rIns="0" bIns="0" rtlCol="0">
            <a:spAutoFit/>
          </a:bodyPr>
          <a:lstStyle/>
          <a:p>
            <a:pPr marL="0" marR="0" indent="0" eaLnBrk="0">
              <a:lnSpc>
                <a:spcPct val="100000"/>
              </a:lnSpc>
              <a:spcBef>
                <a:spcPts val="4"/>
              </a:spcBef>
            </a:pPr>
            <a:r>
              <a:rPr lang="en-US" altLang="zh-CN" sz="900" kern="0" spc="-40" baseline="0" noProof="0" dirty="0">
                <a:solidFill>
                  <a:srgbClr val="1E293B"/>
                </a:solidFill>
                <a:latin typeface="SimHei" pitchFamily="49" charset="0"/>
                <a:ea typeface="SimHei" pitchFamily="49" charset="0"/>
                <a:cs typeface="SimHei" pitchFamily="49" charset="0"/>
              </a:rPr>
              <a:t>全局（</a:t>
            </a:r>
            <a:r>
              <a:rPr lang="en-US" altLang="zh-CN" sz="900" kern="0" spc="-25" baseline="0" noProof="0" dirty="0">
                <a:solidFill>
                  <a:srgbClr val="1E293B"/>
                </a:solidFill>
                <a:latin typeface="SimHei" pitchFamily="49" charset="0"/>
                <a:ea typeface="SimHei" pitchFamily="49" charset="0"/>
                <a:cs typeface="SimHei" pitchFamily="49" charset="0"/>
              </a:rPr>
              <a:t>Cla</a:t>
            </a:r>
            <a:r>
              <a:rPr lang="en-US" altLang="zh-CN" sz="900" kern="0" spc="-15" baseline="0" noProof="0" dirty="0">
                <a:solidFill>
                  <a:srgbClr val="1E293B"/>
                </a:solidFill>
                <a:latin typeface="SimHei" pitchFamily="49" charset="0"/>
                <a:ea typeface="SimHei" pitchFamily="49" charset="0"/>
                <a:cs typeface="SimHei" pitchFamily="49" charset="0"/>
              </a:rPr>
              <a:t>ude</a:t>
            </a:r>
            <a:r>
              <a:rPr lang="en-US" altLang="zh-CN" sz="900" kern="0" spc="-25" baseline="0" noProof="0" dirty="0">
                <a:solidFill>
                  <a:srgbClr val="1E293B"/>
                </a:solidFill>
                <a:latin typeface="SimHei" pitchFamily="49" charset="0"/>
                <a:ea typeface="SimHei" pitchFamily="49" charset="0"/>
                <a:cs typeface="SimHei" pitchFamily="49" charset="0"/>
              </a:rPr>
              <a:t>）</a:t>
            </a:r>
          </a:p>
        </p:txBody>
      </p:sp>
      <p:sp>
        <p:nvSpPr>
          <p:cNvPr id="376" name="TextBox376"/>
          <p:cNvSpPr txBox="1"/>
          <p:nvPr/>
        </p:nvSpPr>
        <p:spPr>
          <a:xfrm>
            <a:off x="11017884" y="5351780"/>
            <a:ext cx="601662"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64748B"/>
                </a:solidFill>
                <a:latin typeface="Arial" pitchFamily="34" charset="0"/>
                <a:ea typeface="Arial" pitchFamily="34" charset="0"/>
                <a:cs typeface="Arial" pitchFamily="34" charset="0"/>
              </a:rPr>
              <a:t>.</a:t>
            </a:r>
            <a:r>
              <a:rPr lang="en-US" altLang="zh-CN" sz="900" kern="0" spc="0" baseline="0" noProof="0" dirty="0">
                <a:solidFill>
                  <a:srgbClr val="64748B"/>
                </a:solidFill>
                <a:latin typeface="Arial" pitchFamily="34" charset="0"/>
                <a:ea typeface="Arial" pitchFamily="34" charset="0"/>
                <a:cs typeface="Arial" pitchFamily="34" charset="0"/>
              </a:rPr>
              <a:t>opencode/</a:t>
            </a:r>
          </a:p>
        </p:txBody>
      </p:sp>
      <p:sp>
        <p:nvSpPr>
          <p:cNvPr id="377" name="TextBox377"/>
          <p:cNvSpPr txBox="1"/>
          <p:nvPr/>
        </p:nvSpPr>
        <p:spPr>
          <a:xfrm>
            <a:off x="10393044" y="5717541"/>
            <a:ext cx="1087437"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64748B"/>
                </a:solidFill>
                <a:latin typeface="Arial" pitchFamily="34" charset="0"/>
                <a:ea typeface="Arial" pitchFamily="34" charset="0"/>
                <a:cs typeface="Arial" pitchFamily="34" charset="0"/>
              </a:rPr>
              <a:t>~</a:t>
            </a:r>
            <a:r>
              <a:rPr lang="en-US" altLang="zh-CN" sz="900" kern="0" spc="0" baseline="0" noProof="0" dirty="0">
                <a:solidFill>
                  <a:srgbClr val="64748B"/>
                </a:solidFill>
                <a:latin typeface="Arial" pitchFamily="34" charset="0"/>
                <a:ea typeface="Arial" pitchFamily="34" charset="0"/>
                <a:cs typeface="Arial" pitchFamily="34" charset="0"/>
              </a:rPr>
              <a:t>/.config/opencode/</a:t>
            </a:r>
          </a:p>
        </p:txBody>
      </p:sp>
      <p:sp>
        <p:nvSpPr>
          <p:cNvPr id="378" name="TextBox378"/>
          <p:cNvSpPr txBox="1"/>
          <p:nvPr/>
        </p:nvSpPr>
        <p:spPr>
          <a:xfrm>
            <a:off x="11136630" y="6083300"/>
            <a:ext cx="420687"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64748B"/>
                </a:solidFill>
                <a:latin typeface="Arial" pitchFamily="34" charset="0"/>
                <a:ea typeface="Arial" pitchFamily="34" charset="0"/>
                <a:cs typeface="Arial" pitchFamily="34" charset="0"/>
              </a:rPr>
              <a:t>.</a:t>
            </a:r>
            <a:r>
              <a:rPr lang="en-US" altLang="zh-CN" sz="900" kern="0" spc="0" baseline="0" noProof="0" dirty="0">
                <a:solidFill>
                  <a:srgbClr val="64748B"/>
                </a:solidFill>
                <a:latin typeface="Arial" pitchFamily="34" charset="0"/>
                <a:ea typeface="Arial" pitchFamily="34" charset="0"/>
                <a:cs typeface="Arial" pitchFamily="34" charset="0"/>
              </a:rPr>
              <a:t>claude/</a:t>
            </a:r>
          </a:p>
        </p:txBody>
      </p:sp>
      <p:sp>
        <p:nvSpPr>
          <p:cNvPr id="379" name="TextBox379"/>
          <p:cNvSpPr txBox="1"/>
          <p:nvPr/>
        </p:nvSpPr>
        <p:spPr>
          <a:xfrm>
            <a:off x="10935336" y="6449060"/>
            <a:ext cx="531812" cy="138112"/>
          </a:xfrm>
          <a:prstGeom prst="rect">
            <a:avLst/>
          </a:prstGeom>
          <a:noFill/>
        </p:spPr>
        <p:txBody>
          <a:bodyPr wrap="square" lIns="0" tIns="0" rIns="0" bIns="0" rtlCol="0">
            <a:spAutoFit/>
          </a:bodyPr>
          <a:lstStyle/>
          <a:p>
            <a:pPr marL="0" marR="0" indent="0" eaLnBrk="0">
              <a:lnSpc>
                <a:spcPct val="100000"/>
              </a:lnSpc>
            </a:pPr>
            <a:r>
              <a:rPr lang="en-US" altLang="zh-CN" sz="900" kern="0" spc="-15" baseline="0" noProof="0" dirty="0">
                <a:solidFill>
                  <a:srgbClr val="64748B"/>
                </a:solidFill>
                <a:latin typeface="Arial" pitchFamily="34" charset="0"/>
                <a:ea typeface="Arial" pitchFamily="34" charset="0"/>
                <a:cs typeface="Arial" pitchFamily="34" charset="0"/>
              </a:rPr>
              <a:t>~</a:t>
            </a:r>
            <a:r>
              <a:rPr lang="en-US" altLang="zh-CN" sz="900" kern="0" spc="0" baseline="0" noProof="0" dirty="0">
                <a:solidFill>
                  <a:srgbClr val="64748B"/>
                </a:solidFill>
                <a:latin typeface="Arial" pitchFamily="34" charset="0"/>
                <a:ea typeface="Arial" pitchFamily="34" charset="0"/>
                <a:cs typeface="Arial" pitchFamily="34" charset="0"/>
              </a:rPr>
              <a:t>/.claude/</a:t>
            </a:r>
          </a:p>
        </p:txBody>
      </p:sp>
      <p:sp>
        <p:nvSpPr>
          <p:cNvPr id="7" name="TextBox346">
            <a:extLst>
              <a:ext uri="{FF2B5EF4-FFF2-40B4-BE49-F238E27FC236}">
                <a16:creationId xmlns:a16="http://schemas.microsoft.com/office/drawing/2014/main" id="{1E459F7F-7553-A897-EC18-0962E62E6BC6}"/>
              </a:ext>
            </a:extLst>
          </p:cNvPr>
          <p:cNvSpPr txBox="1"/>
          <p:nvPr/>
        </p:nvSpPr>
        <p:spPr>
          <a:xfrm>
            <a:off x="5109588" y="2903537"/>
            <a:ext cx="5084128" cy="2353465"/>
          </a:xfrm>
          <a:prstGeom prst="rect">
            <a:avLst/>
          </a:prstGeom>
          <a:noFill/>
        </p:spPr>
        <p:txBody>
          <a:bodyPr wrap="square" lIns="0" tIns="635" rIns="0" bIns="0" rtlCol="0">
            <a:spAutoFit/>
          </a:bodyPr>
          <a:lstStyle/>
          <a:p>
            <a:pPr marL="0" marR="0" indent="0" eaLnBrk="0">
              <a:lnSpc>
                <a:spcPct val="100000"/>
              </a:lnSpc>
              <a:spcBef>
                <a:spcPts val="5"/>
              </a:spcBef>
              <a:spcAft>
                <a:spcPts val="5"/>
              </a:spcAft>
            </a:pPr>
            <a:endParaRPr lang="en-US" altLang="zh-CN" sz="900" kern="0" spc="0" baseline="0" noProof="0" dirty="0">
              <a:solidFill>
                <a:srgbClr val="05DF72"/>
              </a:solidFill>
              <a:latin typeface="Arial" pitchFamily="34" charset="0"/>
              <a:ea typeface="Arial" pitchFamily="34" charset="0"/>
              <a:cs typeface="Arial" pitchFamily="34" charset="0"/>
            </a:endParaRPr>
          </a:p>
          <a:p>
            <a:pPr marL="0" marR="0" indent="0" eaLnBrk="0">
              <a:lnSpc>
                <a:spcPct val="100000"/>
              </a:lnSpc>
              <a:spcBef>
                <a:spcPts val="5"/>
              </a:spcBef>
              <a:spcAft>
                <a:spcPts val="5"/>
              </a:spcAft>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3703"/>
              </a:lnSpc>
            </a:pPr>
            <a:r>
              <a:rPr lang="en-US" altLang="zh-CN" sz="900" kern="0" spc="0" baseline="0" noProof="0" dirty="0">
                <a:solidFill>
                  <a:srgbClr val="6A7282"/>
                </a:solidFill>
                <a:latin typeface="Arial" pitchFamily="34" charset="0"/>
                <a:ea typeface="Arial" pitchFamily="34" charset="0"/>
                <a:cs typeface="Arial" pitchFamily="34" charset="0"/>
              </a:rPr>
              <a:t>#</a:t>
            </a:r>
            <a:r>
              <a:rPr lang="en-US" altLang="zh-CN" sz="900" kern="0" spc="-15" baseline="0" noProof="0" dirty="0">
                <a:latin typeface="Arial" pitchFamily="34" charset="0"/>
                <a:ea typeface="Arial" pitchFamily="34" charset="0"/>
                <a:cs typeface="Arial" pitchFamily="34" charset="0"/>
              </a:rPr>
              <a:t> </a:t>
            </a:r>
            <a:r>
              <a:rPr lang="en-US" altLang="zh-CN" sz="900" kern="0" dirty="0">
                <a:solidFill>
                  <a:srgbClr val="6A7282"/>
                </a:solidFill>
                <a:latin typeface="Arial" pitchFamily="34" charset="0"/>
                <a:ea typeface="Arial" pitchFamily="34" charset="0"/>
                <a:cs typeface="Arial" pitchFamily="34" charset="0"/>
              </a:rPr>
              <a:t>5</a:t>
            </a:r>
            <a:r>
              <a:rPr lang="en-US" altLang="zh-CN" sz="900" kern="0" spc="0" baseline="0" noProof="0" dirty="0">
                <a:solidFill>
                  <a:srgbClr val="6A7282"/>
                </a:solidFill>
                <a:latin typeface="Arial" pitchFamily="34" charset="0"/>
                <a:ea typeface="Arial" pitchFamily="34" charset="0"/>
                <a:cs typeface="Arial" pitchFamily="34" charset="0"/>
              </a:rPr>
              <a:t>.</a:t>
            </a:r>
            <a:r>
              <a:rPr lang="en-US" altLang="zh-CN" sz="900" kern="0" spc="-15" baseline="0" noProof="0" dirty="0">
                <a:latin typeface="Arial" pitchFamily="34" charset="0"/>
                <a:ea typeface="Arial" pitchFamily="34" charset="0"/>
                <a:cs typeface="Arial" pitchFamily="34" charset="0"/>
              </a:rPr>
              <a:t> </a:t>
            </a:r>
            <a:r>
              <a:rPr lang="zh-CN" altLang="en-US" sz="900" kern="0" spc="-15" dirty="0">
                <a:solidFill>
                  <a:srgbClr val="6A7282"/>
                </a:solidFill>
                <a:latin typeface="SimHei" pitchFamily="49" charset="0"/>
                <a:ea typeface="SimHei" pitchFamily="49" charset="0"/>
                <a:cs typeface="Arial" pitchFamily="34" charset="0"/>
              </a:rPr>
              <a:t>选择安装位置</a:t>
            </a:r>
            <a:endParaRPr lang="en-US" altLang="zh-CN" sz="900" kern="0" spc="0" baseline="0" noProof="0" dirty="0">
              <a:solidFill>
                <a:srgbClr val="6A7282"/>
              </a:solidFill>
              <a:latin typeface="SimHei" pitchFamily="49" charset="0"/>
              <a:ea typeface="SimHei" pitchFamily="49" charset="0"/>
              <a:cs typeface="SimHei" pitchFamily="49" charset="0"/>
            </a:endParaRPr>
          </a:p>
          <a:p>
            <a:pPr marL="0" marR="0" indent="0" eaLnBrk="0">
              <a:lnSpc>
                <a:spcPct val="62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eaLnBrk="0">
              <a:lnSpc>
                <a:spcPct val="90740"/>
              </a:lnSpc>
              <a:spcBef>
                <a:spcPts val="84"/>
              </a:spcBef>
              <a:spcAft>
                <a:spcPts val="25"/>
              </a:spcAft>
            </a:pPr>
            <a:r>
              <a:rPr lang="en-US" altLang="zh-CN" sz="900" kern="0" spc="-25" dirty="0">
                <a:solidFill>
                  <a:srgbClr val="05DF72"/>
                </a:solidFill>
                <a:latin typeface="SimHei" pitchFamily="49" charset="0"/>
                <a:ea typeface="SimHei" pitchFamily="49" charset="0"/>
                <a:cs typeface="SimHei" pitchFamily="49" charset="0"/>
              </a:rPr>
              <a:t> &gt; project — </a:t>
            </a:r>
            <a:r>
              <a:rPr lang="zh-CN" altLang="en-US" sz="900" kern="0" spc="-25" dirty="0">
                <a:solidFill>
                  <a:srgbClr val="05DF72"/>
                </a:solidFill>
                <a:latin typeface="SimHei" pitchFamily="49" charset="0"/>
                <a:ea typeface="SimHei" pitchFamily="49" charset="0"/>
                <a:cs typeface="SimHei" pitchFamily="49" charset="0"/>
              </a:rPr>
              <a:t>安装到当前目录（推荐，仅当前项目可用）</a:t>
            </a:r>
          </a:p>
          <a:p>
            <a:pPr eaLnBrk="0">
              <a:lnSpc>
                <a:spcPct val="90740"/>
              </a:lnSpc>
              <a:spcBef>
                <a:spcPts val="84"/>
              </a:spcBef>
              <a:spcAft>
                <a:spcPts val="25"/>
              </a:spcAft>
            </a:pPr>
            <a:r>
              <a:rPr lang="zh-CN" altLang="en-US" sz="900" kern="0" spc="-25" dirty="0">
                <a:solidFill>
                  <a:srgbClr val="05DF72"/>
                </a:solidFill>
                <a:latin typeface="SimHei" pitchFamily="49" charset="0"/>
                <a:ea typeface="SimHei" pitchFamily="49" charset="0"/>
                <a:cs typeface="SimHei" pitchFamily="49" charset="0"/>
              </a:rPr>
              <a:t> </a:t>
            </a:r>
            <a:r>
              <a:rPr lang="en-US" altLang="zh-CN" sz="900" kern="0" spc="-25" dirty="0">
                <a:solidFill>
                  <a:srgbClr val="05DF72"/>
                </a:solidFill>
                <a:latin typeface="SimHei" pitchFamily="49" charset="0"/>
                <a:ea typeface="SimHei" pitchFamily="49" charset="0"/>
                <a:cs typeface="SimHei" pitchFamily="49" charset="0"/>
              </a:rPr>
              <a:t>&gt; global — </a:t>
            </a:r>
            <a:r>
              <a:rPr lang="zh-CN" altLang="en-US" sz="900" kern="0" spc="-25" dirty="0">
                <a:solidFill>
                  <a:srgbClr val="05DF72"/>
                </a:solidFill>
                <a:latin typeface="SimHei" pitchFamily="49" charset="0"/>
                <a:ea typeface="SimHei" pitchFamily="49" charset="0"/>
                <a:cs typeface="SimHei" pitchFamily="49" charset="0"/>
              </a:rPr>
              <a:t>安装到全局（所有项目共享）</a:t>
            </a:r>
          </a:p>
          <a:p>
            <a:pPr eaLnBrk="0">
              <a:lnSpc>
                <a:spcPct val="90740"/>
              </a:lnSpc>
              <a:spcBef>
                <a:spcPts val="84"/>
              </a:spcBef>
              <a:spcAft>
                <a:spcPts val="25"/>
              </a:spcAft>
            </a:pPr>
            <a:endParaRPr lang="en-US" altLang="zh-CN" sz="900" kern="0" spc="-25" dirty="0">
              <a:solidFill>
                <a:srgbClr val="05DF72"/>
              </a:solidFill>
              <a:latin typeface="SimHei" pitchFamily="49" charset="0"/>
              <a:ea typeface="SimHei" pitchFamily="49" charset="0"/>
              <a:cs typeface="SimHei" pitchFamily="49" charset="0"/>
            </a:endParaRPr>
          </a:p>
          <a:p>
            <a:pPr eaLnBrk="0">
              <a:lnSpc>
                <a:spcPct val="90740"/>
              </a:lnSpc>
              <a:spcBef>
                <a:spcPts val="84"/>
              </a:spcBef>
              <a:spcAft>
                <a:spcPts val="25"/>
              </a:spcAft>
            </a:pPr>
            <a:r>
              <a:rPr lang="en-US" altLang="zh-CN" sz="900" kern="0" dirty="0">
                <a:solidFill>
                  <a:srgbClr val="6A7282"/>
                </a:solidFill>
                <a:latin typeface="Arial" pitchFamily="34" charset="0"/>
                <a:ea typeface="Arial" pitchFamily="34" charset="0"/>
                <a:cs typeface="Arial" pitchFamily="34" charset="0"/>
              </a:rPr>
              <a:t>#</a:t>
            </a:r>
            <a:r>
              <a:rPr lang="en-US" altLang="zh-CN" sz="900" kern="0" spc="-15" dirty="0">
                <a:latin typeface="Arial" pitchFamily="34" charset="0"/>
                <a:ea typeface="Arial" pitchFamily="34" charset="0"/>
                <a:cs typeface="Arial" pitchFamily="34" charset="0"/>
              </a:rPr>
              <a:t> </a:t>
            </a:r>
            <a:r>
              <a:rPr lang="en-US" altLang="zh-CN" sz="900" kern="0" spc="-15" dirty="0">
                <a:solidFill>
                  <a:srgbClr val="6A7282"/>
                </a:solidFill>
                <a:latin typeface="Arial" pitchFamily="34" charset="0"/>
                <a:ea typeface="Arial" pitchFamily="34" charset="0"/>
                <a:cs typeface="Arial" pitchFamily="34" charset="0"/>
              </a:rPr>
              <a:t>6</a:t>
            </a:r>
            <a:r>
              <a:rPr lang="en-US" altLang="zh-CN" sz="900" kern="0" dirty="0">
                <a:solidFill>
                  <a:srgbClr val="6A7282"/>
                </a:solidFill>
                <a:latin typeface="Arial" pitchFamily="34" charset="0"/>
                <a:ea typeface="Arial" pitchFamily="34" charset="0"/>
                <a:cs typeface="Arial" pitchFamily="34" charset="0"/>
              </a:rPr>
              <a:t>.</a:t>
            </a:r>
            <a:r>
              <a:rPr lang="en-US" altLang="zh-CN" sz="900" kern="0" spc="-15" dirty="0">
                <a:latin typeface="Arial" pitchFamily="34" charset="0"/>
                <a:ea typeface="Arial" pitchFamily="34" charset="0"/>
                <a:cs typeface="Arial" pitchFamily="34" charset="0"/>
              </a:rPr>
              <a:t> </a:t>
            </a:r>
            <a:r>
              <a:rPr lang="zh-CN" altLang="en-US" sz="900" kern="0" spc="-15" dirty="0">
                <a:solidFill>
                  <a:srgbClr val="6A7282"/>
                </a:solidFill>
                <a:latin typeface="SimHei" pitchFamily="49" charset="0"/>
                <a:ea typeface="SimHei" pitchFamily="49" charset="0"/>
                <a:cs typeface="Arial" pitchFamily="34" charset="0"/>
              </a:rPr>
              <a:t>选择要安装的插件</a:t>
            </a:r>
            <a:endParaRPr lang="en-US" altLang="zh-CN" sz="900" kern="0" spc="-15" dirty="0">
              <a:solidFill>
                <a:srgbClr val="6A7282"/>
              </a:solidFill>
              <a:latin typeface="SimHei" pitchFamily="49" charset="0"/>
              <a:ea typeface="SimHei" pitchFamily="49" charset="0"/>
              <a:cs typeface="Arial" pitchFamily="34" charset="0"/>
            </a:endParaRPr>
          </a:p>
          <a:p>
            <a:pPr eaLnBrk="0">
              <a:lnSpc>
                <a:spcPct val="90740"/>
              </a:lnSpc>
              <a:spcBef>
                <a:spcPts val="84"/>
              </a:spcBef>
              <a:spcAft>
                <a:spcPts val="25"/>
              </a:spcAft>
            </a:pPr>
            <a:endParaRPr lang="en-US" altLang="zh-CN" sz="900" kern="0" spc="-15" dirty="0">
              <a:solidFill>
                <a:srgbClr val="6A7282"/>
              </a:solidFill>
              <a:latin typeface="SimHei" pitchFamily="49" charset="0"/>
              <a:ea typeface="SimHei" pitchFamily="49" charset="0"/>
              <a:cs typeface="Arial" pitchFamily="34" charset="0"/>
            </a:endParaRPr>
          </a:p>
          <a:p>
            <a:pPr eaLnBrk="0">
              <a:lnSpc>
                <a:spcPct val="90740"/>
              </a:lnSpc>
              <a:spcBef>
                <a:spcPts val="84"/>
              </a:spcBef>
              <a:spcAft>
                <a:spcPts val="25"/>
              </a:spcAft>
            </a:pPr>
            <a:r>
              <a:rPr lang="en-US" altLang="zh-CN" sz="900" kern="0" spc="-25" dirty="0">
                <a:solidFill>
                  <a:srgbClr val="05DF72"/>
                </a:solidFill>
                <a:latin typeface="SimHei" pitchFamily="49" charset="0"/>
                <a:ea typeface="SimHei" pitchFamily="49" charset="0"/>
              </a:rPr>
              <a:t>❯☐ </a:t>
            </a:r>
            <a:r>
              <a:rPr lang="en-US" altLang="zh-CN" sz="900" kern="0" spc="-25" dirty="0" err="1">
                <a:solidFill>
                  <a:srgbClr val="05DF72"/>
                </a:solidFill>
                <a:latin typeface="SimHei" pitchFamily="49" charset="0"/>
                <a:ea typeface="SimHei" pitchFamily="49" charset="0"/>
              </a:rPr>
              <a:t>AscendC</a:t>
            </a:r>
            <a:r>
              <a:rPr lang="en-US" altLang="zh-CN" sz="900" kern="0" spc="-25" dirty="0">
                <a:solidFill>
                  <a:srgbClr val="05DF72"/>
                </a:solidFill>
                <a:latin typeface="SimHei" pitchFamily="49" charset="0"/>
                <a:ea typeface="SimHei" pitchFamily="49" charset="0"/>
              </a:rPr>
              <a:t> Kernel </a:t>
            </a:r>
            <a:r>
              <a:rPr lang="zh-CN" altLang="en-US" sz="900" kern="0" spc="-25" dirty="0">
                <a:solidFill>
                  <a:srgbClr val="05DF72"/>
                </a:solidFill>
                <a:latin typeface="SimHei" pitchFamily="49" charset="0"/>
                <a:ea typeface="SimHei" pitchFamily="49" charset="0"/>
              </a:rPr>
              <a:t>直调</a:t>
            </a:r>
          </a:p>
          <a:p>
            <a:pPr eaLnBrk="0">
              <a:lnSpc>
                <a:spcPct val="90740"/>
              </a:lnSpc>
              <a:spcBef>
                <a:spcPts val="84"/>
              </a:spcBef>
              <a:spcAft>
                <a:spcPts val="25"/>
              </a:spcAft>
            </a:pPr>
            <a:r>
              <a:rPr lang="zh-CN" altLang="en-US" sz="900" kern="0" spc="-25" dirty="0">
                <a:solidFill>
                  <a:srgbClr val="05DF72"/>
                </a:solidFill>
                <a:latin typeface="SimHei" pitchFamily="49" charset="0"/>
                <a:ea typeface="SimHei" pitchFamily="49" charset="0"/>
              </a:rPr>
              <a:t> ☐ </a:t>
            </a:r>
            <a:r>
              <a:rPr lang="en-US" altLang="zh-CN" sz="900" kern="0" spc="-25" dirty="0" err="1">
                <a:solidFill>
                  <a:srgbClr val="05DF72"/>
                </a:solidFill>
                <a:latin typeface="SimHei" pitchFamily="49" charset="0"/>
                <a:ea typeface="SimHei" pitchFamily="49" charset="0"/>
              </a:rPr>
              <a:t>AscendC</a:t>
            </a:r>
            <a:r>
              <a:rPr lang="en-US" altLang="zh-CN" sz="900" kern="0" spc="-25" dirty="0">
                <a:solidFill>
                  <a:srgbClr val="05DF72"/>
                </a:solidFill>
                <a:latin typeface="SimHei" pitchFamily="49" charset="0"/>
                <a:ea typeface="SimHei" pitchFamily="49" charset="0"/>
              </a:rPr>
              <a:t> Kernel </a:t>
            </a:r>
            <a:r>
              <a:rPr lang="zh-CN" altLang="en-US" sz="900" kern="0" spc="-25" dirty="0">
                <a:solidFill>
                  <a:srgbClr val="05DF72"/>
                </a:solidFill>
                <a:latin typeface="SimHei" pitchFamily="49" charset="0"/>
                <a:ea typeface="SimHei" pitchFamily="49" charset="0"/>
              </a:rPr>
              <a:t>直调（快速版） </a:t>
            </a:r>
            <a:r>
              <a:rPr lang="en-US" altLang="zh-CN" sz="900" kern="0" spc="-25" dirty="0">
                <a:solidFill>
                  <a:srgbClr val="05DF72"/>
                </a:solidFill>
                <a:latin typeface="SimHei" pitchFamily="49" charset="0"/>
                <a:ea typeface="SimHei" pitchFamily="49" charset="0"/>
              </a:rPr>
              <a:t>[</a:t>
            </a:r>
            <a:r>
              <a:rPr lang="zh-CN" altLang="en-US" sz="900" kern="0" spc="-25" dirty="0">
                <a:solidFill>
                  <a:srgbClr val="05DF72"/>
                </a:solidFill>
                <a:latin typeface="SimHei" pitchFamily="49" charset="0"/>
                <a:ea typeface="SimHei" pitchFamily="49" charset="0"/>
              </a:rPr>
              <a:t>已安装</a:t>
            </a:r>
            <a:r>
              <a:rPr lang="en-US" altLang="zh-CN" sz="900" kern="0" spc="-25" dirty="0">
                <a:solidFill>
                  <a:srgbClr val="05DF72"/>
                </a:solidFill>
                <a:latin typeface="SimHei" pitchFamily="49" charset="0"/>
                <a:ea typeface="SimHei" pitchFamily="49" charset="0"/>
              </a:rPr>
              <a:t>]</a:t>
            </a:r>
          </a:p>
          <a:p>
            <a:pPr eaLnBrk="0">
              <a:lnSpc>
                <a:spcPct val="90740"/>
              </a:lnSpc>
              <a:spcBef>
                <a:spcPts val="84"/>
              </a:spcBef>
              <a:spcAft>
                <a:spcPts val="25"/>
              </a:spcAft>
            </a:pPr>
            <a:r>
              <a:rPr lang="en-US" altLang="zh-CN" sz="900" kern="0" spc="-25" dirty="0">
                <a:solidFill>
                  <a:srgbClr val="05DF72"/>
                </a:solidFill>
                <a:latin typeface="SimHei" pitchFamily="49" charset="0"/>
                <a:ea typeface="SimHei" pitchFamily="49" charset="0"/>
              </a:rPr>
              <a:t> ☐ </a:t>
            </a:r>
            <a:r>
              <a:rPr lang="en-US" altLang="zh-CN" sz="900" kern="0" spc="-25" dirty="0" err="1">
                <a:solidFill>
                  <a:srgbClr val="05DF72"/>
                </a:solidFill>
                <a:latin typeface="SimHei" pitchFamily="49" charset="0"/>
                <a:ea typeface="SimHei" pitchFamily="49" charset="0"/>
              </a:rPr>
              <a:t>AscendC</a:t>
            </a:r>
            <a:r>
              <a:rPr lang="en-US" altLang="zh-CN" sz="900" kern="0" spc="-25" dirty="0">
                <a:solidFill>
                  <a:srgbClr val="05DF72"/>
                </a:solidFill>
                <a:latin typeface="SimHei" pitchFamily="49" charset="0"/>
                <a:ea typeface="SimHei" pitchFamily="49" charset="0"/>
              </a:rPr>
              <a:t> </a:t>
            </a:r>
            <a:r>
              <a:rPr lang="zh-CN" altLang="en-US" sz="900" kern="0" spc="-25" dirty="0">
                <a:solidFill>
                  <a:srgbClr val="05DF72"/>
                </a:solidFill>
                <a:latin typeface="SimHei" pitchFamily="49" charset="0"/>
                <a:ea typeface="SimHei" pitchFamily="49" charset="0"/>
              </a:rPr>
              <a:t>算子注册调用</a:t>
            </a:r>
          </a:p>
          <a:p>
            <a:pPr eaLnBrk="0">
              <a:lnSpc>
                <a:spcPct val="90740"/>
              </a:lnSpc>
              <a:spcBef>
                <a:spcPts val="84"/>
              </a:spcBef>
              <a:spcAft>
                <a:spcPts val="25"/>
              </a:spcAft>
            </a:pPr>
            <a:endParaRPr lang="en-US" altLang="zh-CN" sz="900" kern="0" dirty="0">
              <a:solidFill>
                <a:srgbClr val="6A7282"/>
              </a:solidFill>
              <a:latin typeface="SimHei" pitchFamily="49" charset="0"/>
              <a:ea typeface="SimHei" pitchFamily="49" charset="0"/>
              <a:cs typeface="SimHei" pitchFamily="49" charset="0"/>
            </a:endParaRPr>
          </a:p>
          <a:p>
            <a:pPr eaLnBrk="0">
              <a:lnSpc>
                <a:spcPct val="90740"/>
              </a:lnSpc>
              <a:spcBef>
                <a:spcPts val="84"/>
              </a:spcBef>
              <a:spcAft>
                <a:spcPts val="25"/>
              </a:spcAft>
            </a:pPr>
            <a:endParaRPr lang="zh-CN" altLang="en-US" sz="900" kern="0" spc="-25" dirty="0">
              <a:solidFill>
                <a:srgbClr val="05DF72"/>
              </a:solidFill>
              <a:latin typeface="SimHei" pitchFamily="49" charset="0"/>
              <a:ea typeface="SimHei" pitchFamily="49" charset="0"/>
              <a:cs typeface="SimHei" pitchFamily="49" charset="0"/>
            </a:endParaRPr>
          </a:p>
          <a:p>
            <a:pPr eaLnBrk="0">
              <a:lnSpc>
                <a:spcPct val="90740"/>
              </a:lnSpc>
              <a:spcBef>
                <a:spcPts val="84"/>
              </a:spcBef>
              <a:spcAft>
                <a:spcPts val="25"/>
              </a:spcAft>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0740"/>
              </a:lnSpc>
              <a:spcBef>
                <a:spcPts val="84"/>
              </a:spcBef>
              <a:spcAft>
                <a:spcPts val="25"/>
              </a:spcAft>
            </a:pPr>
            <a:endParaRPr lang="en-US" altLang="zh-CN" sz="900" kern="0" spc="-40" dirty="0">
              <a:solidFill>
                <a:srgbClr val="05DF72"/>
              </a:solidFill>
              <a:latin typeface="SimHei" pitchFamily="49" charset="0"/>
              <a:ea typeface="SimHei" pitchFamily="49" charset="0"/>
              <a:cs typeface="SimHei" pitchFamily="49" charset="0"/>
            </a:endParaRPr>
          </a:p>
          <a:p>
            <a:pPr marL="0" marR="0" indent="0" eaLnBrk="0">
              <a:lnSpc>
                <a:spcPct val="90740"/>
              </a:lnSpc>
              <a:spcBef>
                <a:spcPts val="84"/>
              </a:spcBef>
              <a:spcAft>
                <a:spcPts val="25"/>
              </a:spcAft>
            </a:pPr>
            <a:endParaRPr lang="en-US" altLang="zh-CN" sz="900" kern="0" spc="-40" baseline="0" noProof="0" dirty="0">
              <a:solidFill>
                <a:srgbClr val="05DF72"/>
              </a:solidFill>
              <a:latin typeface="SimHei" pitchFamily="49" charset="0"/>
              <a:ea typeface="SimHei" pitchFamily="49" charset="0"/>
              <a:cs typeface="SimHei" pitchFamily="49" charset="0"/>
            </a:endParaRPr>
          </a:p>
        </p:txBody>
      </p:sp>
    </p:spTree>
    <p:extLst>
      <p:ext uri="{2E847FE4-134E-438A-4EEF-B42F8EBEBDF2}"/>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TextBox410"/>
          <p:cNvSpPr txBox="1"/>
          <p:nvPr/>
        </p:nvSpPr>
        <p:spPr>
          <a:xfrm>
            <a:off x="339090" y="245110"/>
            <a:ext cx="2486025" cy="419100"/>
          </a:xfrm>
          <a:prstGeom prst="rect">
            <a:avLst/>
          </a:prstGeom>
          <a:noFill/>
        </p:spPr>
        <p:txBody>
          <a:bodyPr wrap="square" lIns="0" tIns="635" rIns="0" bIns="0" rtlCol="0">
            <a:spAutoFit/>
          </a:bodyPr>
          <a:lstStyle/>
          <a:p>
            <a:pPr marL="0" marR="0" indent="0" eaLnBrk="0">
              <a:lnSpc>
                <a:spcPct val="99848"/>
              </a:lnSpc>
              <a:spcBef>
                <a:spcPts val="4"/>
              </a:spcBef>
            </a:pPr>
            <a:r>
              <a:rPr lang="en-US" altLang="zh-CN" sz="2750" b="1" kern="0" spc="-15" baseline="0" noProof="0" dirty="0">
                <a:solidFill>
                  <a:srgbClr val="1E293B"/>
                </a:solidFill>
                <a:latin typeface="SimHei" pitchFamily="49" charset="0"/>
                <a:ea typeface="SimHei" pitchFamily="49" charset="0"/>
                <a:cs typeface="SimHei" pitchFamily="49" charset="0"/>
              </a:rPr>
              <a:t>环境校验与启动</a:t>
            </a:r>
          </a:p>
        </p:txBody>
      </p:sp>
      <p:pic>
        <p:nvPicPr>
          <p:cNvPr id="411" name="2532A331-2D18-4215-492C-97580E24B6E4"/>
          <p:cNvPicPr>
            <a:picLocks noChangeAspect="1"/>
          </p:cNvPicPr>
          <p:nvPr/>
        </p:nvPicPr>
        <p:blipFill>
          <a:blip r:embed="rId3" cstate="print">
            <a:extLst>
              <a:ext uri="{2AD19A84-F5DE-4DB7-8DAE-1A06EE465D92}"/>
            </a:extLst>
          </a:blip>
          <a:srcRect/>
          <a:stretch>
            <a:fillRect/>
          </a:stretch>
        </p:blipFill>
        <p:spPr>
          <a:xfrm>
            <a:off x="326390" y="1056005"/>
            <a:ext cx="8195734" cy="2747433"/>
          </a:xfrm>
          <a:prstGeom prst="rect">
            <a:avLst/>
          </a:prstGeom>
        </p:spPr>
      </p:pic>
      <p:grpSp>
        <p:nvGrpSpPr>
          <p:cNvPr id="412" name="Combination 412"/>
          <p:cNvGrpSpPr/>
          <p:nvPr/>
        </p:nvGrpSpPr>
        <p:grpSpPr>
          <a:xfrm>
            <a:off x="353060" y="1075690"/>
            <a:ext cx="8141971" cy="2688590"/>
            <a:chOff x="353060" y="1075690"/>
            <a:chExt cx="8141971" cy="2688590"/>
          </a:xfrm>
        </p:grpSpPr>
        <p:sp>
          <p:nvSpPr>
            <p:cNvPr id="413" name="VectorPath 413"/>
            <p:cNvSpPr/>
            <p:nvPr/>
          </p:nvSpPr>
          <p:spPr>
            <a:xfrm>
              <a:off x="352908" y="1075563"/>
              <a:ext cx="8141995" cy="2688717"/>
            </a:xfrm>
            <a:custGeom>
              <a:avLst/>
              <a:gdLst/>
              <a:ahLst/>
              <a:cxnLst/>
              <a:rect l="l" t="t" r="r" b="b"/>
              <a:pathLst>
                <a:path w="8141843" h="2688590">
                  <a:moveTo>
                    <a:pt x="33452" y="-127"/>
                  </a:moveTo>
                  <a:lnTo>
                    <a:pt x="8041006" y="-127"/>
                  </a:lnTo>
                  <a:cubicBezTo>
                    <a:pt x="8096758" y="-127"/>
                    <a:pt x="8141843" y="44958"/>
                    <a:pt x="8141843" y="100711"/>
                  </a:cubicBezTo>
                  <a:lnTo>
                    <a:pt x="8141843" y="2587752"/>
                  </a:lnTo>
                  <a:cubicBezTo>
                    <a:pt x="8141843" y="2643505"/>
                    <a:pt x="8096758" y="2688590"/>
                    <a:pt x="8041006" y="2688590"/>
                  </a:cubicBezTo>
                  <a:lnTo>
                    <a:pt x="33452" y="2688590"/>
                  </a:lnTo>
                  <a:cubicBezTo>
                    <a:pt x="14897" y="2688590"/>
                    <a:pt x="-152" y="2673604"/>
                    <a:pt x="-152" y="2655062"/>
                  </a:cubicBezTo>
                  <a:lnTo>
                    <a:pt x="-152" y="33401"/>
                  </a:lnTo>
                  <a:cubicBezTo>
                    <a:pt x="-152" y="14859"/>
                    <a:pt x="14897" y="-127"/>
                    <a:pt x="33452" y="-127"/>
                  </a:cubicBezTo>
                </a:path>
              </a:pathLst>
            </a:custGeom>
            <a:solidFill>
              <a:srgbClr val="FFFFFF">
                <a:alpha val="100000"/>
              </a:srgbClr>
            </a:solidFill>
          </p:spPr>
        </p:sp>
        <p:sp>
          <p:nvSpPr>
            <p:cNvPr id="414" name="VectorPath 414"/>
            <p:cNvSpPr/>
            <p:nvPr/>
          </p:nvSpPr>
          <p:spPr>
            <a:xfrm>
              <a:off x="352908" y="1075563"/>
              <a:ext cx="33604" cy="2688717"/>
            </a:xfrm>
            <a:custGeom>
              <a:avLst/>
              <a:gdLst/>
              <a:ahLst/>
              <a:cxnLst/>
              <a:rect l="l" t="t" r="r" b="b"/>
              <a:pathLst>
                <a:path w="33452" h="2688590">
                  <a:moveTo>
                    <a:pt x="33452" y="-127"/>
                  </a:moveTo>
                  <a:lnTo>
                    <a:pt x="33452" y="-127"/>
                  </a:lnTo>
                  <a:lnTo>
                    <a:pt x="33452" y="2688590"/>
                  </a:lnTo>
                  <a:lnTo>
                    <a:pt x="33452" y="2688590"/>
                  </a:lnTo>
                  <a:cubicBezTo>
                    <a:pt x="14897" y="2688590"/>
                    <a:pt x="-152" y="2673604"/>
                    <a:pt x="-152" y="2655062"/>
                  </a:cubicBezTo>
                  <a:lnTo>
                    <a:pt x="-152" y="33401"/>
                  </a:lnTo>
                  <a:cubicBezTo>
                    <a:pt x="-152" y="14859"/>
                    <a:pt x="14897" y="-127"/>
                    <a:pt x="33452" y="-127"/>
                  </a:cubicBezTo>
                </a:path>
              </a:pathLst>
            </a:custGeom>
            <a:solidFill>
              <a:srgbClr val="2563EB">
                <a:alpha val="100000"/>
              </a:srgbClr>
            </a:solidFill>
          </p:spPr>
        </p:sp>
        <p:sp>
          <p:nvSpPr>
            <p:cNvPr id="415" name="VectorPath 415"/>
            <p:cNvSpPr/>
            <p:nvPr/>
          </p:nvSpPr>
          <p:spPr>
            <a:xfrm>
              <a:off x="550367" y="1260348"/>
              <a:ext cx="226860" cy="201676"/>
            </a:xfrm>
            <a:custGeom>
              <a:avLst/>
              <a:gdLst/>
              <a:ahLst/>
              <a:cxnLst/>
              <a:rect l="l" t="t" r="r" b="b"/>
              <a:pathLst>
                <a:path w="226860" h="201676">
                  <a:moveTo>
                    <a:pt x="18898" y="9525"/>
                  </a:moveTo>
                  <a:cubicBezTo>
                    <a:pt x="18898" y="4191"/>
                    <a:pt x="14681" y="0"/>
                    <a:pt x="9449" y="0"/>
                  </a:cubicBezTo>
                  <a:cubicBezTo>
                    <a:pt x="4204" y="0"/>
                    <a:pt x="0" y="4191"/>
                    <a:pt x="0" y="9525"/>
                  </a:cubicBezTo>
                  <a:lnTo>
                    <a:pt x="0" y="154432"/>
                  </a:lnTo>
                  <a:cubicBezTo>
                    <a:pt x="0" y="166624"/>
                    <a:pt x="9881" y="176530"/>
                    <a:pt x="22047" y="176530"/>
                  </a:cubicBezTo>
                  <a:lnTo>
                    <a:pt x="94526" y="176530"/>
                  </a:lnTo>
                  <a:lnTo>
                    <a:pt x="94526" y="157607"/>
                  </a:lnTo>
                  <a:lnTo>
                    <a:pt x="22047" y="157607"/>
                  </a:lnTo>
                  <a:cubicBezTo>
                    <a:pt x="20320" y="157607"/>
                    <a:pt x="18898" y="156210"/>
                    <a:pt x="18898" y="154432"/>
                  </a:cubicBezTo>
                  <a:lnTo>
                    <a:pt x="18898" y="62992"/>
                  </a:lnTo>
                  <a:lnTo>
                    <a:pt x="94526" y="62992"/>
                  </a:lnTo>
                  <a:lnTo>
                    <a:pt x="94526" y="44196"/>
                  </a:lnTo>
                  <a:lnTo>
                    <a:pt x="18898" y="44196"/>
                  </a:lnTo>
                  <a:lnTo>
                    <a:pt x="18898" y="9525"/>
                  </a:lnTo>
                  <a:close/>
                  <a:moveTo>
                    <a:pt x="132334" y="88265"/>
                  </a:moveTo>
                  <a:lnTo>
                    <a:pt x="207963" y="88265"/>
                  </a:lnTo>
                  <a:cubicBezTo>
                    <a:pt x="218389" y="88265"/>
                    <a:pt x="226860" y="79756"/>
                    <a:pt x="226860" y="69342"/>
                  </a:cubicBezTo>
                  <a:lnTo>
                    <a:pt x="226860" y="31496"/>
                  </a:lnTo>
                  <a:cubicBezTo>
                    <a:pt x="226860" y="21082"/>
                    <a:pt x="218389" y="12573"/>
                    <a:pt x="207963" y="12573"/>
                  </a:cubicBezTo>
                  <a:lnTo>
                    <a:pt x="175387" y="12573"/>
                  </a:lnTo>
                  <a:cubicBezTo>
                    <a:pt x="172034" y="12573"/>
                    <a:pt x="168846" y="11303"/>
                    <a:pt x="166484" y="8890"/>
                  </a:cubicBezTo>
                  <a:lnTo>
                    <a:pt x="163093" y="5588"/>
                  </a:lnTo>
                  <a:cubicBezTo>
                    <a:pt x="159550" y="2032"/>
                    <a:pt x="154750" y="0"/>
                    <a:pt x="149746" y="0"/>
                  </a:cubicBezTo>
                  <a:lnTo>
                    <a:pt x="132334" y="0"/>
                  </a:lnTo>
                  <a:cubicBezTo>
                    <a:pt x="121895" y="0"/>
                    <a:pt x="113424" y="8509"/>
                    <a:pt x="113424" y="18923"/>
                  </a:cubicBezTo>
                  <a:lnTo>
                    <a:pt x="113424" y="69342"/>
                  </a:lnTo>
                  <a:cubicBezTo>
                    <a:pt x="113424" y="79756"/>
                    <a:pt x="121895" y="88265"/>
                    <a:pt x="132334" y="88265"/>
                  </a:cubicBezTo>
                  <a:moveTo>
                    <a:pt x="132334" y="201676"/>
                  </a:moveTo>
                  <a:lnTo>
                    <a:pt x="207963" y="201676"/>
                  </a:lnTo>
                  <a:cubicBezTo>
                    <a:pt x="218389" y="201676"/>
                    <a:pt x="226860" y="193167"/>
                    <a:pt x="226860" y="182753"/>
                  </a:cubicBezTo>
                  <a:lnTo>
                    <a:pt x="226860" y="144907"/>
                  </a:lnTo>
                  <a:cubicBezTo>
                    <a:pt x="226860" y="134493"/>
                    <a:pt x="218389" y="126111"/>
                    <a:pt x="207963" y="126111"/>
                  </a:cubicBezTo>
                  <a:lnTo>
                    <a:pt x="175387" y="126111"/>
                  </a:lnTo>
                  <a:cubicBezTo>
                    <a:pt x="172034" y="126111"/>
                    <a:pt x="168846" y="124714"/>
                    <a:pt x="166484" y="122301"/>
                  </a:cubicBezTo>
                  <a:lnTo>
                    <a:pt x="163093" y="118999"/>
                  </a:lnTo>
                  <a:cubicBezTo>
                    <a:pt x="159550" y="115443"/>
                    <a:pt x="154750" y="113411"/>
                    <a:pt x="149746" y="113411"/>
                  </a:cubicBezTo>
                  <a:lnTo>
                    <a:pt x="132334" y="113411"/>
                  </a:lnTo>
                  <a:cubicBezTo>
                    <a:pt x="121895" y="113411"/>
                    <a:pt x="113424" y="121920"/>
                    <a:pt x="113424" y="132334"/>
                  </a:cubicBezTo>
                  <a:lnTo>
                    <a:pt x="113424" y="182753"/>
                  </a:lnTo>
                  <a:cubicBezTo>
                    <a:pt x="113424" y="193167"/>
                    <a:pt x="121895" y="201676"/>
                    <a:pt x="132334" y="201676"/>
                  </a:cubicBezTo>
                </a:path>
              </a:pathLst>
            </a:custGeom>
            <a:solidFill>
              <a:srgbClr val="2563EB">
                <a:alpha val="100000"/>
              </a:srgbClr>
            </a:solidFill>
          </p:spPr>
        </p:sp>
      </p:grpSp>
      <p:sp>
        <p:nvSpPr>
          <p:cNvPr id="416" name="TextBox416"/>
          <p:cNvSpPr txBox="1"/>
          <p:nvPr/>
        </p:nvSpPr>
        <p:spPr>
          <a:xfrm>
            <a:off x="537845" y="1277620"/>
            <a:ext cx="2555875" cy="534987"/>
          </a:xfrm>
          <a:prstGeom prst="rect">
            <a:avLst/>
          </a:prstGeom>
          <a:noFill/>
        </p:spPr>
        <p:txBody>
          <a:bodyPr wrap="square" lIns="0" tIns="15240" rIns="0" bIns="0" rtlCol="0">
            <a:spAutoFit/>
          </a:bodyPr>
          <a:lstStyle/>
          <a:p>
            <a:pPr marL="353060" marR="0" indent="0" eaLnBrk="0">
              <a:lnSpc>
                <a:spcPct val="93589"/>
              </a:lnSpc>
              <a:spcBef>
                <a:spcPts val="119"/>
              </a:spcBef>
              <a:spcAft>
                <a:spcPts val="35"/>
              </a:spcAft>
            </a:pPr>
            <a:r>
              <a:rPr lang="en-US" altLang="zh-CN" sz="1950" b="1" kern="0" spc="-25" baseline="5498" noProof="0" dirty="0">
                <a:solidFill>
                  <a:srgbClr val="1E293B"/>
                </a:solidFill>
                <a:latin typeface="SimHei" pitchFamily="49" charset="0"/>
                <a:ea typeface="SimHei" pitchFamily="49" charset="0"/>
                <a:cs typeface="SimHei" pitchFamily="49" charset="0"/>
              </a:rPr>
              <a:t>目录结构校验</a:t>
            </a:r>
          </a:p>
          <a:p>
            <a:pPr marL="0" marR="0" indent="0" eaLnBrk="0">
              <a:lnSpc>
                <a:spcPct val="1154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spcBef>
                <a:spcPts val="5"/>
              </a:spcBef>
            </a:pPr>
            <a:r>
              <a:rPr lang="en-US" altLang="zh-CN" sz="1050" kern="0" spc="-15" baseline="0" noProof="0" dirty="0">
                <a:solidFill>
                  <a:srgbClr val="64748B"/>
                </a:solidFill>
                <a:latin typeface="SimHei" pitchFamily="49" charset="0"/>
                <a:ea typeface="SimHei" pitchFamily="49" charset="0"/>
                <a:cs typeface="SimHei" pitchFamily="49" charset="0"/>
              </a:rPr>
              <a:t>安装完成后，检查目录</a:t>
            </a:r>
            <a:r>
              <a:rPr lang="en-US" altLang="zh-CN" sz="1050" kern="0" spc="0" baseline="0" noProof="0" dirty="0">
                <a:solidFill>
                  <a:srgbClr val="64748B"/>
                </a:solidFill>
                <a:latin typeface="SimHei" pitchFamily="49" charset="0"/>
                <a:ea typeface="SimHei" pitchFamily="49" charset="0"/>
                <a:cs typeface="SimHei" pitchFamily="49" charset="0"/>
              </a:rPr>
              <a:t>结构是否符合规范：</a:t>
            </a:r>
          </a:p>
        </p:txBody>
      </p:sp>
      <p:sp>
        <p:nvSpPr>
          <p:cNvPr id="417" name="VectorPath 417"/>
          <p:cNvSpPr/>
          <p:nvPr/>
        </p:nvSpPr>
        <p:spPr>
          <a:xfrm>
            <a:off x="537845" y="1899845"/>
            <a:ext cx="7788911" cy="1680210"/>
          </a:xfrm>
          <a:custGeom>
            <a:avLst/>
            <a:gdLst/>
            <a:ahLst/>
            <a:cxnLst/>
            <a:rect l="l" t="t" r="r" b="b"/>
            <a:pathLst>
              <a:path w="7788911" h="1680210">
                <a:moveTo>
                  <a:pt x="67132" y="0"/>
                </a:moveTo>
                <a:lnTo>
                  <a:pt x="7721854" y="0"/>
                </a:lnTo>
                <a:cubicBezTo>
                  <a:pt x="7758939" y="0"/>
                  <a:pt x="7789037" y="30099"/>
                  <a:pt x="7789037" y="67183"/>
                </a:cubicBezTo>
                <a:lnTo>
                  <a:pt x="7789037" y="1613281"/>
                </a:lnTo>
                <a:cubicBezTo>
                  <a:pt x="7789037" y="1650365"/>
                  <a:pt x="7758939" y="1680464"/>
                  <a:pt x="7721854" y="1680464"/>
                </a:cubicBezTo>
                <a:lnTo>
                  <a:pt x="67132" y="1680464"/>
                </a:lnTo>
                <a:cubicBezTo>
                  <a:pt x="30010" y="1680464"/>
                  <a:pt x="-89" y="1650365"/>
                  <a:pt x="-89" y="1613281"/>
                </a:cubicBezTo>
                <a:lnTo>
                  <a:pt x="-89" y="67183"/>
                </a:lnTo>
                <a:cubicBezTo>
                  <a:pt x="-89" y="30099"/>
                  <a:pt x="30010" y="0"/>
                  <a:pt x="67132" y="0"/>
                </a:cubicBezTo>
              </a:path>
            </a:pathLst>
          </a:custGeom>
          <a:solidFill>
            <a:srgbClr val="1E293B">
              <a:alpha val="100000"/>
            </a:srgbClr>
          </a:solidFill>
        </p:spPr>
      </p:sp>
      <p:sp>
        <p:nvSpPr>
          <p:cNvPr id="418" name="TextBox418"/>
          <p:cNvSpPr txBox="1"/>
          <p:nvPr/>
        </p:nvSpPr>
        <p:spPr>
          <a:xfrm>
            <a:off x="638810" y="1958490"/>
            <a:ext cx="4174490" cy="1649554"/>
          </a:xfrm>
          <a:prstGeom prst="rect">
            <a:avLst/>
          </a:prstGeom>
          <a:noFill/>
        </p:spPr>
        <p:txBody>
          <a:bodyPr wrap="square" lIns="0" tIns="41275" rIns="0" bIns="0" rtlCol="0">
            <a:spAutoFit/>
          </a:bodyPr>
          <a:lstStyle/>
          <a:p>
            <a:pPr marR="578485" eaLnBrk="0">
              <a:lnSpc>
                <a:spcPct val="93333"/>
              </a:lnSpc>
              <a:spcBef>
                <a:spcPts val="325"/>
              </a:spcBef>
              <a:spcAft>
                <a:spcPts val="234"/>
              </a:spcAft>
            </a:pPr>
            <a:r>
              <a:rPr lang="en-US" altLang="zh-CN" sz="750" kern="0" spc="35" dirty="0">
                <a:solidFill>
                  <a:srgbClr val="05DF72"/>
                </a:solidFill>
                <a:latin typeface="Arial" pitchFamily="34" charset="0"/>
                <a:ea typeface="Arial" pitchFamily="34" charset="0"/>
                <a:cs typeface="Arial" pitchFamily="34" charset="0"/>
              </a:rPr>
              <a:t> plugins-official/ops-registry-invoke/</a:t>
            </a:r>
          </a:p>
          <a:p>
            <a:pPr marR="578485" eaLnBrk="0">
              <a:lnSpc>
                <a:spcPct val="93333"/>
              </a:lnSpc>
              <a:spcBef>
                <a:spcPts val="325"/>
              </a:spcBef>
              <a:spcAft>
                <a:spcPts val="234"/>
              </a:spcAft>
            </a:pPr>
            <a:r>
              <a:rPr lang="en-US" altLang="zh-CN" sz="750" kern="0" spc="35" dirty="0">
                <a:solidFill>
                  <a:srgbClr val="05DF72"/>
                </a:solidFill>
                <a:latin typeface="Arial" pitchFamily="34" charset="0"/>
                <a:ea typeface="Arial" pitchFamily="34" charset="0"/>
                <a:cs typeface="Arial" pitchFamily="34" charset="0"/>
              </a:rPr>
              <a:t>  ├── .</a:t>
            </a:r>
            <a:r>
              <a:rPr lang="en-US" altLang="zh-CN" sz="750" kern="0" spc="35" dirty="0" err="1">
                <a:solidFill>
                  <a:srgbClr val="05DF72"/>
                </a:solidFill>
                <a:latin typeface="Arial" pitchFamily="34" charset="0"/>
                <a:ea typeface="Arial" pitchFamily="34" charset="0"/>
                <a:cs typeface="Arial" pitchFamily="34" charset="0"/>
              </a:rPr>
              <a:t>claude</a:t>
            </a:r>
            <a:r>
              <a:rPr lang="en-US" altLang="zh-CN" sz="750" kern="0" spc="35" dirty="0">
                <a:solidFill>
                  <a:srgbClr val="05DF72"/>
                </a:solidFill>
                <a:latin typeface="Arial" pitchFamily="34" charset="0"/>
                <a:ea typeface="Arial" pitchFamily="34" charset="0"/>
                <a:cs typeface="Arial" pitchFamily="34" charset="0"/>
              </a:rPr>
              <a:t>-plugin/          </a:t>
            </a: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插件声明目录</a:t>
            </a:r>
          </a:p>
          <a:p>
            <a:pPr marR="578485" eaLnBrk="0">
              <a:lnSpc>
                <a:spcPct val="93333"/>
              </a:lnSpc>
              <a:spcBef>
                <a:spcPts val="325"/>
              </a:spcBef>
              <a:spcAft>
                <a:spcPts val="234"/>
              </a:spcAft>
            </a:pPr>
            <a:r>
              <a:rPr lang="zh-CN" altLang="en-US" sz="750" kern="0" spc="35" dirty="0">
                <a:solidFill>
                  <a:srgbClr val="05DF72"/>
                </a:solidFill>
                <a:latin typeface="Arial" pitchFamily="34" charset="0"/>
                <a:ea typeface="Arial" pitchFamily="34" charset="0"/>
                <a:cs typeface="Arial" pitchFamily="34" charset="0"/>
              </a:rPr>
              <a:t>  │   └── </a:t>
            </a:r>
            <a:r>
              <a:rPr lang="en-US" altLang="zh-CN" sz="750" kern="0" spc="35" dirty="0" err="1">
                <a:solidFill>
                  <a:srgbClr val="05DF72"/>
                </a:solidFill>
                <a:latin typeface="Arial" pitchFamily="34" charset="0"/>
                <a:ea typeface="Arial" pitchFamily="34" charset="0"/>
                <a:cs typeface="Arial" pitchFamily="34" charset="0"/>
              </a:rPr>
              <a:t>plugin.json</a:t>
            </a:r>
            <a:endParaRPr lang="en-US" altLang="zh-CN" sz="750" kern="0" spc="35" dirty="0">
              <a:solidFill>
                <a:srgbClr val="05DF72"/>
              </a:solidFill>
              <a:latin typeface="Arial" pitchFamily="34" charset="0"/>
              <a:ea typeface="Arial" pitchFamily="34" charset="0"/>
              <a:cs typeface="Arial" pitchFamily="34" charset="0"/>
            </a:endParaRPr>
          </a:p>
          <a:p>
            <a:pPr marR="578485" eaLnBrk="0">
              <a:lnSpc>
                <a:spcPct val="93333"/>
              </a:lnSpc>
              <a:spcBef>
                <a:spcPts val="325"/>
              </a:spcBef>
              <a:spcAft>
                <a:spcPts val="234"/>
              </a:spcAft>
            </a:pPr>
            <a:r>
              <a:rPr lang="en-US" altLang="zh-CN" sz="750" kern="0" spc="35" dirty="0">
                <a:solidFill>
                  <a:srgbClr val="05DF72"/>
                </a:solidFill>
                <a:latin typeface="Arial" pitchFamily="34" charset="0"/>
                <a:ea typeface="Arial" pitchFamily="34" charset="0"/>
                <a:cs typeface="Arial" pitchFamily="34" charset="0"/>
              </a:rPr>
              <a:t>  ├── agents/                  </a:t>
            </a: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子代理定义</a:t>
            </a:r>
          </a:p>
          <a:p>
            <a:pPr marR="578485" eaLnBrk="0">
              <a:lnSpc>
                <a:spcPct val="93333"/>
              </a:lnSpc>
              <a:spcBef>
                <a:spcPts val="325"/>
              </a:spcBef>
              <a:spcAft>
                <a:spcPts val="234"/>
              </a:spcAft>
            </a:pPr>
            <a:r>
              <a:rPr lang="zh-CN" altLang="en-US" sz="750" kern="0" spc="35" dirty="0">
                <a:solidFill>
                  <a:srgbClr val="05DF72"/>
                </a:solidFill>
                <a:latin typeface="Arial" pitchFamily="34" charset="0"/>
                <a:ea typeface="Arial" pitchFamily="34" charset="0"/>
                <a:cs typeface="Arial" pitchFamily="34" charset="0"/>
              </a:rPr>
              <a:t>  ├── </a:t>
            </a:r>
            <a:r>
              <a:rPr lang="en-US" altLang="zh-CN" sz="750" kern="0" spc="35" dirty="0">
                <a:solidFill>
                  <a:srgbClr val="05DF72"/>
                </a:solidFill>
                <a:latin typeface="Arial" pitchFamily="34" charset="0"/>
                <a:ea typeface="Arial" pitchFamily="34" charset="0"/>
                <a:cs typeface="Arial" pitchFamily="34" charset="0"/>
              </a:rPr>
              <a:t>workflow/                </a:t>
            </a: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工作流定义（本地 </a:t>
            </a:r>
            <a:r>
              <a:rPr lang="en-US" altLang="zh-CN" sz="900" kern="0" dirty="0">
                <a:solidFill>
                  <a:srgbClr val="6A7282"/>
                </a:solidFill>
                <a:latin typeface="SimHei" pitchFamily="49" charset="0"/>
                <a:ea typeface="SimHei" pitchFamily="49" charset="0"/>
              </a:rPr>
              <a:t>skill</a:t>
            </a:r>
            <a:r>
              <a:rPr lang="zh-CN" altLang="en-US" sz="900" kern="0" dirty="0">
                <a:solidFill>
                  <a:srgbClr val="6A7282"/>
                </a:solidFill>
                <a:latin typeface="SimHei" pitchFamily="49" charset="0"/>
                <a:ea typeface="SimHei" pitchFamily="49" charset="0"/>
              </a:rPr>
              <a:t>）</a:t>
            </a:r>
          </a:p>
          <a:p>
            <a:pPr marR="578485" eaLnBrk="0">
              <a:lnSpc>
                <a:spcPct val="93333"/>
              </a:lnSpc>
              <a:spcBef>
                <a:spcPts val="325"/>
              </a:spcBef>
              <a:spcAft>
                <a:spcPts val="234"/>
              </a:spcAft>
            </a:pPr>
            <a:r>
              <a:rPr lang="zh-CN" altLang="en-US" sz="750" kern="0" spc="35" dirty="0">
                <a:solidFill>
                  <a:srgbClr val="05DF72"/>
                </a:solidFill>
                <a:latin typeface="Arial" pitchFamily="34" charset="0"/>
                <a:ea typeface="Arial" pitchFamily="34" charset="0"/>
                <a:cs typeface="Arial" pitchFamily="34" charset="0"/>
              </a:rPr>
              <a:t>  ├── </a:t>
            </a:r>
            <a:r>
              <a:rPr lang="en-US" altLang="zh-CN" sz="750" kern="0" spc="35" dirty="0">
                <a:solidFill>
                  <a:srgbClr val="05DF72"/>
                </a:solidFill>
                <a:latin typeface="Arial" pitchFamily="34" charset="0"/>
                <a:ea typeface="Arial" pitchFamily="34" charset="0"/>
                <a:cs typeface="Arial" pitchFamily="34" charset="0"/>
              </a:rPr>
              <a:t>init.sh                  </a:t>
            </a: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依赖安装脚本</a:t>
            </a:r>
          </a:p>
          <a:p>
            <a:pPr marR="578485" eaLnBrk="0">
              <a:lnSpc>
                <a:spcPct val="93333"/>
              </a:lnSpc>
              <a:spcBef>
                <a:spcPts val="325"/>
              </a:spcBef>
              <a:spcAft>
                <a:spcPts val="234"/>
              </a:spcAft>
            </a:pPr>
            <a:r>
              <a:rPr lang="zh-CN" altLang="en-US" sz="750" kern="0" spc="35" dirty="0">
                <a:solidFill>
                  <a:srgbClr val="05DF72"/>
                </a:solidFill>
                <a:latin typeface="Arial" pitchFamily="34" charset="0"/>
                <a:ea typeface="Arial" pitchFamily="34" charset="0"/>
                <a:cs typeface="Arial" pitchFamily="34" charset="0"/>
              </a:rPr>
              <a:t>  ├── </a:t>
            </a:r>
            <a:r>
              <a:rPr lang="en-US" altLang="zh-CN" sz="750" kern="0" spc="35" dirty="0">
                <a:solidFill>
                  <a:srgbClr val="05DF72"/>
                </a:solidFill>
                <a:latin typeface="Arial" pitchFamily="34" charset="0"/>
                <a:ea typeface="Arial" pitchFamily="34" charset="0"/>
                <a:cs typeface="Arial" pitchFamily="34" charset="0"/>
              </a:rPr>
              <a:t>quickstart.md            </a:t>
            </a: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快速入门文档</a:t>
            </a:r>
          </a:p>
          <a:p>
            <a:pPr marR="578485" eaLnBrk="0">
              <a:lnSpc>
                <a:spcPct val="93333"/>
              </a:lnSpc>
              <a:spcBef>
                <a:spcPts val="325"/>
              </a:spcBef>
              <a:spcAft>
                <a:spcPts val="234"/>
              </a:spcAft>
            </a:pPr>
            <a:r>
              <a:rPr lang="zh-CN" altLang="en-US" sz="750" kern="0" spc="35" dirty="0">
                <a:solidFill>
                  <a:srgbClr val="05DF72"/>
                </a:solidFill>
                <a:latin typeface="Arial" pitchFamily="34" charset="0"/>
                <a:ea typeface="Arial" pitchFamily="34" charset="0"/>
                <a:cs typeface="Arial" pitchFamily="34" charset="0"/>
              </a:rPr>
              <a:t>  ├── </a:t>
            </a:r>
            <a:r>
              <a:rPr lang="en-US" altLang="zh-CN" sz="750" kern="0" spc="35" dirty="0">
                <a:solidFill>
                  <a:srgbClr val="05DF72"/>
                </a:solidFill>
                <a:latin typeface="Arial" pitchFamily="34" charset="0"/>
                <a:ea typeface="Arial" pitchFamily="34" charset="0"/>
                <a:cs typeface="Arial" pitchFamily="34" charset="0"/>
              </a:rPr>
              <a:t>AGENTS.md                </a:t>
            </a: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插件入口</a:t>
            </a:r>
          </a:p>
          <a:p>
            <a:pPr marR="578485" eaLnBrk="0">
              <a:lnSpc>
                <a:spcPct val="93333"/>
              </a:lnSpc>
              <a:spcBef>
                <a:spcPts val="325"/>
              </a:spcBef>
              <a:spcAft>
                <a:spcPts val="234"/>
              </a:spcAft>
            </a:pPr>
            <a:r>
              <a:rPr lang="zh-CN" altLang="en-US" sz="750" kern="0" spc="35" dirty="0">
                <a:solidFill>
                  <a:srgbClr val="05DF72"/>
                </a:solidFill>
                <a:latin typeface="Arial" pitchFamily="34" charset="0"/>
                <a:ea typeface="Arial" pitchFamily="34" charset="0"/>
                <a:cs typeface="Arial" pitchFamily="34" charset="0"/>
              </a:rPr>
              <a:t>  └── </a:t>
            </a:r>
            <a:r>
              <a:rPr lang="en-US" altLang="zh-CN" sz="750" kern="0" spc="35" dirty="0">
                <a:solidFill>
                  <a:srgbClr val="05DF72"/>
                </a:solidFill>
                <a:latin typeface="Arial" pitchFamily="34" charset="0"/>
                <a:ea typeface="Arial" pitchFamily="34" charset="0"/>
                <a:cs typeface="Arial" pitchFamily="34" charset="0"/>
              </a:rPr>
              <a:t>.</a:t>
            </a:r>
            <a:r>
              <a:rPr lang="en-US" altLang="zh-CN" sz="750" kern="0" spc="35" dirty="0" err="1">
                <a:solidFill>
                  <a:srgbClr val="05DF72"/>
                </a:solidFill>
                <a:latin typeface="Arial" pitchFamily="34" charset="0"/>
                <a:ea typeface="Arial" pitchFamily="34" charset="0"/>
                <a:cs typeface="Arial" pitchFamily="34" charset="0"/>
              </a:rPr>
              <a:t>gitignore</a:t>
            </a:r>
            <a:endParaRPr lang="en-US" altLang="zh-CN" sz="750" kern="0" spc="0" baseline="0" noProof="0" dirty="0">
              <a:latin typeface="SimHei" pitchFamily="49" charset="0"/>
              <a:ea typeface="SimHei" pitchFamily="49" charset="0"/>
              <a:cs typeface="SimHei" pitchFamily="49" charset="0"/>
            </a:endParaRPr>
          </a:p>
        </p:txBody>
      </p:sp>
      <p:pic>
        <p:nvPicPr>
          <p:cNvPr id="419" name="05D8B5D2-8A71-46C4-AC00-292393A19CE6"/>
          <p:cNvPicPr>
            <a:picLocks noChangeAspect="1"/>
          </p:cNvPicPr>
          <p:nvPr/>
        </p:nvPicPr>
        <p:blipFill>
          <a:blip r:embed="rId4" cstate="print">
            <a:extLst>
              <a:ext uri="{037293CB-1497-4EDA-C808-0C1350961750}"/>
            </a:extLst>
          </a:blip>
          <a:srcRect/>
          <a:stretch>
            <a:fillRect/>
          </a:stretch>
        </p:blipFill>
        <p:spPr>
          <a:xfrm>
            <a:off x="326390" y="3879850"/>
            <a:ext cx="8195734" cy="2476500"/>
          </a:xfrm>
          <a:prstGeom prst="rect">
            <a:avLst/>
          </a:prstGeom>
        </p:spPr>
      </p:pic>
      <p:grpSp>
        <p:nvGrpSpPr>
          <p:cNvPr id="420" name="Combination 420"/>
          <p:cNvGrpSpPr/>
          <p:nvPr/>
        </p:nvGrpSpPr>
        <p:grpSpPr>
          <a:xfrm>
            <a:off x="353060" y="3898900"/>
            <a:ext cx="8141971" cy="2552262"/>
            <a:chOff x="353060" y="3898900"/>
            <a:chExt cx="8141971" cy="2117090"/>
          </a:xfrm>
        </p:grpSpPr>
        <p:sp>
          <p:nvSpPr>
            <p:cNvPr id="421" name="VectorPath 421"/>
            <p:cNvSpPr/>
            <p:nvPr/>
          </p:nvSpPr>
          <p:spPr>
            <a:xfrm>
              <a:off x="352908" y="3898773"/>
              <a:ext cx="8141995" cy="2117408"/>
            </a:xfrm>
            <a:custGeom>
              <a:avLst/>
              <a:gdLst/>
              <a:ahLst/>
              <a:cxnLst/>
              <a:rect l="l" t="t" r="r" b="b"/>
              <a:pathLst>
                <a:path w="8141843" h="2117090">
                  <a:moveTo>
                    <a:pt x="33452" y="-127"/>
                  </a:moveTo>
                  <a:lnTo>
                    <a:pt x="8041006" y="-127"/>
                  </a:lnTo>
                  <a:cubicBezTo>
                    <a:pt x="8096758" y="-127"/>
                    <a:pt x="8141843" y="44958"/>
                    <a:pt x="8141843" y="100711"/>
                  </a:cubicBezTo>
                  <a:lnTo>
                    <a:pt x="8141843" y="2016443"/>
                  </a:lnTo>
                  <a:cubicBezTo>
                    <a:pt x="8141843" y="2072132"/>
                    <a:pt x="8096758" y="2117280"/>
                    <a:pt x="8041006" y="2117280"/>
                  </a:cubicBezTo>
                  <a:lnTo>
                    <a:pt x="33452" y="2117280"/>
                  </a:lnTo>
                  <a:cubicBezTo>
                    <a:pt x="14897" y="2117280"/>
                    <a:pt x="-152" y="2102231"/>
                    <a:pt x="-152" y="2083664"/>
                  </a:cubicBezTo>
                  <a:lnTo>
                    <a:pt x="-152" y="33401"/>
                  </a:lnTo>
                  <a:cubicBezTo>
                    <a:pt x="-152" y="14859"/>
                    <a:pt x="14897" y="-127"/>
                    <a:pt x="33452" y="-127"/>
                  </a:cubicBezTo>
                </a:path>
              </a:pathLst>
            </a:custGeom>
            <a:solidFill>
              <a:srgbClr val="FFFFFF">
                <a:alpha val="100000"/>
              </a:srgbClr>
            </a:solidFill>
          </p:spPr>
          <p:txBody>
            <a:bodyPr/>
            <a:lstStyle/>
            <a:p>
              <a:endParaRPr lang="zh-CN" altLang="en-US" dirty="0"/>
            </a:p>
          </p:txBody>
        </p:sp>
        <p:sp>
          <p:nvSpPr>
            <p:cNvPr id="422" name="VectorPath 422"/>
            <p:cNvSpPr/>
            <p:nvPr/>
          </p:nvSpPr>
          <p:spPr>
            <a:xfrm>
              <a:off x="352908" y="3898773"/>
              <a:ext cx="33604" cy="2117408"/>
            </a:xfrm>
            <a:custGeom>
              <a:avLst/>
              <a:gdLst/>
              <a:ahLst/>
              <a:cxnLst/>
              <a:rect l="l" t="t" r="r" b="b"/>
              <a:pathLst>
                <a:path w="33452" h="2117090">
                  <a:moveTo>
                    <a:pt x="33452" y="-127"/>
                  </a:moveTo>
                  <a:lnTo>
                    <a:pt x="33452" y="-127"/>
                  </a:lnTo>
                  <a:lnTo>
                    <a:pt x="33452" y="2117280"/>
                  </a:lnTo>
                  <a:lnTo>
                    <a:pt x="33452" y="2117280"/>
                  </a:lnTo>
                  <a:cubicBezTo>
                    <a:pt x="14897" y="2117280"/>
                    <a:pt x="-152" y="2102231"/>
                    <a:pt x="-152" y="2083664"/>
                  </a:cubicBezTo>
                  <a:lnTo>
                    <a:pt x="-152" y="33401"/>
                  </a:lnTo>
                  <a:cubicBezTo>
                    <a:pt x="-152" y="14859"/>
                    <a:pt x="14897" y="-127"/>
                    <a:pt x="33452" y="-127"/>
                  </a:cubicBezTo>
                </a:path>
              </a:pathLst>
            </a:custGeom>
            <a:solidFill>
              <a:srgbClr val="0EA5E9">
                <a:alpha val="100000"/>
              </a:srgbClr>
            </a:solidFill>
          </p:spPr>
        </p:sp>
        <p:sp>
          <p:nvSpPr>
            <p:cNvPr id="423" name="VectorPath 423"/>
            <p:cNvSpPr/>
            <p:nvPr/>
          </p:nvSpPr>
          <p:spPr>
            <a:xfrm>
              <a:off x="562966" y="4083558"/>
              <a:ext cx="201663" cy="201676"/>
            </a:xfrm>
            <a:custGeom>
              <a:avLst/>
              <a:gdLst/>
              <a:ahLst/>
              <a:cxnLst/>
              <a:rect l="l" t="t" r="r" b="b"/>
              <a:pathLst>
                <a:path w="201663" h="201676">
                  <a:moveTo>
                    <a:pt x="0" y="100838"/>
                  </a:moveTo>
                  <a:cubicBezTo>
                    <a:pt x="0" y="45212"/>
                    <a:pt x="45187" y="0"/>
                    <a:pt x="100825" y="0"/>
                  </a:cubicBezTo>
                  <a:cubicBezTo>
                    <a:pt x="156477" y="0"/>
                    <a:pt x="201663" y="45212"/>
                    <a:pt x="201663" y="100838"/>
                  </a:cubicBezTo>
                  <a:cubicBezTo>
                    <a:pt x="201663" y="156464"/>
                    <a:pt x="156477" y="201676"/>
                    <a:pt x="100825" y="201676"/>
                  </a:cubicBezTo>
                  <a:cubicBezTo>
                    <a:pt x="45187" y="201676"/>
                    <a:pt x="0" y="156464"/>
                    <a:pt x="0" y="100838"/>
                  </a:cubicBezTo>
                  <a:moveTo>
                    <a:pt x="74168" y="58039"/>
                  </a:moveTo>
                  <a:cubicBezTo>
                    <a:pt x="71171" y="59690"/>
                    <a:pt x="69317" y="62865"/>
                    <a:pt x="69317" y="66167"/>
                  </a:cubicBezTo>
                  <a:lnTo>
                    <a:pt x="69317" y="135509"/>
                  </a:lnTo>
                  <a:cubicBezTo>
                    <a:pt x="69317" y="138938"/>
                    <a:pt x="71171" y="142113"/>
                    <a:pt x="74168" y="143764"/>
                  </a:cubicBezTo>
                  <a:cubicBezTo>
                    <a:pt x="77153" y="145415"/>
                    <a:pt x="80785" y="145415"/>
                    <a:pt x="83731" y="143510"/>
                  </a:cubicBezTo>
                  <a:lnTo>
                    <a:pt x="140449" y="108966"/>
                  </a:lnTo>
                  <a:cubicBezTo>
                    <a:pt x="143243" y="107188"/>
                    <a:pt x="144983" y="104140"/>
                    <a:pt x="144983" y="100838"/>
                  </a:cubicBezTo>
                  <a:cubicBezTo>
                    <a:pt x="144983" y="97536"/>
                    <a:pt x="143243" y="94488"/>
                    <a:pt x="140449" y="92710"/>
                  </a:cubicBezTo>
                  <a:lnTo>
                    <a:pt x="83731" y="58166"/>
                  </a:lnTo>
                  <a:cubicBezTo>
                    <a:pt x="80823" y="56388"/>
                    <a:pt x="77153" y="56261"/>
                    <a:pt x="74168" y="57912"/>
                  </a:cubicBezTo>
                  <a:lnTo>
                    <a:pt x="74168" y="58039"/>
                  </a:lnTo>
                  <a:close/>
                </a:path>
              </a:pathLst>
            </a:custGeom>
            <a:solidFill>
              <a:srgbClr val="0EA5E9">
                <a:alpha val="100000"/>
              </a:srgbClr>
            </a:solidFill>
          </p:spPr>
        </p:sp>
      </p:grpSp>
      <p:sp>
        <p:nvSpPr>
          <p:cNvPr id="424" name="TextBox424"/>
          <p:cNvSpPr txBox="1"/>
          <p:nvPr/>
        </p:nvSpPr>
        <p:spPr>
          <a:xfrm>
            <a:off x="537845" y="4101465"/>
            <a:ext cx="3095625" cy="534987"/>
          </a:xfrm>
          <a:prstGeom prst="rect">
            <a:avLst/>
          </a:prstGeom>
          <a:noFill/>
        </p:spPr>
        <p:txBody>
          <a:bodyPr wrap="square" lIns="0" tIns="15240" rIns="0" bIns="0" rtlCol="0">
            <a:spAutoFit/>
          </a:bodyPr>
          <a:lstStyle/>
          <a:p>
            <a:pPr marL="353060" marR="0" indent="0" eaLnBrk="0">
              <a:lnSpc>
                <a:spcPct val="93589"/>
              </a:lnSpc>
              <a:spcBef>
                <a:spcPts val="119"/>
              </a:spcBef>
              <a:spcAft>
                <a:spcPts val="35"/>
              </a:spcAft>
            </a:pPr>
            <a:r>
              <a:rPr lang="en-US" altLang="zh-CN" sz="1950" b="1" kern="0" spc="-25" baseline="5498" noProof="0" dirty="0">
                <a:solidFill>
                  <a:srgbClr val="1E293B"/>
                </a:solidFill>
                <a:latin typeface="SimHei" pitchFamily="49" charset="0"/>
                <a:ea typeface="SimHei" pitchFamily="49" charset="0"/>
                <a:cs typeface="SimHei" pitchFamily="49" charset="0"/>
              </a:rPr>
              <a:t>启动</a:t>
            </a:r>
            <a:r>
              <a:rPr lang="en-US" altLang="zh-CN" sz="1950" b="1" kern="0" spc="0" baseline="5498" noProof="0" dirty="0">
                <a:solidFill>
                  <a:srgbClr val="1E293B"/>
                </a:solidFill>
                <a:latin typeface="SimHei" pitchFamily="49" charset="0"/>
                <a:ea typeface="SimHei" pitchFamily="49" charset="0"/>
                <a:cs typeface="SimHei" pitchFamily="49" charset="0"/>
              </a:rPr>
              <a:t>CLI工具</a:t>
            </a:r>
          </a:p>
          <a:p>
            <a:pPr marL="0" marR="0" indent="0" eaLnBrk="0">
              <a:lnSpc>
                <a:spcPct val="1154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spcBef>
                <a:spcPts val="5"/>
              </a:spcBef>
            </a:pPr>
            <a:r>
              <a:rPr lang="en-US" altLang="zh-CN" sz="1050" kern="0" spc="-15" baseline="0" noProof="0" dirty="0">
                <a:solidFill>
                  <a:srgbClr val="64748B"/>
                </a:solidFill>
                <a:latin typeface="SimHei" pitchFamily="49" charset="0"/>
                <a:ea typeface="SimHei" pitchFamily="49" charset="0"/>
                <a:cs typeface="SimHei" pitchFamily="49" charset="0"/>
              </a:rPr>
              <a:t>在初始化完成的目录下</a:t>
            </a:r>
            <a:r>
              <a:rPr lang="en-US" altLang="zh-CN" sz="1050" kern="0" spc="0" baseline="0" noProof="0" dirty="0">
                <a:solidFill>
                  <a:srgbClr val="64748B"/>
                </a:solidFill>
                <a:latin typeface="SimHei" pitchFamily="49" charset="0"/>
                <a:ea typeface="SimHei" pitchFamily="49" charset="0"/>
                <a:cs typeface="SimHei" pitchFamily="49" charset="0"/>
              </a:rPr>
              <a:t>执行以下命令启动交互界面：</a:t>
            </a:r>
          </a:p>
        </p:txBody>
      </p:sp>
      <p:sp>
        <p:nvSpPr>
          <p:cNvPr id="425" name="VectorPath 425"/>
          <p:cNvSpPr/>
          <p:nvPr/>
        </p:nvSpPr>
        <p:spPr>
          <a:xfrm>
            <a:off x="537845" y="4723690"/>
            <a:ext cx="7788911" cy="1632660"/>
          </a:xfrm>
          <a:custGeom>
            <a:avLst/>
            <a:gdLst/>
            <a:ahLst/>
            <a:cxnLst/>
            <a:rect l="l" t="t" r="r" b="b"/>
            <a:pathLst>
              <a:path w="7788911" h="1008291">
                <a:moveTo>
                  <a:pt x="67132" y="0"/>
                </a:moveTo>
                <a:lnTo>
                  <a:pt x="7721728" y="0"/>
                </a:lnTo>
                <a:cubicBezTo>
                  <a:pt x="7758939" y="0"/>
                  <a:pt x="7789037" y="30099"/>
                  <a:pt x="7789037" y="67183"/>
                </a:cubicBezTo>
                <a:lnTo>
                  <a:pt x="7789037" y="941070"/>
                </a:lnTo>
                <a:cubicBezTo>
                  <a:pt x="7789037" y="978192"/>
                  <a:pt x="7758939" y="1008291"/>
                  <a:pt x="7721728" y="1008291"/>
                </a:cubicBezTo>
                <a:lnTo>
                  <a:pt x="67132" y="1008291"/>
                </a:lnTo>
                <a:cubicBezTo>
                  <a:pt x="30010" y="1008291"/>
                  <a:pt x="-89" y="978192"/>
                  <a:pt x="-89" y="941070"/>
                </a:cubicBezTo>
                <a:lnTo>
                  <a:pt x="-89" y="67183"/>
                </a:lnTo>
                <a:cubicBezTo>
                  <a:pt x="-89" y="30099"/>
                  <a:pt x="30036" y="0"/>
                  <a:pt x="67132" y="0"/>
                </a:cubicBezTo>
              </a:path>
            </a:pathLst>
          </a:custGeom>
          <a:solidFill>
            <a:srgbClr val="1E293B">
              <a:alpha val="100000"/>
            </a:srgbClr>
          </a:solidFill>
        </p:spPr>
        <p:txBody>
          <a:bodyPr/>
          <a:lstStyle/>
          <a:p>
            <a:endParaRPr lang="zh-CN" altLang="en-US" dirty="0"/>
          </a:p>
        </p:txBody>
      </p:sp>
      <p:sp>
        <p:nvSpPr>
          <p:cNvPr id="426" name="TextBox426"/>
          <p:cNvSpPr txBox="1"/>
          <p:nvPr/>
        </p:nvSpPr>
        <p:spPr>
          <a:xfrm>
            <a:off x="638810" y="4861560"/>
            <a:ext cx="2123440" cy="1589602"/>
          </a:xfrm>
          <a:prstGeom prst="rect">
            <a:avLst/>
          </a:prstGeom>
          <a:noFill/>
        </p:spPr>
        <p:txBody>
          <a:bodyPr wrap="square" lIns="0" tIns="11430" rIns="0" bIns="0" rtlCol="0">
            <a:spAutoFit/>
          </a:bodyPr>
          <a:lstStyle/>
          <a:p>
            <a:pPr marL="0" marR="0" indent="0" eaLnBrk="0">
              <a:lnSpc>
                <a:spcPct val="95370"/>
              </a:lnSpc>
              <a:spcBef>
                <a:spcPts val="89"/>
              </a:spcBef>
              <a:spcAft>
                <a:spcPts val="535"/>
              </a:spcAft>
            </a:pPr>
            <a:r>
              <a:rPr lang="en-US" altLang="zh-CN" sz="900" kern="0" spc="0" baseline="0" noProof="0" dirty="0">
                <a:solidFill>
                  <a:srgbClr val="6A7282"/>
                </a:solidFill>
                <a:latin typeface="Arial" pitchFamily="34" charset="0"/>
                <a:ea typeface="Arial" pitchFamily="34" charset="0"/>
                <a:cs typeface="Arial" pitchFamily="34" charset="0"/>
              </a:rPr>
              <a:t>#</a:t>
            </a:r>
            <a:r>
              <a:rPr lang="en-US" altLang="zh-CN" sz="900" kern="0" spc="-15" baseline="0" noProof="0" dirty="0">
                <a:latin typeface="Arial" pitchFamily="34" charset="0"/>
                <a:ea typeface="Arial" pitchFamily="34" charset="0"/>
                <a:cs typeface="Arial" pitchFamily="34" charset="0"/>
              </a:rPr>
              <a:t> </a:t>
            </a:r>
            <a:r>
              <a:rPr lang="en-US" altLang="zh-CN" sz="900" kern="0" spc="0" baseline="0" noProof="0" dirty="0" err="1">
                <a:solidFill>
                  <a:srgbClr val="6A7282"/>
                </a:solidFill>
                <a:latin typeface="SimHei" pitchFamily="49" charset="0"/>
                <a:ea typeface="SimHei" pitchFamily="49" charset="0"/>
                <a:cs typeface="SimHei" pitchFamily="49" charset="0"/>
              </a:rPr>
              <a:t>启动</a:t>
            </a:r>
            <a:r>
              <a:rPr lang="en-US" altLang="zh-CN" sz="900" kern="0" dirty="0">
                <a:solidFill>
                  <a:srgbClr val="6A7282"/>
                </a:solidFill>
                <a:latin typeface="SimHei" pitchFamily="49" charset="0"/>
                <a:ea typeface="SimHei" pitchFamily="49" charset="0"/>
                <a:cs typeface="SimHei" pitchFamily="49" charset="0"/>
              </a:rPr>
              <a:t>Claude </a:t>
            </a:r>
            <a:r>
              <a:rPr lang="en-US" altLang="zh-CN" sz="900" kern="0" spc="0" baseline="0" noProof="0" dirty="0">
                <a:solidFill>
                  <a:srgbClr val="6A7282"/>
                </a:solidFill>
                <a:latin typeface="SimHei" pitchFamily="49" charset="0"/>
                <a:ea typeface="SimHei" pitchFamily="49" charset="0"/>
                <a:cs typeface="SimHei" pitchFamily="49" charset="0"/>
              </a:rPr>
              <a:t>Code</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A7282"/>
                </a:solidFill>
                <a:latin typeface="SimHei" pitchFamily="49" charset="0"/>
                <a:ea typeface="SimHei" pitchFamily="49" charset="0"/>
                <a:cs typeface="SimHei" pitchFamily="49" charset="0"/>
              </a:rPr>
              <a:t>CLI</a:t>
            </a:r>
          </a:p>
          <a:p>
            <a:pPr marL="0" marR="0" indent="0" eaLnBrk="0">
              <a:lnSpc>
                <a:spcPct val="95370"/>
              </a:lnSpc>
              <a:spcBef>
                <a:spcPts val="89"/>
              </a:spcBef>
              <a:spcAft>
                <a:spcPts val="535"/>
              </a:spcAft>
            </a:pPr>
            <a:r>
              <a:rPr lang="en-US" altLang="zh-CN" sz="900" kern="0" spc="-40" dirty="0">
                <a:solidFill>
                  <a:srgbClr val="05DF72"/>
                </a:solidFill>
                <a:latin typeface="SimHei" pitchFamily="49" charset="0"/>
                <a:ea typeface="SimHei" pitchFamily="49" charset="0"/>
              </a:rPr>
              <a:t>Claude code</a:t>
            </a:r>
          </a:p>
          <a:p>
            <a:pPr marL="0" marR="0" indent="0" eaLnBrk="0">
              <a:lnSpc>
                <a:spcPct val="91666"/>
              </a:lnSpc>
              <a:spcBef>
                <a:spcPts val="84"/>
              </a:spcBef>
              <a:spcAft>
                <a:spcPts val="534"/>
              </a:spcAft>
            </a:pPr>
            <a:r>
              <a:rPr lang="en-US" altLang="zh-CN" sz="900" kern="0" spc="0" baseline="0" noProof="0" dirty="0">
                <a:solidFill>
                  <a:srgbClr val="6A7282"/>
                </a:solidFill>
                <a:latin typeface="SimHei" pitchFamily="49" charset="0"/>
                <a:ea typeface="SimHei" pitchFamily="49" charset="0"/>
                <a:cs typeface="SimHei" pitchFamily="49" charset="0"/>
              </a:rPr>
              <a:t>#</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A7282"/>
                </a:solidFill>
                <a:latin typeface="SimHei" pitchFamily="49" charset="0"/>
                <a:ea typeface="SimHei" pitchFamily="49" charset="0"/>
                <a:cs typeface="SimHei" pitchFamily="49" charset="0"/>
              </a:rPr>
              <a:t>启动后，输入算子开发需求</a:t>
            </a:r>
          </a:p>
          <a:p>
            <a:pPr marL="0" marR="0" indent="0" eaLnBrk="0">
              <a:lnSpc>
                <a:spcPct val="100000"/>
              </a:lnSpc>
            </a:pPr>
            <a:r>
              <a:rPr lang="en-US" altLang="zh-CN" sz="900" kern="0" spc="-40" baseline="0" noProof="0" dirty="0">
                <a:solidFill>
                  <a:srgbClr val="05DF72"/>
                </a:solidFill>
                <a:latin typeface="SimHei" pitchFamily="49" charset="0"/>
                <a:ea typeface="SimHei" pitchFamily="49" charset="0"/>
                <a:cs typeface="SimHei" pitchFamily="49" charset="0"/>
              </a:rPr>
              <a:t>帮我开发一个</a:t>
            </a:r>
            <a:r>
              <a:rPr lang="en-US" altLang="zh-CN" sz="900" kern="0" spc="-15" baseline="0" noProof="0" dirty="0">
                <a:solidFill>
                  <a:srgbClr val="05DF72"/>
                </a:solidFill>
                <a:latin typeface="SimHei" pitchFamily="49" charset="0"/>
                <a:ea typeface="SimHei" pitchFamily="49" charset="0"/>
                <a:cs typeface="SimHei" pitchFamily="49" charset="0"/>
              </a:rPr>
              <a:t>abs</a:t>
            </a:r>
            <a:r>
              <a:rPr lang="en-US" altLang="zh-CN" sz="900" kern="0" spc="-25" baseline="0" noProof="0" dirty="0">
                <a:solidFill>
                  <a:srgbClr val="05DF72"/>
                </a:solidFill>
                <a:latin typeface="SimHei" pitchFamily="49" charset="0"/>
                <a:ea typeface="SimHei" pitchFamily="49" charset="0"/>
                <a:cs typeface="SimHei" pitchFamily="49" charset="0"/>
              </a:rPr>
              <a:t>算子，支持</a:t>
            </a:r>
            <a:r>
              <a:rPr lang="en-US" altLang="zh-CN" sz="900" kern="0" spc="-15" baseline="0" noProof="0" dirty="0">
                <a:solidFill>
                  <a:srgbClr val="05DF72"/>
                </a:solidFill>
                <a:latin typeface="SimHei" pitchFamily="49" charset="0"/>
                <a:ea typeface="SimHei" pitchFamily="49" charset="0"/>
                <a:cs typeface="SimHei" pitchFamily="49" charset="0"/>
              </a:rPr>
              <a:t>float16...</a:t>
            </a:r>
          </a:p>
          <a:p>
            <a:pPr marL="0" marR="0" indent="0" eaLnBrk="0">
              <a:lnSpc>
                <a:spcPct val="100000"/>
              </a:lnSpc>
            </a:pPr>
            <a:endParaRPr lang="en-US" altLang="zh-CN" sz="900" kern="0" spc="-15" dirty="0">
              <a:solidFill>
                <a:srgbClr val="05DF72"/>
              </a:solidFill>
              <a:latin typeface="SimHei" pitchFamily="49" charset="0"/>
              <a:ea typeface="SimHei" pitchFamily="49" charset="0"/>
              <a:cs typeface="SimHei" pitchFamily="49" charset="0"/>
            </a:endParaRPr>
          </a:p>
          <a:p>
            <a:pPr marL="0" marR="0" indent="0" eaLnBrk="0">
              <a:lnSpc>
                <a:spcPct val="100000"/>
              </a:lnSpc>
            </a:pPr>
            <a:r>
              <a:rPr lang="en-US" altLang="zh-CN" sz="900" kern="0" dirty="0">
                <a:solidFill>
                  <a:srgbClr val="6A7282"/>
                </a:solidFill>
                <a:latin typeface="SimHei" pitchFamily="49" charset="0"/>
                <a:ea typeface="SimHei" pitchFamily="49" charset="0"/>
              </a:rPr>
              <a:t># </a:t>
            </a:r>
            <a:r>
              <a:rPr lang="zh-CN" altLang="en-US" sz="900" kern="0" dirty="0">
                <a:solidFill>
                  <a:srgbClr val="6A7282"/>
                </a:solidFill>
                <a:latin typeface="SimHei" pitchFamily="49" charset="0"/>
                <a:ea typeface="SimHei" pitchFamily="49" charset="0"/>
              </a:rPr>
              <a:t>显示如下代表安装成功</a:t>
            </a:r>
            <a:endParaRPr lang="en-US" altLang="zh-CN" sz="900" kern="0" dirty="0">
              <a:solidFill>
                <a:srgbClr val="6A7282"/>
              </a:solidFill>
              <a:latin typeface="SimHei" pitchFamily="49" charset="0"/>
              <a:ea typeface="SimHei" pitchFamily="49" charset="0"/>
            </a:endParaRPr>
          </a:p>
          <a:p>
            <a:pPr marL="0" marR="0" indent="0" eaLnBrk="0">
              <a:lnSpc>
                <a:spcPct val="100000"/>
              </a:lnSpc>
            </a:pPr>
            <a:endParaRPr lang="en-US" altLang="zh-CN" sz="900" kern="0" spc="-15" dirty="0">
              <a:solidFill>
                <a:srgbClr val="05DF72"/>
              </a:solidFill>
              <a:latin typeface="SimHei" pitchFamily="49" charset="0"/>
              <a:ea typeface="SimHei" pitchFamily="49" charset="0"/>
              <a:cs typeface="SimHei" pitchFamily="49" charset="0"/>
            </a:endParaRPr>
          </a:p>
          <a:p>
            <a:pPr eaLnBrk="0"/>
            <a:r>
              <a:rPr lang="en-US" altLang="zh-CN" sz="900" kern="0" spc="-15" dirty="0">
                <a:solidFill>
                  <a:srgbClr val="05DF72"/>
                </a:solidFill>
                <a:latin typeface="SimHei" pitchFamily="49" charset="0"/>
                <a:ea typeface="SimHei" pitchFamily="49" charset="0"/>
                <a:cs typeface="SimHei" pitchFamily="49" charset="0"/>
              </a:rPr>
              <a:t> Skill(ops-registry-invoke-workflow)</a:t>
            </a:r>
          </a:p>
          <a:p>
            <a:pPr eaLnBrk="0"/>
            <a:r>
              <a:rPr lang="en-US" altLang="zh-CN" sz="900" kern="0" spc="-15" dirty="0">
                <a:solidFill>
                  <a:srgbClr val="05DF72"/>
                </a:solidFill>
                <a:latin typeface="SimHei" pitchFamily="49" charset="0"/>
                <a:ea typeface="SimHei" pitchFamily="49" charset="0"/>
                <a:cs typeface="SimHei" pitchFamily="49" charset="0"/>
              </a:rPr>
              <a:t>  ⎿  Successfully loaded skill</a:t>
            </a:r>
          </a:p>
          <a:p>
            <a:pPr marL="0" marR="0" indent="0" eaLnBrk="0">
              <a:lnSpc>
                <a:spcPct val="100000"/>
              </a:lnSpc>
            </a:pPr>
            <a:endParaRPr lang="en-US" altLang="zh-CN" sz="900" kern="0" spc="-15" baseline="0" noProof="0" dirty="0">
              <a:solidFill>
                <a:srgbClr val="05DF72"/>
              </a:solidFill>
              <a:latin typeface="SimHei" pitchFamily="49" charset="0"/>
              <a:ea typeface="SimHei" pitchFamily="49" charset="0"/>
              <a:cs typeface="SimHei" pitchFamily="49" charset="0"/>
            </a:endParaRPr>
          </a:p>
        </p:txBody>
      </p:sp>
      <p:pic>
        <p:nvPicPr>
          <p:cNvPr id="427" name="1F991475-4933-458D-2350-B2181B89F929"/>
          <p:cNvPicPr>
            <a:picLocks noChangeAspect="1"/>
          </p:cNvPicPr>
          <p:nvPr/>
        </p:nvPicPr>
        <p:blipFill>
          <a:blip r:embed="rId5" cstate="print">
            <a:extLst>
              <a:ext uri="{5FF93C6D-FFAF-413C-F043-A3EE5E1FEBAA}"/>
            </a:extLst>
          </a:blip>
          <a:srcRect/>
          <a:stretch>
            <a:fillRect/>
          </a:stretch>
        </p:blipFill>
        <p:spPr>
          <a:xfrm>
            <a:off x="8615046" y="1056005"/>
            <a:ext cx="3268134" cy="3251200"/>
          </a:xfrm>
          <a:prstGeom prst="rect">
            <a:avLst/>
          </a:prstGeom>
        </p:spPr>
      </p:pic>
      <p:grpSp>
        <p:nvGrpSpPr>
          <p:cNvPr id="428" name="Combination 428"/>
          <p:cNvGrpSpPr/>
          <p:nvPr/>
        </p:nvGrpSpPr>
        <p:grpSpPr>
          <a:xfrm>
            <a:off x="8643620" y="1075690"/>
            <a:ext cx="3209290" cy="3192780"/>
            <a:chOff x="8643620" y="1075690"/>
            <a:chExt cx="3209290" cy="3192780"/>
          </a:xfrm>
        </p:grpSpPr>
        <p:sp>
          <p:nvSpPr>
            <p:cNvPr id="429" name="VectorPath 429"/>
            <p:cNvSpPr/>
            <p:nvPr/>
          </p:nvSpPr>
          <p:spPr>
            <a:xfrm>
              <a:off x="8643366" y="1075563"/>
              <a:ext cx="3209671" cy="3192907"/>
            </a:xfrm>
            <a:custGeom>
              <a:avLst/>
              <a:gdLst/>
              <a:ahLst/>
              <a:cxnLst/>
              <a:rect l="l" t="t" r="r" b="b"/>
              <a:pathLst>
                <a:path w="3209290" h="3192780">
                  <a:moveTo>
                    <a:pt x="33275" y="-127"/>
                  </a:moveTo>
                  <a:lnTo>
                    <a:pt x="3108579" y="-127"/>
                  </a:lnTo>
                  <a:cubicBezTo>
                    <a:pt x="3164333" y="-127"/>
                    <a:pt x="3209417" y="44958"/>
                    <a:pt x="3209417" y="100711"/>
                  </a:cubicBezTo>
                  <a:lnTo>
                    <a:pt x="3209417" y="3091942"/>
                  </a:lnTo>
                  <a:cubicBezTo>
                    <a:pt x="3209417" y="3147568"/>
                    <a:pt x="3164333" y="3192780"/>
                    <a:pt x="3108579" y="3192780"/>
                  </a:cubicBezTo>
                  <a:lnTo>
                    <a:pt x="33275" y="3192780"/>
                  </a:lnTo>
                  <a:cubicBezTo>
                    <a:pt x="14732" y="3192780"/>
                    <a:pt x="-253" y="3177667"/>
                    <a:pt x="-253" y="3159125"/>
                  </a:cubicBezTo>
                  <a:lnTo>
                    <a:pt x="-253" y="33401"/>
                  </a:lnTo>
                  <a:cubicBezTo>
                    <a:pt x="-253" y="14859"/>
                    <a:pt x="14732" y="-127"/>
                    <a:pt x="33275" y="-127"/>
                  </a:cubicBezTo>
                </a:path>
              </a:pathLst>
            </a:custGeom>
            <a:solidFill>
              <a:srgbClr val="FFFFFF">
                <a:alpha val="100000"/>
              </a:srgbClr>
            </a:solidFill>
          </p:spPr>
        </p:sp>
        <p:sp>
          <p:nvSpPr>
            <p:cNvPr id="430" name="VectorPath 430"/>
            <p:cNvSpPr/>
            <p:nvPr/>
          </p:nvSpPr>
          <p:spPr>
            <a:xfrm>
              <a:off x="8877300" y="1264920"/>
              <a:ext cx="154177" cy="184785"/>
            </a:xfrm>
            <a:custGeom>
              <a:avLst/>
              <a:gdLst/>
              <a:ahLst/>
              <a:cxnLst/>
              <a:rect l="l" t="t" r="r" b="b"/>
              <a:pathLst>
                <a:path w="154177" h="184785">
                  <a:moveTo>
                    <a:pt x="99695" y="21717"/>
                  </a:moveTo>
                  <a:cubicBezTo>
                    <a:pt x="103759" y="16129"/>
                    <a:pt x="102616" y="8255"/>
                    <a:pt x="96901" y="4191"/>
                  </a:cubicBezTo>
                  <a:cubicBezTo>
                    <a:pt x="91313" y="0"/>
                    <a:pt x="83439" y="1270"/>
                    <a:pt x="79375" y="6985"/>
                  </a:cubicBezTo>
                  <a:lnTo>
                    <a:pt x="37592" y="64389"/>
                  </a:lnTo>
                  <a:lnTo>
                    <a:pt x="22860" y="49530"/>
                  </a:lnTo>
                  <a:cubicBezTo>
                    <a:pt x="17907" y="44704"/>
                    <a:pt x="9906" y="44704"/>
                    <a:pt x="4953" y="49530"/>
                  </a:cubicBezTo>
                  <a:cubicBezTo>
                    <a:pt x="0" y="54483"/>
                    <a:pt x="0" y="62484"/>
                    <a:pt x="4953" y="67437"/>
                  </a:cubicBezTo>
                  <a:lnTo>
                    <a:pt x="30226" y="92583"/>
                  </a:lnTo>
                  <a:cubicBezTo>
                    <a:pt x="32766" y="95250"/>
                    <a:pt x="36449" y="96520"/>
                    <a:pt x="40005" y="96266"/>
                  </a:cubicBezTo>
                  <a:cubicBezTo>
                    <a:pt x="43688" y="96012"/>
                    <a:pt x="47117" y="94107"/>
                    <a:pt x="49276" y="91059"/>
                  </a:cubicBezTo>
                  <a:lnTo>
                    <a:pt x="99695" y="21844"/>
                  </a:lnTo>
                  <a:lnTo>
                    <a:pt x="99695" y="21717"/>
                  </a:lnTo>
                  <a:close/>
                  <a:moveTo>
                    <a:pt x="150114" y="75311"/>
                  </a:moveTo>
                  <a:cubicBezTo>
                    <a:pt x="154177" y="69723"/>
                    <a:pt x="153035" y="61849"/>
                    <a:pt x="147320" y="57785"/>
                  </a:cubicBezTo>
                  <a:cubicBezTo>
                    <a:pt x="141732" y="53594"/>
                    <a:pt x="133858" y="54864"/>
                    <a:pt x="129794" y="60579"/>
                  </a:cubicBezTo>
                  <a:lnTo>
                    <a:pt x="62738" y="152527"/>
                  </a:lnTo>
                  <a:lnTo>
                    <a:pt x="35433" y="125222"/>
                  </a:lnTo>
                  <a:cubicBezTo>
                    <a:pt x="30480" y="120269"/>
                    <a:pt x="22479" y="120269"/>
                    <a:pt x="17526" y="125222"/>
                  </a:cubicBezTo>
                  <a:cubicBezTo>
                    <a:pt x="12700" y="130175"/>
                    <a:pt x="12700" y="138049"/>
                    <a:pt x="17526" y="143002"/>
                  </a:cubicBezTo>
                  <a:lnTo>
                    <a:pt x="55372" y="180848"/>
                  </a:lnTo>
                  <a:cubicBezTo>
                    <a:pt x="58039" y="183388"/>
                    <a:pt x="61595" y="184785"/>
                    <a:pt x="65277" y="184531"/>
                  </a:cubicBezTo>
                  <a:cubicBezTo>
                    <a:pt x="68962" y="184277"/>
                    <a:pt x="72263" y="182372"/>
                    <a:pt x="74422" y="179324"/>
                  </a:cubicBezTo>
                  <a:lnTo>
                    <a:pt x="150114" y="75311"/>
                  </a:lnTo>
                  <a:close/>
                </a:path>
              </a:pathLst>
            </a:custGeom>
            <a:solidFill>
              <a:srgbClr val="10B981">
                <a:alpha val="100000"/>
              </a:srgbClr>
            </a:solidFill>
          </p:spPr>
        </p:sp>
        <p:sp>
          <p:nvSpPr>
            <p:cNvPr id="431" name="VectorPath 431"/>
            <p:cNvSpPr/>
            <p:nvPr/>
          </p:nvSpPr>
          <p:spPr>
            <a:xfrm>
              <a:off x="8828152" y="1613281"/>
              <a:ext cx="2856865" cy="571373"/>
            </a:xfrm>
            <a:custGeom>
              <a:avLst/>
              <a:gdLst/>
              <a:ahLst/>
              <a:cxnLst/>
              <a:rect l="l" t="t" r="r" b="b"/>
              <a:pathLst>
                <a:path w="2856865" h="571373">
                  <a:moveTo>
                    <a:pt x="67311" y="0"/>
                  </a:moveTo>
                  <a:lnTo>
                    <a:pt x="2789682" y="0"/>
                  </a:lnTo>
                  <a:cubicBezTo>
                    <a:pt x="2826766" y="0"/>
                    <a:pt x="2856865" y="30099"/>
                    <a:pt x="2856865" y="67183"/>
                  </a:cubicBezTo>
                  <a:lnTo>
                    <a:pt x="2856865" y="504190"/>
                  </a:lnTo>
                  <a:cubicBezTo>
                    <a:pt x="2856865" y="541274"/>
                    <a:pt x="2826766" y="571373"/>
                    <a:pt x="2789682" y="571373"/>
                  </a:cubicBezTo>
                  <a:lnTo>
                    <a:pt x="67311" y="571373"/>
                  </a:lnTo>
                  <a:cubicBezTo>
                    <a:pt x="30099" y="571373"/>
                    <a:pt x="0" y="541274"/>
                    <a:pt x="0" y="504190"/>
                  </a:cubicBezTo>
                  <a:lnTo>
                    <a:pt x="0" y="67183"/>
                  </a:lnTo>
                  <a:cubicBezTo>
                    <a:pt x="0" y="30099"/>
                    <a:pt x="30099" y="0"/>
                    <a:pt x="67311" y="0"/>
                  </a:cubicBezTo>
                </a:path>
              </a:pathLst>
            </a:custGeom>
            <a:solidFill>
              <a:srgbClr val="10B981">
                <a:alpha val="5000"/>
              </a:srgbClr>
            </a:solidFill>
          </p:spPr>
        </p:sp>
        <p:sp>
          <p:nvSpPr>
            <p:cNvPr id="432" name="VectorPath 432"/>
            <p:cNvSpPr/>
            <p:nvPr/>
          </p:nvSpPr>
          <p:spPr>
            <a:xfrm>
              <a:off x="8950072" y="1823339"/>
              <a:ext cx="151256" cy="151257"/>
            </a:xfrm>
            <a:custGeom>
              <a:avLst/>
              <a:gdLst/>
              <a:ahLst/>
              <a:cxnLst/>
              <a:rect l="l" t="t" r="r" b="b"/>
              <a:pathLst>
                <a:path w="151256" h="151257">
                  <a:moveTo>
                    <a:pt x="75564" y="151257"/>
                  </a:moveTo>
                  <a:cubicBezTo>
                    <a:pt x="117348" y="151257"/>
                    <a:pt x="151256" y="117348"/>
                    <a:pt x="151256" y="75565"/>
                  </a:cubicBezTo>
                  <a:cubicBezTo>
                    <a:pt x="151256" y="33909"/>
                    <a:pt x="117348" y="0"/>
                    <a:pt x="75564" y="0"/>
                  </a:cubicBezTo>
                  <a:cubicBezTo>
                    <a:pt x="33782" y="0"/>
                    <a:pt x="0" y="33909"/>
                    <a:pt x="0" y="75565"/>
                  </a:cubicBezTo>
                  <a:cubicBezTo>
                    <a:pt x="0" y="117348"/>
                    <a:pt x="33782" y="151257"/>
                    <a:pt x="75564" y="151257"/>
                  </a:cubicBezTo>
                  <a:moveTo>
                    <a:pt x="100456" y="62865"/>
                  </a:moveTo>
                  <a:lnTo>
                    <a:pt x="76835" y="100584"/>
                  </a:lnTo>
                  <a:cubicBezTo>
                    <a:pt x="75692" y="102616"/>
                    <a:pt x="73533" y="103886"/>
                    <a:pt x="71120" y="104013"/>
                  </a:cubicBezTo>
                  <a:cubicBezTo>
                    <a:pt x="68833" y="104140"/>
                    <a:pt x="66548" y="102997"/>
                    <a:pt x="65150" y="101092"/>
                  </a:cubicBezTo>
                  <a:lnTo>
                    <a:pt x="51053" y="82296"/>
                  </a:lnTo>
                  <a:cubicBezTo>
                    <a:pt x="48640" y="79121"/>
                    <a:pt x="49275" y="74676"/>
                    <a:pt x="52450" y="72263"/>
                  </a:cubicBezTo>
                  <a:cubicBezTo>
                    <a:pt x="55625" y="69977"/>
                    <a:pt x="59944" y="70612"/>
                    <a:pt x="62356" y="73787"/>
                  </a:cubicBezTo>
                  <a:lnTo>
                    <a:pt x="70358" y="84328"/>
                  </a:lnTo>
                  <a:lnTo>
                    <a:pt x="88519" y="55372"/>
                  </a:lnTo>
                  <a:cubicBezTo>
                    <a:pt x="90550" y="52070"/>
                    <a:pt x="94869" y="50927"/>
                    <a:pt x="98298" y="53086"/>
                  </a:cubicBezTo>
                  <a:cubicBezTo>
                    <a:pt x="101600" y="55118"/>
                    <a:pt x="102615" y="59563"/>
                    <a:pt x="100456" y="62865"/>
                  </a:cubicBezTo>
                </a:path>
              </a:pathLst>
            </a:custGeom>
            <a:solidFill>
              <a:srgbClr val="10B981">
                <a:alpha val="100000"/>
              </a:srgbClr>
            </a:solidFill>
          </p:spPr>
        </p:sp>
        <p:sp>
          <p:nvSpPr>
            <p:cNvPr id="433" name="VectorPath 433"/>
            <p:cNvSpPr/>
            <p:nvPr/>
          </p:nvSpPr>
          <p:spPr>
            <a:xfrm>
              <a:off x="8828152" y="2251837"/>
              <a:ext cx="2856865" cy="571373"/>
            </a:xfrm>
            <a:custGeom>
              <a:avLst/>
              <a:gdLst/>
              <a:ahLst/>
              <a:cxnLst/>
              <a:rect l="l" t="t" r="r" b="b"/>
              <a:pathLst>
                <a:path w="2856865" h="571373">
                  <a:moveTo>
                    <a:pt x="67311" y="0"/>
                  </a:moveTo>
                  <a:lnTo>
                    <a:pt x="2789682" y="0"/>
                  </a:lnTo>
                  <a:cubicBezTo>
                    <a:pt x="2826766" y="0"/>
                    <a:pt x="2856865" y="30099"/>
                    <a:pt x="2856865" y="67310"/>
                  </a:cubicBezTo>
                  <a:lnTo>
                    <a:pt x="2856865" y="504190"/>
                  </a:lnTo>
                  <a:cubicBezTo>
                    <a:pt x="2856865" y="541274"/>
                    <a:pt x="2826766" y="571373"/>
                    <a:pt x="2789682" y="571373"/>
                  </a:cubicBezTo>
                  <a:lnTo>
                    <a:pt x="67311" y="571373"/>
                  </a:lnTo>
                  <a:cubicBezTo>
                    <a:pt x="30099" y="571373"/>
                    <a:pt x="0" y="541274"/>
                    <a:pt x="0" y="504190"/>
                  </a:cubicBezTo>
                  <a:lnTo>
                    <a:pt x="0" y="67310"/>
                  </a:lnTo>
                  <a:cubicBezTo>
                    <a:pt x="0" y="30099"/>
                    <a:pt x="30099" y="0"/>
                    <a:pt x="67311" y="0"/>
                  </a:cubicBezTo>
                </a:path>
              </a:pathLst>
            </a:custGeom>
            <a:solidFill>
              <a:srgbClr val="10B981">
                <a:alpha val="5000"/>
              </a:srgbClr>
            </a:solidFill>
          </p:spPr>
        </p:sp>
        <p:sp>
          <p:nvSpPr>
            <p:cNvPr id="434" name="VectorPath 434"/>
            <p:cNvSpPr/>
            <p:nvPr/>
          </p:nvSpPr>
          <p:spPr>
            <a:xfrm>
              <a:off x="8950072" y="2461895"/>
              <a:ext cx="151256" cy="151257"/>
            </a:xfrm>
            <a:custGeom>
              <a:avLst/>
              <a:gdLst/>
              <a:ahLst/>
              <a:cxnLst/>
              <a:rect l="l" t="t" r="r" b="b"/>
              <a:pathLst>
                <a:path w="151256" h="151257">
                  <a:moveTo>
                    <a:pt x="75564" y="151257"/>
                  </a:moveTo>
                  <a:cubicBezTo>
                    <a:pt x="117348" y="151257"/>
                    <a:pt x="151256" y="117348"/>
                    <a:pt x="151256" y="75692"/>
                  </a:cubicBezTo>
                  <a:cubicBezTo>
                    <a:pt x="151256" y="33909"/>
                    <a:pt x="117348" y="0"/>
                    <a:pt x="75564" y="0"/>
                  </a:cubicBezTo>
                  <a:cubicBezTo>
                    <a:pt x="33782" y="0"/>
                    <a:pt x="0" y="33909"/>
                    <a:pt x="0" y="75692"/>
                  </a:cubicBezTo>
                  <a:cubicBezTo>
                    <a:pt x="0" y="117348"/>
                    <a:pt x="33782" y="151257"/>
                    <a:pt x="75564" y="151257"/>
                  </a:cubicBezTo>
                  <a:moveTo>
                    <a:pt x="100456" y="62865"/>
                  </a:moveTo>
                  <a:lnTo>
                    <a:pt x="76835" y="100711"/>
                  </a:lnTo>
                  <a:cubicBezTo>
                    <a:pt x="75692" y="102616"/>
                    <a:pt x="73533" y="103886"/>
                    <a:pt x="71120" y="104013"/>
                  </a:cubicBezTo>
                  <a:cubicBezTo>
                    <a:pt x="68833" y="104140"/>
                    <a:pt x="66548" y="103124"/>
                    <a:pt x="65150" y="101219"/>
                  </a:cubicBezTo>
                  <a:lnTo>
                    <a:pt x="51053" y="82296"/>
                  </a:lnTo>
                  <a:cubicBezTo>
                    <a:pt x="48640" y="79121"/>
                    <a:pt x="49275" y="74676"/>
                    <a:pt x="52450" y="72390"/>
                  </a:cubicBezTo>
                  <a:cubicBezTo>
                    <a:pt x="55625" y="69977"/>
                    <a:pt x="59944" y="70612"/>
                    <a:pt x="62356" y="73787"/>
                  </a:cubicBezTo>
                  <a:lnTo>
                    <a:pt x="70358" y="84455"/>
                  </a:lnTo>
                  <a:lnTo>
                    <a:pt x="88519" y="55372"/>
                  </a:lnTo>
                  <a:cubicBezTo>
                    <a:pt x="90550" y="52070"/>
                    <a:pt x="94869" y="51054"/>
                    <a:pt x="98298" y="53086"/>
                  </a:cubicBezTo>
                  <a:cubicBezTo>
                    <a:pt x="101600" y="55245"/>
                    <a:pt x="102615" y="59563"/>
                    <a:pt x="100456" y="62865"/>
                  </a:cubicBezTo>
                </a:path>
              </a:pathLst>
            </a:custGeom>
            <a:solidFill>
              <a:srgbClr val="10B981">
                <a:alpha val="100000"/>
              </a:srgbClr>
            </a:solidFill>
          </p:spPr>
        </p:sp>
        <p:sp>
          <p:nvSpPr>
            <p:cNvPr id="435" name="VectorPath 435"/>
            <p:cNvSpPr/>
            <p:nvPr/>
          </p:nvSpPr>
          <p:spPr>
            <a:xfrm>
              <a:off x="8828152" y="2890393"/>
              <a:ext cx="2856865" cy="571373"/>
            </a:xfrm>
            <a:custGeom>
              <a:avLst/>
              <a:gdLst/>
              <a:ahLst/>
              <a:cxnLst/>
              <a:rect l="l" t="t" r="r" b="b"/>
              <a:pathLst>
                <a:path w="2856865" h="571373">
                  <a:moveTo>
                    <a:pt x="67311" y="0"/>
                  </a:moveTo>
                  <a:lnTo>
                    <a:pt x="2789682" y="0"/>
                  </a:lnTo>
                  <a:cubicBezTo>
                    <a:pt x="2826766" y="0"/>
                    <a:pt x="2856865" y="30099"/>
                    <a:pt x="2856865" y="67310"/>
                  </a:cubicBezTo>
                  <a:lnTo>
                    <a:pt x="2856865" y="504190"/>
                  </a:lnTo>
                  <a:cubicBezTo>
                    <a:pt x="2856865" y="541274"/>
                    <a:pt x="2826766" y="571373"/>
                    <a:pt x="2789682" y="571373"/>
                  </a:cubicBezTo>
                  <a:lnTo>
                    <a:pt x="67311" y="571373"/>
                  </a:lnTo>
                  <a:cubicBezTo>
                    <a:pt x="30099" y="571373"/>
                    <a:pt x="0" y="541274"/>
                    <a:pt x="0" y="504190"/>
                  </a:cubicBezTo>
                  <a:lnTo>
                    <a:pt x="0" y="67310"/>
                  </a:lnTo>
                  <a:cubicBezTo>
                    <a:pt x="0" y="30226"/>
                    <a:pt x="30099" y="0"/>
                    <a:pt x="67311" y="0"/>
                  </a:cubicBezTo>
                </a:path>
              </a:pathLst>
            </a:custGeom>
            <a:solidFill>
              <a:srgbClr val="10B981">
                <a:alpha val="5000"/>
              </a:srgbClr>
            </a:solidFill>
          </p:spPr>
        </p:sp>
        <p:sp>
          <p:nvSpPr>
            <p:cNvPr id="436" name="VectorPath 436"/>
            <p:cNvSpPr/>
            <p:nvPr/>
          </p:nvSpPr>
          <p:spPr>
            <a:xfrm>
              <a:off x="8950072" y="3100578"/>
              <a:ext cx="151256" cy="151130"/>
            </a:xfrm>
            <a:custGeom>
              <a:avLst/>
              <a:gdLst/>
              <a:ahLst/>
              <a:cxnLst/>
              <a:rect l="l" t="t" r="r" b="b"/>
              <a:pathLst>
                <a:path w="151256" h="151130">
                  <a:moveTo>
                    <a:pt x="75564" y="151130"/>
                  </a:moveTo>
                  <a:cubicBezTo>
                    <a:pt x="117348" y="151130"/>
                    <a:pt x="151256" y="117348"/>
                    <a:pt x="151256" y="75565"/>
                  </a:cubicBezTo>
                  <a:cubicBezTo>
                    <a:pt x="151256" y="33782"/>
                    <a:pt x="117348" y="0"/>
                    <a:pt x="75564" y="0"/>
                  </a:cubicBezTo>
                  <a:cubicBezTo>
                    <a:pt x="33782" y="0"/>
                    <a:pt x="0" y="33782"/>
                    <a:pt x="0" y="75565"/>
                  </a:cubicBezTo>
                  <a:cubicBezTo>
                    <a:pt x="0" y="117348"/>
                    <a:pt x="33782" y="151130"/>
                    <a:pt x="75564" y="151130"/>
                  </a:cubicBezTo>
                  <a:moveTo>
                    <a:pt x="100456" y="62738"/>
                  </a:moveTo>
                  <a:lnTo>
                    <a:pt x="76835" y="100584"/>
                  </a:lnTo>
                  <a:cubicBezTo>
                    <a:pt x="75692" y="102616"/>
                    <a:pt x="73533" y="103759"/>
                    <a:pt x="71120" y="103886"/>
                  </a:cubicBezTo>
                  <a:cubicBezTo>
                    <a:pt x="68833" y="104013"/>
                    <a:pt x="66548" y="102997"/>
                    <a:pt x="65150" y="101092"/>
                  </a:cubicBezTo>
                  <a:lnTo>
                    <a:pt x="51053" y="82169"/>
                  </a:lnTo>
                  <a:cubicBezTo>
                    <a:pt x="48640" y="78994"/>
                    <a:pt x="49275" y="74676"/>
                    <a:pt x="52450" y="72263"/>
                  </a:cubicBezTo>
                  <a:cubicBezTo>
                    <a:pt x="55625" y="69850"/>
                    <a:pt x="59944" y="70485"/>
                    <a:pt x="62356" y="73660"/>
                  </a:cubicBezTo>
                  <a:lnTo>
                    <a:pt x="70358" y="84328"/>
                  </a:lnTo>
                  <a:lnTo>
                    <a:pt x="88519" y="55245"/>
                  </a:lnTo>
                  <a:cubicBezTo>
                    <a:pt x="90550" y="51943"/>
                    <a:pt x="94869" y="50927"/>
                    <a:pt x="98298" y="52959"/>
                  </a:cubicBezTo>
                  <a:cubicBezTo>
                    <a:pt x="101600" y="55118"/>
                    <a:pt x="102615" y="59436"/>
                    <a:pt x="100456" y="62738"/>
                  </a:cubicBezTo>
                </a:path>
              </a:pathLst>
            </a:custGeom>
            <a:solidFill>
              <a:srgbClr val="10B981">
                <a:alpha val="100000"/>
              </a:srgbClr>
            </a:solidFill>
          </p:spPr>
        </p:sp>
        <p:sp>
          <p:nvSpPr>
            <p:cNvPr id="437" name="VectorPath 437"/>
            <p:cNvSpPr/>
            <p:nvPr/>
          </p:nvSpPr>
          <p:spPr>
            <a:xfrm>
              <a:off x="8828152" y="3529076"/>
              <a:ext cx="2856865" cy="571373"/>
            </a:xfrm>
            <a:custGeom>
              <a:avLst/>
              <a:gdLst/>
              <a:ahLst/>
              <a:cxnLst/>
              <a:rect l="l" t="t" r="r" b="b"/>
              <a:pathLst>
                <a:path w="2856865" h="571373">
                  <a:moveTo>
                    <a:pt x="67311" y="0"/>
                  </a:moveTo>
                  <a:lnTo>
                    <a:pt x="2789682" y="0"/>
                  </a:lnTo>
                  <a:cubicBezTo>
                    <a:pt x="2826766" y="0"/>
                    <a:pt x="2856865" y="30099"/>
                    <a:pt x="2856865" y="67183"/>
                  </a:cubicBezTo>
                  <a:lnTo>
                    <a:pt x="2856865" y="504063"/>
                  </a:lnTo>
                  <a:cubicBezTo>
                    <a:pt x="2856865" y="541274"/>
                    <a:pt x="2826766" y="571373"/>
                    <a:pt x="2789682" y="571373"/>
                  </a:cubicBezTo>
                  <a:lnTo>
                    <a:pt x="67311" y="571373"/>
                  </a:lnTo>
                  <a:cubicBezTo>
                    <a:pt x="30099" y="571373"/>
                    <a:pt x="0" y="541274"/>
                    <a:pt x="0" y="504063"/>
                  </a:cubicBezTo>
                  <a:lnTo>
                    <a:pt x="0" y="67183"/>
                  </a:lnTo>
                  <a:cubicBezTo>
                    <a:pt x="0" y="30099"/>
                    <a:pt x="30099" y="0"/>
                    <a:pt x="67311" y="0"/>
                  </a:cubicBezTo>
                </a:path>
              </a:pathLst>
            </a:custGeom>
            <a:solidFill>
              <a:srgbClr val="10B981">
                <a:alpha val="5000"/>
              </a:srgbClr>
            </a:solidFill>
          </p:spPr>
        </p:sp>
        <p:sp>
          <p:nvSpPr>
            <p:cNvPr id="438" name="VectorPath 438"/>
            <p:cNvSpPr/>
            <p:nvPr/>
          </p:nvSpPr>
          <p:spPr>
            <a:xfrm>
              <a:off x="8950072" y="3739134"/>
              <a:ext cx="151256" cy="151257"/>
            </a:xfrm>
            <a:custGeom>
              <a:avLst/>
              <a:gdLst/>
              <a:ahLst/>
              <a:cxnLst/>
              <a:rect l="l" t="t" r="r" b="b"/>
              <a:pathLst>
                <a:path w="151256" h="151257">
                  <a:moveTo>
                    <a:pt x="75564" y="151257"/>
                  </a:moveTo>
                  <a:cubicBezTo>
                    <a:pt x="117348" y="151257"/>
                    <a:pt x="151256" y="117348"/>
                    <a:pt x="151256" y="75565"/>
                  </a:cubicBezTo>
                  <a:cubicBezTo>
                    <a:pt x="151256" y="33909"/>
                    <a:pt x="117348" y="0"/>
                    <a:pt x="75564" y="0"/>
                  </a:cubicBezTo>
                  <a:cubicBezTo>
                    <a:pt x="33782" y="0"/>
                    <a:pt x="0" y="33909"/>
                    <a:pt x="0" y="75565"/>
                  </a:cubicBezTo>
                  <a:cubicBezTo>
                    <a:pt x="0" y="117348"/>
                    <a:pt x="33782" y="151257"/>
                    <a:pt x="75564" y="151257"/>
                  </a:cubicBezTo>
                  <a:moveTo>
                    <a:pt x="100456" y="62738"/>
                  </a:moveTo>
                  <a:lnTo>
                    <a:pt x="76835" y="100584"/>
                  </a:lnTo>
                  <a:cubicBezTo>
                    <a:pt x="75692" y="102616"/>
                    <a:pt x="73533" y="103886"/>
                    <a:pt x="71120" y="104013"/>
                  </a:cubicBezTo>
                  <a:cubicBezTo>
                    <a:pt x="68833" y="104013"/>
                    <a:pt x="66548" y="102997"/>
                    <a:pt x="65150" y="101092"/>
                  </a:cubicBezTo>
                  <a:lnTo>
                    <a:pt x="51053" y="82169"/>
                  </a:lnTo>
                  <a:cubicBezTo>
                    <a:pt x="48640" y="79121"/>
                    <a:pt x="49275" y="74676"/>
                    <a:pt x="52450" y="72263"/>
                  </a:cubicBezTo>
                  <a:cubicBezTo>
                    <a:pt x="55625" y="69977"/>
                    <a:pt x="59944" y="70612"/>
                    <a:pt x="62356" y="73660"/>
                  </a:cubicBezTo>
                  <a:lnTo>
                    <a:pt x="70358" y="84328"/>
                  </a:lnTo>
                  <a:lnTo>
                    <a:pt x="88519" y="55245"/>
                  </a:lnTo>
                  <a:cubicBezTo>
                    <a:pt x="90550" y="51943"/>
                    <a:pt x="94869" y="50927"/>
                    <a:pt x="98298" y="53086"/>
                  </a:cubicBezTo>
                  <a:cubicBezTo>
                    <a:pt x="101600" y="55118"/>
                    <a:pt x="102615" y="59436"/>
                    <a:pt x="100456" y="62865"/>
                  </a:cubicBezTo>
                  <a:lnTo>
                    <a:pt x="100456" y="62738"/>
                  </a:lnTo>
                  <a:close/>
                </a:path>
              </a:pathLst>
            </a:custGeom>
            <a:solidFill>
              <a:srgbClr val="10B981">
                <a:alpha val="100000"/>
              </a:srgbClr>
            </a:solidFill>
          </p:spPr>
        </p:sp>
      </p:grpSp>
      <p:pic>
        <p:nvPicPr>
          <p:cNvPr id="439" name="C5306D02-BB56-4C48-FED3-78A88DCD5BC1"/>
          <p:cNvPicPr>
            <a:picLocks noChangeAspect="1"/>
          </p:cNvPicPr>
          <p:nvPr/>
        </p:nvPicPr>
        <p:blipFill>
          <a:blip r:embed="rId6" cstate="print">
            <a:extLst>
              <a:ext uri="{F9CF51BB-5BC8-423E-EB06-47DB07A5023A}"/>
            </a:extLst>
          </a:blip>
          <a:srcRect/>
          <a:stretch>
            <a:fillRect/>
          </a:stretch>
        </p:blipFill>
        <p:spPr>
          <a:xfrm>
            <a:off x="8615046" y="4384675"/>
            <a:ext cx="3268134" cy="2476500"/>
          </a:xfrm>
          <a:prstGeom prst="rect">
            <a:avLst/>
          </a:prstGeom>
        </p:spPr>
      </p:pic>
      <p:grpSp>
        <p:nvGrpSpPr>
          <p:cNvPr id="440" name="Combination 440"/>
          <p:cNvGrpSpPr/>
          <p:nvPr/>
        </p:nvGrpSpPr>
        <p:grpSpPr>
          <a:xfrm>
            <a:off x="8643620" y="4403091"/>
            <a:ext cx="3209290" cy="2453640"/>
            <a:chOff x="8643620" y="4403091"/>
            <a:chExt cx="3209290" cy="2453640"/>
          </a:xfrm>
        </p:grpSpPr>
        <p:sp>
          <p:nvSpPr>
            <p:cNvPr id="441" name="VectorPath 441"/>
            <p:cNvSpPr/>
            <p:nvPr/>
          </p:nvSpPr>
          <p:spPr>
            <a:xfrm>
              <a:off x="8643366" y="4402963"/>
              <a:ext cx="3209671" cy="2453461"/>
            </a:xfrm>
            <a:custGeom>
              <a:avLst/>
              <a:gdLst/>
              <a:ahLst/>
              <a:cxnLst/>
              <a:rect l="l" t="t" r="r" b="b"/>
              <a:pathLst>
                <a:path w="3209290" h="2453333">
                  <a:moveTo>
                    <a:pt x="33275" y="-127"/>
                  </a:moveTo>
                  <a:lnTo>
                    <a:pt x="3108579" y="-127"/>
                  </a:lnTo>
                  <a:cubicBezTo>
                    <a:pt x="3164333" y="-127"/>
                    <a:pt x="3209417" y="44958"/>
                    <a:pt x="3209417" y="100711"/>
                  </a:cubicBezTo>
                  <a:lnTo>
                    <a:pt x="3209417" y="2352495"/>
                  </a:lnTo>
                  <a:cubicBezTo>
                    <a:pt x="3209417" y="2408187"/>
                    <a:pt x="3164333" y="2453333"/>
                    <a:pt x="3108579" y="2453333"/>
                  </a:cubicBezTo>
                  <a:lnTo>
                    <a:pt x="33275" y="2453333"/>
                  </a:lnTo>
                  <a:cubicBezTo>
                    <a:pt x="14732" y="2453333"/>
                    <a:pt x="-253" y="2438286"/>
                    <a:pt x="-253" y="2419725"/>
                  </a:cubicBezTo>
                  <a:lnTo>
                    <a:pt x="-253" y="33401"/>
                  </a:lnTo>
                  <a:cubicBezTo>
                    <a:pt x="-253" y="14859"/>
                    <a:pt x="14732" y="-127"/>
                    <a:pt x="33275" y="-127"/>
                  </a:cubicBezTo>
                </a:path>
              </a:pathLst>
            </a:custGeom>
            <a:solidFill>
              <a:srgbClr val="FFFFFF">
                <a:alpha val="100000"/>
              </a:srgbClr>
            </a:solidFill>
          </p:spPr>
        </p:sp>
        <p:sp>
          <p:nvSpPr>
            <p:cNvPr id="442" name="VectorPath 442"/>
            <p:cNvSpPr/>
            <p:nvPr/>
          </p:nvSpPr>
          <p:spPr>
            <a:xfrm>
              <a:off x="8853424" y="4587748"/>
              <a:ext cx="201676" cy="201676"/>
            </a:xfrm>
            <a:custGeom>
              <a:avLst/>
              <a:gdLst/>
              <a:ahLst/>
              <a:cxnLst/>
              <a:rect l="l" t="t" r="r" b="b"/>
              <a:pathLst>
                <a:path w="201676" h="201676">
                  <a:moveTo>
                    <a:pt x="100838" y="201676"/>
                  </a:moveTo>
                  <a:cubicBezTo>
                    <a:pt x="156464" y="201676"/>
                    <a:pt x="201676" y="156464"/>
                    <a:pt x="201676" y="100838"/>
                  </a:cubicBezTo>
                  <a:cubicBezTo>
                    <a:pt x="201676" y="45212"/>
                    <a:pt x="156464" y="0"/>
                    <a:pt x="100838" y="0"/>
                  </a:cubicBezTo>
                  <a:cubicBezTo>
                    <a:pt x="45085" y="0"/>
                    <a:pt x="0" y="45212"/>
                    <a:pt x="0" y="100838"/>
                  </a:cubicBezTo>
                  <a:cubicBezTo>
                    <a:pt x="0" y="156464"/>
                    <a:pt x="45085" y="201676"/>
                    <a:pt x="100838" y="201676"/>
                  </a:cubicBezTo>
                  <a:moveTo>
                    <a:pt x="100838" y="69342"/>
                  </a:moveTo>
                  <a:cubicBezTo>
                    <a:pt x="93853" y="69342"/>
                    <a:pt x="88138" y="74930"/>
                    <a:pt x="88138" y="81915"/>
                  </a:cubicBezTo>
                  <a:cubicBezTo>
                    <a:pt x="88138" y="87122"/>
                    <a:pt x="83948" y="91440"/>
                    <a:pt x="78740" y="91440"/>
                  </a:cubicBezTo>
                  <a:cubicBezTo>
                    <a:pt x="73533" y="91440"/>
                    <a:pt x="69342" y="87122"/>
                    <a:pt x="69342" y="81915"/>
                  </a:cubicBezTo>
                  <a:cubicBezTo>
                    <a:pt x="69342" y="64516"/>
                    <a:pt x="83439" y="50419"/>
                    <a:pt x="100838" y="50419"/>
                  </a:cubicBezTo>
                  <a:cubicBezTo>
                    <a:pt x="118238" y="50419"/>
                    <a:pt x="132334" y="64516"/>
                    <a:pt x="132334" y="81915"/>
                  </a:cubicBezTo>
                  <a:cubicBezTo>
                    <a:pt x="132334" y="100584"/>
                    <a:pt x="118111" y="108458"/>
                    <a:pt x="110236" y="111252"/>
                  </a:cubicBezTo>
                  <a:lnTo>
                    <a:pt x="110236" y="112776"/>
                  </a:lnTo>
                  <a:cubicBezTo>
                    <a:pt x="110236" y="117983"/>
                    <a:pt x="106045" y="122174"/>
                    <a:pt x="100838" y="122174"/>
                  </a:cubicBezTo>
                  <a:cubicBezTo>
                    <a:pt x="95503" y="122174"/>
                    <a:pt x="91313" y="117983"/>
                    <a:pt x="91313" y="112776"/>
                  </a:cubicBezTo>
                  <a:lnTo>
                    <a:pt x="91313" y="109601"/>
                  </a:lnTo>
                  <a:cubicBezTo>
                    <a:pt x="91313" y="101473"/>
                    <a:pt x="97155" y="95758"/>
                    <a:pt x="103251" y="93726"/>
                  </a:cubicBezTo>
                  <a:cubicBezTo>
                    <a:pt x="105664" y="92964"/>
                    <a:pt x="108458" y="91567"/>
                    <a:pt x="110363" y="89662"/>
                  </a:cubicBezTo>
                  <a:cubicBezTo>
                    <a:pt x="112014" y="88011"/>
                    <a:pt x="113411" y="85725"/>
                    <a:pt x="113411" y="81915"/>
                  </a:cubicBezTo>
                  <a:cubicBezTo>
                    <a:pt x="113411" y="75057"/>
                    <a:pt x="107823" y="69342"/>
                    <a:pt x="100838" y="69342"/>
                  </a:cubicBezTo>
                  <a:moveTo>
                    <a:pt x="88138" y="144907"/>
                  </a:moveTo>
                  <a:cubicBezTo>
                    <a:pt x="88138" y="138049"/>
                    <a:pt x="93853" y="132334"/>
                    <a:pt x="100838" y="132334"/>
                  </a:cubicBezTo>
                  <a:cubicBezTo>
                    <a:pt x="107696" y="132334"/>
                    <a:pt x="113411" y="138049"/>
                    <a:pt x="113411" y="144907"/>
                  </a:cubicBezTo>
                  <a:cubicBezTo>
                    <a:pt x="113411" y="151892"/>
                    <a:pt x="107696" y="157607"/>
                    <a:pt x="100838" y="157607"/>
                  </a:cubicBezTo>
                  <a:cubicBezTo>
                    <a:pt x="93853" y="157607"/>
                    <a:pt x="88138" y="151892"/>
                    <a:pt x="88138" y="144907"/>
                  </a:cubicBezTo>
                </a:path>
              </a:pathLst>
            </a:custGeom>
            <a:solidFill>
              <a:srgbClr val="F59E0B">
                <a:alpha val="100000"/>
              </a:srgbClr>
            </a:solidFill>
          </p:spPr>
        </p:sp>
        <p:sp>
          <p:nvSpPr>
            <p:cNvPr id="443" name="VectorPath 443"/>
            <p:cNvSpPr/>
            <p:nvPr/>
          </p:nvSpPr>
          <p:spPr>
            <a:xfrm>
              <a:off x="8828152" y="4940682"/>
              <a:ext cx="2856865" cy="537718"/>
            </a:xfrm>
            <a:custGeom>
              <a:avLst/>
              <a:gdLst/>
              <a:ahLst/>
              <a:cxnLst/>
              <a:rect l="l" t="t" r="r" b="b"/>
              <a:pathLst>
                <a:path w="2856865" h="537718">
                  <a:moveTo>
                    <a:pt x="67311" y="0"/>
                  </a:moveTo>
                  <a:lnTo>
                    <a:pt x="2789682" y="0"/>
                  </a:lnTo>
                  <a:cubicBezTo>
                    <a:pt x="2826766" y="0"/>
                    <a:pt x="2856865" y="30099"/>
                    <a:pt x="2856865" y="67183"/>
                  </a:cubicBezTo>
                  <a:lnTo>
                    <a:pt x="2856865" y="470535"/>
                  </a:lnTo>
                  <a:cubicBezTo>
                    <a:pt x="2856865" y="507619"/>
                    <a:pt x="2826766" y="537718"/>
                    <a:pt x="2789682" y="537718"/>
                  </a:cubicBezTo>
                  <a:lnTo>
                    <a:pt x="67311" y="537718"/>
                  </a:lnTo>
                  <a:cubicBezTo>
                    <a:pt x="30099" y="537718"/>
                    <a:pt x="0" y="507619"/>
                    <a:pt x="0" y="470535"/>
                  </a:cubicBezTo>
                  <a:lnTo>
                    <a:pt x="0" y="67183"/>
                  </a:lnTo>
                  <a:cubicBezTo>
                    <a:pt x="0" y="30099"/>
                    <a:pt x="30099" y="0"/>
                    <a:pt x="67311" y="0"/>
                  </a:cubicBezTo>
                </a:path>
              </a:pathLst>
            </a:custGeom>
            <a:solidFill>
              <a:srgbClr val="F59E0B">
                <a:alpha val="5000"/>
              </a:srgbClr>
            </a:solidFill>
          </p:spPr>
        </p:sp>
        <p:sp>
          <p:nvSpPr>
            <p:cNvPr id="444" name="VectorPath 444"/>
            <p:cNvSpPr/>
            <p:nvPr/>
          </p:nvSpPr>
          <p:spPr>
            <a:xfrm>
              <a:off x="8828152" y="5545582"/>
              <a:ext cx="2856865" cy="537820"/>
            </a:xfrm>
            <a:custGeom>
              <a:avLst/>
              <a:gdLst/>
              <a:ahLst/>
              <a:cxnLst/>
              <a:rect l="l" t="t" r="r" b="b"/>
              <a:pathLst>
                <a:path w="2856865" h="537820">
                  <a:moveTo>
                    <a:pt x="67311" y="0"/>
                  </a:moveTo>
                  <a:lnTo>
                    <a:pt x="2789682" y="0"/>
                  </a:lnTo>
                  <a:cubicBezTo>
                    <a:pt x="2826766" y="0"/>
                    <a:pt x="2856865" y="30099"/>
                    <a:pt x="2856865" y="67272"/>
                  </a:cubicBezTo>
                  <a:lnTo>
                    <a:pt x="2856865" y="470599"/>
                  </a:lnTo>
                  <a:cubicBezTo>
                    <a:pt x="2856865" y="507721"/>
                    <a:pt x="2826766" y="537820"/>
                    <a:pt x="2789682" y="537820"/>
                  </a:cubicBezTo>
                  <a:lnTo>
                    <a:pt x="67311" y="537820"/>
                  </a:lnTo>
                  <a:cubicBezTo>
                    <a:pt x="30099" y="537820"/>
                    <a:pt x="0" y="507721"/>
                    <a:pt x="0" y="470599"/>
                  </a:cubicBezTo>
                  <a:lnTo>
                    <a:pt x="0" y="67272"/>
                  </a:lnTo>
                  <a:cubicBezTo>
                    <a:pt x="0" y="30099"/>
                    <a:pt x="30099" y="0"/>
                    <a:pt x="67311" y="0"/>
                  </a:cubicBezTo>
                </a:path>
              </a:pathLst>
            </a:custGeom>
            <a:solidFill>
              <a:srgbClr val="F59E0B">
                <a:alpha val="5000"/>
              </a:srgbClr>
            </a:solidFill>
          </p:spPr>
        </p:sp>
        <p:sp>
          <p:nvSpPr>
            <p:cNvPr id="445" name="VectorPath 445"/>
            <p:cNvSpPr/>
            <p:nvPr/>
          </p:nvSpPr>
          <p:spPr>
            <a:xfrm>
              <a:off x="8828152" y="6150610"/>
              <a:ext cx="2856865" cy="537769"/>
            </a:xfrm>
            <a:custGeom>
              <a:avLst/>
              <a:gdLst/>
              <a:ahLst/>
              <a:cxnLst/>
              <a:rect l="l" t="t" r="r" b="b"/>
              <a:pathLst>
                <a:path w="2856865" h="537769">
                  <a:moveTo>
                    <a:pt x="67311" y="0"/>
                  </a:moveTo>
                  <a:lnTo>
                    <a:pt x="2789682" y="0"/>
                  </a:lnTo>
                  <a:cubicBezTo>
                    <a:pt x="2826766" y="0"/>
                    <a:pt x="2856865" y="30099"/>
                    <a:pt x="2856865" y="67221"/>
                  </a:cubicBezTo>
                  <a:lnTo>
                    <a:pt x="2856865" y="470548"/>
                  </a:lnTo>
                  <a:cubicBezTo>
                    <a:pt x="2856865" y="507670"/>
                    <a:pt x="2826766" y="537769"/>
                    <a:pt x="2789682" y="537769"/>
                  </a:cubicBezTo>
                  <a:lnTo>
                    <a:pt x="67311" y="537769"/>
                  </a:lnTo>
                  <a:cubicBezTo>
                    <a:pt x="30099" y="537769"/>
                    <a:pt x="0" y="507670"/>
                    <a:pt x="0" y="470548"/>
                  </a:cubicBezTo>
                  <a:lnTo>
                    <a:pt x="0" y="67221"/>
                  </a:lnTo>
                  <a:cubicBezTo>
                    <a:pt x="0" y="30099"/>
                    <a:pt x="30099" y="0"/>
                    <a:pt x="67311" y="0"/>
                  </a:cubicBezTo>
                </a:path>
              </a:pathLst>
            </a:custGeom>
            <a:solidFill>
              <a:srgbClr val="F59E0B">
                <a:alpha val="5000"/>
              </a:srgbClr>
            </a:solidFill>
          </p:spPr>
        </p:sp>
      </p:grpSp>
      <p:sp>
        <p:nvSpPr>
          <p:cNvPr id="446" name="VectorPath 446"/>
          <p:cNvSpPr/>
          <p:nvPr/>
        </p:nvSpPr>
        <p:spPr>
          <a:xfrm>
            <a:off x="8643620" y="1075690"/>
            <a:ext cx="33020" cy="3192780"/>
          </a:xfrm>
          <a:custGeom>
            <a:avLst/>
            <a:gdLst/>
            <a:ahLst/>
            <a:cxnLst/>
            <a:rect l="l" t="t" r="r" b="b"/>
            <a:pathLst>
              <a:path w="33020" h="3192780">
                <a:moveTo>
                  <a:pt x="33275" y="-127"/>
                </a:moveTo>
                <a:lnTo>
                  <a:pt x="33275" y="-127"/>
                </a:lnTo>
                <a:lnTo>
                  <a:pt x="33275" y="3192780"/>
                </a:lnTo>
                <a:lnTo>
                  <a:pt x="33275" y="3192780"/>
                </a:lnTo>
                <a:cubicBezTo>
                  <a:pt x="14732" y="3192780"/>
                  <a:pt x="-253" y="3177667"/>
                  <a:pt x="-253" y="3159125"/>
                </a:cubicBezTo>
                <a:lnTo>
                  <a:pt x="-253" y="33401"/>
                </a:lnTo>
                <a:cubicBezTo>
                  <a:pt x="-253" y="14859"/>
                  <a:pt x="14732" y="-127"/>
                  <a:pt x="33275" y="-127"/>
                </a:cubicBezTo>
              </a:path>
            </a:pathLst>
          </a:custGeom>
          <a:solidFill>
            <a:srgbClr val="10B981">
              <a:alpha val="100000"/>
            </a:srgbClr>
          </a:solidFill>
        </p:spPr>
      </p:sp>
      <p:sp>
        <p:nvSpPr>
          <p:cNvPr id="447" name="VectorPath 447"/>
          <p:cNvSpPr/>
          <p:nvPr/>
        </p:nvSpPr>
        <p:spPr>
          <a:xfrm>
            <a:off x="8643620" y="4403091"/>
            <a:ext cx="33020" cy="2453640"/>
          </a:xfrm>
          <a:custGeom>
            <a:avLst/>
            <a:gdLst/>
            <a:ahLst/>
            <a:cxnLst/>
            <a:rect l="l" t="t" r="r" b="b"/>
            <a:pathLst>
              <a:path w="33020" h="2453333">
                <a:moveTo>
                  <a:pt x="33275" y="-127"/>
                </a:moveTo>
                <a:lnTo>
                  <a:pt x="33275" y="-127"/>
                </a:lnTo>
                <a:lnTo>
                  <a:pt x="33275" y="2453333"/>
                </a:lnTo>
                <a:lnTo>
                  <a:pt x="33275" y="2453333"/>
                </a:lnTo>
                <a:cubicBezTo>
                  <a:pt x="14732" y="2453333"/>
                  <a:pt x="-253" y="2438286"/>
                  <a:pt x="-253" y="2419725"/>
                </a:cubicBezTo>
                <a:lnTo>
                  <a:pt x="-253" y="33401"/>
                </a:lnTo>
                <a:cubicBezTo>
                  <a:pt x="-253" y="14859"/>
                  <a:pt x="14732" y="-127"/>
                  <a:pt x="33275" y="-127"/>
                </a:cubicBezTo>
              </a:path>
            </a:pathLst>
          </a:custGeom>
          <a:solidFill>
            <a:srgbClr val="F59E0B">
              <a:alpha val="100000"/>
            </a:srgbClr>
          </a:solidFill>
        </p:spPr>
      </p:sp>
      <p:sp>
        <p:nvSpPr>
          <p:cNvPr id="448" name="TextBox448"/>
          <p:cNvSpPr txBox="1"/>
          <p:nvPr/>
        </p:nvSpPr>
        <p:spPr>
          <a:xfrm>
            <a:off x="9182100" y="1277620"/>
            <a:ext cx="838200" cy="198437"/>
          </a:xfrm>
          <a:prstGeom prst="rect">
            <a:avLst/>
          </a:prstGeom>
          <a:noFill/>
        </p:spPr>
        <p:txBody>
          <a:bodyPr wrap="square" lIns="0" tIns="0" rIns="0" bIns="0" rtlCol="0">
            <a:spAutoFit/>
          </a:bodyPr>
          <a:lstStyle/>
          <a:p>
            <a:pPr marL="0" marR="0" indent="0" eaLnBrk="0">
              <a:lnSpc>
                <a:spcPct val="100000"/>
              </a:lnSpc>
            </a:pPr>
            <a:r>
              <a:rPr lang="en-US" altLang="zh-CN" sz="1300" b="1" kern="0" spc="-15" baseline="0" noProof="0" dirty="0">
                <a:solidFill>
                  <a:srgbClr val="1E293B"/>
                </a:solidFill>
                <a:latin typeface="SimHei" pitchFamily="49" charset="0"/>
                <a:ea typeface="SimHei" pitchFamily="49" charset="0"/>
                <a:cs typeface="SimHei" pitchFamily="49" charset="0"/>
              </a:rPr>
              <a:t>校验检查项</a:t>
            </a:r>
          </a:p>
        </p:txBody>
      </p:sp>
      <p:sp>
        <p:nvSpPr>
          <p:cNvPr id="449" name="TextBox449"/>
          <p:cNvSpPr txBox="1"/>
          <p:nvPr/>
        </p:nvSpPr>
        <p:spPr>
          <a:xfrm>
            <a:off x="9220200" y="1751965"/>
            <a:ext cx="1528762" cy="330347"/>
          </a:xfrm>
          <a:prstGeom prst="rect">
            <a:avLst/>
          </a:prstGeom>
          <a:noFill/>
        </p:spPr>
        <p:txBody>
          <a:bodyPr wrap="square" lIns="0" tIns="12700" rIns="0" bIns="0" rtlCol="0">
            <a:spAutoFit/>
          </a:bodyPr>
          <a:lstStyle/>
          <a:p>
            <a:pPr marL="0" marR="0" indent="0" eaLnBrk="0">
              <a:lnSpc>
                <a:spcPct val="86904"/>
              </a:lnSpc>
              <a:spcBef>
                <a:spcPts val="100"/>
              </a:spcBef>
              <a:spcAft>
                <a:spcPts val="260"/>
              </a:spcAft>
            </a:pPr>
            <a:r>
              <a:rPr lang="en-US" altLang="zh-CN" sz="1050" b="1" kern="0" spc="-50" dirty="0">
                <a:solidFill>
                  <a:srgbClr val="1E293B"/>
                </a:solidFill>
                <a:latin typeface="SimHei" pitchFamily="49" charset="0"/>
                <a:ea typeface="SimHei" pitchFamily="49" charset="0"/>
                <a:cs typeface="SimHei" pitchFamily="49" charset="0"/>
              </a:rPr>
              <a:t>Workflow</a:t>
            </a:r>
            <a:r>
              <a:rPr lang="en-US" altLang="zh-CN" sz="1050" b="1" kern="0" spc="-75" baseline="0" noProof="0" dirty="0" err="1">
                <a:solidFill>
                  <a:srgbClr val="1E293B"/>
                </a:solidFill>
                <a:latin typeface="SimHei" pitchFamily="49" charset="0"/>
                <a:ea typeface="SimHei" pitchFamily="49" charset="0"/>
                <a:cs typeface="SimHei" pitchFamily="49" charset="0"/>
              </a:rPr>
              <a:t>目录存在</a:t>
            </a:r>
            <a:endParaRPr lang="en-US" altLang="zh-CN" sz="1050" b="1" kern="0" spc="-75" baseline="0" noProof="0" dirty="0">
              <a:solidFill>
                <a:srgbClr val="1E293B"/>
              </a:solidFill>
              <a:latin typeface="SimHei" pitchFamily="49" charset="0"/>
              <a:ea typeface="SimHei" pitchFamily="49" charset="0"/>
              <a:cs typeface="SimHei" pitchFamily="49" charset="0"/>
            </a:endParaRPr>
          </a:p>
          <a:p>
            <a:pPr marL="0" marR="0" indent="0" eaLnBrk="0">
              <a:lnSpc>
                <a:spcPct val="100000"/>
              </a:lnSpc>
            </a:pPr>
            <a:r>
              <a:rPr lang="en-US" altLang="zh-CN" sz="900" kern="0" spc="-25" baseline="0" noProof="0" dirty="0">
                <a:solidFill>
                  <a:srgbClr val="64748B"/>
                </a:solidFill>
                <a:latin typeface="SimHei" pitchFamily="49" charset="0"/>
                <a:ea typeface="SimHei" pitchFamily="49" charset="0"/>
                <a:cs typeface="SimHei" pitchFamily="49" charset="0"/>
              </a:rPr>
              <a:t>.</a:t>
            </a:r>
            <a:r>
              <a:rPr lang="en-US" altLang="zh-CN" sz="900" kern="0" spc="-25" dirty="0">
                <a:solidFill>
                  <a:srgbClr val="64748B"/>
                </a:solidFill>
                <a:latin typeface="SimHei" pitchFamily="49" charset="0"/>
                <a:ea typeface="SimHei" pitchFamily="49" charset="0"/>
                <a:cs typeface="SimHei" pitchFamily="49" charset="0"/>
              </a:rPr>
              <a:t>workflow</a:t>
            </a:r>
            <a:r>
              <a:rPr lang="en-US" altLang="zh-CN" sz="900" kern="0" spc="-140" baseline="0" noProof="0" dirty="0">
                <a:latin typeface="SimHei" pitchFamily="49" charset="0"/>
                <a:ea typeface="SimHei" pitchFamily="49" charset="0"/>
                <a:cs typeface="SimHei" pitchFamily="49" charset="0"/>
              </a:rPr>
              <a:t> </a:t>
            </a:r>
            <a:r>
              <a:rPr lang="en-US" altLang="zh-CN" sz="900" kern="0" spc="-25" baseline="0" noProof="0" dirty="0">
                <a:solidFill>
                  <a:srgbClr val="64748B"/>
                </a:solidFill>
                <a:latin typeface="SimHei" pitchFamily="49" charset="0"/>
                <a:ea typeface="SimHei" pitchFamily="49" charset="0"/>
                <a:cs typeface="SimHei" pitchFamily="49" charset="0"/>
              </a:rPr>
              <a:t>目录不为空</a:t>
            </a:r>
          </a:p>
        </p:txBody>
      </p:sp>
      <p:sp>
        <p:nvSpPr>
          <p:cNvPr id="450" name="TextBox450"/>
          <p:cNvSpPr txBox="1"/>
          <p:nvPr/>
        </p:nvSpPr>
        <p:spPr>
          <a:xfrm>
            <a:off x="9220200" y="2390775"/>
            <a:ext cx="1638300" cy="330347"/>
          </a:xfrm>
          <a:prstGeom prst="rect">
            <a:avLst/>
          </a:prstGeom>
          <a:noFill/>
        </p:spPr>
        <p:txBody>
          <a:bodyPr wrap="square" lIns="0" tIns="12700" rIns="0" bIns="0" rtlCol="0">
            <a:spAutoFit/>
          </a:bodyPr>
          <a:lstStyle/>
          <a:p>
            <a:pPr marL="0" marR="0" indent="0" eaLnBrk="0">
              <a:lnSpc>
                <a:spcPct val="86904"/>
              </a:lnSpc>
              <a:spcBef>
                <a:spcPts val="100"/>
              </a:spcBef>
              <a:spcAft>
                <a:spcPts val="260"/>
              </a:spcAft>
            </a:pPr>
            <a:r>
              <a:rPr lang="en-US" altLang="zh-CN" sz="1050" b="1" kern="0" spc="-15" baseline="0" noProof="0" dirty="0">
                <a:solidFill>
                  <a:srgbClr val="1E293B"/>
                </a:solidFill>
                <a:latin typeface="SimHei" pitchFamily="49" charset="0"/>
                <a:ea typeface="SimHei" pitchFamily="49" charset="0"/>
                <a:cs typeface="SimHei" pitchFamily="49" charset="0"/>
              </a:rPr>
              <a:t>A</a:t>
            </a:r>
            <a:r>
              <a:rPr lang="en-US" altLang="zh-CN" sz="1050" b="1" kern="0" spc="0" baseline="0" noProof="0" dirty="0">
                <a:solidFill>
                  <a:srgbClr val="1E293B"/>
                </a:solidFill>
                <a:latin typeface="SimHei" pitchFamily="49" charset="0"/>
                <a:ea typeface="SimHei" pitchFamily="49" charset="0"/>
                <a:cs typeface="SimHei" pitchFamily="49" charset="0"/>
              </a:rPr>
              <a:t>gents目录存在</a:t>
            </a:r>
          </a:p>
          <a:p>
            <a:pPr marL="0" marR="0" indent="0" eaLnBrk="0">
              <a:lnSpc>
                <a:spcPct val="100000"/>
              </a:lnSpc>
              <a:spcBef>
                <a:spcPts val="4"/>
              </a:spcBef>
            </a:pPr>
            <a:r>
              <a:rPr lang="en-US" altLang="zh-CN" sz="900" kern="0" spc="0" baseline="0" noProof="0" dirty="0">
                <a:solidFill>
                  <a:srgbClr val="64748B"/>
                </a:solidFill>
                <a:latin typeface="SimHei" pitchFamily="49" charset="0"/>
                <a:ea typeface="SimHei" pitchFamily="49" charset="0"/>
                <a:cs typeface="SimHei" pitchFamily="49" charset="0"/>
              </a:rPr>
              <a:t>agents/</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4748B"/>
                </a:solidFill>
                <a:latin typeface="SimHei" pitchFamily="49" charset="0"/>
                <a:ea typeface="SimHei" pitchFamily="49" charset="0"/>
                <a:cs typeface="SimHei" pitchFamily="49" charset="0"/>
              </a:rPr>
              <a:t>目录不为空</a:t>
            </a:r>
          </a:p>
        </p:txBody>
      </p:sp>
      <p:sp>
        <p:nvSpPr>
          <p:cNvPr id="451" name="TextBox451"/>
          <p:cNvSpPr txBox="1"/>
          <p:nvPr/>
        </p:nvSpPr>
        <p:spPr>
          <a:xfrm>
            <a:off x="9220200" y="3030220"/>
            <a:ext cx="1879600" cy="330347"/>
          </a:xfrm>
          <a:prstGeom prst="rect">
            <a:avLst/>
          </a:prstGeom>
          <a:noFill/>
        </p:spPr>
        <p:txBody>
          <a:bodyPr wrap="square" lIns="0" tIns="12700" rIns="0" bIns="0" rtlCol="0">
            <a:spAutoFit/>
          </a:bodyPr>
          <a:lstStyle/>
          <a:p>
            <a:pPr marL="0" marR="0" indent="0" eaLnBrk="0">
              <a:lnSpc>
                <a:spcPct val="86507"/>
              </a:lnSpc>
              <a:spcBef>
                <a:spcPts val="100"/>
              </a:spcBef>
              <a:spcAft>
                <a:spcPts val="254"/>
              </a:spcAft>
            </a:pPr>
            <a:r>
              <a:rPr lang="en-US" altLang="zh-CN" sz="1050" b="1" kern="0" spc="-15" baseline="0" noProof="0" dirty="0">
                <a:solidFill>
                  <a:srgbClr val="1E293B"/>
                </a:solidFill>
                <a:latin typeface="SimHei" pitchFamily="49" charset="0"/>
                <a:ea typeface="SimHei" pitchFamily="49" charset="0"/>
                <a:cs typeface="SimHei" pitchFamily="49" charset="0"/>
              </a:rPr>
              <a:t>配置文件正确</a:t>
            </a:r>
          </a:p>
          <a:p>
            <a:pPr marL="0" marR="0" indent="0" eaLnBrk="0">
              <a:lnSpc>
                <a:spcPct val="100000"/>
              </a:lnSpc>
            </a:pPr>
            <a:r>
              <a:rPr lang="en-US" altLang="zh-CN" sz="900" kern="0" spc="0" baseline="0" noProof="0" dirty="0">
                <a:solidFill>
                  <a:srgbClr val="64748B"/>
                </a:solidFill>
                <a:latin typeface="SimHei" pitchFamily="49" charset="0"/>
                <a:ea typeface="SimHei" pitchFamily="49" charset="0"/>
                <a:cs typeface="SimHei" pitchFamily="49" charset="0"/>
              </a:rPr>
              <a:t>AGENTS.md</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4748B"/>
                </a:solidFill>
                <a:latin typeface="SimHei" pitchFamily="49" charset="0"/>
                <a:ea typeface="SimHei" pitchFamily="49" charset="0"/>
                <a:cs typeface="SimHei" pitchFamily="49" charset="0"/>
              </a:rPr>
              <a:t>和</a:t>
            </a:r>
            <a:r>
              <a:rPr lang="en-US" altLang="zh-CN" sz="900" kern="0" spc="-15" baseline="0" noProof="0" dirty="0">
                <a:latin typeface="SimHei" pitchFamily="49" charset="0"/>
                <a:ea typeface="SimHei" pitchFamily="49" charset="0"/>
                <a:cs typeface="SimHei" pitchFamily="49" charset="0"/>
              </a:rPr>
              <a:t> </a:t>
            </a:r>
            <a:r>
              <a:rPr lang="en-US" altLang="zh-CN" sz="900" kern="0" dirty="0">
                <a:solidFill>
                  <a:srgbClr val="64748B"/>
                </a:solidFill>
                <a:latin typeface="SimHei" pitchFamily="49" charset="0"/>
                <a:ea typeface="SimHei" pitchFamily="49" charset="0"/>
                <a:cs typeface="SimHei" pitchFamily="49" charset="0"/>
              </a:rPr>
              <a:t>plugin</a:t>
            </a:r>
            <a:r>
              <a:rPr lang="en-US" altLang="zh-CN" sz="900" kern="0" spc="0" baseline="0" noProof="0" dirty="0">
                <a:solidFill>
                  <a:srgbClr val="64748B"/>
                </a:solidFill>
                <a:latin typeface="SimHei" pitchFamily="49" charset="0"/>
                <a:ea typeface="SimHei" pitchFamily="49" charset="0"/>
                <a:cs typeface="SimHei" pitchFamily="49" charset="0"/>
              </a:rPr>
              <a:t>.json</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4748B"/>
                </a:solidFill>
                <a:latin typeface="SimHei" pitchFamily="49" charset="0"/>
                <a:ea typeface="SimHei" pitchFamily="49" charset="0"/>
                <a:cs typeface="SimHei" pitchFamily="49" charset="0"/>
              </a:rPr>
              <a:t>存在</a:t>
            </a:r>
          </a:p>
        </p:txBody>
      </p:sp>
      <p:sp>
        <p:nvSpPr>
          <p:cNvPr id="452" name="TextBox452"/>
          <p:cNvSpPr txBox="1"/>
          <p:nvPr/>
        </p:nvSpPr>
        <p:spPr>
          <a:xfrm>
            <a:off x="9220200" y="3668395"/>
            <a:ext cx="1495742" cy="330347"/>
          </a:xfrm>
          <a:prstGeom prst="rect">
            <a:avLst/>
          </a:prstGeom>
          <a:noFill/>
        </p:spPr>
        <p:txBody>
          <a:bodyPr wrap="square" lIns="0" tIns="12700" rIns="0" bIns="0" rtlCol="0">
            <a:spAutoFit/>
          </a:bodyPr>
          <a:lstStyle/>
          <a:p>
            <a:pPr marL="0" marR="0" indent="0" eaLnBrk="0">
              <a:lnSpc>
                <a:spcPct val="86904"/>
              </a:lnSpc>
              <a:spcBef>
                <a:spcPts val="100"/>
              </a:spcBef>
              <a:spcAft>
                <a:spcPts val="260"/>
              </a:spcAft>
            </a:pPr>
            <a:r>
              <a:rPr lang="en-US" altLang="zh-CN" sz="1050" b="1" kern="0" spc="-15" baseline="0" noProof="0" dirty="0">
                <a:solidFill>
                  <a:srgbClr val="1E293B"/>
                </a:solidFill>
                <a:latin typeface="SimHei" pitchFamily="49" charset="0"/>
                <a:ea typeface="SimHei" pitchFamily="49" charset="0"/>
                <a:cs typeface="SimHei" pitchFamily="49" charset="0"/>
              </a:rPr>
              <a:t>C</a:t>
            </a:r>
            <a:r>
              <a:rPr lang="en-US" altLang="zh-CN" sz="1050" b="1" kern="0" spc="0" baseline="0" noProof="0" dirty="0">
                <a:solidFill>
                  <a:srgbClr val="1E293B"/>
                </a:solidFill>
                <a:latin typeface="SimHei" pitchFamily="49" charset="0"/>
                <a:ea typeface="SimHei" pitchFamily="49" charset="0"/>
                <a:cs typeface="SimHei" pitchFamily="49" charset="0"/>
              </a:rPr>
              <a:t>LI能正常启动</a:t>
            </a:r>
          </a:p>
          <a:p>
            <a:pPr marL="0" marR="0" indent="0" eaLnBrk="0">
              <a:lnSpc>
                <a:spcPct val="100000"/>
              </a:lnSpc>
            </a:pPr>
            <a:r>
              <a:rPr lang="en-US" altLang="zh-CN" sz="900" kern="0" spc="0" baseline="0" noProof="0" dirty="0" err="1">
                <a:solidFill>
                  <a:srgbClr val="64748B"/>
                </a:solidFill>
                <a:latin typeface="SimHei" pitchFamily="49" charset="0"/>
                <a:ea typeface="SimHei" pitchFamily="49" charset="0"/>
                <a:cs typeface="SimHei" pitchFamily="49" charset="0"/>
              </a:rPr>
              <a:t>Oclaude</a:t>
            </a:r>
            <a:r>
              <a:rPr lang="en-US" altLang="zh-CN" sz="900" kern="0" spc="0" baseline="0" noProof="0" dirty="0">
                <a:solidFill>
                  <a:srgbClr val="64748B"/>
                </a:solidFill>
                <a:latin typeface="SimHei" pitchFamily="49" charset="0"/>
                <a:ea typeface="SimHei" pitchFamily="49" charset="0"/>
                <a:cs typeface="SimHei" pitchFamily="49" charset="0"/>
              </a:rPr>
              <a:t> code</a:t>
            </a:r>
            <a:r>
              <a:rPr lang="en-US" altLang="zh-CN" sz="900" kern="0" spc="-15" baseline="0" noProof="0" dirty="0">
                <a:latin typeface="SimHei" pitchFamily="49" charset="0"/>
                <a:ea typeface="SimHei" pitchFamily="49" charset="0"/>
                <a:cs typeface="SimHei" pitchFamily="49" charset="0"/>
              </a:rPr>
              <a:t> </a:t>
            </a:r>
            <a:r>
              <a:rPr lang="en-US" altLang="zh-CN" sz="900" kern="0" spc="0" baseline="0" noProof="0" dirty="0">
                <a:solidFill>
                  <a:srgbClr val="64748B"/>
                </a:solidFill>
                <a:latin typeface="SimHei" pitchFamily="49" charset="0"/>
                <a:ea typeface="SimHei" pitchFamily="49" charset="0"/>
                <a:cs typeface="SimHei" pitchFamily="49" charset="0"/>
              </a:rPr>
              <a:t>命令无报错</a:t>
            </a:r>
          </a:p>
        </p:txBody>
      </p:sp>
      <p:sp>
        <p:nvSpPr>
          <p:cNvPr id="453" name="TextBox453"/>
          <p:cNvSpPr txBox="1"/>
          <p:nvPr/>
        </p:nvSpPr>
        <p:spPr>
          <a:xfrm>
            <a:off x="9182100" y="4605655"/>
            <a:ext cx="671512" cy="198437"/>
          </a:xfrm>
          <a:prstGeom prst="rect">
            <a:avLst/>
          </a:prstGeom>
          <a:noFill/>
        </p:spPr>
        <p:txBody>
          <a:bodyPr wrap="square" lIns="0" tIns="0" rIns="0" bIns="0" rtlCol="0">
            <a:spAutoFit/>
          </a:bodyPr>
          <a:lstStyle/>
          <a:p>
            <a:pPr marL="0" marR="0" indent="0" eaLnBrk="0">
              <a:lnSpc>
                <a:spcPct val="100000"/>
              </a:lnSpc>
            </a:pPr>
            <a:r>
              <a:rPr lang="en-US" altLang="zh-CN" sz="1300" b="1" kern="0" spc="-15" baseline="0" noProof="0" dirty="0">
                <a:solidFill>
                  <a:srgbClr val="1E293B"/>
                </a:solidFill>
                <a:latin typeface="SimHei" pitchFamily="49" charset="0"/>
                <a:ea typeface="SimHei" pitchFamily="49" charset="0"/>
                <a:cs typeface="SimHei" pitchFamily="49" charset="0"/>
              </a:rPr>
              <a:t>常见问题</a:t>
            </a:r>
          </a:p>
        </p:txBody>
      </p:sp>
      <p:sp>
        <p:nvSpPr>
          <p:cNvPr id="454" name="TextBox454"/>
          <p:cNvSpPr txBox="1"/>
          <p:nvPr/>
        </p:nvSpPr>
        <p:spPr>
          <a:xfrm>
            <a:off x="8896350" y="5046980"/>
            <a:ext cx="985837" cy="360362"/>
          </a:xfrm>
          <a:prstGeom prst="rect">
            <a:avLst/>
          </a:prstGeom>
          <a:noFill/>
        </p:spPr>
        <p:txBody>
          <a:bodyPr wrap="square" lIns="0" tIns="12700" rIns="0" bIns="0" rtlCol="0">
            <a:spAutoFit/>
          </a:bodyPr>
          <a:lstStyle/>
          <a:p>
            <a:pPr marL="0" marR="0" indent="0" eaLnBrk="0">
              <a:lnSpc>
                <a:spcPct val="91666"/>
              </a:lnSpc>
              <a:spcBef>
                <a:spcPts val="100"/>
              </a:spcBef>
              <a:spcAft>
                <a:spcPts val="519"/>
              </a:spcAft>
            </a:pPr>
            <a:r>
              <a:rPr lang="en-US" altLang="zh-CN" sz="1050" b="1" kern="0" spc="-15" baseline="0" noProof="0" dirty="0">
                <a:solidFill>
                  <a:srgbClr val="1E293B"/>
                </a:solidFill>
                <a:latin typeface="SimHei" pitchFamily="49" charset="0"/>
                <a:ea typeface="SimHei" pitchFamily="49" charset="0"/>
                <a:cs typeface="SimHei" pitchFamily="49" charset="0"/>
              </a:rPr>
              <a:t>如何查看帮助？</a:t>
            </a:r>
          </a:p>
          <a:p>
            <a:pPr marL="0" marR="0" indent="0" eaLnBrk="0">
              <a:lnSpc>
                <a:spcPct val="100000"/>
              </a:lnSpc>
            </a:pPr>
            <a:r>
              <a:rPr lang="en-US" altLang="zh-CN" sz="900" kern="0" spc="-40" baseline="0" noProof="0" dirty="0">
                <a:solidFill>
                  <a:srgbClr val="64748B"/>
                </a:solidFill>
                <a:latin typeface="SimHei" pitchFamily="49" charset="0"/>
                <a:ea typeface="SimHei" pitchFamily="49" charset="0"/>
                <a:cs typeface="SimHei" pitchFamily="49" charset="0"/>
              </a:rPr>
              <a:t>bash</a:t>
            </a:r>
            <a:r>
              <a:rPr lang="en-US" altLang="zh-CN" sz="900" kern="0" spc="-140" baseline="0" noProof="0" dirty="0">
                <a:latin typeface="SimHei" pitchFamily="49" charset="0"/>
                <a:ea typeface="SimHei" pitchFamily="49" charset="0"/>
                <a:cs typeface="SimHei" pitchFamily="49" charset="0"/>
              </a:rPr>
              <a:t> </a:t>
            </a:r>
            <a:r>
              <a:rPr lang="en-US" altLang="zh-CN" sz="900" kern="0" spc="-40" baseline="0" noProof="0" dirty="0">
                <a:solidFill>
                  <a:srgbClr val="64748B"/>
                </a:solidFill>
                <a:latin typeface="SimHei" pitchFamily="49" charset="0"/>
                <a:ea typeface="SimHei" pitchFamily="49" charset="0"/>
                <a:cs typeface="SimHei" pitchFamily="49" charset="0"/>
              </a:rPr>
              <a:t>init.sh</a:t>
            </a:r>
            <a:r>
              <a:rPr lang="en-US" altLang="zh-CN" sz="900" kern="0" spc="-140" baseline="0" noProof="0" dirty="0">
                <a:latin typeface="SimHei" pitchFamily="49" charset="0"/>
                <a:ea typeface="SimHei" pitchFamily="49" charset="0"/>
                <a:cs typeface="SimHei" pitchFamily="49" charset="0"/>
              </a:rPr>
              <a:t> </a:t>
            </a:r>
            <a:r>
              <a:rPr lang="en-US" altLang="zh-CN" sz="900" kern="0" spc="-40" baseline="0" noProof="0" dirty="0">
                <a:solidFill>
                  <a:srgbClr val="64748B"/>
                </a:solidFill>
                <a:latin typeface="SimHei" pitchFamily="49" charset="0"/>
                <a:ea typeface="SimHei" pitchFamily="49" charset="0"/>
                <a:cs typeface="SimHei" pitchFamily="49" charset="0"/>
              </a:rPr>
              <a:t>--hel</a:t>
            </a:r>
            <a:r>
              <a:rPr lang="en-US" altLang="zh-CN" sz="900" kern="0" spc="0" baseline="0" noProof="0" dirty="0">
                <a:solidFill>
                  <a:srgbClr val="64748B"/>
                </a:solidFill>
                <a:latin typeface="SimHei" pitchFamily="49" charset="0"/>
                <a:ea typeface="SimHei" pitchFamily="49" charset="0"/>
                <a:cs typeface="SimHei" pitchFamily="49" charset="0"/>
              </a:rPr>
              <a:t>p</a:t>
            </a:r>
          </a:p>
        </p:txBody>
      </p:sp>
      <p:sp>
        <p:nvSpPr>
          <p:cNvPr id="455" name="TextBox455"/>
          <p:cNvSpPr txBox="1"/>
          <p:nvPr/>
        </p:nvSpPr>
        <p:spPr>
          <a:xfrm>
            <a:off x="8896350" y="5651500"/>
            <a:ext cx="1023937" cy="361950"/>
          </a:xfrm>
          <a:prstGeom prst="rect">
            <a:avLst/>
          </a:prstGeom>
          <a:noFill/>
        </p:spPr>
        <p:txBody>
          <a:bodyPr wrap="square" lIns="0" tIns="12700" rIns="0" bIns="0" rtlCol="0">
            <a:spAutoFit/>
          </a:bodyPr>
          <a:lstStyle/>
          <a:p>
            <a:pPr marL="0" marR="0" indent="0" eaLnBrk="0">
              <a:lnSpc>
                <a:spcPct val="92063"/>
              </a:lnSpc>
              <a:spcBef>
                <a:spcPts val="100"/>
              </a:spcBef>
              <a:spcAft>
                <a:spcPts val="525"/>
              </a:spcAft>
            </a:pPr>
            <a:r>
              <a:rPr lang="en-US" altLang="zh-CN" sz="1050" b="1" kern="0" spc="-75" baseline="0" noProof="0" dirty="0">
                <a:solidFill>
                  <a:srgbClr val="1E293B"/>
                </a:solidFill>
                <a:latin typeface="SimHei" pitchFamily="49" charset="0"/>
                <a:ea typeface="SimHei" pitchFamily="49" charset="0"/>
                <a:cs typeface="SimHei" pitchFamily="49" charset="0"/>
              </a:rPr>
              <a:t>如何更新</a:t>
            </a:r>
            <a:r>
              <a:rPr lang="en-US" altLang="zh-CN" sz="1050" b="1" kern="0" spc="-40" baseline="0" noProof="0" dirty="0">
                <a:solidFill>
                  <a:srgbClr val="1E293B"/>
                </a:solidFill>
                <a:latin typeface="SimHei" pitchFamily="49" charset="0"/>
                <a:ea typeface="SimHei" pitchFamily="49" charset="0"/>
                <a:cs typeface="SimHei" pitchFamily="49" charset="0"/>
              </a:rPr>
              <a:t>Skills</a:t>
            </a:r>
            <a:r>
              <a:rPr lang="en-US" altLang="zh-CN" sz="1050" b="1" kern="0" spc="-65" baseline="0" noProof="0" dirty="0">
                <a:solidFill>
                  <a:srgbClr val="1E293B"/>
                </a:solidFill>
                <a:latin typeface="SimHei" pitchFamily="49" charset="0"/>
                <a:ea typeface="SimHei" pitchFamily="49" charset="0"/>
                <a:cs typeface="SimHei" pitchFamily="49" charset="0"/>
              </a:rPr>
              <a:t>？</a:t>
            </a:r>
          </a:p>
          <a:p>
            <a:pPr marL="0" marR="0" indent="0" eaLnBrk="0">
              <a:lnSpc>
                <a:spcPct val="100000"/>
              </a:lnSpc>
              <a:spcBef>
                <a:spcPts val="5"/>
              </a:spcBef>
            </a:pPr>
            <a:r>
              <a:rPr lang="en-US" altLang="zh-CN" sz="900" kern="0" spc="-65" baseline="0" noProof="0" dirty="0">
                <a:solidFill>
                  <a:srgbClr val="64748B"/>
                </a:solidFill>
                <a:latin typeface="SimHei" pitchFamily="49" charset="0"/>
                <a:ea typeface="SimHei" pitchFamily="49" charset="0"/>
                <a:cs typeface="SimHei" pitchFamily="49" charset="0"/>
              </a:rPr>
              <a:t>重新执行</a:t>
            </a:r>
            <a:r>
              <a:rPr lang="en-US" altLang="zh-CN" sz="900" kern="0" spc="-25" baseline="0" noProof="0" dirty="0">
                <a:solidFill>
                  <a:srgbClr val="64748B"/>
                </a:solidFill>
                <a:latin typeface="SimHei" pitchFamily="49" charset="0"/>
                <a:ea typeface="SimHei" pitchFamily="49" charset="0"/>
                <a:cs typeface="SimHei" pitchFamily="49" charset="0"/>
              </a:rPr>
              <a:t>init.sh</a:t>
            </a:r>
            <a:r>
              <a:rPr lang="en-US" altLang="zh-CN" sz="900" kern="0" spc="-50" baseline="0" noProof="0" dirty="0">
                <a:solidFill>
                  <a:srgbClr val="64748B"/>
                </a:solidFill>
                <a:latin typeface="SimHei" pitchFamily="49" charset="0"/>
                <a:ea typeface="SimHei" pitchFamily="49" charset="0"/>
                <a:cs typeface="SimHei" pitchFamily="49" charset="0"/>
              </a:rPr>
              <a:t>即可</a:t>
            </a:r>
          </a:p>
        </p:txBody>
      </p:sp>
      <p:sp>
        <p:nvSpPr>
          <p:cNvPr id="456" name="TextBox456"/>
          <p:cNvSpPr txBox="1"/>
          <p:nvPr/>
        </p:nvSpPr>
        <p:spPr>
          <a:xfrm>
            <a:off x="8896350" y="6257290"/>
            <a:ext cx="1384300" cy="360362"/>
          </a:xfrm>
          <a:prstGeom prst="rect">
            <a:avLst/>
          </a:prstGeom>
          <a:noFill/>
        </p:spPr>
        <p:txBody>
          <a:bodyPr wrap="square" lIns="0" tIns="12700" rIns="0" bIns="0" rtlCol="0">
            <a:spAutoFit/>
          </a:bodyPr>
          <a:lstStyle/>
          <a:p>
            <a:pPr marL="0" marR="0" indent="0" eaLnBrk="0">
              <a:lnSpc>
                <a:spcPct val="91666"/>
              </a:lnSpc>
              <a:spcBef>
                <a:spcPts val="100"/>
              </a:spcBef>
              <a:spcAft>
                <a:spcPts val="520"/>
              </a:spcAft>
            </a:pPr>
            <a:r>
              <a:rPr lang="en-US" altLang="zh-CN" sz="1050" b="1" kern="0" spc="-15" baseline="0" noProof="0" dirty="0">
                <a:solidFill>
                  <a:srgbClr val="1E293B"/>
                </a:solidFill>
                <a:latin typeface="SimHei" pitchFamily="49" charset="0"/>
                <a:ea typeface="SimHei" pitchFamily="49" charset="0"/>
                <a:cs typeface="SimHei" pitchFamily="49" charset="0"/>
              </a:rPr>
              <a:t>安装失败怎么办？</a:t>
            </a:r>
          </a:p>
          <a:p>
            <a:pPr marL="0" marR="0" indent="0" eaLnBrk="0">
              <a:lnSpc>
                <a:spcPct val="100000"/>
              </a:lnSpc>
            </a:pPr>
            <a:r>
              <a:rPr lang="en-US" altLang="zh-CN" sz="900" kern="0" spc="-15" baseline="0" noProof="0" dirty="0">
                <a:solidFill>
                  <a:srgbClr val="64748B"/>
                </a:solidFill>
                <a:latin typeface="SimHei" pitchFamily="49" charset="0"/>
                <a:ea typeface="SimHei" pitchFamily="49" charset="0"/>
                <a:cs typeface="SimHei" pitchFamily="49" charset="0"/>
              </a:rPr>
              <a:t>检查</a:t>
            </a:r>
            <a:r>
              <a:rPr lang="en-US" altLang="zh-CN" sz="900" kern="0" spc="0" baseline="0" noProof="0" dirty="0">
                <a:solidFill>
                  <a:srgbClr val="64748B"/>
                </a:solidFill>
                <a:latin typeface="SimHei" pitchFamily="49" charset="0"/>
                <a:ea typeface="SimHei" pitchFamily="49" charset="0"/>
                <a:cs typeface="SimHei" pitchFamily="49" charset="0"/>
              </a:rPr>
              <a:t>CANN版本和网络连接</a:t>
            </a:r>
          </a:p>
        </p:txBody>
      </p:sp>
    </p:spTree>
    <p:extLst>
      <p:ext uri="{641CCB20-8042-4CB1-F73E-53E19517B933}"/>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TextBox457"/>
          <p:cNvSpPr txBox="1"/>
          <p:nvPr/>
        </p:nvSpPr>
        <p:spPr>
          <a:xfrm>
            <a:off x="1628140" y="2665095"/>
            <a:ext cx="1219200" cy="731837"/>
          </a:xfrm>
          <a:prstGeom prst="rect">
            <a:avLst/>
          </a:prstGeom>
          <a:noFill/>
        </p:spPr>
        <p:txBody>
          <a:bodyPr wrap="square" lIns="0" tIns="0" rIns="0" bIns="0" rtlCol="0">
            <a:spAutoFit/>
          </a:bodyPr>
          <a:lstStyle/>
          <a:p>
            <a:pPr marL="0" marR="0" indent="0" eaLnBrk="0">
              <a:lnSpc>
                <a:spcPct val="100000"/>
              </a:lnSpc>
            </a:pPr>
            <a:r>
              <a:rPr lang="en-US" altLang="zh-CN" sz="4800" kern="0" spc="-15" baseline="0" noProof="0" dirty="0">
                <a:solidFill>
                  <a:srgbClr val="6F6F6F"/>
                </a:solidFill>
                <a:latin typeface="SimHei" pitchFamily="49" charset="0"/>
                <a:ea typeface="SimHei" pitchFamily="49" charset="0"/>
                <a:cs typeface="SimHei" pitchFamily="49" charset="0"/>
              </a:rPr>
              <a:t>目录</a:t>
            </a:r>
          </a:p>
        </p:txBody>
      </p:sp>
      <p:sp>
        <p:nvSpPr>
          <p:cNvPr id="458" name="TextBox458"/>
          <p:cNvSpPr txBox="1"/>
          <p:nvPr/>
        </p:nvSpPr>
        <p:spPr>
          <a:xfrm>
            <a:off x="711835" y="6193155"/>
            <a:ext cx="1882775" cy="146050"/>
          </a:xfrm>
          <a:prstGeom prst="rect">
            <a:avLst/>
          </a:prstGeom>
          <a:noFill/>
        </p:spPr>
        <p:txBody>
          <a:bodyPr wrap="square" lIns="0" tIns="0" rIns="0" bIns="0" rtlCol="0">
            <a:spAutoFit/>
          </a:bodyPr>
          <a:lstStyle/>
          <a:p>
            <a:pPr marL="0" marR="0" indent="0" eaLnBrk="0">
              <a:lnSpc>
                <a:spcPct val="100000"/>
              </a:lnSpc>
            </a:pP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https</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gitcode.c</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om</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/c</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ann/</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s</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kil</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ls</a:t>
            </a:r>
            <a:r>
              <a:rPr lang="en-US" altLang="zh-CN" sz="1425" kern="0" spc="-325" baseline="8094" noProof="0" dirty="0">
                <a:latin typeface="Microsoft YaHei" pitchFamily="34" charset="0"/>
                <a:ea typeface="Microsoft YaHei" pitchFamily="34" charset="0"/>
                <a:cs typeface="Microsoft YaHei" pitchFamily="34" charset="0"/>
              </a:rPr>
              <a:t> </a:t>
            </a:r>
          </a:p>
        </p:txBody>
      </p:sp>
      <p:sp>
        <p:nvSpPr>
          <p:cNvPr id="459" name="TextBox459">
            <a:hlinkClick r:id="rId3"/>
          </p:cNvPr>
          <p:cNvSpPr txBox="1"/>
          <p:nvPr/>
        </p:nvSpPr>
        <p:spPr>
          <a:xfrm>
            <a:off x="711835" y="6196965"/>
            <a:ext cx="1882775" cy="134937"/>
          </a:xfrm>
          <a:prstGeom prst="rect">
            <a:avLst/>
          </a:prstGeom>
          <a:noFill/>
        </p:spPr>
        <p:txBody>
          <a:bodyPr wrap="square" lIns="0" tIns="0" rIns="0" bIns="0" rtlCol="0">
            <a:spAutoFit/>
          </a:bodyPr>
          <a:lstStyle/>
          <a:p>
            <a:pPr marL="0" marR="0" indent="0" algn="just" eaLnBrk="0">
              <a:lnSpc>
                <a:spcPct val="88333"/>
              </a:lnSpc>
            </a:pPr>
            <a:endParaRPr lang="en-US" altLang="zh-CN" sz="1000" kern="0" spc="0" baseline="0" noProof="0" dirty="0">
              <a:solidFill>
                <a:srgbClr val="000000"/>
              </a:solidFill>
              <a:latin typeface="Arial" pitchFamily="34" charset="0"/>
              <a:ea typeface="Arial" pitchFamily="34" charset="0"/>
              <a:cs typeface="Arial" pitchFamily="34" charset="0"/>
            </a:endParaRPr>
          </a:p>
        </p:txBody>
      </p:sp>
      <p:sp>
        <p:nvSpPr>
          <p:cNvPr id="460" name="VectorPath 460"/>
          <p:cNvSpPr/>
          <p:nvPr/>
        </p:nvSpPr>
        <p:spPr>
          <a:xfrm>
            <a:off x="3949700" y="1884045"/>
            <a:ext cx="24765" cy="3752215"/>
          </a:xfrm>
          <a:custGeom>
            <a:avLst/>
            <a:gdLst/>
            <a:ahLst/>
            <a:cxnLst/>
            <a:rect l="l" t="t" r="r" b="b"/>
            <a:pathLst>
              <a:path w="24532" h="3752215">
                <a:moveTo>
                  <a:pt x="6371" y="6350"/>
                </a:moveTo>
                <a:lnTo>
                  <a:pt x="18436" y="3745865"/>
                </a:lnTo>
              </a:path>
            </a:pathLst>
          </a:custGeom>
          <a:ln w="12700" cap="flat" cmpd="sng">
            <a:solidFill>
              <a:srgbClr val="A6A6A6">
                <a:alpha val="100000"/>
              </a:srgbClr>
            </a:solidFill>
            <a:round/>
          </a:ln>
        </p:spPr>
      </p:sp>
      <p:grpSp>
        <p:nvGrpSpPr>
          <p:cNvPr id="461" name="Combination 461"/>
          <p:cNvGrpSpPr/>
          <p:nvPr/>
        </p:nvGrpSpPr>
        <p:grpSpPr>
          <a:xfrm>
            <a:off x="5153025" y="1814195"/>
            <a:ext cx="4492625" cy="605790"/>
            <a:chOff x="5153025" y="1814195"/>
            <a:chExt cx="4492625" cy="605790"/>
          </a:xfrm>
        </p:grpSpPr>
        <p:sp>
          <p:nvSpPr>
            <p:cNvPr id="462" name="VectorPath 462"/>
            <p:cNvSpPr/>
            <p:nvPr/>
          </p:nvSpPr>
          <p:spPr>
            <a:xfrm>
              <a:off x="5157724" y="1818831"/>
              <a:ext cx="4483227" cy="596074"/>
            </a:xfrm>
            <a:custGeom>
              <a:avLst/>
              <a:gdLst/>
              <a:ahLst/>
              <a:cxnLst/>
              <a:rect l="l" t="t" r="r" b="b"/>
              <a:pathLst>
                <a:path w="4483227" h="596074">
                  <a:moveTo>
                    <a:pt x="0" y="596074"/>
                  </a:moveTo>
                  <a:lnTo>
                    <a:pt x="4483227" y="596074"/>
                  </a:lnTo>
                  <a:lnTo>
                    <a:pt x="4483227" y="0"/>
                  </a:lnTo>
                  <a:lnTo>
                    <a:pt x="0" y="0"/>
                  </a:lnTo>
                  <a:lnTo>
                    <a:pt x="0" y="596074"/>
                  </a:lnTo>
                  <a:close/>
                </a:path>
              </a:pathLst>
            </a:custGeom>
            <a:solidFill>
              <a:srgbClr val="F2F2F2">
                <a:alpha val="100000"/>
              </a:srgbClr>
            </a:solidFill>
          </p:spPr>
        </p:sp>
        <p:sp>
          <p:nvSpPr>
            <p:cNvPr id="463" name="VectorPath 463"/>
            <p:cNvSpPr/>
            <p:nvPr/>
          </p:nvSpPr>
          <p:spPr>
            <a:xfrm>
              <a:off x="5152962" y="1814068"/>
              <a:ext cx="4492752" cy="605600"/>
            </a:xfrm>
            <a:custGeom>
              <a:avLst/>
              <a:gdLst/>
              <a:ahLst/>
              <a:cxnLst/>
              <a:rect l="l" t="t" r="r" b="b"/>
              <a:pathLst>
                <a:path w="4492625" h="605473">
                  <a:moveTo>
                    <a:pt x="4699" y="600710"/>
                  </a:moveTo>
                  <a:lnTo>
                    <a:pt x="4487926" y="600710"/>
                  </a:lnTo>
                  <a:lnTo>
                    <a:pt x="4487926" y="4636"/>
                  </a:lnTo>
                  <a:lnTo>
                    <a:pt x="4699" y="4636"/>
                  </a:lnTo>
                  <a:lnTo>
                    <a:pt x="4699" y="600710"/>
                  </a:lnTo>
                  <a:close/>
                </a:path>
              </a:pathLst>
            </a:custGeom>
            <a:ln w="9525" cap="flat" cmpd="sng">
              <a:solidFill>
                <a:srgbClr val="A6A6A6">
                  <a:alpha val="100000"/>
                </a:srgbClr>
              </a:solidFill>
              <a:miter lim="1000000"/>
            </a:ln>
          </p:spPr>
        </p:sp>
      </p:grpSp>
      <p:grpSp>
        <p:nvGrpSpPr>
          <p:cNvPr id="464" name="Combination 464"/>
          <p:cNvGrpSpPr/>
          <p:nvPr/>
        </p:nvGrpSpPr>
        <p:grpSpPr>
          <a:xfrm>
            <a:off x="5153025" y="2964180"/>
            <a:ext cx="4492625" cy="601345"/>
            <a:chOff x="5153025" y="2964180"/>
            <a:chExt cx="4492625" cy="601345"/>
          </a:xfrm>
        </p:grpSpPr>
        <p:sp>
          <p:nvSpPr>
            <p:cNvPr id="465" name="VectorPath 465"/>
            <p:cNvSpPr/>
            <p:nvPr/>
          </p:nvSpPr>
          <p:spPr>
            <a:xfrm>
              <a:off x="5157724" y="2968905"/>
              <a:ext cx="4483227" cy="591795"/>
            </a:xfrm>
            <a:custGeom>
              <a:avLst/>
              <a:gdLst/>
              <a:ahLst/>
              <a:cxnLst/>
              <a:rect l="l" t="t" r="r" b="b"/>
              <a:pathLst>
                <a:path w="4483227" h="591795">
                  <a:moveTo>
                    <a:pt x="0" y="591795"/>
                  </a:moveTo>
                  <a:lnTo>
                    <a:pt x="4483227" y="591795"/>
                  </a:lnTo>
                  <a:lnTo>
                    <a:pt x="4483227" y="0"/>
                  </a:lnTo>
                  <a:lnTo>
                    <a:pt x="0" y="0"/>
                  </a:lnTo>
                  <a:lnTo>
                    <a:pt x="0" y="591795"/>
                  </a:lnTo>
                  <a:close/>
                </a:path>
              </a:pathLst>
            </a:custGeom>
            <a:solidFill>
              <a:srgbClr val="F2F2F2">
                <a:alpha val="100000"/>
              </a:srgbClr>
            </a:solidFill>
          </p:spPr>
        </p:sp>
        <p:sp>
          <p:nvSpPr>
            <p:cNvPr id="466" name="VectorPath 466"/>
            <p:cNvSpPr/>
            <p:nvPr/>
          </p:nvSpPr>
          <p:spPr>
            <a:xfrm>
              <a:off x="5152962" y="2964142"/>
              <a:ext cx="4492752" cy="601320"/>
            </a:xfrm>
            <a:custGeom>
              <a:avLst/>
              <a:gdLst/>
              <a:ahLst/>
              <a:cxnLst/>
              <a:rect l="l" t="t" r="r" b="b"/>
              <a:pathLst>
                <a:path w="4492625" h="601282">
                  <a:moveTo>
                    <a:pt x="4699" y="596519"/>
                  </a:moveTo>
                  <a:lnTo>
                    <a:pt x="4487926" y="596519"/>
                  </a:lnTo>
                  <a:lnTo>
                    <a:pt x="4487926" y="4725"/>
                  </a:lnTo>
                  <a:lnTo>
                    <a:pt x="4699" y="4725"/>
                  </a:lnTo>
                  <a:lnTo>
                    <a:pt x="4699" y="596519"/>
                  </a:lnTo>
                  <a:close/>
                </a:path>
              </a:pathLst>
            </a:custGeom>
            <a:ln w="9525" cap="flat" cmpd="sng">
              <a:solidFill>
                <a:srgbClr val="A6A6A6">
                  <a:alpha val="100000"/>
                </a:srgbClr>
              </a:solidFill>
              <a:miter lim="1000000"/>
            </a:ln>
          </p:spPr>
        </p:sp>
      </p:grpSp>
      <p:grpSp>
        <p:nvGrpSpPr>
          <p:cNvPr id="467" name="Combination 467"/>
          <p:cNvGrpSpPr/>
          <p:nvPr/>
        </p:nvGrpSpPr>
        <p:grpSpPr>
          <a:xfrm>
            <a:off x="5153025" y="3995420"/>
            <a:ext cx="4492625" cy="596900"/>
            <a:chOff x="5153025" y="3995420"/>
            <a:chExt cx="4492625" cy="596900"/>
          </a:xfrm>
        </p:grpSpPr>
        <p:sp>
          <p:nvSpPr>
            <p:cNvPr id="468" name="VectorPath 468"/>
            <p:cNvSpPr/>
            <p:nvPr/>
          </p:nvSpPr>
          <p:spPr>
            <a:xfrm>
              <a:off x="5157724" y="4000361"/>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C00000">
                <a:alpha val="100000"/>
              </a:srgbClr>
            </a:solidFill>
          </p:spPr>
        </p:sp>
        <p:sp>
          <p:nvSpPr>
            <p:cNvPr id="469" name="VectorPath 469"/>
            <p:cNvSpPr/>
            <p:nvPr/>
          </p:nvSpPr>
          <p:spPr>
            <a:xfrm>
              <a:off x="5152962" y="3995598"/>
              <a:ext cx="4492752" cy="597040"/>
            </a:xfrm>
            <a:custGeom>
              <a:avLst/>
              <a:gdLst/>
              <a:ahLst/>
              <a:cxnLst/>
              <a:rect l="l" t="t" r="r" b="b"/>
              <a:pathLst>
                <a:path w="4492625" h="596722">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grpSp>
        <p:nvGrpSpPr>
          <p:cNvPr id="470" name="Combination 470"/>
          <p:cNvGrpSpPr/>
          <p:nvPr/>
        </p:nvGrpSpPr>
        <p:grpSpPr>
          <a:xfrm>
            <a:off x="5153025" y="5022850"/>
            <a:ext cx="4492625" cy="597535"/>
            <a:chOff x="5153025" y="5022850"/>
            <a:chExt cx="4492625" cy="597535"/>
          </a:xfrm>
        </p:grpSpPr>
        <p:sp>
          <p:nvSpPr>
            <p:cNvPr id="471" name="VectorPath 471"/>
            <p:cNvSpPr/>
            <p:nvPr/>
          </p:nvSpPr>
          <p:spPr>
            <a:xfrm>
              <a:off x="5157724" y="5027816"/>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F2F2F2">
                <a:alpha val="100000"/>
              </a:srgbClr>
            </a:solidFill>
          </p:spPr>
        </p:sp>
        <p:sp>
          <p:nvSpPr>
            <p:cNvPr id="472" name="VectorPath 472"/>
            <p:cNvSpPr/>
            <p:nvPr/>
          </p:nvSpPr>
          <p:spPr>
            <a:xfrm>
              <a:off x="5152962" y="5023053"/>
              <a:ext cx="4492752" cy="597040"/>
            </a:xfrm>
            <a:custGeom>
              <a:avLst/>
              <a:gdLst/>
              <a:ahLst/>
              <a:cxnLst/>
              <a:rect l="l" t="t" r="r" b="b"/>
              <a:pathLst>
                <a:path w="4492625" h="597040">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sp>
        <p:nvSpPr>
          <p:cNvPr id="473" name="TextBox473"/>
          <p:cNvSpPr txBox="1"/>
          <p:nvPr/>
        </p:nvSpPr>
        <p:spPr>
          <a:xfrm>
            <a:off x="5966460" y="1925955"/>
            <a:ext cx="2867025" cy="381000"/>
          </a:xfrm>
          <a:prstGeom prst="rect">
            <a:avLst/>
          </a:prstGeom>
          <a:noFill/>
        </p:spPr>
        <p:txBody>
          <a:bodyPr wrap="square" lIns="0" tIns="0" rIns="0" bIns="0" rtlCol="0">
            <a:spAutoFit/>
          </a:bodyPr>
          <a:lstStyle/>
          <a:p>
            <a:pPr marL="0" marR="0" indent="0" eaLnBrk="0">
              <a:lnSpc>
                <a:spcPct val="103993"/>
              </a:lnSpc>
            </a:pPr>
            <a:r>
              <a:rPr lang="en-US" altLang="zh-CN" sz="3600" kern="0" spc="0" baseline="2838" noProof="0" dirty="0">
                <a:solidFill>
                  <a:srgbClr val="BFBFBF"/>
                </a:solidFill>
                <a:latin typeface="Arial" pitchFamily="34" charset="0"/>
                <a:ea typeface="Arial" pitchFamily="34" charset="0"/>
                <a:cs typeface="Arial" pitchFamily="34" charset="0"/>
              </a:rPr>
              <a:t>Part</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BFBFBF"/>
                </a:solidFill>
                <a:latin typeface="Arial" pitchFamily="34" charset="0"/>
                <a:ea typeface="Arial" pitchFamily="34" charset="0"/>
                <a:cs typeface="Arial" pitchFamily="34" charset="0"/>
              </a:rPr>
              <a:t>1</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BFBFBF"/>
                </a:solidFill>
                <a:latin typeface="Arial" pitchFamily="34" charset="0"/>
                <a:ea typeface="Arial" pitchFamily="34" charset="0"/>
                <a:cs typeface="Arial" pitchFamily="34" charset="0"/>
              </a:rPr>
              <a:t>CANNBot</a:t>
            </a:r>
            <a:r>
              <a:rPr lang="en-US" altLang="zh-CN" sz="3600" kern="0" spc="0" baseline="2838" noProof="0" dirty="0">
                <a:solidFill>
                  <a:srgbClr val="BFBFBF"/>
                </a:solidFill>
                <a:latin typeface="SimHei" pitchFamily="49" charset="0"/>
                <a:ea typeface="SimHei" pitchFamily="49" charset="0"/>
                <a:cs typeface="SimHei" pitchFamily="49" charset="0"/>
              </a:rPr>
              <a:t>概述</a:t>
            </a:r>
          </a:p>
        </p:txBody>
      </p:sp>
      <p:sp>
        <p:nvSpPr>
          <p:cNvPr id="474" name="TextBox474"/>
          <p:cNvSpPr txBox="1"/>
          <p:nvPr/>
        </p:nvSpPr>
        <p:spPr>
          <a:xfrm>
            <a:off x="6334125" y="3088640"/>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2" noProof="0" dirty="0">
                <a:solidFill>
                  <a:srgbClr val="BFBFBF"/>
                </a:solidFill>
                <a:latin typeface="SimHei" pitchFamily="49" charset="0"/>
                <a:ea typeface="SimHei" pitchFamily="49" charset="0"/>
                <a:cs typeface="SimHei" pitchFamily="49" charset="0"/>
              </a:rPr>
              <a:t>Part</a:t>
            </a:r>
            <a:r>
              <a:rPr lang="en-US" altLang="zh-CN" sz="3600" kern="0" spc="-550" baseline="4172" noProof="0" dirty="0">
                <a:latin typeface="SimHei" pitchFamily="49" charset="0"/>
                <a:ea typeface="SimHei" pitchFamily="49" charset="0"/>
                <a:cs typeface="SimHei" pitchFamily="49" charset="0"/>
              </a:rPr>
              <a:t> </a:t>
            </a:r>
            <a:r>
              <a:rPr lang="en-US" altLang="zh-CN" sz="3600" kern="0" spc="-100" baseline="4172" noProof="0" dirty="0">
                <a:solidFill>
                  <a:srgbClr val="BFBFBF"/>
                </a:solidFill>
                <a:latin typeface="SimHei" pitchFamily="49" charset="0"/>
                <a:ea typeface="SimHei" pitchFamily="49" charset="0"/>
                <a:cs typeface="SimHei" pitchFamily="49" charset="0"/>
              </a:rPr>
              <a:t>2</a:t>
            </a:r>
            <a:r>
              <a:rPr lang="en-US" altLang="zh-CN" sz="3600" kern="0" spc="-550" baseline="4172" noProof="0" dirty="0">
                <a:latin typeface="SimHei" pitchFamily="49" charset="0"/>
                <a:ea typeface="SimHei" pitchFamily="49" charset="0"/>
                <a:cs typeface="SimHei" pitchFamily="49" charset="0"/>
              </a:rPr>
              <a:t> </a:t>
            </a:r>
            <a:r>
              <a:rPr lang="en-US" altLang="zh-CN" sz="3600" kern="0" spc="-60" baseline="4172" noProof="0" dirty="0">
                <a:solidFill>
                  <a:srgbClr val="BFBFBF"/>
                </a:solidFill>
                <a:latin typeface="SimHei" pitchFamily="49" charset="0"/>
                <a:ea typeface="SimHei" pitchFamily="49" charset="0"/>
                <a:cs typeface="SimHei" pitchFamily="49" charset="0"/>
              </a:rPr>
              <a:t>环境搭建</a:t>
            </a:r>
          </a:p>
        </p:txBody>
      </p:sp>
      <p:sp>
        <p:nvSpPr>
          <p:cNvPr id="475" name="TextBox475"/>
          <p:cNvSpPr txBox="1"/>
          <p:nvPr/>
        </p:nvSpPr>
        <p:spPr>
          <a:xfrm>
            <a:off x="6181725" y="4117975"/>
            <a:ext cx="24384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FFFFF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FFFFFF"/>
                </a:solidFill>
                <a:latin typeface="SimHei" pitchFamily="49" charset="0"/>
                <a:ea typeface="SimHei" pitchFamily="49" charset="0"/>
                <a:cs typeface="SimHei" pitchFamily="49" charset="0"/>
              </a:rPr>
              <a:t>3</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FFFFFF"/>
                </a:solidFill>
                <a:latin typeface="SimHei" pitchFamily="49" charset="0"/>
                <a:ea typeface="SimHei" pitchFamily="49" charset="0"/>
                <a:cs typeface="SimHei" pitchFamily="49" charset="0"/>
              </a:rPr>
              <a:t>核心工作流</a:t>
            </a:r>
          </a:p>
        </p:txBody>
      </p:sp>
      <p:sp>
        <p:nvSpPr>
          <p:cNvPr id="476" name="TextBox476"/>
          <p:cNvSpPr txBox="1"/>
          <p:nvPr/>
        </p:nvSpPr>
        <p:spPr>
          <a:xfrm>
            <a:off x="6334125" y="5145405"/>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BFBFB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BFBFBF"/>
                </a:solidFill>
                <a:latin typeface="SimHei" pitchFamily="49" charset="0"/>
                <a:ea typeface="SimHei" pitchFamily="49" charset="0"/>
                <a:cs typeface="SimHei" pitchFamily="49" charset="0"/>
              </a:rPr>
              <a:t>4</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BFBFBF"/>
                </a:solidFill>
                <a:latin typeface="SimHei" pitchFamily="49" charset="0"/>
                <a:ea typeface="SimHei" pitchFamily="49" charset="0"/>
                <a:cs typeface="SimHei" pitchFamily="49" charset="0"/>
              </a:rPr>
              <a:t>实操演示</a:t>
            </a:r>
          </a:p>
        </p:txBody>
      </p:sp>
      <p:pic>
        <p:nvPicPr>
          <p:cNvPr id="477" name="8F9B1770-B75E-4294-0B40-21360A2B8614"/>
          <p:cNvPicPr>
            <a:picLocks noChangeAspect="1"/>
          </p:cNvPicPr>
          <p:nvPr/>
        </p:nvPicPr>
        <p:blipFill>
          <a:blip r:embed="rId4" cstate="print">
            <a:extLst>
              <a:ext uri="{6CEEF810-0B2D-4F0B-6C4F-7A3C82B8F0A1}"/>
            </a:extLst>
          </a:blip>
          <a:srcRect/>
          <a:stretch>
            <a:fillRect/>
          </a:stretch>
        </p:blipFill>
        <p:spPr>
          <a:xfrm>
            <a:off x="10137140" y="6043295"/>
            <a:ext cx="1316567" cy="351367"/>
          </a:xfrm>
          <a:prstGeom prst="rect">
            <a:avLst/>
          </a:prstGeom>
        </p:spPr>
      </p:pic>
    </p:spTree>
    <p:extLst>
      <p:ext uri="{CB610179-689A-413B-C442-72F58CCD5896}"/>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TextBox478"/>
          <p:cNvSpPr txBox="1"/>
          <p:nvPr/>
        </p:nvSpPr>
        <p:spPr>
          <a:xfrm>
            <a:off x="339090" y="228600"/>
            <a:ext cx="4772025" cy="434975"/>
          </a:xfrm>
          <a:prstGeom prst="rect">
            <a:avLst/>
          </a:prstGeom>
          <a:noFill/>
        </p:spPr>
        <p:txBody>
          <a:bodyPr wrap="square" lIns="0" tIns="0" rIns="0" bIns="0" rtlCol="0">
            <a:spAutoFit/>
          </a:bodyPr>
          <a:lstStyle/>
          <a:p>
            <a:pPr marL="0" marR="0" indent="0" eaLnBrk="0">
              <a:lnSpc>
                <a:spcPct val="103787"/>
              </a:lnSpc>
            </a:pPr>
            <a:r>
              <a:rPr lang="en-US" altLang="zh-CN" sz="2750" b="1" kern="0" spc="0" baseline="0" noProof="0" dirty="0">
                <a:solidFill>
                  <a:srgbClr val="1E293B"/>
                </a:solidFill>
                <a:latin typeface="Arial" pitchFamily="34" charset="0"/>
                <a:ea typeface="Arial" pitchFamily="34" charset="0"/>
                <a:cs typeface="Arial" pitchFamily="34" charset="0"/>
              </a:rPr>
              <a:t>Ascend</a:t>
            </a:r>
            <a:r>
              <a:rPr lang="en-US" altLang="zh-CN" sz="2750" b="1" kern="0" spc="-15" baseline="0" noProof="0" dirty="0">
                <a:latin typeface="Arial" pitchFamily="34" charset="0"/>
                <a:ea typeface="Arial" pitchFamily="34" charset="0"/>
                <a:cs typeface="Arial" pitchFamily="34" charset="0"/>
              </a:rPr>
              <a:t> </a:t>
            </a:r>
            <a:r>
              <a:rPr lang="en-US" altLang="zh-CN" sz="2750" b="1" kern="0" spc="0" baseline="0" noProof="0" dirty="0">
                <a:solidFill>
                  <a:srgbClr val="1E293B"/>
                </a:solidFill>
                <a:latin typeface="Arial" pitchFamily="34" charset="0"/>
                <a:ea typeface="Arial" pitchFamily="34" charset="0"/>
                <a:cs typeface="Arial" pitchFamily="34" charset="0"/>
              </a:rPr>
              <a:t>C</a:t>
            </a:r>
            <a:r>
              <a:rPr lang="en-US" altLang="zh-CN" sz="2750" b="1" kern="0" spc="0" baseline="0" noProof="0" dirty="0">
                <a:solidFill>
                  <a:srgbClr val="1E293B"/>
                </a:solidFill>
                <a:latin typeface="SimHei" pitchFamily="49" charset="0"/>
                <a:ea typeface="SimHei" pitchFamily="49" charset="0"/>
                <a:cs typeface="SimHei" pitchFamily="49" charset="0"/>
              </a:rPr>
              <a:t>：七阶段开发工作流</a:t>
            </a:r>
          </a:p>
        </p:txBody>
      </p:sp>
      <p:pic>
        <p:nvPicPr>
          <p:cNvPr id="479" name="2BFF597E-9012-40BB-DA35-D5A2C8F96700"/>
          <p:cNvPicPr>
            <a:picLocks noChangeAspect="1"/>
          </p:cNvPicPr>
          <p:nvPr/>
        </p:nvPicPr>
        <p:blipFill>
          <a:blip r:embed="rId3" cstate="print">
            <a:extLst>
              <a:ext uri="{34448F4E-B4F1-4D2F-6143-0B2ACE9CAA0D}"/>
            </a:extLst>
          </a:blip>
          <a:srcRect/>
          <a:stretch>
            <a:fillRect/>
          </a:stretch>
        </p:blipFill>
        <p:spPr>
          <a:xfrm>
            <a:off x="381000" y="1544320"/>
            <a:ext cx="1193800" cy="1337733"/>
          </a:xfrm>
          <a:prstGeom prst="rect">
            <a:avLst/>
          </a:prstGeom>
        </p:spPr>
      </p:pic>
      <p:sp>
        <p:nvSpPr>
          <p:cNvPr id="480" name="VectorPath 480"/>
          <p:cNvSpPr/>
          <p:nvPr/>
        </p:nvSpPr>
        <p:spPr>
          <a:xfrm>
            <a:off x="748665" y="1696720"/>
            <a:ext cx="457200" cy="457200"/>
          </a:xfrm>
          <a:custGeom>
            <a:avLst/>
            <a:gdLst/>
            <a:ahLst/>
            <a:cxnLst/>
            <a:rect l="l" t="t" r="r" b="b"/>
            <a:pathLst>
              <a:path w="456921" h="457200">
                <a:moveTo>
                  <a:pt x="228321" y="0"/>
                </a:moveTo>
                <a:lnTo>
                  <a:pt x="228321" y="0"/>
                </a:lnTo>
                <a:cubicBezTo>
                  <a:pt x="354482" y="0"/>
                  <a:pt x="456921" y="102489"/>
                  <a:pt x="456921" y="228600"/>
                </a:cubicBezTo>
                <a:lnTo>
                  <a:pt x="456921" y="228600"/>
                </a:lnTo>
                <a:cubicBezTo>
                  <a:pt x="456921" y="354711"/>
                  <a:pt x="354482" y="457200"/>
                  <a:pt x="228321" y="457200"/>
                </a:cubicBezTo>
                <a:lnTo>
                  <a:pt x="228321" y="457200"/>
                </a:lnTo>
                <a:cubicBezTo>
                  <a:pt x="102146" y="457200"/>
                  <a:pt x="-279" y="354711"/>
                  <a:pt x="-279" y="228600"/>
                </a:cubicBezTo>
                <a:lnTo>
                  <a:pt x="-279" y="228600"/>
                </a:lnTo>
                <a:cubicBezTo>
                  <a:pt x="-279" y="102489"/>
                  <a:pt x="102146" y="0"/>
                  <a:pt x="228321" y="0"/>
                </a:cubicBezTo>
              </a:path>
            </a:pathLst>
          </a:custGeom>
          <a:solidFill>
            <a:srgbClr val="FFFFFF">
              <a:alpha val="20000"/>
            </a:srgbClr>
          </a:solidFill>
        </p:spPr>
      </p:sp>
      <p:sp>
        <p:nvSpPr>
          <p:cNvPr id="481" name="TextBox481"/>
          <p:cNvSpPr txBox="1"/>
          <p:nvPr/>
        </p:nvSpPr>
        <p:spPr>
          <a:xfrm>
            <a:off x="906780" y="1787525"/>
            <a:ext cx="138112" cy="274637"/>
          </a:xfrm>
          <a:prstGeom prst="rect">
            <a:avLst/>
          </a:prstGeom>
          <a:noFill/>
        </p:spPr>
        <p:txBody>
          <a:bodyPr wrap="square" lIns="0" tIns="0" rIns="0" bIns="0" rtlCol="0">
            <a:spAutoFit/>
          </a:bodyPr>
          <a:lstStyle/>
          <a:p>
            <a:pPr marL="0" marR="0" indent="0" eaLnBrk="0">
              <a:lnSpc>
                <a:spcPct val="100000"/>
              </a:lnSpc>
            </a:pPr>
            <a:r>
              <a:rPr lang="en-US" altLang="zh-CN" sz="1800" b="1" kern="0" spc="60" baseline="0" noProof="0" dirty="0">
                <a:solidFill>
                  <a:srgbClr val="FFFFFF"/>
                </a:solidFill>
                <a:latin typeface="Arial" pitchFamily="34" charset="0"/>
                <a:ea typeface="Arial" pitchFamily="34" charset="0"/>
                <a:cs typeface="Arial" pitchFamily="34" charset="0"/>
              </a:rPr>
              <a:t>1</a:t>
            </a:r>
          </a:p>
        </p:txBody>
      </p:sp>
      <p:sp>
        <p:nvSpPr>
          <p:cNvPr id="482" name="TextBox482"/>
          <p:cNvSpPr txBox="1"/>
          <p:nvPr/>
        </p:nvSpPr>
        <p:spPr>
          <a:xfrm>
            <a:off x="632460" y="2283460"/>
            <a:ext cx="688975"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环境检查</a:t>
            </a:r>
          </a:p>
        </p:txBody>
      </p:sp>
      <p:sp>
        <p:nvSpPr>
          <p:cNvPr id="483" name="VectorPath 483"/>
          <p:cNvSpPr/>
          <p:nvPr/>
        </p:nvSpPr>
        <p:spPr>
          <a:xfrm>
            <a:off x="663575" y="2614930"/>
            <a:ext cx="212090" cy="73025"/>
          </a:xfrm>
          <a:custGeom>
            <a:avLst/>
            <a:gdLst/>
            <a:ahLst/>
            <a:cxnLst/>
            <a:rect l="l" t="t" r="r" b="b"/>
            <a:pathLst>
              <a:path w="212065" h="72771">
                <a:moveTo>
                  <a:pt x="42266" y="72073"/>
                </a:moveTo>
                <a:cubicBezTo>
                  <a:pt x="44682" y="71144"/>
                  <a:pt x="47294" y="70160"/>
                  <a:pt x="49763" y="68885"/>
                </a:cubicBezTo>
                <a:lnTo>
                  <a:pt x="49860" y="68834"/>
                </a:lnTo>
                <a:cubicBezTo>
                  <a:pt x="54692" y="66311"/>
                  <a:pt x="58007" y="62660"/>
                  <a:pt x="59807" y="57881"/>
                </a:cubicBezTo>
                <a:lnTo>
                  <a:pt x="59842" y="57785"/>
                </a:lnTo>
                <a:lnTo>
                  <a:pt x="51130" y="52832"/>
                </a:lnTo>
                <a:cubicBezTo>
                  <a:pt x="49351" y="56112"/>
                  <a:pt x="47071" y="58389"/>
                  <a:pt x="44278" y="59913"/>
                </a:cubicBezTo>
                <a:lnTo>
                  <a:pt x="44221" y="59944"/>
                </a:lnTo>
                <a:cubicBezTo>
                  <a:pt x="42811" y="60706"/>
                  <a:pt x="41275" y="61277"/>
                  <a:pt x="39738" y="61849"/>
                </a:cubicBezTo>
                <a:lnTo>
                  <a:pt x="34303" y="62230"/>
                </a:lnTo>
                <a:cubicBezTo>
                  <a:pt x="30139" y="62230"/>
                  <a:pt x="26503" y="61478"/>
                  <a:pt x="23293" y="59850"/>
                </a:cubicBezTo>
                <a:lnTo>
                  <a:pt x="23228" y="59817"/>
                </a:lnTo>
                <a:cubicBezTo>
                  <a:pt x="20037" y="58177"/>
                  <a:pt x="17409" y="55534"/>
                  <a:pt x="15357" y="52014"/>
                </a:cubicBezTo>
                <a:lnTo>
                  <a:pt x="15316" y="51943"/>
                </a:lnTo>
                <a:cubicBezTo>
                  <a:pt x="13273" y="48537"/>
                  <a:pt x="12119" y="44128"/>
                  <a:pt x="11842" y="38717"/>
                </a:cubicBezTo>
                <a:lnTo>
                  <a:pt x="11836" y="38608"/>
                </a:lnTo>
                <a:lnTo>
                  <a:pt x="61989" y="38608"/>
                </a:lnTo>
                <a:cubicBezTo>
                  <a:pt x="62528" y="35244"/>
                  <a:pt x="62674" y="31975"/>
                  <a:pt x="62821" y="28702"/>
                </a:cubicBezTo>
                <a:lnTo>
                  <a:pt x="60557" y="19677"/>
                </a:lnTo>
                <a:cubicBezTo>
                  <a:pt x="58472" y="13629"/>
                  <a:pt x="55037" y="8953"/>
                  <a:pt x="50224" y="5405"/>
                </a:cubicBezTo>
                <a:lnTo>
                  <a:pt x="50127" y="5334"/>
                </a:lnTo>
                <a:cubicBezTo>
                  <a:pt x="47688" y="3556"/>
                  <a:pt x="45021" y="2223"/>
                  <a:pt x="42354" y="889"/>
                </a:cubicBezTo>
                <a:lnTo>
                  <a:pt x="32887" y="0"/>
                </a:lnTo>
                <a:lnTo>
                  <a:pt x="32633" y="0"/>
                </a:lnTo>
                <a:cubicBezTo>
                  <a:pt x="26726" y="20"/>
                  <a:pt x="21300" y="1522"/>
                  <a:pt x="16356" y="4262"/>
                </a:cubicBezTo>
                <a:lnTo>
                  <a:pt x="16256" y="4318"/>
                </a:lnTo>
                <a:cubicBezTo>
                  <a:pt x="13741" y="5786"/>
                  <a:pt x="11479" y="7543"/>
                  <a:pt x="9252" y="9271"/>
                </a:cubicBezTo>
                <a:lnTo>
                  <a:pt x="4314" y="16654"/>
                </a:lnTo>
                <a:cubicBezTo>
                  <a:pt x="2757" y="19491"/>
                  <a:pt x="1634" y="22473"/>
                  <a:pt x="508" y="25464"/>
                </a:cubicBezTo>
                <a:lnTo>
                  <a:pt x="-241" y="35921"/>
                </a:lnTo>
                <a:cubicBezTo>
                  <a:pt x="-241" y="39941"/>
                  <a:pt x="133" y="43529"/>
                  <a:pt x="508" y="47117"/>
                </a:cubicBezTo>
                <a:lnTo>
                  <a:pt x="4195" y="55771"/>
                </a:lnTo>
                <a:cubicBezTo>
                  <a:pt x="7232" y="61304"/>
                  <a:pt x="11262" y="65476"/>
                  <a:pt x="16356" y="68394"/>
                </a:cubicBezTo>
                <a:lnTo>
                  <a:pt x="16459" y="68453"/>
                </a:lnTo>
                <a:cubicBezTo>
                  <a:pt x="19076" y="69875"/>
                  <a:pt x="21838" y="70967"/>
                  <a:pt x="24454" y="72009"/>
                </a:cubicBezTo>
                <a:lnTo>
                  <a:pt x="33428" y="72771"/>
                </a:lnTo>
                <a:cubicBezTo>
                  <a:pt x="33593" y="72771"/>
                  <a:pt x="33633" y="72771"/>
                  <a:pt x="33673" y="72771"/>
                </a:cubicBezTo>
                <a:moveTo>
                  <a:pt x="88341" y="31534"/>
                </a:moveTo>
                <a:cubicBezTo>
                  <a:pt x="88354" y="27155"/>
                  <a:pt x="89281" y="23273"/>
                  <a:pt x="91123" y="20254"/>
                </a:cubicBezTo>
                <a:lnTo>
                  <a:pt x="91161" y="20193"/>
                </a:lnTo>
                <a:cubicBezTo>
                  <a:pt x="93015" y="17165"/>
                  <a:pt x="95433" y="14890"/>
                  <a:pt x="98403" y="13241"/>
                </a:cubicBezTo>
                <a:lnTo>
                  <a:pt x="98463" y="13208"/>
                </a:lnTo>
                <a:cubicBezTo>
                  <a:pt x="99961" y="12446"/>
                  <a:pt x="101510" y="11875"/>
                  <a:pt x="103061" y="11303"/>
                </a:cubicBezTo>
                <a:lnTo>
                  <a:pt x="107984" y="10922"/>
                </a:lnTo>
                <a:cubicBezTo>
                  <a:pt x="110642" y="10922"/>
                  <a:pt x="112916" y="11366"/>
                  <a:pt x="115189" y="11811"/>
                </a:cubicBezTo>
                <a:lnTo>
                  <a:pt x="119734" y="16185"/>
                </a:lnTo>
                <a:cubicBezTo>
                  <a:pt x="121107" y="18034"/>
                  <a:pt x="122098" y="20193"/>
                  <a:pt x="123088" y="22352"/>
                </a:cubicBezTo>
                <a:lnTo>
                  <a:pt x="123749" y="31364"/>
                </a:lnTo>
                <a:lnTo>
                  <a:pt x="123749" y="71247"/>
                </a:lnTo>
                <a:lnTo>
                  <a:pt x="135141" y="71247"/>
                </a:lnTo>
                <a:lnTo>
                  <a:pt x="135141" y="28141"/>
                </a:lnTo>
                <a:cubicBezTo>
                  <a:pt x="135111" y="19271"/>
                  <a:pt x="132906" y="12379"/>
                  <a:pt x="128525" y="7465"/>
                </a:cubicBezTo>
                <a:lnTo>
                  <a:pt x="128435" y="7366"/>
                </a:lnTo>
                <a:cubicBezTo>
                  <a:pt x="126188" y="4940"/>
                  <a:pt x="123569" y="3092"/>
                  <a:pt x="120993" y="1270"/>
                </a:cubicBezTo>
                <a:lnTo>
                  <a:pt x="110753" y="0"/>
                </a:lnTo>
                <a:lnTo>
                  <a:pt x="110506" y="0"/>
                </a:lnTo>
                <a:cubicBezTo>
                  <a:pt x="105663" y="15"/>
                  <a:pt x="101265" y="1143"/>
                  <a:pt x="97336" y="3384"/>
                </a:cubicBezTo>
                <a:lnTo>
                  <a:pt x="97257" y="3429"/>
                </a:lnTo>
                <a:cubicBezTo>
                  <a:pt x="93308" y="5574"/>
                  <a:pt x="90174" y="8846"/>
                  <a:pt x="87854" y="13122"/>
                </a:cubicBezTo>
                <a:lnTo>
                  <a:pt x="87808" y="13208"/>
                </a:lnTo>
                <a:cubicBezTo>
                  <a:pt x="87442" y="9928"/>
                  <a:pt x="87176" y="6146"/>
                  <a:pt x="86998" y="1740"/>
                </a:cubicBezTo>
                <a:lnTo>
                  <a:pt x="86995" y="1651"/>
                </a:lnTo>
                <a:lnTo>
                  <a:pt x="76937" y="1651"/>
                </a:lnTo>
                <a:lnTo>
                  <a:pt x="76937" y="71247"/>
                </a:lnTo>
                <a:lnTo>
                  <a:pt x="88341" y="71247"/>
                </a:lnTo>
                <a:close/>
                <a:moveTo>
                  <a:pt x="212065" y="1651"/>
                </a:moveTo>
                <a:lnTo>
                  <a:pt x="200266" y="1651"/>
                </a:lnTo>
                <a:lnTo>
                  <a:pt x="180149" y="56134"/>
                </a:lnTo>
                <a:lnTo>
                  <a:pt x="158686" y="1651"/>
                </a:lnTo>
                <a:lnTo>
                  <a:pt x="145682" y="1651"/>
                </a:lnTo>
                <a:lnTo>
                  <a:pt x="174777" y="71247"/>
                </a:lnTo>
                <a:lnTo>
                  <a:pt x="184036" y="71247"/>
                </a:lnTo>
                <a:close/>
                <a:moveTo>
                  <a:pt x="12230" y="29464"/>
                </a:moveTo>
                <a:cubicBezTo>
                  <a:pt x="12861" y="25301"/>
                  <a:pt x="14143" y="21890"/>
                  <a:pt x="16090" y="18981"/>
                </a:cubicBezTo>
                <a:lnTo>
                  <a:pt x="16129" y="18923"/>
                </a:lnTo>
                <a:cubicBezTo>
                  <a:pt x="18084" y="16148"/>
                  <a:pt x="20428" y="13999"/>
                  <a:pt x="23173" y="12601"/>
                </a:cubicBezTo>
                <a:lnTo>
                  <a:pt x="23228" y="12573"/>
                </a:lnTo>
                <a:cubicBezTo>
                  <a:pt x="24610" y="11879"/>
                  <a:pt x="26055" y="11373"/>
                  <a:pt x="27527" y="10858"/>
                </a:cubicBezTo>
                <a:lnTo>
                  <a:pt x="32281" y="10541"/>
                </a:lnTo>
                <a:lnTo>
                  <a:pt x="32415" y="10541"/>
                </a:lnTo>
                <a:cubicBezTo>
                  <a:pt x="35768" y="10550"/>
                  <a:pt x="38750" y="11178"/>
                  <a:pt x="41349" y="12669"/>
                </a:cubicBezTo>
                <a:lnTo>
                  <a:pt x="41402" y="12700"/>
                </a:lnTo>
                <a:cubicBezTo>
                  <a:pt x="44026" y="14213"/>
                  <a:pt x="46099" y="16354"/>
                  <a:pt x="47607" y="19121"/>
                </a:cubicBezTo>
                <a:lnTo>
                  <a:pt x="47638" y="19177"/>
                </a:lnTo>
                <a:cubicBezTo>
                  <a:pt x="49155" y="22090"/>
                  <a:pt x="50003" y="25493"/>
                  <a:pt x="50187" y="29385"/>
                </a:cubicBezTo>
                <a:lnTo>
                  <a:pt x="50190" y="29464"/>
                </a:lnTo>
                <a:close/>
              </a:path>
            </a:pathLst>
          </a:custGeom>
          <a:solidFill>
            <a:srgbClr val="FFFFFF">
              <a:alpha val="80000"/>
            </a:srgbClr>
          </a:solidFill>
        </p:spPr>
      </p:sp>
      <p:pic>
        <p:nvPicPr>
          <p:cNvPr id="484" name="5AB322ED-5219-458C-2FE0-6E02EDE19DDA"/>
          <p:cNvPicPr>
            <a:picLocks noChangeAspect="1"/>
          </p:cNvPicPr>
          <p:nvPr/>
        </p:nvPicPr>
        <p:blipFill>
          <a:blip r:embed="rId4" cstate="print">
            <a:extLst>
              <a:ext uri="{BD2F1EBA-5FF7-4719-C181-9B3E175F3811}"/>
            </a:extLst>
          </a:blip>
          <a:srcRect/>
          <a:stretch>
            <a:fillRect/>
          </a:stretch>
        </p:blipFill>
        <p:spPr>
          <a:xfrm>
            <a:off x="948055" y="2584450"/>
            <a:ext cx="351367" cy="105833"/>
          </a:xfrm>
          <a:prstGeom prst="rect">
            <a:avLst/>
          </a:prstGeom>
        </p:spPr>
      </p:pic>
      <p:sp>
        <p:nvSpPr>
          <p:cNvPr id="485" name="VectorPath 485"/>
          <p:cNvSpPr/>
          <p:nvPr/>
        </p:nvSpPr>
        <p:spPr>
          <a:xfrm>
            <a:off x="1715770" y="2124075"/>
            <a:ext cx="229870" cy="173990"/>
          </a:xfrm>
          <a:custGeom>
            <a:avLst/>
            <a:gdLst/>
            <a:ahLst/>
            <a:cxnLst/>
            <a:rect l="l" t="t" r="r" b="b"/>
            <a:pathLst>
              <a:path w="229743" h="173990">
                <a:moveTo>
                  <a:pt x="224282" y="97028"/>
                </a:moveTo>
                <a:cubicBezTo>
                  <a:pt x="229870" y="91567"/>
                  <a:pt x="229870" y="82423"/>
                  <a:pt x="224282" y="76835"/>
                </a:cubicBezTo>
                <a:lnTo>
                  <a:pt x="152908" y="5461"/>
                </a:lnTo>
                <a:cubicBezTo>
                  <a:pt x="147320" y="-127"/>
                  <a:pt x="138303" y="-127"/>
                  <a:pt x="132715" y="5461"/>
                </a:cubicBezTo>
                <a:cubicBezTo>
                  <a:pt x="127127" y="11049"/>
                  <a:pt x="127127" y="20066"/>
                  <a:pt x="132715" y="25654"/>
                </a:cubicBezTo>
                <a:lnTo>
                  <a:pt x="179705" y="72771"/>
                </a:lnTo>
                <a:lnTo>
                  <a:pt x="14224" y="72771"/>
                </a:lnTo>
                <a:cubicBezTo>
                  <a:pt x="6350" y="72771"/>
                  <a:pt x="0" y="79121"/>
                  <a:pt x="0" y="86995"/>
                </a:cubicBezTo>
                <a:cubicBezTo>
                  <a:pt x="0" y="94869"/>
                  <a:pt x="6350" y="101346"/>
                  <a:pt x="14224" y="101346"/>
                </a:cubicBezTo>
                <a:lnTo>
                  <a:pt x="179705" y="101346"/>
                </a:lnTo>
                <a:lnTo>
                  <a:pt x="132715" y="148336"/>
                </a:lnTo>
                <a:cubicBezTo>
                  <a:pt x="127127" y="153924"/>
                  <a:pt x="127127" y="162941"/>
                  <a:pt x="132715" y="168529"/>
                </a:cubicBezTo>
                <a:cubicBezTo>
                  <a:pt x="138303" y="174117"/>
                  <a:pt x="147320" y="174117"/>
                  <a:pt x="152908" y="168529"/>
                </a:cubicBezTo>
                <a:lnTo>
                  <a:pt x="224282" y="97155"/>
                </a:lnTo>
                <a:lnTo>
                  <a:pt x="224282" y="97028"/>
                </a:lnTo>
                <a:close/>
              </a:path>
            </a:pathLst>
          </a:custGeom>
          <a:solidFill>
            <a:srgbClr val="2563EB">
              <a:alpha val="100000"/>
            </a:srgbClr>
          </a:solidFill>
        </p:spPr>
      </p:sp>
      <p:pic>
        <p:nvPicPr>
          <p:cNvPr id="486" name="17C5813C-6C20-4FE2-E08E-26F2545DCB26"/>
          <p:cNvPicPr>
            <a:picLocks noChangeAspect="1"/>
          </p:cNvPicPr>
          <p:nvPr/>
        </p:nvPicPr>
        <p:blipFill>
          <a:blip r:embed="rId5" cstate="print">
            <a:extLst>
              <a:ext uri="{BC64B6CA-B58F-4B61-1657-425512E3DE8F}"/>
            </a:extLst>
          </a:blip>
          <a:srcRect/>
          <a:stretch>
            <a:fillRect/>
          </a:stretch>
        </p:blipFill>
        <p:spPr>
          <a:xfrm>
            <a:off x="2087245" y="1544320"/>
            <a:ext cx="1193800" cy="1337733"/>
          </a:xfrm>
          <a:prstGeom prst="rect">
            <a:avLst/>
          </a:prstGeom>
        </p:spPr>
      </p:pic>
      <p:sp>
        <p:nvSpPr>
          <p:cNvPr id="487" name="VectorPath 487"/>
          <p:cNvSpPr/>
          <p:nvPr/>
        </p:nvSpPr>
        <p:spPr>
          <a:xfrm>
            <a:off x="2454910" y="1696720"/>
            <a:ext cx="457200" cy="457200"/>
          </a:xfrm>
          <a:custGeom>
            <a:avLst/>
            <a:gdLst/>
            <a:ahLst/>
            <a:cxnLst/>
            <a:rect l="l" t="t" r="r" b="b"/>
            <a:pathLst>
              <a:path w="456946" h="457200">
                <a:moveTo>
                  <a:pt x="228346" y="0"/>
                </a:moveTo>
                <a:lnTo>
                  <a:pt x="228346" y="0"/>
                </a:lnTo>
                <a:cubicBezTo>
                  <a:pt x="354584" y="0"/>
                  <a:pt x="456946" y="102489"/>
                  <a:pt x="456946" y="228600"/>
                </a:cubicBezTo>
                <a:lnTo>
                  <a:pt x="456946" y="228600"/>
                </a:lnTo>
                <a:cubicBezTo>
                  <a:pt x="456946" y="354711"/>
                  <a:pt x="354584" y="457200"/>
                  <a:pt x="228346" y="457200"/>
                </a:cubicBezTo>
                <a:lnTo>
                  <a:pt x="228346" y="457200"/>
                </a:lnTo>
                <a:cubicBezTo>
                  <a:pt x="102235" y="457200"/>
                  <a:pt x="-254" y="354711"/>
                  <a:pt x="-254" y="228600"/>
                </a:cubicBezTo>
                <a:lnTo>
                  <a:pt x="-254" y="228600"/>
                </a:lnTo>
                <a:cubicBezTo>
                  <a:pt x="-254" y="102489"/>
                  <a:pt x="102235" y="0"/>
                  <a:pt x="228346" y="0"/>
                </a:cubicBezTo>
              </a:path>
            </a:pathLst>
          </a:custGeom>
          <a:solidFill>
            <a:srgbClr val="FFFFFF">
              <a:alpha val="20000"/>
            </a:srgbClr>
          </a:solidFill>
        </p:spPr>
      </p:sp>
      <p:sp>
        <p:nvSpPr>
          <p:cNvPr id="488" name="TextBox488"/>
          <p:cNvSpPr txBox="1"/>
          <p:nvPr/>
        </p:nvSpPr>
        <p:spPr>
          <a:xfrm>
            <a:off x="2617470" y="1787525"/>
            <a:ext cx="138112" cy="274637"/>
          </a:xfrm>
          <a:prstGeom prst="rect">
            <a:avLst/>
          </a:prstGeom>
          <a:noFill/>
        </p:spPr>
        <p:txBody>
          <a:bodyPr wrap="square" lIns="0" tIns="0" rIns="0" bIns="0" rtlCol="0">
            <a:spAutoFit/>
          </a:bodyPr>
          <a:lstStyle/>
          <a:p>
            <a:pPr marL="0" marR="0" indent="0" eaLnBrk="0">
              <a:lnSpc>
                <a:spcPct val="100000"/>
              </a:lnSpc>
            </a:pPr>
            <a:r>
              <a:rPr lang="en-US" altLang="zh-CN" sz="1800" b="1" kern="0" spc="60" baseline="0" noProof="0" dirty="0">
                <a:solidFill>
                  <a:srgbClr val="FFFFFF"/>
                </a:solidFill>
                <a:latin typeface="Arial" pitchFamily="34" charset="0"/>
                <a:ea typeface="Arial" pitchFamily="34" charset="0"/>
                <a:cs typeface="Arial" pitchFamily="34" charset="0"/>
              </a:rPr>
              <a:t>2</a:t>
            </a:r>
          </a:p>
        </p:txBody>
      </p:sp>
      <p:sp>
        <p:nvSpPr>
          <p:cNvPr id="489" name="TextBox489"/>
          <p:cNvSpPr txBox="1"/>
          <p:nvPr/>
        </p:nvSpPr>
        <p:spPr>
          <a:xfrm>
            <a:off x="2338705" y="2283460"/>
            <a:ext cx="690562"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需求分析</a:t>
            </a:r>
          </a:p>
        </p:txBody>
      </p:sp>
      <p:pic>
        <p:nvPicPr>
          <p:cNvPr id="490" name="83AE9BE2-5D9D-45B6-FCF1-E1C52CB75C81"/>
          <p:cNvPicPr>
            <a:picLocks noChangeAspect="1"/>
          </p:cNvPicPr>
          <p:nvPr/>
        </p:nvPicPr>
        <p:blipFill>
          <a:blip r:embed="rId6" cstate="print">
            <a:extLst>
              <a:ext uri="{54845CAB-1FB4-4974-785A-923D70D9C3F9}"/>
            </a:extLst>
          </a:blip>
          <a:srcRect/>
          <a:stretch>
            <a:fillRect/>
          </a:stretch>
        </p:blipFill>
        <p:spPr>
          <a:xfrm>
            <a:off x="2317115" y="2588895"/>
            <a:ext cx="745067" cy="131233"/>
          </a:xfrm>
          <a:prstGeom prst="rect">
            <a:avLst/>
          </a:prstGeom>
        </p:spPr>
      </p:pic>
      <p:sp>
        <p:nvSpPr>
          <p:cNvPr id="491" name="VectorPath 491"/>
          <p:cNvSpPr/>
          <p:nvPr/>
        </p:nvSpPr>
        <p:spPr>
          <a:xfrm>
            <a:off x="3422015" y="2124075"/>
            <a:ext cx="230505" cy="173990"/>
          </a:xfrm>
          <a:custGeom>
            <a:avLst/>
            <a:gdLst/>
            <a:ahLst/>
            <a:cxnLst/>
            <a:rect l="l" t="t" r="r" b="b"/>
            <a:pathLst>
              <a:path w="229997" h="173990">
                <a:moveTo>
                  <a:pt x="224409" y="97028"/>
                </a:moveTo>
                <a:cubicBezTo>
                  <a:pt x="229997" y="91567"/>
                  <a:pt x="229997" y="82423"/>
                  <a:pt x="224409" y="76835"/>
                </a:cubicBezTo>
                <a:lnTo>
                  <a:pt x="152908" y="5461"/>
                </a:lnTo>
                <a:cubicBezTo>
                  <a:pt x="147320" y="-127"/>
                  <a:pt x="138303" y="-127"/>
                  <a:pt x="132715" y="5461"/>
                </a:cubicBezTo>
                <a:cubicBezTo>
                  <a:pt x="127127" y="11049"/>
                  <a:pt x="127127" y="20066"/>
                  <a:pt x="132715" y="25654"/>
                </a:cubicBezTo>
                <a:lnTo>
                  <a:pt x="179705" y="72771"/>
                </a:lnTo>
                <a:lnTo>
                  <a:pt x="14224" y="72771"/>
                </a:lnTo>
                <a:cubicBezTo>
                  <a:pt x="6350" y="72771"/>
                  <a:pt x="0" y="79121"/>
                  <a:pt x="0" y="86995"/>
                </a:cubicBezTo>
                <a:cubicBezTo>
                  <a:pt x="0" y="94869"/>
                  <a:pt x="6350" y="101346"/>
                  <a:pt x="14224" y="101346"/>
                </a:cubicBezTo>
                <a:lnTo>
                  <a:pt x="179705" y="101346"/>
                </a:lnTo>
                <a:lnTo>
                  <a:pt x="132715" y="148336"/>
                </a:lnTo>
                <a:cubicBezTo>
                  <a:pt x="127127" y="153924"/>
                  <a:pt x="127127" y="162941"/>
                  <a:pt x="132715" y="168529"/>
                </a:cubicBezTo>
                <a:cubicBezTo>
                  <a:pt x="138303" y="174117"/>
                  <a:pt x="147320" y="174117"/>
                  <a:pt x="152908" y="168529"/>
                </a:cubicBezTo>
                <a:lnTo>
                  <a:pt x="224409" y="97155"/>
                </a:lnTo>
                <a:lnTo>
                  <a:pt x="224409" y="97028"/>
                </a:lnTo>
                <a:close/>
              </a:path>
            </a:pathLst>
          </a:custGeom>
          <a:solidFill>
            <a:srgbClr val="0EA5E9">
              <a:alpha val="100000"/>
            </a:srgbClr>
          </a:solidFill>
        </p:spPr>
      </p:sp>
      <p:pic>
        <p:nvPicPr>
          <p:cNvPr id="492" name="F76519F4-4BD3-458D-C3CF-2216AEE4720B"/>
          <p:cNvPicPr>
            <a:picLocks noChangeAspect="1"/>
          </p:cNvPicPr>
          <p:nvPr/>
        </p:nvPicPr>
        <p:blipFill>
          <a:blip r:embed="rId7" cstate="print">
            <a:extLst>
              <a:ext uri="{6DA1748E-67AA-4A9E-456E-131935971557}"/>
            </a:extLst>
          </a:blip>
          <a:srcRect/>
          <a:stretch>
            <a:fillRect/>
          </a:stretch>
        </p:blipFill>
        <p:spPr>
          <a:xfrm>
            <a:off x="3793490" y="1544320"/>
            <a:ext cx="1193800" cy="1337733"/>
          </a:xfrm>
          <a:prstGeom prst="rect">
            <a:avLst/>
          </a:prstGeom>
        </p:spPr>
      </p:pic>
      <p:sp>
        <p:nvSpPr>
          <p:cNvPr id="493" name="VectorPath 493"/>
          <p:cNvSpPr/>
          <p:nvPr/>
        </p:nvSpPr>
        <p:spPr>
          <a:xfrm>
            <a:off x="4161155" y="1696720"/>
            <a:ext cx="457200" cy="457200"/>
          </a:xfrm>
          <a:custGeom>
            <a:avLst/>
            <a:gdLst/>
            <a:ahLst/>
            <a:cxnLst/>
            <a:rect l="l" t="t" r="r" b="b"/>
            <a:pathLst>
              <a:path w="457073" h="457200">
                <a:moveTo>
                  <a:pt x="228473" y="0"/>
                </a:moveTo>
                <a:lnTo>
                  <a:pt x="228473" y="0"/>
                </a:lnTo>
                <a:cubicBezTo>
                  <a:pt x="354711" y="0"/>
                  <a:pt x="457073" y="102489"/>
                  <a:pt x="457073" y="228600"/>
                </a:cubicBezTo>
                <a:lnTo>
                  <a:pt x="457073" y="228600"/>
                </a:lnTo>
                <a:cubicBezTo>
                  <a:pt x="457073" y="354711"/>
                  <a:pt x="354711" y="457200"/>
                  <a:pt x="228473" y="457200"/>
                </a:cubicBezTo>
                <a:lnTo>
                  <a:pt x="228473" y="457200"/>
                </a:lnTo>
                <a:cubicBezTo>
                  <a:pt x="102362" y="457200"/>
                  <a:pt x="-127" y="354711"/>
                  <a:pt x="-127" y="228600"/>
                </a:cubicBezTo>
                <a:lnTo>
                  <a:pt x="-127" y="228600"/>
                </a:lnTo>
                <a:cubicBezTo>
                  <a:pt x="-127" y="102489"/>
                  <a:pt x="102362" y="0"/>
                  <a:pt x="228473" y="0"/>
                </a:cubicBezTo>
              </a:path>
            </a:pathLst>
          </a:custGeom>
          <a:solidFill>
            <a:srgbClr val="FFFFFF">
              <a:alpha val="20000"/>
            </a:srgbClr>
          </a:solidFill>
        </p:spPr>
      </p:sp>
      <p:sp>
        <p:nvSpPr>
          <p:cNvPr id="494" name="TextBox494"/>
          <p:cNvSpPr txBox="1"/>
          <p:nvPr/>
        </p:nvSpPr>
        <p:spPr>
          <a:xfrm>
            <a:off x="4321175" y="1787525"/>
            <a:ext cx="138112" cy="274637"/>
          </a:xfrm>
          <a:prstGeom prst="rect">
            <a:avLst/>
          </a:prstGeom>
          <a:noFill/>
        </p:spPr>
        <p:txBody>
          <a:bodyPr wrap="square" lIns="0" tIns="0" rIns="0" bIns="0" rtlCol="0">
            <a:spAutoFit/>
          </a:bodyPr>
          <a:lstStyle/>
          <a:p>
            <a:pPr marL="0" marR="0" indent="0" eaLnBrk="0">
              <a:lnSpc>
                <a:spcPct val="100000"/>
              </a:lnSpc>
              <a:spcAft>
                <a:spcPts val="5"/>
              </a:spcAft>
            </a:pPr>
            <a:r>
              <a:rPr lang="en-US" altLang="zh-CN" sz="1800" b="1" kern="0" spc="60" baseline="0" noProof="0" dirty="0">
                <a:solidFill>
                  <a:srgbClr val="FFFFFF"/>
                </a:solidFill>
                <a:latin typeface="Arial" pitchFamily="34" charset="0"/>
                <a:ea typeface="Arial" pitchFamily="34" charset="0"/>
                <a:cs typeface="Arial" pitchFamily="34" charset="0"/>
              </a:rPr>
              <a:t>3</a:t>
            </a:r>
          </a:p>
        </p:txBody>
      </p:sp>
      <p:sp>
        <p:nvSpPr>
          <p:cNvPr id="495" name="TextBox495"/>
          <p:cNvSpPr txBox="1"/>
          <p:nvPr/>
        </p:nvSpPr>
        <p:spPr>
          <a:xfrm>
            <a:off x="4045585" y="2283460"/>
            <a:ext cx="688975"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算子实现</a:t>
            </a:r>
          </a:p>
        </p:txBody>
      </p:sp>
      <p:pic>
        <p:nvPicPr>
          <p:cNvPr id="496" name="0AC1B65F-D271-46E5-BB56-8D289AB4FC6A"/>
          <p:cNvPicPr>
            <a:picLocks noChangeAspect="1"/>
          </p:cNvPicPr>
          <p:nvPr/>
        </p:nvPicPr>
        <p:blipFill>
          <a:blip r:embed="rId8" cstate="print">
            <a:extLst>
              <a:ext uri="{49210ED7-E3AB-49D5-5F56-4AF2D38DB270}"/>
            </a:extLst>
          </a:blip>
          <a:srcRect/>
          <a:stretch>
            <a:fillRect/>
          </a:stretch>
        </p:blipFill>
        <p:spPr>
          <a:xfrm>
            <a:off x="4066540" y="2584450"/>
            <a:ext cx="359833" cy="105833"/>
          </a:xfrm>
          <a:prstGeom prst="rect">
            <a:avLst/>
          </a:prstGeom>
        </p:spPr>
      </p:pic>
      <p:sp>
        <p:nvSpPr>
          <p:cNvPr id="497" name="VectorPath 497"/>
          <p:cNvSpPr/>
          <p:nvPr/>
        </p:nvSpPr>
        <p:spPr>
          <a:xfrm>
            <a:off x="4504055" y="2584450"/>
            <a:ext cx="215900" cy="103505"/>
          </a:xfrm>
          <a:custGeom>
            <a:avLst/>
            <a:gdLst/>
            <a:ahLst/>
            <a:cxnLst/>
            <a:rect l="l" t="t" r="r" b="b"/>
            <a:pathLst>
              <a:path w="215392" h="103378">
                <a:moveTo>
                  <a:pt x="37528" y="102807"/>
                </a:moveTo>
                <a:cubicBezTo>
                  <a:pt x="39636" y="101997"/>
                  <a:pt x="41778" y="101183"/>
                  <a:pt x="43858" y="100119"/>
                </a:cubicBezTo>
                <a:lnTo>
                  <a:pt x="43942" y="100076"/>
                </a:lnTo>
                <a:cubicBezTo>
                  <a:pt x="48105" y="97805"/>
                  <a:pt x="51391" y="94532"/>
                  <a:pt x="53924" y="90132"/>
                </a:cubicBezTo>
                <a:lnTo>
                  <a:pt x="53975" y="90043"/>
                </a:lnTo>
                <a:cubicBezTo>
                  <a:pt x="54228" y="93202"/>
                  <a:pt x="54480" y="97110"/>
                  <a:pt x="54732" y="101760"/>
                </a:cubicBezTo>
                <a:lnTo>
                  <a:pt x="54737" y="101854"/>
                </a:lnTo>
                <a:lnTo>
                  <a:pt x="64770" y="101854"/>
                </a:lnTo>
                <a:lnTo>
                  <a:pt x="64770" y="-254"/>
                </a:lnTo>
                <a:lnTo>
                  <a:pt x="53340" y="-254"/>
                </a:lnTo>
                <a:lnTo>
                  <a:pt x="53340" y="42926"/>
                </a:lnTo>
                <a:lnTo>
                  <a:pt x="53289" y="42845"/>
                </a:lnTo>
                <a:cubicBezTo>
                  <a:pt x="50773" y="38848"/>
                  <a:pt x="47515" y="35841"/>
                  <a:pt x="43515" y="33823"/>
                </a:cubicBezTo>
                <a:lnTo>
                  <a:pt x="43434" y="33782"/>
                </a:lnTo>
                <a:cubicBezTo>
                  <a:pt x="41488" y="32715"/>
                  <a:pt x="39448" y="31927"/>
                  <a:pt x="37338" y="31115"/>
                </a:cubicBezTo>
                <a:lnTo>
                  <a:pt x="30823" y="30607"/>
                </a:lnTo>
                <a:cubicBezTo>
                  <a:pt x="25436" y="30607"/>
                  <a:pt x="20388" y="32110"/>
                  <a:pt x="15715" y="34993"/>
                </a:cubicBezTo>
                <a:lnTo>
                  <a:pt x="15621" y="35052"/>
                </a:lnTo>
                <a:cubicBezTo>
                  <a:pt x="10953" y="37828"/>
                  <a:pt x="7162" y="42107"/>
                  <a:pt x="4374" y="47516"/>
                </a:cubicBezTo>
                <a:lnTo>
                  <a:pt x="4318" y="47625"/>
                </a:lnTo>
                <a:cubicBezTo>
                  <a:pt x="2872" y="50328"/>
                  <a:pt x="1800" y="53279"/>
                  <a:pt x="698" y="56324"/>
                </a:cubicBezTo>
                <a:lnTo>
                  <a:pt x="0" y="66782"/>
                </a:lnTo>
                <a:cubicBezTo>
                  <a:pt x="0" y="74498"/>
                  <a:pt x="1378" y="80940"/>
                  <a:pt x="4259" y="86378"/>
                </a:cubicBezTo>
                <a:lnTo>
                  <a:pt x="4318" y="86487"/>
                </a:lnTo>
                <a:cubicBezTo>
                  <a:pt x="7093" y="91911"/>
                  <a:pt x="10871" y="96083"/>
                  <a:pt x="15527" y="99001"/>
                </a:cubicBezTo>
                <a:lnTo>
                  <a:pt x="15621" y="99060"/>
                </a:lnTo>
                <a:cubicBezTo>
                  <a:pt x="17995" y="100471"/>
                  <a:pt x="20465" y="101559"/>
                  <a:pt x="22860" y="102616"/>
                </a:cubicBezTo>
                <a:lnTo>
                  <a:pt x="30627" y="103378"/>
                </a:lnTo>
                <a:cubicBezTo>
                  <a:pt x="30764" y="103378"/>
                  <a:pt x="30795" y="103378"/>
                  <a:pt x="30825" y="103378"/>
                </a:cubicBezTo>
                <a:moveTo>
                  <a:pt x="123253" y="102680"/>
                </a:moveTo>
                <a:cubicBezTo>
                  <a:pt x="125731" y="101726"/>
                  <a:pt x="128301" y="100751"/>
                  <a:pt x="130713" y="99492"/>
                </a:cubicBezTo>
                <a:lnTo>
                  <a:pt x="130810" y="99441"/>
                </a:lnTo>
                <a:cubicBezTo>
                  <a:pt x="135730" y="96918"/>
                  <a:pt x="139020" y="93268"/>
                  <a:pt x="140807" y="88488"/>
                </a:cubicBezTo>
                <a:lnTo>
                  <a:pt x="140843" y="88392"/>
                </a:lnTo>
                <a:lnTo>
                  <a:pt x="132207" y="83439"/>
                </a:lnTo>
                <a:cubicBezTo>
                  <a:pt x="130315" y="86719"/>
                  <a:pt x="128047" y="88997"/>
                  <a:pt x="125278" y="90520"/>
                </a:cubicBezTo>
                <a:lnTo>
                  <a:pt x="125222" y="90551"/>
                </a:lnTo>
                <a:cubicBezTo>
                  <a:pt x="123822" y="91315"/>
                  <a:pt x="122295" y="91887"/>
                  <a:pt x="120777" y="92456"/>
                </a:cubicBezTo>
                <a:lnTo>
                  <a:pt x="115267" y="92837"/>
                </a:lnTo>
                <a:cubicBezTo>
                  <a:pt x="111151" y="92837"/>
                  <a:pt x="107491" y="92085"/>
                  <a:pt x="104330" y="90457"/>
                </a:cubicBezTo>
                <a:lnTo>
                  <a:pt x="104267" y="90424"/>
                </a:lnTo>
                <a:cubicBezTo>
                  <a:pt x="101113" y="88784"/>
                  <a:pt x="98460" y="86142"/>
                  <a:pt x="96434" y="82621"/>
                </a:cubicBezTo>
                <a:lnTo>
                  <a:pt x="96393" y="82550"/>
                </a:lnTo>
                <a:cubicBezTo>
                  <a:pt x="94248" y="79144"/>
                  <a:pt x="93106" y="74735"/>
                  <a:pt x="92841" y="69324"/>
                </a:cubicBezTo>
                <a:lnTo>
                  <a:pt x="92837" y="69215"/>
                </a:lnTo>
                <a:lnTo>
                  <a:pt x="143002" y="69215"/>
                </a:lnTo>
                <a:cubicBezTo>
                  <a:pt x="144011" y="62529"/>
                  <a:pt x="143642" y="56219"/>
                  <a:pt x="141521" y="50285"/>
                </a:cubicBezTo>
                <a:lnTo>
                  <a:pt x="141478" y="50165"/>
                </a:lnTo>
                <a:cubicBezTo>
                  <a:pt x="139459" y="44236"/>
                  <a:pt x="136062" y="39560"/>
                  <a:pt x="131287" y="36012"/>
                </a:cubicBezTo>
                <a:lnTo>
                  <a:pt x="131191" y="35941"/>
                </a:lnTo>
                <a:cubicBezTo>
                  <a:pt x="128709" y="34159"/>
                  <a:pt x="126036" y="32824"/>
                  <a:pt x="123380" y="31496"/>
                </a:cubicBezTo>
                <a:lnTo>
                  <a:pt x="113926" y="30607"/>
                </a:lnTo>
                <a:lnTo>
                  <a:pt x="113673" y="30607"/>
                </a:lnTo>
                <a:cubicBezTo>
                  <a:pt x="107788" y="30628"/>
                  <a:pt x="102276" y="32129"/>
                  <a:pt x="97381" y="34869"/>
                </a:cubicBezTo>
                <a:lnTo>
                  <a:pt x="97282" y="34925"/>
                </a:lnTo>
                <a:cubicBezTo>
                  <a:pt x="92362" y="37827"/>
                  <a:pt x="88319" y="41856"/>
                  <a:pt x="85277" y="47261"/>
                </a:cubicBezTo>
                <a:lnTo>
                  <a:pt x="85217" y="47371"/>
                </a:lnTo>
                <a:cubicBezTo>
                  <a:pt x="83751" y="50111"/>
                  <a:pt x="82637" y="53106"/>
                  <a:pt x="81534" y="56071"/>
                </a:cubicBezTo>
                <a:lnTo>
                  <a:pt x="80772" y="66528"/>
                </a:lnTo>
                <a:cubicBezTo>
                  <a:pt x="80772" y="74370"/>
                  <a:pt x="82276" y="80938"/>
                  <a:pt x="85158" y="86378"/>
                </a:cubicBezTo>
                <a:lnTo>
                  <a:pt x="85217" y="86487"/>
                </a:lnTo>
                <a:cubicBezTo>
                  <a:pt x="88244" y="91911"/>
                  <a:pt x="92274" y="96083"/>
                  <a:pt x="97431" y="99001"/>
                </a:cubicBezTo>
                <a:lnTo>
                  <a:pt x="97535" y="99060"/>
                </a:lnTo>
                <a:cubicBezTo>
                  <a:pt x="100100" y="100471"/>
                  <a:pt x="102827" y="101558"/>
                  <a:pt x="105473" y="102616"/>
                </a:cubicBezTo>
                <a:lnTo>
                  <a:pt x="114429" y="103378"/>
                </a:lnTo>
                <a:cubicBezTo>
                  <a:pt x="114594" y="103378"/>
                  <a:pt x="114633" y="103378"/>
                  <a:pt x="114673" y="103378"/>
                </a:cubicBezTo>
                <a:moveTo>
                  <a:pt x="215392" y="32258"/>
                </a:moveTo>
                <a:lnTo>
                  <a:pt x="203581" y="32258"/>
                </a:lnTo>
                <a:lnTo>
                  <a:pt x="183388" y="86741"/>
                </a:lnTo>
                <a:lnTo>
                  <a:pt x="161925" y="32258"/>
                </a:lnTo>
                <a:lnTo>
                  <a:pt x="148971" y="32258"/>
                </a:lnTo>
                <a:lnTo>
                  <a:pt x="178054" y="101854"/>
                </a:lnTo>
                <a:lnTo>
                  <a:pt x="187325" y="101854"/>
                </a:lnTo>
                <a:close/>
                <a:moveTo>
                  <a:pt x="93218" y="60071"/>
                </a:moveTo>
                <a:cubicBezTo>
                  <a:pt x="93849" y="55908"/>
                  <a:pt x="95106" y="52497"/>
                  <a:pt x="97114" y="49588"/>
                </a:cubicBezTo>
                <a:lnTo>
                  <a:pt x="97154" y="49530"/>
                </a:lnTo>
                <a:cubicBezTo>
                  <a:pt x="98108" y="48132"/>
                  <a:pt x="99188" y="46893"/>
                  <a:pt x="100266" y="45657"/>
                </a:cubicBezTo>
                <a:lnTo>
                  <a:pt x="104210" y="43208"/>
                </a:lnTo>
                <a:cubicBezTo>
                  <a:pt x="105656" y="42485"/>
                  <a:pt x="107108" y="41979"/>
                  <a:pt x="108585" y="41465"/>
                </a:cubicBezTo>
                <a:lnTo>
                  <a:pt x="113345" y="41148"/>
                </a:lnTo>
                <a:lnTo>
                  <a:pt x="113477" y="41148"/>
                </a:lnTo>
                <a:cubicBezTo>
                  <a:pt x="116731" y="41157"/>
                  <a:pt x="119738" y="41785"/>
                  <a:pt x="122374" y="43276"/>
                </a:cubicBezTo>
                <a:lnTo>
                  <a:pt x="122428" y="43307"/>
                </a:lnTo>
                <a:cubicBezTo>
                  <a:pt x="125077" y="44821"/>
                  <a:pt x="127100" y="46961"/>
                  <a:pt x="128620" y="49728"/>
                </a:cubicBezTo>
                <a:lnTo>
                  <a:pt x="128651" y="49784"/>
                </a:lnTo>
                <a:cubicBezTo>
                  <a:pt x="130165" y="52686"/>
                  <a:pt x="131052" y="56088"/>
                  <a:pt x="131188" y="59992"/>
                </a:cubicBezTo>
                <a:lnTo>
                  <a:pt x="131191" y="60071"/>
                </a:lnTo>
                <a:close/>
                <a:moveTo>
                  <a:pt x="31925" y="92583"/>
                </a:moveTo>
                <a:cubicBezTo>
                  <a:pt x="28047" y="92570"/>
                  <a:pt x="24663" y="91567"/>
                  <a:pt x="21651" y="89700"/>
                </a:cubicBezTo>
                <a:lnTo>
                  <a:pt x="21590" y="89662"/>
                </a:lnTo>
                <a:cubicBezTo>
                  <a:pt x="18562" y="87643"/>
                  <a:pt x="16161" y="84874"/>
                  <a:pt x="14511" y="80978"/>
                </a:cubicBezTo>
                <a:lnTo>
                  <a:pt x="14478" y="80899"/>
                </a:lnTo>
                <a:cubicBezTo>
                  <a:pt x="13647" y="78982"/>
                  <a:pt x="13009" y="76840"/>
                  <a:pt x="12382" y="74740"/>
                </a:cubicBezTo>
                <a:lnTo>
                  <a:pt x="11938" y="67038"/>
                </a:lnTo>
                <a:cubicBezTo>
                  <a:pt x="11938" y="61631"/>
                  <a:pt x="12815" y="57084"/>
                  <a:pt x="14445" y="53289"/>
                </a:cubicBezTo>
                <a:lnTo>
                  <a:pt x="14478" y="53213"/>
                </a:lnTo>
                <a:cubicBezTo>
                  <a:pt x="16118" y="49302"/>
                  <a:pt x="18384" y="46519"/>
                  <a:pt x="21402" y="44491"/>
                </a:cubicBezTo>
                <a:lnTo>
                  <a:pt x="21463" y="44450"/>
                </a:lnTo>
                <a:cubicBezTo>
                  <a:pt x="22994" y="43493"/>
                  <a:pt x="24654" y="42760"/>
                  <a:pt x="26289" y="42037"/>
                </a:cubicBezTo>
                <a:lnTo>
                  <a:pt x="31925" y="41529"/>
                </a:lnTo>
                <a:cubicBezTo>
                  <a:pt x="35663" y="41529"/>
                  <a:pt x="39070" y="42281"/>
                  <a:pt x="42352" y="44033"/>
                </a:cubicBezTo>
                <a:lnTo>
                  <a:pt x="42418" y="44069"/>
                </a:lnTo>
                <a:cubicBezTo>
                  <a:pt x="45572" y="45709"/>
                  <a:pt x="48224" y="48477"/>
                  <a:pt x="50251" y="52248"/>
                </a:cubicBezTo>
                <a:lnTo>
                  <a:pt x="50292" y="52324"/>
                </a:lnTo>
                <a:cubicBezTo>
                  <a:pt x="51309" y="54232"/>
                  <a:pt x="52072" y="56393"/>
                  <a:pt x="52832" y="58547"/>
                </a:cubicBezTo>
                <a:lnTo>
                  <a:pt x="53340" y="66809"/>
                </a:lnTo>
                <a:cubicBezTo>
                  <a:pt x="53340" y="72985"/>
                  <a:pt x="52337" y="77787"/>
                  <a:pt x="50333" y="81709"/>
                </a:cubicBezTo>
                <a:lnTo>
                  <a:pt x="50292" y="81788"/>
                </a:lnTo>
                <a:cubicBezTo>
                  <a:pt x="48273" y="85572"/>
                  <a:pt x="45629" y="88355"/>
                  <a:pt x="42482" y="90010"/>
                </a:cubicBezTo>
                <a:lnTo>
                  <a:pt x="42418" y="90043"/>
                </a:lnTo>
                <a:cubicBezTo>
                  <a:pt x="40755" y="90874"/>
                  <a:pt x="39060" y="91513"/>
                  <a:pt x="37401" y="92139"/>
                </a:cubicBezTo>
                <a:lnTo>
                  <a:pt x="32078" y="92583"/>
                </a:lnTo>
                <a:close/>
              </a:path>
            </a:pathLst>
          </a:custGeom>
          <a:solidFill>
            <a:srgbClr val="FFFFFF">
              <a:alpha val="80000"/>
            </a:srgbClr>
          </a:solidFill>
        </p:spPr>
      </p:sp>
      <p:sp>
        <p:nvSpPr>
          <p:cNvPr id="498" name="VectorPath 498"/>
          <p:cNvSpPr/>
          <p:nvPr/>
        </p:nvSpPr>
        <p:spPr>
          <a:xfrm>
            <a:off x="5128260" y="2124075"/>
            <a:ext cx="230505" cy="173990"/>
          </a:xfrm>
          <a:custGeom>
            <a:avLst/>
            <a:gdLst/>
            <a:ahLst/>
            <a:cxnLst/>
            <a:rect l="l" t="t" r="r" b="b"/>
            <a:pathLst>
              <a:path w="229997" h="173990">
                <a:moveTo>
                  <a:pt x="224409" y="97028"/>
                </a:moveTo>
                <a:cubicBezTo>
                  <a:pt x="229997" y="91567"/>
                  <a:pt x="229997" y="82423"/>
                  <a:pt x="224409" y="76835"/>
                </a:cubicBezTo>
                <a:lnTo>
                  <a:pt x="153035" y="5461"/>
                </a:lnTo>
                <a:cubicBezTo>
                  <a:pt x="147447" y="-127"/>
                  <a:pt x="138304" y="-127"/>
                  <a:pt x="132716" y="5461"/>
                </a:cubicBezTo>
                <a:cubicBezTo>
                  <a:pt x="127127" y="11049"/>
                  <a:pt x="127127" y="20066"/>
                  <a:pt x="132716" y="25654"/>
                </a:cubicBezTo>
                <a:lnTo>
                  <a:pt x="179832" y="72771"/>
                </a:lnTo>
                <a:lnTo>
                  <a:pt x="14351" y="72771"/>
                </a:lnTo>
                <a:cubicBezTo>
                  <a:pt x="6477" y="72771"/>
                  <a:pt x="0" y="79121"/>
                  <a:pt x="0" y="86995"/>
                </a:cubicBezTo>
                <a:cubicBezTo>
                  <a:pt x="0" y="94869"/>
                  <a:pt x="6477" y="101346"/>
                  <a:pt x="14351" y="101346"/>
                </a:cubicBezTo>
                <a:lnTo>
                  <a:pt x="179832" y="101346"/>
                </a:lnTo>
                <a:lnTo>
                  <a:pt x="132716" y="148336"/>
                </a:lnTo>
                <a:cubicBezTo>
                  <a:pt x="127127" y="153924"/>
                  <a:pt x="127127" y="162941"/>
                  <a:pt x="132716" y="168529"/>
                </a:cubicBezTo>
                <a:cubicBezTo>
                  <a:pt x="138304" y="174117"/>
                  <a:pt x="147447" y="174117"/>
                  <a:pt x="153035" y="168529"/>
                </a:cubicBezTo>
                <a:lnTo>
                  <a:pt x="224409" y="97155"/>
                </a:lnTo>
                <a:lnTo>
                  <a:pt x="224409" y="97028"/>
                </a:lnTo>
                <a:close/>
              </a:path>
            </a:pathLst>
          </a:custGeom>
          <a:solidFill>
            <a:srgbClr val="10B981">
              <a:alpha val="100000"/>
            </a:srgbClr>
          </a:solidFill>
        </p:spPr>
      </p:sp>
      <p:pic>
        <p:nvPicPr>
          <p:cNvPr id="499" name="96BBC99B-F0AF-4DB7-36A9-C4809054F8AB"/>
          <p:cNvPicPr>
            <a:picLocks noChangeAspect="1"/>
          </p:cNvPicPr>
          <p:nvPr/>
        </p:nvPicPr>
        <p:blipFill>
          <a:blip r:embed="rId9" cstate="print">
            <a:extLst>
              <a:ext uri="{4DBC637B-5400-4648-F58B-F969BD8AC586}"/>
            </a:extLst>
          </a:blip>
          <a:srcRect/>
          <a:stretch>
            <a:fillRect/>
          </a:stretch>
        </p:blipFill>
        <p:spPr>
          <a:xfrm>
            <a:off x="5499735" y="1544320"/>
            <a:ext cx="1193800" cy="1337733"/>
          </a:xfrm>
          <a:prstGeom prst="rect">
            <a:avLst/>
          </a:prstGeom>
        </p:spPr>
      </p:pic>
      <p:sp>
        <p:nvSpPr>
          <p:cNvPr id="500" name="VectorPath 500"/>
          <p:cNvSpPr/>
          <p:nvPr/>
        </p:nvSpPr>
        <p:spPr>
          <a:xfrm>
            <a:off x="5867400" y="1696720"/>
            <a:ext cx="457200" cy="457200"/>
          </a:xfrm>
          <a:custGeom>
            <a:avLst/>
            <a:gdLst/>
            <a:ahLst/>
            <a:cxnLst/>
            <a:rect l="l" t="t" r="r" b="b"/>
            <a:pathLst>
              <a:path w="457200" h="457200">
                <a:moveTo>
                  <a:pt x="228600" y="0"/>
                </a:moveTo>
                <a:lnTo>
                  <a:pt x="228600" y="0"/>
                </a:lnTo>
                <a:cubicBezTo>
                  <a:pt x="354711" y="0"/>
                  <a:pt x="457200" y="102489"/>
                  <a:pt x="457200" y="228600"/>
                </a:cubicBezTo>
                <a:lnTo>
                  <a:pt x="457200" y="228600"/>
                </a:lnTo>
                <a:cubicBezTo>
                  <a:pt x="457200" y="354711"/>
                  <a:pt x="354711" y="457200"/>
                  <a:pt x="228600" y="457200"/>
                </a:cubicBezTo>
                <a:lnTo>
                  <a:pt x="228600" y="457200"/>
                </a:lnTo>
                <a:cubicBezTo>
                  <a:pt x="102489" y="457200"/>
                  <a:pt x="0" y="354711"/>
                  <a:pt x="0" y="228600"/>
                </a:cubicBezTo>
                <a:lnTo>
                  <a:pt x="0" y="228600"/>
                </a:lnTo>
                <a:cubicBezTo>
                  <a:pt x="0" y="102489"/>
                  <a:pt x="102489" y="0"/>
                  <a:pt x="228600" y="0"/>
                </a:cubicBezTo>
              </a:path>
            </a:pathLst>
          </a:custGeom>
          <a:solidFill>
            <a:srgbClr val="FFFFFF">
              <a:alpha val="20000"/>
            </a:srgbClr>
          </a:solidFill>
        </p:spPr>
      </p:sp>
      <p:sp>
        <p:nvSpPr>
          <p:cNvPr id="501" name="TextBox501"/>
          <p:cNvSpPr txBox="1"/>
          <p:nvPr/>
        </p:nvSpPr>
        <p:spPr>
          <a:xfrm>
            <a:off x="6027420" y="1787525"/>
            <a:ext cx="138112" cy="274637"/>
          </a:xfrm>
          <a:prstGeom prst="rect">
            <a:avLst/>
          </a:prstGeom>
          <a:noFill/>
        </p:spPr>
        <p:txBody>
          <a:bodyPr wrap="square" lIns="0" tIns="0" rIns="0" bIns="0" rtlCol="0">
            <a:spAutoFit/>
          </a:bodyPr>
          <a:lstStyle/>
          <a:p>
            <a:pPr marL="0" marR="0" indent="0" eaLnBrk="0">
              <a:lnSpc>
                <a:spcPct val="100000"/>
              </a:lnSpc>
            </a:pPr>
            <a:r>
              <a:rPr lang="en-US" altLang="zh-CN" sz="1800" b="1" kern="0" spc="60" baseline="0" noProof="0" dirty="0">
                <a:solidFill>
                  <a:srgbClr val="FFFFFF"/>
                </a:solidFill>
                <a:latin typeface="Arial" pitchFamily="34" charset="0"/>
                <a:ea typeface="Arial" pitchFamily="34" charset="0"/>
                <a:cs typeface="Arial" pitchFamily="34" charset="0"/>
              </a:rPr>
              <a:t>4</a:t>
            </a:r>
          </a:p>
        </p:txBody>
      </p:sp>
      <p:sp>
        <p:nvSpPr>
          <p:cNvPr id="502" name="TextBox502"/>
          <p:cNvSpPr txBox="1"/>
          <p:nvPr/>
        </p:nvSpPr>
        <p:spPr>
          <a:xfrm>
            <a:off x="5751830" y="2283460"/>
            <a:ext cx="688975"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验证优化</a:t>
            </a:r>
          </a:p>
        </p:txBody>
      </p:sp>
      <p:pic>
        <p:nvPicPr>
          <p:cNvPr id="503" name="9C0A3EF9-E77E-4BF0-8591-3EB2BE976EFD"/>
          <p:cNvPicPr>
            <a:picLocks noChangeAspect="1"/>
          </p:cNvPicPr>
          <p:nvPr/>
        </p:nvPicPr>
        <p:blipFill>
          <a:blip r:embed="rId10" cstate="print">
            <a:extLst>
              <a:ext uri="{5C70CFFA-3BD5-48AA-9D8E-4ADFEDDAE952}"/>
            </a:extLst>
          </a:blip>
          <a:srcRect/>
          <a:stretch>
            <a:fillRect/>
          </a:stretch>
        </p:blipFill>
        <p:spPr>
          <a:xfrm>
            <a:off x="5789295" y="2582545"/>
            <a:ext cx="342900" cy="139700"/>
          </a:xfrm>
          <a:prstGeom prst="rect">
            <a:avLst/>
          </a:prstGeom>
        </p:spPr>
      </p:pic>
      <p:sp>
        <p:nvSpPr>
          <p:cNvPr id="504" name="VectorPath 504"/>
          <p:cNvSpPr/>
          <p:nvPr/>
        </p:nvSpPr>
        <p:spPr>
          <a:xfrm>
            <a:off x="6200140" y="2597150"/>
            <a:ext cx="201930" cy="120015"/>
          </a:xfrm>
          <a:custGeom>
            <a:avLst/>
            <a:gdLst/>
            <a:ahLst/>
            <a:cxnLst/>
            <a:rect l="l" t="t" r="r" b="b"/>
            <a:pathLst>
              <a:path w="201676" h="120015">
                <a:moveTo>
                  <a:pt x="195643" y="90043"/>
                </a:moveTo>
                <a:cubicBezTo>
                  <a:pt x="197707" y="89099"/>
                  <a:pt x="199778" y="88163"/>
                  <a:pt x="201602" y="86919"/>
                </a:cubicBezTo>
                <a:lnTo>
                  <a:pt x="201676" y="86868"/>
                </a:lnTo>
                <a:lnTo>
                  <a:pt x="197866" y="77470"/>
                </a:lnTo>
                <a:lnTo>
                  <a:pt x="197838" y="77485"/>
                </a:lnTo>
                <a:cubicBezTo>
                  <a:pt x="196460" y="78236"/>
                  <a:pt x="195080" y="78861"/>
                  <a:pt x="193579" y="79240"/>
                </a:cubicBezTo>
                <a:lnTo>
                  <a:pt x="193548" y="79248"/>
                </a:lnTo>
                <a:cubicBezTo>
                  <a:pt x="192786" y="79502"/>
                  <a:pt x="192024" y="79660"/>
                  <a:pt x="191262" y="79819"/>
                </a:cubicBezTo>
                <a:lnTo>
                  <a:pt x="189006" y="79883"/>
                </a:lnTo>
                <a:cubicBezTo>
                  <a:pt x="185696" y="79883"/>
                  <a:pt x="183043" y="78881"/>
                  <a:pt x="181015" y="76751"/>
                </a:cubicBezTo>
                <a:lnTo>
                  <a:pt x="180975" y="76708"/>
                </a:lnTo>
                <a:cubicBezTo>
                  <a:pt x="179959" y="75692"/>
                  <a:pt x="179197" y="74231"/>
                  <a:pt x="178435" y="72771"/>
                </a:cubicBezTo>
                <a:lnTo>
                  <a:pt x="177928" y="65390"/>
                </a:lnTo>
                <a:lnTo>
                  <a:pt x="177928" y="29337"/>
                </a:lnTo>
                <a:lnTo>
                  <a:pt x="198120" y="29337"/>
                </a:lnTo>
                <a:lnTo>
                  <a:pt x="198120" y="19431"/>
                </a:lnTo>
                <a:lnTo>
                  <a:pt x="177928" y="19431"/>
                </a:lnTo>
                <a:lnTo>
                  <a:pt x="177928" y="0"/>
                </a:lnTo>
                <a:lnTo>
                  <a:pt x="166497" y="0"/>
                </a:lnTo>
                <a:lnTo>
                  <a:pt x="166497" y="19431"/>
                </a:lnTo>
                <a:lnTo>
                  <a:pt x="154940" y="19431"/>
                </a:lnTo>
                <a:lnTo>
                  <a:pt x="154940" y="29337"/>
                </a:lnTo>
                <a:lnTo>
                  <a:pt x="166497" y="29337"/>
                </a:lnTo>
                <a:lnTo>
                  <a:pt x="166497" y="66853"/>
                </a:lnTo>
                <a:cubicBezTo>
                  <a:pt x="166510" y="71210"/>
                  <a:pt x="167015" y="74921"/>
                  <a:pt x="167513" y="78677"/>
                </a:cubicBezTo>
                <a:lnTo>
                  <a:pt x="172387" y="85273"/>
                </a:lnTo>
                <a:cubicBezTo>
                  <a:pt x="174439" y="87126"/>
                  <a:pt x="176668" y="88461"/>
                  <a:pt x="178879" y="89789"/>
                </a:cubicBezTo>
                <a:lnTo>
                  <a:pt x="187454" y="90678"/>
                </a:lnTo>
                <a:cubicBezTo>
                  <a:pt x="187617" y="90678"/>
                  <a:pt x="187655" y="90678"/>
                  <a:pt x="187693" y="90678"/>
                </a:cubicBezTo>
                <a:moveTo>
                  <a:pt x="41846" y="89853"/>
                </a:moveTo>
                <a:cubicBezTo>
                  <a:pt x="44421" y="88699"/>
                  <a:pt x="47036" y="87541"/>
                  <a:pt x="49556" y="86040"/>
                </a:cubicBezTo>
                <a:lnTo>
                  <a:pt x="49657" y="85979"/>
                </a:lnTo>
                <a:cubicBezTo>
                  <a:pt x="52189" y="84460"/>
                  <a:pt x="54468" y="82626"/>
                  <a:pt x="56769" y="80772"/>
                </a:cubicBezTo>
                <a:lnTo>
                  <a:pt x="61788" y="73261"/>
                </a:lnTo>
                <a:cubicBezTo>
                  <a:pt x="63371" y="70424"/>
                  <a:pt x="64514" y="67474"/>
                  <a:pt x="65659" y="64516"/>
                </a:cubicBezTo>
                <a:lnTo>
                  <a:pt x="66421" y="54371"/>
                </a:lnTo>
                <a:cubicBezTo>
                  <a:pt x="66421" y="47291"/>
                  <a:pt x="64917" y="40979"/>
                  <a:pt x="61910" y="35542"/>
                </a:cubicBezTo>
                <a:lnTo>
                  <a:pt x="61849" y="35433"/>
                </a:lnTo>
                <a:cubicBezTo>
                  <a:pt x="58821" y="29882"/>
                  <a:pt x="54791" y="25584"/>
                  <a:pt x="49759" y="22540"/>
                </a:cubicBezTo>
                <a:lnTo>
                  <a:pt x="49657" y="22479"/>
                </a:lnTo>
                <a:cubicBezTo>
                  <a:pt x="47114" y="20953"/>
                  <a:pt x="44475" y="19810"/>
                  <a:pt x="41846" y="18669"/>
                </a:cubicBezTo>
                <a:lnTo>
                  <a:pt x="33266" y="17907"/>
                </a:lnTo>
                <a:cubicBezTo>
                  <a:pt x="27343" y="17907"/>
                  <a:pt x="21916" y="19411"/>
                  <a:pt x="16741" y="22542"/>
                </a:cubicBezTo>
                <a:lnTo>
                  <a:pt x="16637" y="22606"/>
                </a:lnTo>
                <a:cubicBezTo>
                  <a:pt x="11591" y="25634"/>
                  <a:pt x="7547" y="29914"/>
                  <a:pt x="4505" y="35448"/>
                </a:cubicBezTo>
                <a:lnTo>
                  <a:pt x="4445" y="35560"/>
                </a:lnTo>
                <a:cubicBezTo>
                  <a:pt x="2870" y="38269"/>
                  <a:pt x="1701" y="41197"/>
                  <a:pt x="508" y="44196"/>
                </a:cubicBezTo>
                <a:lnTo>
                  <a:pt x="-254" y="54092"/>
                </a:lnTo>
                <a:lnTo>
                  <a:pt x="-254" y="54371"/>
                </a:lnTo>
                <a:cubicBezTo>
                  <a:pt x="-244" y="57879"/>
                  <a:pt x="138" y="61199"/>
                  <a:pt x="508" y="64516"/>
                </a:cubicBezTo>
                <a:lnTo>
                  <a:pt x="4257" y="73042"/>
                </a:lnTo>
                <a:cubicBezTo>
                  <a:pt x="7345" y="78577"/>
                  <a:pt x="11376" y="82874"/>
                  <a:pt x="16533" y="85918"/>
                </a:cubicBezTo>
                <a:lnTo>
                  <a:pt x="16637" y="85979"/>
                </a:lnTo>
                <a:cubicBezTo>
                  <a:pt x="19194" y="87513"/>
                  <a:pt x="21880" y="88694"/>
                  <a:pt x="24511" y="89853"/>
                </a:cubicBezTo>
                <a:lnTo>
                  <a:pt x="33030" y="90678"/>
                </a:lnTo>
                <a:cubicBezTo>
                  <a:pt x="33187" y="90678"/>
                  <a:pt x="33226" y="90678"/>
                  <a:pt x="33266" y="90678"/>
                </a:cubicBezTo>
                <a:moveTo>
                  <a:pt x="94488" y="78105"/>
                </a:moveTo>
                <a:cubicBezTo>
                  <a:pt x="97011" y="82268"/>
                  <a:pt x="100286" y="85303"/>
                  <a:pt x="104312" y="87460"/>
                </a:cubicBezTo>
                <a:lnTo>
                  <a:pt x="104394" y="87503"/>
                </a:lnTo>
                <a:cubicBezTo>
                  <a:pt x="106464" y="88538"/>
                  <a:pt x="108600" y="89342"/>
                  <a:pt x="110617" y="90107"/>
                </a:cubicBezTo>
                <a:lnTo>
                  <a:pt x="117132" y="90678"/>
                </a:lnTo>
                <a:cubicBezTo>
                  <a:pt x="122519" y="90678"/>
                  <a:pt x="127442" y="89174"/>
                  <a:pt x="132113" y="86416"/>
                </a:cubicBezTo>
                <a:lnTo>
                  <a:pt x="132207" y="86360"/>
                </a:lnTo>
                <a:cubicBezTo>
                  <a:pt x="136874" y="83458"/>
                  <a:pt x="140665" y="79304"/>
                  <a:pt x="143454" y="73896"/>
                </a:cubicBezTo>
                <a:lnTo>
                  <a:pt x="143510" y="73787"/>
                </a:lnTo>
                <a:cubicBezTo>
                  <a:pt x="144966" y="71065"/>
                  <a:pt x="146043" y="68090"/>
                  <a:pt x="147129" y="65087"/>
                </a:cubicBezTo>
                <a:lnTo>
                  <a:pt x="147828" y="54381"/>
                </a:lnTo>
                <a:cubicBezTo>
                  <a:pt x="147827" y="46912"/>
                  <a:pt x="146449" y="40473"/>
                  <a:pt x="143568" y="35034"/>
                </a:cubicBezTo>
                <a:lnTo>
                  <a:pt x="143510" y="34925"/>
                </a:lnTo>
                <a:cubicBezTo>
                  <a:pt x="140734" y="29501"/>
                  <a:pt x="136956" y="25204"/>
                  <a:pt x="132301" y="22408"/>
                </a:cubicBezTo>
                <a:lnTo>
                  <a:pt x="132207" y="22352"/>
                </a:lnTo>
                <a:cubicBezTo>
                  <a:pt x="129846" y="20884"/>
                  <a:pt x="127421" y="19769"/>
                  <a:pt x="125032" y="18669"/>
                </a:cubicBezTo>
                <a:lnTo>
                  <a:pt x="117327" y="17907"/>
                </a:lnTo>
                <a:lnTo>
                  <a:pt x="117127" y="17907"/>
                </a:lnTo>
                <a:cubicBezTo>
                  <a:pt x="112494" y="17923"/>
                  <a:pt x="108109" y="19050"/>
                  <a:pt x="103969" y="21291"/>
                </a:cubicBezTo>
                <a:lnTo>
                  <a:pt x="103886" y="21336"/>
                </a:lnTo>
                <a:cubicBezTo>
                  <a:pt x="99849" y="23481"/>
                  <a:pt x="96439" y="26878"/>
                  <a:pt x="94029" y="31280"/>
                </a:cubicBezTo>
                <a:lnTo>
                  <a:pt x="93980" y="31369"/>
                </a:lnTo>
                <a:cubicBezTo>
                  <a:pt x="93854" y="30801"/>
                  <a:pt x="93759" y="30202"/>
                  <a:pt x="93663" y="29591"/>
                </a:cubicBezTo>
                <a:lnTo>
                  <a:pt x="93599" y="27712"/>
                </a:lnTo>
                <a:cubicBezTo>
                  <a:pt x="93599" y="26425"/>
                  <a:pt x="93474" y="25163"/>
                  <a:pt x="93347" y="23902"/>
                </a:cubicBezTo>
                <a:lnTo>
                  <a:pt x="93345" y="23876"/>
                </a:lnTo>
                <a:cubicBezTo>
                  <a:pt x="93345" y="23120"/>
                  <a:pt x="93220" y="22362"/>
                  <a:pt x="93218" y="21730"/>
                </a:cubicBezTo>
                <a:lnTo>
                  <a:pt x="93218" y="21717"/>
                </a:lnTo>
                <a:cubicBezTo>
                  <a:pt x="93156" y="21346"/>
                  <a:pt x="93124" y="21004"/>
                  <a:pt x="93091" y="20638"/>
                </a:cubicBezTo>
                <a:lnTo>
                  <a:pt x="93091" y="19558"/>
                </a:lnTo>
                <a:lnTo>
                  <a:pt x="83058" y="19558"/>
                </a:lnTo>
                <a:lnTo>
                  <a:pt x="83058" y="120269"/>
                </a:lnTo>
                <a:lnTo>
                  <a:pt x="94488" y="120269"/>
                </a:lnTo>
                <a:close/>
                <a:moveTo>
                  <a:pt x="33068" y="79883"/>
                </a:moveTo>
                <a:cubicBezTo>
                  <a:pt x="29187" y="79869"/>
                  <a:pt x="25555" y="78867"/>
                  <a:pt x="22415" y="76876"/>
                </a:cubicBezTo>
                <a:lnTo>
                  <a:pt x="22352" y="76835"/>
                </a:lnTo>
                <a:cubicBezTo>
                  <a:pt x="19072" y="74816"/>
                  <a:pt x="16544" y="71796"/>
                  <a:pt x="14767" y="68021"/>
                </a:cubicBezTo>
                <a:lnTo>
                  <a:pt x="14732" y="67945"/>
                </a:lnTo>
                <a:cubicBezTo>
                  <a:pt x="13772" y="66025"/>
                  <a:pt x="13037" y="63910"/>
                  <a:pt x="12319" y="61849"/>
                </a:cubicBezTo>
                <a:lnTo>
                  <a:pt x="11811" y="54335"/>
                </a:lnTo>
                <a:lnTo>
                  <a:pt x="11811" y="54125"/>
                </a:lnTo>
                <a:cubicBezTo>
                  <a:pt x="11824" y="48995"/>
                  <a:pt x="12826" y="44486"/>
                  <a:pt x="14694" y="40717"/>
                </a:cubicBezTo>
                <a:lnTo>
                  <a:pt x="14732" y="40640"/>
                </a:lnTo>
                <a:cubicBezTo>
                  <a:pt x="16498" y="36729"/>
                  <a:pt x="19017" y="33821"/>
                  <a:pt x="22286" y="31791"/>
                </a:cubicBezTo>
                <a:lnTo>
                  <a:pt x="22352" y="31750"/>
                </a:lnTo>
                <a:cubicBezTo>
                  <a:pt x="23934" y="30738"/>
                  <a:pt x="25642" y="29977"/>
                  <a:pt x="27368" y="29210"/>
                </a:cubicBezTo>
                <a:lnTo>
                  <a:pt x="33068" y="28702"/>
                </a:lnTo>
                <a:cubicBezTo>
                  <a:pt x="37184" y="28702"/>
                  <a:pt x="40720" y="29705"/>
                  <a:pt x="44003" y="31709"/>
                </a:cubicBezTo>
                <a:lnTo>
                  <a:pt x="44069" y="31750"/>
                </a:lnTo>
                <a:cubicBezTo>
                  <a:pt x="47223" y="33768"/>
                  <a:pt x="49750" y="36664"/>
                  <a:pt x="51526" y="40561"/>
                </a:cubicBezTo>
                <a:lnTo>
                  <a:pt x="51562" y="40640"/>
                </a:lnTo>
                <a:cubicBezTo>
                  <a:pt x="52797" y="43110"/>
                  <a:pt x="53604" y="45900"/>
                  <a:pt x="53911" y="46736"/>
                </a:cubicBezTo>
                <a:lnTo>
                  <a:pt x="54356" y="54125"/>
                </a:lnTo>
                <a:cubicBezTo>
                  <a:pt x="54356" y="59527"/>
                  <a:pt x="53479" y="64074"/>
                  <a:pt x="51600" y="67869"/>
                </a:cubicBezTo>
                <a:lnTo>
                  <a:pt x="51562" y="67945"/>
                </a:lnTo>
                <a:cubicBezTo>
                  <a:pt x="49796" y="71730"/>
                  <a:pt x="47278" y="74762"/>
                  <a:pt x="44132" y="76795"/>
                </a:cubicBezTo>
                <a:lnTo>
                  <a:pt x="44069" y="76835"/>
                </a:lnTo>
                <a:cubicBezTo>
                  <a:pt x="42412" y="77855"/>
                  <a:pt x="40692" y="78618"/>
                  <a:pt x="38989" y="79375"/>
                </a:cubicBezTo>
                <a:lnTo>
                  <a:pt x="33228" y="79883"/>
                </a:lnTo>
                <a:close/>
                <a:moveTo>
                  <a:pt x="115750" y="79883"/>
                </a:moveTo>
                <a:cubicBezTo>
                  <a:pt x="112120" y="79871"/>
                  <a:pt x="108736" y="78995"/>
                  <a:pt x="105476" y="77376"/>
                </a:cubicBezTo>
                <a:lnTo>
                  <a:pt x="105410" y="77343"/>
                </a:lnTo>
                <a:cubicBezTo>
                  <a:pt x="102256" y="75703"/>
                  <a:pt x="99603" y="72935"/>
                  <a:pt x="97576" y="69164"/>
                </a:cubicBezTo>
                <a:lnTo>
                  <a:pt x="97536" y="69088"/>
                </a:lnTo>
                <a:cubicBezTo>
                  <a:pt x="96516" y="67113"/>
                  <a:pt x="95752" y="64913"/>
                  <a:pt x="94996" y="62738"/>
                </a:cubicBezTo>
                <a:lnTo>
                  <a:pt x="94488" y="54351"/>
                </a:lnTo>
                <a:cubicBezTo>
                  <a:pt x="94488" y="48300"/>
                  <a:pt x="95491" y="43499"/>
                  <a:pt x="97495" y="39576"/>
                </a:cubicBezTo>
                <a:lnTo>
                  <a:pt x="97536" y="39497"/>
                </a:lnTo>
                <a:cubicBezTo>
                  <a:pt x="99554" y="35712"/>
                  <a:pt x="102200" y="32930"/>
                  <a:pt x="105346" y="31275"/>
                </a:cubicBezTo>
                <a:lnTo>
                  <a:pt x="105410" y="31242"/>
                </a:lnTo>
                <a:cubicBezTo>
                  <a:pt x="107045" y="30362"/>
                  <a:pt x="108711" y="29730"/>
                  <a:pt x="110426" y="29083"/>
                </a:cubicBezTo>
                <a:lnTo>
                  <a:pt x="115750" y="28702"/>
                </a:lnTo>
                <a:cubicBezTo>
                  <a:pt x="119735" y="28702"/>
                  <a:pt x="123269" y="29704"/>
                  <a:pt x="126304" y="31709"/>
                </a:cubicBezTo>
                <a:lnTo>
                  <a:pt x="126365" y="31750"/>
                </a:lnTo>
                <a:cubicBezTo>
                  <a:pt x="129266" y="33643"/>
                  <a:pt x="131667" y="36537"/>
                  <a:pt x="133317" y="40434"/>
                </a:cubicBezTo>
                <a:lnTo>
                  <a:pt x="133350" y="40513"/>
                </a:lnTo>
                <a:cubicBezTo>
                  <a:pt x="134183" y="42437"/>
                  <a:pt x="134822" y="44555"/>
                  <a:pt x="135445" y="46609"/>
                </a:cubicBezTo>
                <a:lnTo>
                  <a:pt x="135890" y="54122"/>
                </a:lnTo>
                <a:cubicBezTo>
                  <a:pt x="135890" y="59654"/>
                  <a:pt x="135012" y="64201"/>
                  <a:pt x="133383" y="67995"/>
                </a:cubicBezTo>
                <a:lnTo>
                  <a:pt x="133350" y="68072"/>
                </a:lnTo>
                <a:cubicBezTo>
                  <a:pt x="131710" y="71857"/>
                  <a:pt x="129317" y="74889"/>
                  <a:pt x="126423" y="76797"/>
                </a:cubicBezTo>
                <a:lnTo>
                  <a:pt x="126365" y="76835"/>
                </a:lnTo>
                <a:cubicBezTo>
                  <a:pt x="124844" y="77850"/>
                  <a:pt x="123196" y="78611"/>
                  <a:pt x="121539" y="79375"/>
                </a:cubicBezTo>
                <a:lnTo>
                  <a:pt x="115902" y="79883"/>
                </a:lnTo>
                <a:close/>
              </a:path>
            </a:pathLst>
          </a:custGeom>
          <a:solidFill>
            <a:srgbClr val="FFFFFF">
              <a:alpha val="80000"/>
            </a:srgbClr>
          </a:solidFill>
        </p:spPr>
      </p:sp>
      <p:sp>
        <p:nvSpPr>
          <p:cNvPr id="505" name="VectorPath 505"/>
          <p:cNvSpPr/>
          <p:nvPr/>
        </p:nvSpPr>
        <p:spPr>
          <a:xfrm>
            <a:off x="6835141" y="2124075"/>
            <a:ext cx="229870" cy="173990"/>
          </a:xfrm>
          <a:custGeom>
            <a:avLst/>
            <a:gdLst/>
            <a:ahLst/>
            <a:cxnLst/>
            <a:rect l="l" t="t" r="r" b="b"/>
            <a:pathLst>
              <a:path w="229743" h="173990">
                <a:moveTo>
                  <a:pt x="224155" y="97028"/>
                </a:moveTo>
                <a:cubicBezTo>
                  <a:pt x="229743" y="91567"/>
                  <a:pt x="229743" y="82423"/>
                  <a:pt x="224155" y="76835"/>
                </a:cubicBezTo>
                <a:lnTo>
                  <a:pt x="152781" y="5461"/>
                </a:lnTo>
                <a:cubicBezTo>
                  <a:pt x="147193" y="-127"/>
                  <a:pt x="138049" y="-127"/>
                  <a:pt x="132587" y="5461"/>
                </a:cubicBezTo>
                <a:cubicBezTo>
                  <a:pt x="127000" y="11049"/>
                  <a:pt x="127000" y="20066"/>
                  <a:pt x="132587" y="25654"/>
                </a:cubicBezTo>
                <a:lnTo>
                  <a:pt x="179577" y="72771"/>
                </a:lnTo>
                <a:lnTo>
                  <a:pt x="14097" y="72771"/>
                </a:lnTo>
                <a:cubicBezTo>
                  <a:pt x="6223" y="72771"/>
                  <a:pt x="-254" y="79121"/>
                  <a:pt x="-254" y="86995"/>
                </a:cubicBezTo>
                <a:cubicBezTo>
                  <a:pt x="-254" y="94869"/>
                  <a:pt x="6223" y="101346"/>
                  <a:pt x="14097" y="101346"/>
                </a:cubicBezTo>
                <a:lnTo>
                  <a:pt x="179577" y="101346"/>
                </a:lnTo>
                <a:lnTo>
                  <a:pt x="132587" y="148336"/>
                </a:lnTo>
                <a:cubicBezTo>
                  <a:pt x="127000" y="153924"/>
                  <a:pt x="127000" y="162941"/>
                  <a:pt x="132587" y="168529"/>
                </a:cubicBezTo>
                <a:cubicBezTo>
                  <a:pt x="138049" y="174117"/>
                  <a:pt x="147193" y="174117"/>
                  <a:pt x="152781" y="168529"/>
                </a:cubicBezTo>
                <a:lnTo>
                  <a:pt x="224155" y="97155"/>
                </a:lnTo>
                <a:lnTo>
                  <a:pt x="224155" y="97028"/>
                </a:lnTo>
                <a:close/>
              </a:path>
            </a:pathLst>
          </a:custGeom>
          <a:solidFill>
            <a:srgbClr val="8B5CF6">
              <a:alpha val="100000"/>
            </a:srgbClr>
          </a:solidFill>
        </p:spPr>
      </p:sp>
      <p:pic>
        <p:nvPicPr>
          <p:cNvPr id="506" name="14FCD518-E2F7-4B60-FC3F-1242B8EC0700"/>
          <p:cNvPicPr>
            <a:picLocks noChangeAspect="1"/>
          </p:cNvPicPr>
          <p:nvPr/>
        </p:nvPicPr>
        <p:blipFill>
          <a:blip r:embed="rId11" cstate="print">
            <a:extLst>
              <a:ext uri="{DA767DC9-15DA-4755-B02F-4F297BCA5DD7}"/>
            </a:extLst>
          </a:blip>
          <a:srcRect/>
          <a:stretch>
            <a:fillRect/>
          </a:stretch>
        </p:blipFill>
        <p:spPr>
          <a:xfrm>
            <a:off x="7206616" y="1544320"/>
            <a:ext cx="1193800" cy="1337733"/>
          </a:xfrm>
          <a:prstGeom prst="rect">
            <a:avLst/>
          </a:prstGeom>
        </p:spPr>
      </p:pic>
      <p:sp>
        <p:nvSpPr>
          <p:cNvPr id="507" name="VectorPath 507"/>
          <p:cNvSpPr/>
          <p:nvPr/>
        </p:nvSpPr>
        <p:spPr>
          <a:xfrm>
            <a:off x="7573645" y="1696720"/>
            <a:ext cx="457200" cy="457200"/>
          </a:xfrm>
          <a:custGeom>
            <a:avLst/>
            <a:gdLst/>
            <a:ahLst/>
            <a:cxnLst/>
            <a:rect l="l" t="t" r="r" b="b"/>
            <a:pathLst>
              <a:path w="457073" h="457200">
                <a:moveTo>
                  <a:pt x="228600" y="0"/>
                </a:moveTo>
                <a:lnTo>
                  <a:pt x="228600" y="0"/>
                </a:lnTo>
                <a:cubicBezTo>
                  <a:pt x="354838" y="0"/>
                  <a:pt x="457200" y="102489"/>
                  <a:pt x="457200" y="228600"/>
                </a:cubicBezTo>
                <a:lnTo>
                  <a:pt x="457200" y="228600"/>
                </a:lnTo>
                <a:cubicBezTo>
                  <a:pt x="457200" y="354711"/>
                  <a:pt x="354838" y="457200"/>
                  <a:pt x="228600" y="457200"/>
                </a:cubicBezTo>
                <a:lnTo>
                  <a:pt x="228600" y="457200"/>
                </a:lnTo>
                <a:cubicBezTo>
                  <a:pt x="102490" y="457200"/>
                  <a:pt x="0" y="354711"/>
                  <a:pt x="0" y="228600"/>
                </a:cubicBezTo>
                <a:lnTo>
                  <a:pt x="0" y="228600"/>
                </a:lnTo>
                <a:cubicBezTo>
                  <a:pt x="0" y="102489"/>
                  <a:pt x="102490" y="0"/>
                  <a:pt x="228600" y="0"/>
                </a:cubicBezTo>
              </a:path>
            </a:pathLst>
          </a:custGeom>
          <a:solidFill>
            <a:srgbClr val="FFFFFF">
              <a:alpha val="20000"/>
            </a:srgbClr>
          </a:solidFill>
        </p:spPr>
      </p:sp>
      <p:sp>
        <p:nvSpPr>
          <p:cNvPr id="508" name="TextBox508"/>
          <p:cNvSpPr txBox="1"/>
          <p:nvPr/>
        </p:nvSpPr>
        <p:spPr>
          <a:xfrm>
            <a:off x="7733665" y="1787525"/>
            <a:ext cx="138112" cy="274637"/>
          </a:xfrm>
          <a:prstGeom prst="rect">
            <a:avLst/>
          </a:prstGeom>
          <a:noFill/>
        </p:spPr>
        <p:txBody>
          <a:bodyPr wrap="square" lIns="0" tIns="0" rIns="0" bIns="0" rtlCol="0">
            <a:spAutoFit/>
          </a:bodyPr>
          <a:lstStyle/>
          <a:p>
            <a:pPr marL="0" marR="0" indent="0" eaLnBrk="0">
              <a:lnSpc>
                <a:spcPct val="100000"/>
              </a:lnSpc>
            </a:pPr>
            <a:r>
              <a:rPr lang="en-US" altLang="zh-CN" sz="1800" b="1" kern="0" spc="60" baseline="0" noProof="0" dirty="0">
                <a:solidFill>
                  <a:srgbClr val="FFFFFF"/>
                </a:solidFill>
                <a:latin typeface="Arial" pitchFamily="34" charset="0"/>
                <a:ea typeface="Arial" pitchFamily="34" charset="0"/>
                <a:cs typeface="Arial" pitchFamily="34" charset="0"/>
              </a:rPr>
              <a:t>5</a:t>
            </a:r>
          </a:p>
        </p:txBody>
      </p:sp>
      <p:sp>
        <p:nvSpPr>
          <p:cNvPr id="509" name="TextBox509"/>
          <p:cNvSpPr txBox="1"/>
          <p:nvPr/>
        </p:nvSpPr>
        <p:spPr>
          <a:xfrm>
            <a:off x="7458710" y="2283460"/>
            <a:ext cx="690562"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问题处理</a:t>
            </a:r>
          </a:p>
        </p:txBody>
      </p:sp>
      <p:pic>
        <p:nvPicPr>
          <p:cNvPr id="510" name="321D816C-8EF7-4A98-A0E6-933FA5CDD1D7"/>
          <p:cNvPicPr>
            <a:picLocks noChangeAspect="1"/>
          </p:cNvPicPr>
          <p:nvPr/>
        </p:nvPicPr>
        <p:blipFill>
          <a:blip r:embed="rId12" cstate="print">
            <a:extLst>
              <a:ext uri="{0022D34F-15FF-4712-4DAC-34B67AA03166}"/>
            </a:extLst>
          </a:blip>
          <a:srcRect/>
          <a:stretch>
            <a:fillRect/>
          </a:stretch>
        </p:blipFill>
        <p:spPr>
          <a:xfrm>
            <a:off x="7610476" y="2584450"/>
            <a:ext cx="381000" cy="139700"/>
          </a:xfrm>
          <a:prstGeom prst="rect">
            <a:avLst/>
          </a:prstGeom>
        </p:spPr>
      </p:pic>
      <p:sp>
        <p:nvSpPr>
          <p:cNvPr id="511" name="VectorPath 511"/>
          <p:cNvSpPr/>
          <p:nvPr/>
        </p:nvSpPr>
        <p:spPr>
          <a:xfrm>
            <a:off x="8541386" y="2124075"/>
            <a:ext cx="229870" cy="173990"/>
          </a:xfrm>
          <a:custGeom>
            <a:avLst/>
            <a:gdLst/>
            <a:ahLst/>
            <a:cxnLst/>
            <a:rect l="l" t="t" r="r" b="b"/>
            <a:pathLst>
              <a:path w="229870" h="173990">
                <a:moveTo>
                  <a:pt x="224282" y="97028"/>
                </a:moveTo>
                <a:cubicBezTo>
                  <a:pt x="229870" y="91567"/>
                  <a:pt x="229870" y="82423"/>
                  <a:pt x="224282" y="76835"/>
                </a:cubicBezTo>
                <a:lnTo>
                  <a:pt x="152781" y="5461"/>
                </a:lnTo>
                <a:cubicBezTo>
                  <a:pt x="147193" y="-127"/>
                  <a:pt x="138177" y="-127"/>
                  <a:pt x="132589" y="5461"/>
                </a:cubicBezTo>
                <a:cubicBezTo>
                  <a:pt x="127000" y="11049"/>
                  <a:pt x="127000" y="20066"/>
                  <a:pt x="132589" y="25654"/>
                </a:cubicBezTo>
                <a:lnTo>
                  <a:pt x="179705" y="72771"/>
                </a:lnTo>
                <a:lnTo>
                  <a:pt x="14097" y="72771"/>
                </a:lnTo>
                <a:cubicBezTo>
                  <a:pt x="6223" y="72771"/>
                  <a:pt x="-127" y="79121"/>
                  <a:pt x="-127" y="86995"/>
                </a:cubicBezTo>
                <a:cubicBezTo>
                  <a:pt x="-127" y="94869"/>
                  <a:pt x="6223" y="101346"/>
                  <a:pt x="14097" y="101346"/>
                </a:cubicBezTo>
                <a:lnTo>
                  <a:pt x="179705" y="101346"/>
                </a:lnTo>
                <a:lnTo>
                  <a:pt x="132589" y="148336"/>
                </a:lnTo>
                <a:cubicBezTo>
                  <a:pt x="127000" y="153924"/>
                  <a:pt x="127000" y="162941"/>
                  <a:pt x="132589" y="168529"/>
                </a:cubicBezTo>
                <a:cubicBezTo>
                  <a:pt x="138177" y="174117"/>
                  <a:pt x="147193" y="174117"/>
                  <a:pt x="152781" y="168529"/>
                </a:cubicBezTo>
                <a:lnTo>
                  <a:pt x="224282" y="97155"/>
                </a:lnTo>
                <a:lnTo>
                  <a:pt x="224282" y="97028"/>
                </a:lnTo>
                <a:close/>
              </a:path>
            </a:pathLst>
          </a:custGeom>
          <a:solidFill>
            <a:srgbClr val="F59E0B">
              <a:alpha val="100000"/>
            </a:srgbClr>
          </a:solidFill>
        </p:spPr>
      </p:sp>
      <p:pic>
        <p:nvPicPr>
          <p:cNvPr id="512" name="996FC28F-4772-4C39-D2B7-AB34832CB442"/>
          <p:cNvPicPr>
            <a:picLocks noChangeAspect="1"/>
          </p:cNvPicPr>
          <p:nvPr/>
        </p:nvPicPr>
        <p:blipFill>
          <a:blip r:embed="rId13" cstate="print">
            <a:extLst>
              <a:ext uri="{448A0B72-B49E-49AA-26B6-ACA791BE7D92}"/>
            </a:extLst>
          </a:blip>
          <a:srcRect/>
          <a:stretch>
            <a:fillRect/>
          </a:stretch>
        </p:blipFill>
        <p:spPr>
          <a:xfrm>
            <a:off x="8912860" y="1544320"/>
            <a:ext cx="1193800" cy="1337733"/>
          </a:xfrm>
          <a:prstGeom prst="rect">
            <a:avLst/>
          </a:prstGeom>
        </p:spPr>
      </p:pic>
      <p:sp>
        <p:nvSpPr>
          <p:cNvPr id="513" name="VectorPath 513"/>
          <p:cNvSpPr/>
          <p:nvPr/>
        </p:nvSpPr>
        <p:spPr>
          <a:xfrm>
            <a:off x="9279890" y="1696720"/>
            <a:ext cx="457200" cy="457200"/>
          </a:xfrm>
          <a:custGeom>
            <a:avLst/>
            <a:gdLst/>
            <a:ahLst/>
            <a:cxnLst/>
            <a:rect l="l" t="t" r="r" b="b"/>
            <a:pathLst>
              <a:path w="456946" h="457200">
                <a:moveTo>
                  <a:pt x="228600" y="0"/>
                </a:moveTo>
                <a:lnTo>
                  <a:pt x="228600" y="0"/>
                </a:lnTo>
                <a:cubicBezTo>
                  <a:pt x="354710" y="0"/>
                  <a:pt x="457200" y="102489"/>
                  <a:pt x="457200" y="228600"/>
                </a:cubicBezTo>
                <a:lnTo>
                  <a:pt x="457200" y="228600"/>
                </a:lnTo>
                <a:cubicBezTo>
                  <a:pt x="457200" y="354711"/>
                  <a:pt x="354710" y="457200"/>
                  <a:pt x="228600" y="457200"/>
                </a:cubicBezTo>
                <a:lnTo>
                  <a:pt x="228600" y="457200"/>
                </a:lnTo>
                <a:cubicBezTo>
                  <a:pt x="102362" y="457200"/>
                  <a:pt x="0" y="354711"/>
                  <a:pt x="0" y="228600"/>
                </a:cubicBezTo>
                <a:lnTo>
                  <a:pt x="0" y="228600"/>
                </a:lnTo>
                <a:cubicBezTo>
                  <a:pt x="0" y="102489"/>
                  <a:pt x="102362" y="0"/>
                  <a:pt x="228600" y="0"/>
                </a:cubicBezTo>
              </a:path>
            </a:pathLst>
          </a:custGeom>
          <a:solidFill>
            <a:srgbClr val="FFFFFF">
              <a:alpha val="20000"/>
            </a:srgbClr>
          </a:solidFill>
        </p:spPr>
      </p:sp>
      <p:sp>
        <p:nvSpPr>
          <p:cNvPr id="514" name="TextBox514"/>
          <p:cNvSpPr txBox="1"/>
          <p:nvPr/>
        </p:nvSpPr>
        <p:spPr>
          <a:xfrm>
            <a:off x="9441816" y="1787525"/>
            <a:ext cx="138112" cy="274637"/>
          </a:xfrm>
          <a:prstGeom prst="rect">
            <a:avLst/>
          </a:prstGeom>
          <a:noFill/>
        </p:spPr>
        <p:txBody>
          <a:bodyPr wrap="square" lIns="0" tIns="0" rIns="0" bIns="0" rtlCol="0">
            <a:spAutoFit/>
          </a:bodyPr>
          <a:lstStyle/>
          <a:p>
            <a:pPr marL="0" marR="0" indent="0" eaLnBrk="0">
              <a:lnSpc>
                <a:spcPct val="100000"/>
              </a:lnSpc>
            </a:pPr>
            <a:r>
              <a:rPr lang="en-US" altLang="zh-CN" sz="1800" b="1" kern="0" spc="60" baseline="0" noProof="0" dirty="0">
                <a:solidFill>
                  <a:srgbClr val="FFFFFF"/>
                </a:solidFill>
                <a:latin typeface="Arial" pitchFamily="34" charset="0"/>
                <a:ea typeface="Arial" pitchFamily="34" charset="0"/>
                <a:cs typeface="Arial" pitchFamily="34" charset="0"/>
              </a:rPr>
              <a:t>6</a:t>
            </a:r>
          </a:p>
        </p:txBody>
      </p:sp>
      <p:sp>
        <p:nvSpPr>
          <p:cNvPr id="515" name="TextBox515"/>
          <p:cNvSpPr txBox="1"/>
          <p:nvPr/>
        </p:nvSpPr>
        <p:spPr>
          <a:xfrm>
            <a:off x="9164956" y="2283460"/>
            <a:ext cx="688975"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性能验收</a:t>
            </a:r>
          </a:p>
        </p:txBody>
      </p:sp>
      <p:pic>
        <p:nvPicPr>
          <p:cNvPr id="516" name="BB28E162-23E7-481D-C823-357FAD3EF052"/>
          <p:cNvPicPr>
            <a:picLocks noChangeAspect="1"/>
          </p:cNvPicPr>
          <p:nvPr/>
        </p:nvPicPr>
        <p:blipFill>
          <a:blip r:embed="rId14" cstate="print">
            <a:extLst>
              <a:ext uri="{CED9CA4C-DC12-4B8A-C997-76EA326741DC}"/>
            </a:extLst>
          </a:blip>
          <a:srcRect/>
          <a:stretch>
            <a:fillRect/>
          </a:stretch>
        </p:blipFill>
        <p:spPr>
          <a:xfrm>
            <a:off x="9126220" y="2582545"/>
            <a:ext cx="774700" cy="135467"/>
          </a:xfrm>
          <a:prstGeom prst="rect">
            <a:avLst/>
          </a:prstGeom>
        </p:spPr>
      </p:pic>
      <p:sp>
        <p:nvSpPr>
          <p:cNvPr id="517" name="VectorPath 517"/>
          <p:cNvSpPr/>
          <p:nvPr/>
        </p:nvSpPr>
        <p:spPr>
          <a:xfrm>
            <a:off x="10247630" y="2124075"/>
            <a:ext cx="229870" cy="173990"/>
          </a:xfrm>
          <a:custGeom>
            <a:avLst/>
            <a:gdLst/>
            <a:ahLst/>
            <a:cxnLst/>
            <a:rect l="l" t="t" r="r" b="b"/>
            <a:pathLst>
              <a:path w="229870" h="173990">
                <a:moveTo>
                  <a:pt x="224282" y="97028"/>
                </a:moveTo>
                <a:cubicBezTo>
                  <a:pt x="229870" y="91567"/>
                  <a:pt x="229870" y="82423"/>
                  <a:pt x="224282" y="76835"/>
                </a:cubicBezTo>
                <a:lnTo>
                  <a:pt x="152908" y="5461"/>
                </a:lnTo>
                <a:cubicBezTo>
                  <a:pt x="147320" y="-127"/>
                  <a:pt x="138303" y="-127"/>
                  <a:pt x="132714" y="5461"/>
                </a:cubicBezTo>
                <a:cubicBezTo>
                  <a:pt x="127127" y="11049"/>
                  <a:pt x="127127" y="20066"/>
                  <a:pt x="132714" y="25654"/>
                </a:cubicBezTo>
                <a:lnTo>
                  <a:pt x="179705" y="72771"/>
                </a:lnTo>
                <a:lnTo>
                  <a:pt x="14224" y="72771"/>
                </a:lnTo>
                <a:cubicBezTo>
                  <a:pt x="6350" y="72771"/>
                  <a:pt x="-127" y="79121"/>
                  <a:pt x="-127" y="86995"/>
                </a:cubicBezTo>
                <a:cubicBezTo>
                  <a:pt x="-127" y="94869"/>
                  <a:pt x="6350" y="101346"/>
                  <a:pt x="14224" y="101346"/>
                </a:cubicBezTo>
                <a:lnTo>
                  <a:pt x="179705" y="101346"/>
                </a:lnTo>
                <a:lnTo>
                  <a:pt x="132714" y="148336"/>
                </a:lnTo>
                <a:cubicBezTo>
                  <a:pt x="127127" y="153924"/>
                  <a:pt x="127127" y="162941"/>
                  <a:pt x="132714" y="168529"/>
                </a:cubicBezTo>
                <a:cubicBezTo>
                  <a:pt x="138303" y="174117"/>
                  <a:pt x="147320" y="174117"/>
                  <a:pt x="152908" y="168529"/>
                </a:cubicBezTo>
                <a:lnTo>
                  <a:pt x="224282" y="97155"/>
                </a:lnTo>
                <a:lnTo>
                  <a:pt x="224282" y="97028"/>
                </a:lnTo>
                <a:close/>
              </a:path>
            </a:pathLst>
          </a:custGeom>
          <a:solidFill>
            <a:srgbClr val="64748B">
              <a:alpha val="100000"/>
            </a:srgbClr>
          </a:solidFill>
        </p:spPr>
      </p:sp>
      <p:pic>
        <p:nvPicPr>
          <p:cNvPr id="518" name="C9F24EA6-51FF-49AE-ED83-8337725EDDDD"/>
          <p:cNvPicPr>
            <a:picLocks noChangeAspect="1"/>
          </p:cNvPicPr>
          <p:nvPr/>
        </p:nvPicPr>
        <p:blipFill>
          <a:blip r:embed="rId15" cstate="print">
            <a:extLst>
              <a:ext uri="{1C51CA85-52C4-4A71-63F0-4939EB8BBD24}"/>
            </a:extLst>
          </a:blip>
          <a:srcRect/>
          <a:stretch>
            <a:fillRect/>
          </a:stretch>
        </p:blipFill>
        <p:spPr>
          <a:xfrm>
            <a:off x="10619106" y="1544320"/>
            <a:ext cx="1193800" cy="1337733"/>
          </a:xfrm>
          <a:prstGeom prst="rect">
            <a:avLst/>
          </a:prstGeom>
        </p:spPr>
      </p:pic>
      <p:sp>
        <p:nvSpPr>
          <p:cNvPr id="519" name="VectorPath 519"/>
          <p:cNvSpPr/>
          <p:nvPr/>
        </p:nvSpPr>
        <p:spPr>
          <a:xfrm>
            <a:off x="10986136" y="1696720"/>
            <a:ext cx="457200" cy="457200"/>
          </a:xfrm>
          <a:custGeom>
            <a:avLst/>
            <a:gdLst/>
            <a:ahLst/>
            <a:cxnLst/>
            <a:rect l="l" t="t" r="r" b="b"/>
            <a:pathLst>
              <a:path w="456946" h="457200">
                <a:moveTo>
                  <a:pt x="228600" y="0"/>
                </a:moveTo>
                <a:lnTo>
                  <a:pt x="228600" y="0"/>
                </a:lnTo>
                <a:cubicBezTo>
                  <a:pt x="354838" y="0"/>
                  <a:pt x="457200" y="102489"/>
                  <a:pt x="457200" y="228600"/>
                </a:cubicBezTo>
                <a:lnTo>
                  <a:pt x="457200" y="228600"/>
                </a:lnTo>
                <a:cubicBezTo>
                  <a:pt x="457200" y="354711"/>
                  <a:pt x="354838" y="457200"/>
                  <a:pt x="228600" y="457200"/>
                </a:cubicBezTo>
                <a:lnTo>
                  <a:pt x="228600" y="457200"/>
                </a:lnTo>
                <a:cubicBezTo>
                  <a:pt x="102488" y="457200"/>
                  <a:pt x="0" y="354711"/>
                  <a:pt x="0" y="228600"/>
                </a:cubicBezTo>
                <a:lnTo>
                  <a:pt x="0" y="228600"/>
                </a:lnTo>
                <a:cubicBezTo>
                  <a:pt x="0" y="102489"/>
                  <a:pt x="102488" y="0"/>
                  <a:pt x="228600" y="0"/>
                </a:cubicBezTo>
              </a:path>
            </a:pathLst>
          </a:custGeom>
          <a:solidFill>
            <a:srgbClr val="FFFFFF">
              <a:alpha val="20000"/>
            </a:srgbClr>
          </a:solidFill>
        </p:spPr>
      </p:sp>
      <p:sp>
        <p:nvSpPr>
          <p:cNvPr id="520" name="TextBox520"/>
          <p:cNvSpPr txBox="1"/>
          <p:nvPr/>
        </p:nvSpPr>
        <p:spPr>
          <a:xfrm>
            <a:off x="11145520" y="1787525"/>
            <a:ext cx="138112" cy="274637"/>
          </a:xfrm>
          <a:prstGeom prst="rect">
            <a:avLst/>
          </a:prstGeom>
          <a:noFill/>
        </p:spPr>
        <p:txBody>
          <a:bodyPr wrap="square" lIns="0" tIns="0" rIns="0" bIns="0" rtlCol="0">
            <a:spAutoFit/>
          </a:bodyPr>
          <a:lstStyle/>
          <a:p>
            <a:pPr marL="0" marR="0" indent="0" eaLnBrk="0">
              <a:lnSpc>
                <a:spcPct val="100000"/>
              </a:lnSpc>
              <a:spcAft>
                <a:spcPts val="5"/>
              </a:spcAft>
            </a:pPr>
            <a:r>
              <a:rPr lang="en-US" altLang="zh-CN" sz="1800" b="1" kern="0" spc="60" baseline="0" noProof="0" dirty="0">
                <a:solidFill>
                  <a:srgbClr val="FFFFFF"/>
                </a:solidFill>
                <a:latin typeface="Arial" pitchFamily="34" charset="0"/>
                <a:ea typeface="Arial" pitchFamily="34" charset="0"/>
                <a:cs typeface="Arial" pitchFamily="34" charset="0"/>
              </a:rPr>
              <a:t>7</a:t>
            </a:r>
          </a:p>
        </p:txBody>
      </p:sp>
      <p:sp>
        <p:nvSpPr>
          <p:cNvPr id="521" name="TextBox521"/>
          <p:cNvSpPr txBox="1"/>
          <p:nvPr/>
        </p:nvSpPr>
        <p:spPr>
          <a:xfrm>
            <a:off x="10871836" y="2283460"/>
            <a:ext cx="688975" cy="206375"/>
          </a:xfrm>
          <a:prstGeom prst="rect">
            <a:avLst/>
          </a:prstGeom>
          <a:noFill/>
        </p:spPr>
        <p:txBody>
          <a:bodyPr wrap="square" lIns="0" tIns="0" rIns="0" bIns="0" rtlCol="0">
            <a:spAutoFit/>
          </a:bodyPr>
          <a:lstStyle/>
          <a:p>
            <a:pPr marL="0" marR="0" indent="0" eaLnBrk="0">
              <a:lnSpc>
                <a:spcPct val="100000"/>
              </a:lnSpc>
            </a:pPr>
            <a:r>
              <a:rPr lang="en-US" altLang="zh-CN" sz="1350" b="1" kern="0" spc="-15" baseline="0" noProof="0" dirty="0">
                <a:solidFill>
                  <a:srgbClr val="FFFFFF"/>
                </a:solidFill>
                <a:latin typeface="SimHei" pitchFamily="49" charset="0"/>
                <a:ea typeface="SimHei" pitchFamily="49" charset="0"/>
                <a:cs typeface="SimHei" pitchFamily="49" charset="0"/>
              </a:rPr>
              <a:t>总结报告</a:t>
            </a:r>
          </a:p>
        </p:txBody>
      </p:sp>
      <p:pic>
        <p:nvPicPr>
          <p:cNvPr id="522" name="B1FCE7FF-B0A8-4AB1-42DC-BD10539B0E0E"/>
          <p:cNvPicPr>
            <a:picLocks noChangeAspect="1"/>
          </p:cNvPicPr>
          <p:nvPr/>
        </p:nvPicPr>
        <p:blipFill>
          <a:blip r:embed="rId16" cstate="print">
            <a:extLst>
              <a:ext uri="{071C088D-9F0C-49C1-0383-4E88854CDD85}"/>
            </a:extLst>
          </a:blip>
          <a:srcRect/>
          <a:stretch>
            <a:fillRect/>
          </a:stretch>
        </p:blipFill>
        <p:spPr>
          <a:xfrm>
            <a:off x="10937240" y="2614930"/>
            <a:ext cx="558800" cy="110067"/>
          </a:xfrm>
          <a:prstGeom prst="rect">
            <a:avLst/>
          </a:prstGeom>
        </p:spPr>
      </p:pic>
      <p:sp>
        <p:nvSpPr>
          <p:cNvPr id="523" name="VectorPath 523"/>
          <p:cNvSpPr/>
          <p:nvPr/>
        </p:nvSpPr>
        <p:spPr>
          <a:xfrm>
            <a:off x="884555" y="2640965"/>
            <a:ext cx="48895" cy="9525"/>
          </a:xfrm>
          <a:custGeom>
            <a:avLst/>
            <a:gdLst/>
            <a:ahLst/>
            <a:cxnLst/>
            <a:rect l="l" t="t" r="r" b="b"/>
            <a:pathLst>
              <a:path w="48641" h="9525">
                <a:moveTo>
                  <a:pt x="0" y="9652"/>
                </a:moveTo>
                <a:lnTo>
                  <a:pt x="48816" y="9652"/>
                </a:lnTo>
                <a:lnTo>
                  <a:pt x="48816" y="-4"/>
                </a:lnTo>
                <a:lnTo>
                  <a:pt x="0" y="-4"/>
                </a:lnTo>
                <a:lnTo>
                  <a:pt x="0" y="9652"/>
                </a:lnTo>
                <a:close/>
              </a:path>
            </a:pathLst>
          </a:custGeom>
          <a:solidFill>
            <a:srgbClr val="FFFFFF">
              <a:alpha val="80000"/>
            </a:srgbClr>
          </a:solidFill>
        </p:spPr>
      </p:sp>
      <p:sp>
        <p:nvSpPr>
          <p:cNvPr id="524" name="VectorPath 524"/>
          <p:cNvSpPr/>
          <p:nvPr/>
        </p:nvSpPr>
        <p:spPr>
          <a:xfrm>
            <a:off x="4440555" y="2640965"/>
            <a:ext cx="48895" cy="9525"/>
          </a:xfrm>
          <a:custGeom>
            <a:avLst/>
            <a:gdLst/>
            <a:ahLst/>
            <a:cxnLst/>
            <a:rect l="l" t="t" r="r" b="b"/>
            <a:pathLst>
              <a:path w="48641" h="9525">
                <a:moveTo>
                  <a:pt x="0" y="9652"/>
                </a:moveTo>
                <a:lnTo>
                  <a:pt x="48816" y="9652"/>
                </a:lnTo>
                <a:lnTo>
                  <a:pt x="48816" y="-4"/>
                </a:lnTo>
                <a:lnTo>
                  <a:pt x="0" y="-4"/>
                </a:lnTo>
                <a:lnTo>
                  <a:pt x="0" y="9652"/>
                </a:lnTo>
                <a:close/>
              </a:path>
            </a:pathLst>
          </a:custGeom>
          <a:solidFill>
            <a:srgbClr val="FFFFFF">
              <a:alpha val="80000"/>
            </a:srgbClr>
          </a:solidFill>
        </p:spPr>
      </p:sp>
      <p:sp>
        <p:nvSpPr>
          <p:cNvPr id="525" name="VectorPath 525"/>
          <p:cNvSpPr/>
          <p:nvPr/>
        </p:nvSpPr>
        <p:spPr>
          <a:xfrm>
            <a:off x="6136640" y="2640965"/>
            <a:ext cx="48260" cy="9525"/>
          </a:xfrm>
          <a:custGeom>
            <a:avLst/>
            <a:gdLst/>
            <a:ahLst/>
            <a:cxnLst/>
            <a:rect l="l" t="t" r="r" b="b"/>
            <a:pathLst>
              <a:path w="48260" h="9525">
                <a:moveTo>
                  <a:pt x="-254" y="9652"/>
                </a:moveTo>
                <a:lnTo>
                  <a:pt x="48562" y="9652"/>
                </a:lnTo>
                <a:lnTo>
                  <a:pt x="48562" y="-4"/>
                </a:lnTo>
                <a:lnTo>
                  <a:pt x="-254" y="-4"/>
                </a:lnTo>
                <a:lnTo>
                  <a:pt x="-254" y="9652"/>
                </a:lnTo>
                <a:close/>
              </a:path>
            </a:pathLst>
          </a:custGeom>
          <a:solidFill>
            <a:srgbClr val="FFFFFF">
              <a:alpha val="80000"/>
            </a:srgbClr>
          </a:solidFill>
        </p:spPr>
      </p:sp>
      <p:pic>
        <p:nvPicPr>
          <p:cNvPr id="526" name="F1FBC0F0-6A1C-476D-250A-EFA3E5E6F530"/>
          <p:cNvPicPr>
            <a:picLocks noChangeAspect="1"/>
          </p:cNvPicPr>
          <p:nvPr/>
        </p:nvPicPr>
        <p:blipFill>
          <a:blip r:embed="rId17" cstate="print">
            <a:extLst>
              <a:ext uri="{B058E75C-0060-4840-D945-A757A36F75FC}"/>
            </a:extLst>
          </a:blip>
          <a:srcRect/>
          <a:stretch>
            <a:fillRect/>
          </a:stretch>
        </p:blipFill>
        <p:spPr>
          <a:xfrm>
            <a:off x="350520" y="3404870"/>
            <a:ext cx="3767667" cy="1358900"/>
          </a:xfrm>
          <a:prstGeom prst="rect">
            <a:avLst/>
          </a:prstGeom>
        </p:spPr>
      </p:pic>
      <p:grpSp>
        <p:nvGrpSpPr>
          <p:cNvPr id="527" name="Combination 527"/>
          <p:cNvGrpSpPr/>
          <p:nvPr/>
        </p:nvGrpSpPr>
        <p:grpSpPr>
          <a:xfrm>
            <a:off x="381000" y="3425190"/>
            <a:ext cx="3705225" cy="1295400"/>
            <a:chOff x="381000" y="3425190"/>
            <a:chExt cx="3705225" cy="1295400"/>
          </a:xfrm>
        </p:grpSpPr>
        <p:sp>
          <p:nvSpPr>
            <p:cNvPr id="528" name="VectorPath 528"/>
            <p:cNvSpPr/>
            <p:nvPr/>
          </p:nvSpPr>
          <p:spPr>
            <a:xfrm>
              <a:off x="381000" y="3425190"/>
              <a:ext cx="3705225" cy="1295400"/>
            </a:xfrm>
            <a:custGeom>
              <a:avLst/>
              <a:gdLst/>
              <a:ahLst/>
              <a:cxnLst/>
              <a:rect l="l" t="t" r="r" b="b"/>
              <a:pathLst>
                <a:path w="3705225" h="1295400">
                  <a:moveTo>
                    <a:pt x="38100" y="0"/>
                  </a:moveTo>
                  <a:lnTo>
                    <a:pt x="3667125" y="0"/>
                  </a:lnTo>
                  <a:cubicBezTo>
                    <a:pt x="3688207" y="0"/>
                    <a:pt x="3705225" y="17018"/>
                    <a:pt x="3705225" y="38100"/>
                  </a:cubicBezTo>
                  <a:lnTo>
                    <a:pt x="3705225" y="1181100"/>
                  </a:lnTo>
                  <a:cubicBezTo>
                    <a:pt x="3705225" y="1244219"/>
                    <a:pt x="3654044" y="1295400"/>
                    <a:pt x="3590925" y="1295400"/>
                  </a:cubicBezTo>
                  <a:lnTo>
                    <a:pt x="114300" y="1295400"/>
                  </a:lnTo>
                  <a:cubicBezTo>
                    <a:pt x="51181" y="1295400"/>
                    <a:pt x="0" y="1244219"/>
                    <a:pt x="0" y="1181100"/>
                  </a:cubicBezTo>
                  <a:lnTo>
                    <a:pt x="0" y="38100"/>
                  </a:lnTo>
                  <a:cubicBezTo>
                    <a:pt x="0" y="17018"/>
                    <a:pt x="17069" y="0"/>
                    <a:pt x="38100" y="0"/>
                  </a:cubicBezTo>
                </a:path>
              </a:pathLst>
            </a:custGeom>
            <a:solidFill>
              <a:srgbClr val="FFFFFF">
                <a:alpha val="100000"/>
              </a:srgbClr>
            </a:solidFill>
          </p:spPr>
        </p:sp>
        <p:sp>
          <p:nvSpPr>
            <p:cNvPr id="529" name="VectorPath 529"/>
            <p:cNvSpPr/>
            <p:nvPr/>
          </p:nvSpPr>
          <p:spPr>
            <a:xfrm>
              <a:off x="618528" y="3634740"/>
              <a:ext cx="268008" cy="285242"/>
            </a:xfrm>
            <a:custGeom>
              <a:avLst/>
              <a:gdLst/>
              <a:ahLst/>
              <a:cxnLst/>
              <a:rect l="l" t="t" r="r" b="b"/>
              <a:pathLst>
                <a:path w="268008" h="285242">
                  <a:moveTo>
                    <a:pt x="133947" y="0"/>
                  </a:moveTo>
                  <a:cubicBezTo>
                    <a:pt x="136512" y="0"/>
                    <a:pt x="139078" y="508"/>
                    <a:pt x="141427" y="1651"/>
                  </a:cubicBezTo>
                  <a:lnTo>
                    <a:pt x="246571" y="46228"/>
                  </a:lnTo>
                  <a:cubicBezTo>
                    <a:pt x="258851" y="51435"/>
                    <a:pt x="268008" y="63500"/>
                    <a:pt x="267945" y="78105"/>
                  </a:cubicBezTo>
                  <a:cubicBezTo>
                    <a:pt x="267665" y="133477"/>
                    <a:pt x="244894" y="234823"/>
                    <a:pt x="148742" y="280797"/>
                  </a:cubicBezTo>
                  <a:cubicBezTo>
                    <a:pt x="139421" y="285242"/>
                    <a:pt x="128588" y="285242"/>
                    <a:pt x="119266" y="280797"/>
                  </a:cubicBezTo>
                  <a:cubicBezTo>
                    <a:pt x="23050" y="234823"/>
                    <a:pt x="343" y="133477"/>
                    <a:pt x="51" y="78105"/>
                  </a:cubicBezTo>
                  <a:cubicBezTo>
                    <a:pt x="0" y="63500"/>
                    <a:pt x="9157" y="51435"/>
                    <a:pt x="21438" y="46228"/>
                  </a:cubicBezTo>
                  <a:lnTo>
                    <a:pt x="126530" y="1651"/>
                  </a:lnTo>
                  <a:cubicBezTo>
                    <a:pt x="128867" y="508"/>
                    <a:pt x="131382" y="0"/>
                    <a:pt x="133947" y="0"/>
                  </a:cubicBezTo>
                  <a:moveTo>
                    <a:pt x="133947" y="37338"/>
                  </a:moveTo>
                  <a:lnTo>
                    <a:pt x="133947" y="248285"/>
                  </a:lnTo>
                  <a:cubicBezTo>
                    <a:pt x="210960" y="211074"/>
                    <a:pt x="231673" y="128397"/>
                    <a:pt x="232169" y="78994"/>
                  </a:cubicBezTo>
                  <a:lnTo>
                    <a:pt x="133947" y="37338"/>
                  </a:lnTo>
                  <a:lnTo>
                    <a:pt x="133947" y="37338"/>
                  </a:lnTo>
                  <a:close/>
                </a:path>
              </a:pathLst>
            </a:custGeom>
            <a:solidFill>
              <a:srgbClr val="2563EB">
                <a:alpha val="100000"/>
              </a:srgbClr>
            </a:solidFill>
          </p:spPr>
        </p:sp>
      </p:grpSp>
      <p:pic>
        <p:nvPicPr>
          <p:cNvPr id="530" name="57C2EEAB-8702-40DD-6842-33ABC1A667EF"/>
          <p:cNvPicPr>
            <a:picLocks noChangeAspect="1"/>
          </p:cNvPicPr>
          <p:nvPr/>
        </p:nvPicPr>
        <p:blipFill>
          <a:blip r:embed="rId18" cstate="print">
            <a:extLst>
              <a:ext uri="{0E149C97-A14B-40DB-1CD4-21C4CCE60247}"/>
            </a:extLst>
          </a:blip>
          <a:srcRect/>
          <a:stretch>
            <a:fillRect/>
          </a:stretch>
        </p:blipFill>
        <p:spPr>
          <a:xfrm>
            <a:off x="4210685" y="3404870"/>
            <a:ext cx="3767667" cy="1358900"/>
          </a:xfrm>
          <a:prstGeom prst="rect">
            <a:avLst/>
          </a:prstGeom>
        </p:spPr>
      </p:pic>
      <p:grpSp>
        <p:nvGrpSpPr>
          <p:cNvPr id="531" name="Combination 531"/>
          <p:cNvGrpSpPr/>
          <p:nvPr/>
        </p:nvGrpSpPr>
        <p:grpSpPr>
          <a:xfrm>
            <a:off x="4241800" y="3425190"/>
            <a:ext cx="3705225" cy="1295400"/>
            <a:chOff x="4241800" y="3425190"/>
            <a:chExt cx="3705225" cy="1295400"/>
          </a:xfrm>
        </p:grpSpPr>
        <p:sp>
          <p:nvSpPr>
            <p:cNvPr id="532" name="VectorPath 532"/>
            <p:cNvSpPr/>
            <p:nvPr/>
          </p:nvSpPr>
          <p:spPr>
            <a:xfrm>
              <a:off x="4241800" y="3425190"/>
              <a:ext cx="3705225" cy="1295400"/>
            </a:xfrm>
            <a:custGeom>
              <a:avLst/>
              <a:gdLst/>
              <a:ahLst/>
              <a:cxnLst/>
              <a:rect l="l" t="t" r="r" b="b"/>
              <a:pathLst>
                <a:path w="3705225" h="1295400">
                  <a:moveTo>
                    <a:pt x="38100" y="0"/>
                  </a:moveTo>
                  <a:lnTo>
                    <a:pt x="3667125" y="0"/>
                  </a:lnTo>
                  <a:cubicBezTo>
                    <a:pt x="3688081" y="0"/>
                    <a:pt x="3705225" y="17018"/>
                    <a:pt x="3705225" y="38100"/>
                  </a:cubicBezTo>
                  <a:lnTo>
                    <a:pt x="3705225" y="1181100"/>
                  </a:lnTo>
                  <a:cubicBezTo>
                    <a:pt x="3705225" y="1244219"/>
                    <a:pt x="3654045" y="1295400"/>
                    <a:pt x="3590925" y="1295400"/>
                  </a:cubicBezTo>
                  <a:lnTo>
                    <a:pt x="114300" y="1295400"/>
                  </a:lnTo>
                  <a:cubicBezTo>
                    <a:pt x="51181" y="1295400"/>
                    <a:pt x="0" y="1244219"/>
                    <a:pt x="0" y="1181100"/>
                  </a:cubicBezTo>
                  <a:lnTo>
                    <a:pt x="0" y="38100"/>
                  </a:lnTo>
                  <a:cubicBezTo>
                    <a:pt x="0" y="17018"/>
                    <a:pt x="17018" y="0"/>
                    <a:pt x="38100" y="0"/>
                  </a:cubicBezTo>
                </a:path>
              </a:pathLst>
            </a:custGeom>
            <a:solidFill>
              <a:srgbClr val="FFFFFF">
                <a:alpha val="100000"/>
              </a:srgbClr>
            </a:solidFill>
          </p:spPr>
        </p:sp>
        <p:sp>
          <p:nvSpPr>
            <p:cNvPr id="533" name="VectorPath 533"/>
            <p:cNvSpPr/>
            <p:nvPr/>
          </p:nvSpPr>
          <p:spPr>
            <a:xfrm>
              <a:off x="4470400" y="3633724"/>
              <a:ext cx="285750" cy="287782"/>
            </a:xfrm>
            <a:custGeom>
              <a:avLst/>
              <a:gdLst/>
              <a:ahLst/>
              <a:cxnLst/>
              <a:rect l="l" t="t" r="r" b="b"/>
              <a:pathLst>
                <a:path w="285750" h="287782">
                  <a:moveTo>
                    <a:pt x="267843" y="108204"/>
                  </a:moveTo>
                  <a:lnTo>
                    <a:pt x="272288" y="108204"/>
                  </a:lnTo>
                  <a:cubicBezTo>
                    <a:pt x="279781" y="108204"/>
                    <a:pt x="285750" y="102235"/>
                    <a:pt x="285750" y="94742"/>
                  </a:cubicBezTo>
                  <a:lnTo>
                    <a:pt x="285750" y="14351"/>
                  </a:lnTo>
                  <a:cubicBezTo>
                    <a:pt x="285750" y="9017"/>
                    <a:pt x="282448" y="4064"/>
                    <a:pt x="277495" y="2032"/>
                  </a:cubicBezTo>
                  <a:cubicBezTo>
                    <a:pt x="272415" y="0"/>
                    <a:pt x="266700" y="1143"/>
                    <a:pt x="262763" y="4953"/>
                  </a:cubicBezTo>
                  <a:lnTo>
                    <a:pt x="233934" y="33782"/>
                  </a:lnTo>
                  <a:cubicBezTo>
                    <a:pt x="209296" y="13335"/>
                    <a:pt x="177419" y="1016"/>
                    <a:pt x="142875" y="1016"/>
                  </a:cubicBezTo>
                  <a:cubicBezTo>
                    <a:pt x="70866" y="1016"/>
                    <a:pt x="11303" y="54229"/>
                    <a:pt x="1397" y="123571"/>
                  </a:cubicBezTo>
                  <a:cubicBezTo>
                    <a:pt x="0" y="133350"/>
                    <a:pt x="6731" y="142367"/>
                    <a:pt x="16510" y="143764"/>
                  </a:cubicBezTo>
                  <a:cubicBezTo>
                    <a:pt x="26289" y="145161"/>
                    <a:pt x="35306" y="138303"/>
                    <a:pt x="36703" y="128651"/>
                  </a:cubicBezTo>
                  <a:cubicBezTo>
                    <a:pt x="44196" y="76581"/>
                    <a:pt x="88900" y="36703"/>
                    <a:pt x="142875" y="36703"/>
                  </a:cubicBezTo>
                  <a:cubicBezTo>
                    <a:pt x="167640" y="36703"/>
                    <a:pt x="190373" y="45085"/>
                    <a:pt x="208534" y="59182"/>
                  </a:cubicBezTo>
                  <a:lnTo>
                    <a:pt x="182499" y="85344"/>
                  </a:lnTo>
                  <a:cubicBezTo>
                    <a:pt x="178562" y="89154"/>
                    <a:pt x="177546" y="94869"/>
                    <a:pt x="179578" y="99949"/>
                  </a:cubicBezTo>
                  <a:cubicBezTo>
                    <a:pt x="181610" y="104902"/>
                    <a:pt x="186563" y="108204"/>
                    <a:pt x="191897" y="108204"/>
                  </a:cubicBezTo>
                  <a:lnTo>
                    <a:pt x="267843" y="108204"/>
                  </a:lnTo>
                  <a:close/>
                  <a:moveTo>
                    <a:pt x="284353" y="164211"/>
                  </a:moveTo>
                  <a:cubicBezTo>
                    <a:pt x="285750" y="154432"/>
                    <a:pt x="278892" y="145415"/>
                    <a:pt x="269240" y="144018"/>
                  </a:cubicBezTo>
                  <a:cubicBezTo>
                    <a:pt x="259461" y="142621"/>
                    <a:pt x="250317" y="149479"/>
                    <a:pt x="248920" y="159131"/>
                  </a:cubicBezTo>
                  <a:cubicBezTo>
                    <a:pt x="241554" y="211074"/>
                    <a:pt x="196850" y="250952"/>
                    <a:pt x="142875" y="250952"/>
                  </a:cubicBezTo>
                  <a:cubicBezTo>
                    <a:pt x="118110" y="250952"/>
                    <a:pt x="95377" y="242570"/>
                    <a:pt x="77216" y="228473"/>
                  </a:cubicBezTo>
                  <a:lnTo>
                    <a:pt x="103251" y="202438"/>
                  </a:lnTo>
                  <a:cubicBezTo>
                    <a:pt x="107061" y="198628"/>
                    <a:pt x="108204" y="192913"/>
                    <a:pt x="106045" y="187833"/>
                  </a:cubicBezTo>
                  <a:cubicBezTo>
                    <a:pt x="104013" y="182880"/>
                    <a:pt x="99187" y="179578"/>
                    <a:pt x="93726" y="179578"/>
                  </a:cubicBezTo>
                  <a:lnTo>
                    <a:pt x="13335" y="179578"/>
                  </a:lnTo>
                  <a:cubicBezTo>
                    <a:pt x="5969" y="179578"/>
                    <a:pt x="0" y="185547"/>
                    <a:pt x="0" y="193040"/>
                  </a:cubicBezTo>
                  <a:lnTo>
                    <a:pt x="0" y="273431"/>
                  </a:lnTo>
                  <a:cubicBezTo>
                    <a:pt x="0" y="278765"/>
                    <a:pt x="3175" y="283718"/>
                    <a:pt x="8255" y="285750"/>
                  </a:cubicBezTo>
                  <a:cubicBezTo>
                    <a:pt x="13208" y="287782"/>
                    <a:pt x="18923" y="286639"/>
                    <a:pt x="22860" y="282829"/>
                  </a:cubicBezTo>
                  <a:lnTo>
                    <a:pt x="51689" y="254000"/>
                  </a:lnTo>
                  <a:cubicBezTo>
                    <a:pt x="76454" y="274447"/>
                    <a:pt x="108204" y="286766"/>
                    <a:pt x="142875" y="286766"/>
                  </a:cubicBezTo>
                  <a:cubicBezTo>
                    <a:pt x="214884" y="286766"/>
                    <a:pt x="274320" y="233553"/>
                    <a:pt x="284226" y="164211"/>
                  </a:cubicBezTo>
                  <a:lnTo>
                    <a:pt x="284353" y="164211"/>
                  </a:lnTo>
                  <a:close/>
                </a:path>
              </a:pathLst>
            </a:custGeom>
            <a:solidFill>
              <a:srgbClr val="0EA5E9">
                <a:alpha val="100000"/>
              </a:srgbClr>
            </a:solidFill>
          </p:spPr>
        </p:sp>
      </p:grpSp>
      <p:pic>
        <p:nvPicPr>
          <p:cNvPr id="534" name="07F2F31D-5AD4-494A-E994-F72AD9F3DBB1"/>
          <p:cNvPicPr>
            <a:picLocks noChangeAspect="1"/>
          </p:cNvPicPr>
          <p:nvPr/>
        </p:nvPicPr>
        <p:blipFill>
          <a:blip r:embed="rId19" cstate="print">
            <a:extLst>
              <a:ext uri="{22206A25-BBC4-4D35-8EAA-A1A94037384D}"/>
            </a:extLst>
          </a:blip>
          <a:srcRect/>
          <a:stretch>
            <a:fillRect/>
          </a:stretch>
        </p:blipFill>
        <p:spPr>
          <a:xfrm>
            <a:off x="8072755" y="3404870"/>
            <a:ext cx="3767667" cy="1358900"/>
          </a:xfrm>
          <a:prstGeom prst="rect">
            <a:avLst/>
          </a:prstGeom>
        </p:spPr>
      </p:pic>
      <p:grpSp>
        <p:nvGrpSpPr>
          <p:cNvPr id="535" name="Combination 535"/>
          <p:cNvGrpSpPr/>
          <p:nvPr/>
        </p:nvGrpSpPr>
        <p:grpSpPr>
          <a:xfrm>
            <a:off x="8102600" y="3425190"/>
            <a:ext cx="3705225" cy="1295400"/>
            <a:chOff x="8102600" y="3425190"/>
            <a:chExt cx="3705225" cy="1295400"/>
          </a:xfrm>
        </p:grpSpPr>
        <p:sp>
          <p:nvSpPr>
            <p:cNvPr id="536" name="VectorPath 536"/>
            <p:cNvSpPr/>
            <p:nvPr/>
          </p:nvSpPr>
          <p:spPr>
            <a:xfrm>
              <a:off x="8102600" y="3425190"/>
              <a:ext cx="3705225" cy="1295400"/>
            </a:xfrm>
            <a:custGeom>
              <a:avLst/>
              <a:gdLst/>
              <a:ahLst/>
              <a:cxnLst/>
              <a:rect l="l" t="t" r="r" b="b"/>
              <a:pathLst>
                <a:path w="3705225" h="1295400">
                  <a:moveTo>
                    <a:pt x="38100" y="0"/>
                  </a:moveTo>
                  <a:lnTo>
                    <a:pt x="3667125" y="0"/>
                  </a:lnTo>
                  <a:cubicBezTo>
                    <a:pt x="3688081" y="0"/>
                    <a:pt x="3705225" y="17018"/>
                    <a:pt x="3705225" y="38100"/>
                  </a:cubicBezTo>
                  <a:lnTo>
                    <a:pt x="3705225" y="1181100"/>
                  </a:lnTo>
                  <a:cubicBezTo>
                    <a:pt x="3705225" y="1244219"/>
                    <a:pt x="3654045" y="1295400"/>
                    <a:pt x="3590925" y="1295400"/>
                  </a:cubicBezTo>
                  <a:lnTo>
                    <a:pt x="114300" y="1295400"/>
                  </a:lnTo>
                  <a:cubicBezTo>
                    <a:pt x="51181" y="1295400"/>
                    <a:pt x="0" y="1244219"/>
                    <a:pt x="0" y="1181100"/>
                  </a:cubicBezTo>
                  <a:lnTo>
                    <a:pt x="0" y="38100"/>
                  </a:lnTo>
                  <a:cubicBezTo>
                    <a:pt x="0" y="17018"/>
                    <a:pt x="17018" y="0"/>
                    <a:pt x="38100" y="0"/>
                  </a:cubicBezTo>
                </a:path>
              </a:pathLst>
            </a:custGeom>
            <a:solidFill>
              <a:srgbClr val="FFFFFF">
                <a:alpha val="100000"/>
              </a:srgbClr>
            </a:solidFill>
          </p:spPr>
        </p:sp>
        <p:sp>
          <p:nvSpPr>
            <p:cNvPr id="537" name="VectorPath 537"/>
            <p:cNvSpPr/>
            <p:nvPr/>
          </p:nvSpPr>
          <p:spPr>
            <a:xfrm>
              <a:off x="8348981" y="3616833"/>
              <a:ext cx="250063" cy="285750"/>
            </a:xfrm>
            <a:custGeom>
              <a:avLst/>
              <a:gdLst/>
              <a:ahLst/>
              <a:cxnLst/>
              <a:rect l="l" t="t" r="r" b="b"/>
              <a:pathLst>
                <a:path w="250063" h="285750">
                  <a:moveTo>
                    <a:pt x="142874" y="17907"/>
                  </a:moveTo>
                  <a:moveTo>
                    <a:pt x="142874" y="17907"/>
                  </a:moveTo>
                  <a:cubicBezTo>
                    <a:pt x="142874" y="8001"/>
                    <a:pt x="135001" y="0"/>
                    <a:pt x="125095" y="0"/>
                  </a:cubicBezTo>
                  <a:cubicBezTo>
                    <a:pt x="115189" y="0"/>
                    <a:pt x="107187" y="8001"/>
                    <a:pt x="107187" y="17907"/>
                  </a:cubicBezTo>
                  <a:lnTo>
                    <a:pt x="107187" y="53594"/>
                  </a:lnTo>
                  <a:lnTo>
                    <a:pt x="53594" y="53594"/>
                  </a:lnTo>
                  <a:cubicBezTo>
                    <a:pt x="24003" y="53594"/>
                    <a:pt x="0" y="77597"/>
                    <a:pt x="0" y="107188"/>
                  </a:cubicBezTo>
                  <a:lnTo>
                    <a:pt x="0" y="232283"/>
                  </a:lnTo>
                  <a:cubicBezTo>
                    <a:pt x="0" y="261747"/>
                    <a:pt x="24003" y="285750"/>
                    <a:pt x="53594" y="285750"/>
                  </a:cubicBezTo>
                  <a:lnTo>
                    <a:pt x="196469" y="285750"/>
                  </a:lnTo>
                  <a:cubicBezTo>
                    <a:pt x="226060" y="285750"/>
                    <a:pt x="250063" y="261747"/>
                    <a:pt x="250063" y="232283"/>
                  </a:cubicBezTo>
                  <a:lnTo>
                    <a:pt x="250063" y="107188"/>
                  </a:lnTo>
                  <a:cubicBezTo>
                    <a:pt x="250063" y="77597"/>
                    <a:pt x="226060" y="53594"/>
                    <a:pt x="196469" y="53594"/>
                  </a:cubicBezTo>
                  <a:lnTo>
                    <a:pt x="142874" y="53594"/>
                  </a:lnTo>
                  <a:lnTo>
                    <a:pt x="142874" y="17907"/>
                  </a:lnTo>
                  <a:close/>
                  <a:moveTo>
                    <a:pt x="35814" y="223266"/>
                  </a:moveTo>
                  <a:moveTo>
                    <a:pt x="35814" y="223266"/>
                  </a:moveTo>
                  <a:cubicBezTo>
                    <a:pt x="35814" y="215900"/>
                    <a:pt x="41783" y="209931"/>
                    <a:pt x="49149" y="209931"/>
                  </a:cubicBezTo>
                  <a:lnTo>
                    <a:pt x="67056" y="209931"/>
                  </a:lnTo>
                  <a:cubicBezTo>
                    <a:pt x="74422" y="209931"/>
                    <a:pt x="80391" y="215900"/>
                    <a:pt x="80391" y="223266"/>
                  </a:cubicBezTo>
                  <a:cubicBezTo>
                    <a:pt x="80391" y="230759"/>
                    <a:pt x="74422" y="236728"/>
                    <a:pt x="67056" y="236728"/>
                  </a:cubicBezTo>
                  <a:lnTo>
                    <a:pt x="49149" y="236728"/>
                  </a:lnTo>
                  <a:cubicBezTo>
                    <a:pt x="41783" y="236728"/>
                    <a:pt x="35814" y="230759"/>
                    <a:pt x="35814" y="223266"/>
                  </a:cubicBezTo>
                  <a:moveTo>
                    <a:pt x="102743" y="223266"/>
                  </a:moveTo>
                  <a:moveTo>
                    <a:pt x="102743" y="223266"/>
                  </a:moveTo>
                  <a:cubicBezTo>
                    <a:pt x="102743" y="215900"/>
                    <a:pt x="108712" y="209931"/>
                    <a:pt x="116077" y="209931"/>
                  </a:cubicBezTo>
                  <a:lnTo>
                    <a:pt x="133985" y="209931"/>
                  </a:lnTo>
                  <a:cubicBezTo>
                    <a:pt x="141477" y="209931"/>
                    <a:pt x="147447" y="215900"/>
                    <a:pt x="147447" y="223266"/>
                  </a:cubicBezTo>
                  <a:cubicBezTo>
                    <a:pt x="147447" y="230759"/>
                    <a:pt x="141477" y="236728"/>
                    <a:pt x="133985" y="236728"/>
                  </a:cubicBezTo>
                  <a:lnTo>
                    <a:pt x="116077" y="236728"/>
                  </a:lnTo>
                  <a:cubicBezTo>
                    <a:pt x="108712" y="236728"/>
                    <a:pt x="102743" y="230759"/>
                    <a:pt x="102743" y="223266"/>
                  </a:cubicBezTo>
                  <a:moveTo>
                    <a:pt x="169672" y="223266"/>
                  </a:moveTo>
                  <a:moveTo>
                    <a:pt x="169672" y="223266"/>
                  </a:moveTo>
                  <a:cubicBezTo>
                    <a:pt x="169672" y="215900"/>
                    <a:pt x="175641" y="209931"/>
                    <a:pt x="183134" y="209931"/>
                  </a:cubicBezTo>
                  <a:lnTo>
                    <a:pt x="200914" y="209931"/>
                  </a:lnTo>
                  <a:cubicBezTo>
                    <a:pt x="208407" y="209931"/>
                    <a:pt x="214376" y="215900"/>
                    <a:pt x="214376" y="223266"/>
                  </a:cubicBezTo>
                  <a:cubicBezTo>
                    <a:pt x="214376" y="230759"/>
                    <a:pt x="208407" y="236728"/>
                    <a:pt x="200914" y="236728"/>
                  </a:cubicBezTo>
                  <a:lnTo>
                    <a:pt x="183134" y="236728"/>
                  </a:lnTo>
                  <a:cubicBezTo>
                    <a:pt x="175641" y="236728"/>
                    <a:pt x="169672" y="230759"/>
                    <a:pt x="169672" y="223266"/>
                  </a:cubicBezTo>
                  <a:moveTo>
                    <a:pt x="71501" y="116078"/>
                  </a:moveTo>
                  <a:moveTo>
                    <a:pt x="71501" y="116078"/>
                  </a:moveTo>
                  <a:cubicBezTo>
                    <a:pt x="86233" y="116078"/>
                    <a:pt x="98297" y="128143"/>
                    <a:pt x="98297" y="142875"/>
                  </a:cubicBezTo>
                  <a:cubicBezTo>
                    <a:pt x="98297" y="157734"/>
                    <a:pt x="86233" y="169672"/>
                    <a:pt x="71501" y="169672"/>
                  </a:cubicBezTo>
                  <a:cubicBezTo>
                    <a:pt x="56642" y="169672"/>
                    <a:pt x="44704" y="157734"/>
                    <a:pt x="44704" y="142875"/>
                  </a:cubicBezTo>
                  <a:cubicBezTo>
                    <a:pt x="44704" y="128143"/>
                    <a:pt x="56642" y="116078"/>
                    <a:pt x="71501" y="116078"/>
                  </a:cubicBezTo>
                  <a:moveTo>
                    <a:pt x="151892" y="142875"/>
                  </a:moveTo>
                  <a:moveTo>
                    <a:pt x="151892" y="142875"/>
                  </a:moveTo>
                  <a:cubicBezTo>
                    <a:pt x="151892" y="128143"/>
                    <a:pt x="163830" y="116078"/>
                    <a:pt x="178689" y="116078"/>
                  </a:cubicBezTo>
                  <a:cubicBezTo>
                    <a:pt x="193421" y="116078"/>
                    <a:pt x="205486" y="128143"/>
                    <a:pt x="205486" y="142875"/>
                  </a:cubicBezTo>
                  <a:cubicBezTo>
                    <a:pt x="205486" y="157734"/>
                    <a:pt x="193421" y="169672"/>
                    <a:pt x="178689" y="169672"/>
                  </a:cubicBezTo>
                  <a:cubicBezTo>
                    <a:pt x="163830" y="169672"/>
                    <a:pt x="151892" y="157734"/>
                    <a:pt x="151892" y="142875"/>
                  </a:cubicBezTo>
                </a:path>
              </a:pathLst>
            </a:custGeom>
            <a:solidFill>
              <a:srgbClr val="10B981">
                <a:alpha val="100000"/>
              </a:srgbClr>
            </a:solidFill>
          </p:spPr>
        </p:sp>
      </p:grpSp>
      <p:sp>
        <p:nvSpPr>
          <p:cNvPr id="538" name="VectorPath 538"/>
          <p:cNvSpPr/>
          <p:nvPr/>
        </p:nvSpPr>
        <p:spPr>
          <a:xfrm>
            <a:off x="4241800" y="3425190"/>
            <a:ext cx="3705225" cy="38100"/>
          </a:xfrm>
          <a:custGeom>
            <a:avLst/>
            <a:gdLst/>
            <a:ahLst/>
            <a:cxnLst/>
            <a:rect l="l" t="t" r="r" b="b"/>
            <a:pathLst>
              <a:path w="3705225" h="38100">
                <a:moveTo>
                  <a:pt x="38100" y="0"/>
                </a:moveTo>
                <a:lnTo>
                  <a:pt x="3667125" y="0"/>
                </a:lnTo>
                <a:cubicBezTo>
                  <a:pt x="3688081" y="0"/>
                  <a:pt x="3705225" y="17018"/>
                  <a:pt x="3705225" y="38100"/>
                </a:cubicBezTo>
                <a:lnTo>
                  <a:pt x="3705225" y="38100"/>
                </a:lnTo>
                <a:lnTo>
                  <a:pt x="0" y="38100"/>
                </a:lnTo>
                <a:lnTo>
                  <a:pt x="0" y="38100"/>
                </a:lnTo>
                <a:cubicBezTo>
                  <a:pt x="0" y="17018"/>
                  <a:pt x="17018" y="0"/>
                  <a:pt x="38100" y="0"/>
                </a:cubicBezTo>
              </a:path>
            </a:pathLst>
          </a:custGeom>
          <a:solidFill>
            <a:srgbClr val="0EA5E9">
              <a:alpha val="100000"/>
            </a:srgbClr>
          </a:solidFill>
        </p:spPr>
      </p:sp>
      <p:grpSp>
        <p:nvGrpSpPr>
          <p:cNvPr id="539" name="Combination 539"/>
          <p:cNvGrpSpPr/>
          <p:nvPr/>
        </p:nvGrpSpPr>
        <p:grpSpPr>
          <a:xfrm>
            <a:off x="8295641" y="3742055"/>
            <a:ext cx="356870" cy="88900"/>
            <a:chOff x="8295641" y="3742055"/>
            <a:chExt cx="356870" cy="88900"/>
          </a:xfrm>
        </p:grpSpPr>
        <p:sp>
          <p:nvSpPr>
            <p:cNvPr id="540" name="VectorPath 540"/>
            <p:cNvSpPr/>
            <p:nvPr/>
          </p:nvSpPr>
          <p:spPr>
            <a:xfrm>
              <a:off x="8295641" y="3742055"/>
              <a:ext cx="35560" cy="88900"/>
            </a:xfrm>
            <a:custGeom>
              <a:avLst/>
              <a:gdLst/>
              <a:ahLst/>
              <a:cxnLst/>
              <a:rect l="l" t="t" r="r" b="b"/>
              <a:pathLst>
                <a:path w="35560" h="88900">
                  <a:moveTo>
                    <a:pt x="35560" y="17653"/>
                  </a:moveTo>
                  <a:moveTo>
                    <a:pt x="35560" y="17653"/>
                  </a:moveTo>
                  <a:cubicBezTo>
                    <a:pt x="35560" y="7874"/>
                    <a:pt x="27559" y="-127"/>
                    <a:pt x="17653" y="-127"/>
                  </a:cubicBezTo>
                  <a:cubicBezTo>
                    <a:pt x="7747" y="-127"/>
                    <a:pt x="-127" y="7874"/>
                    <a:pt x="-127" y="17653"/>
                  </a:cubicBezTo>
                  <a:lnTo>
                    <a:pt x="-127" y="71247"/>
                  </a:lnTo>
                  <a:cubicBezTo>
                    <a:pt x="-127" y="81153"/>
                    <a:pt x="7747" y="89154"/>
                    <a:pt x="17653" y="89154"/>
                  </a:cubicBezTo>
                  <a:cubicBezTo>
                    <a:pt x="27559" y="89154"/>
                    <a:pt x="35560" y="81153"/>
                    <a:pt x="35560" y="71247"/>
                  </a:cubicBezTo>
                  <a:lnTo>
                    <a:pt x="35560" y="17653"/>
                  </a:lnTo>
                  <a:close/>
                </a:path>
              </a:pathLst>
            </a:custGeom>
            <a:solidFill>
              <a:srgbClr val="10B981">
                <a:alpha val="100000"/>
              </a:srgbClr>
            </a:solidFill>
          </p:spPr>
        </p:sp>
        <p:sp>
          <p:nvSpPr>
            <p:cNvPr id="541" name="VectorPath 541"/>
            <p:cNvSpPr/>
            <p:nvPr/>
          </p:nvSpPr>
          <p:spPr>
            <a:xfrm>
              <a:off x="8616950" y="3742055"/>
              <a:ext cx="35560" cy="88900"/>
            </a:xfrm>
            <a:custGeom>
              <a:avLst/>
              <a:gdLst/>
              <a:ahLst/>
              <a:cxnLst/>
              <a:rect l="l" t="t" r="r" b="b"/>
              <a:pathLst>
                <a:path w="35560" h="88900">
                  <a:moveTo>
                    <a:pt x="17780" y="-127"/>
                  </a:moveTo>
                  <a:moveTo>
                    <a:pt x="17780" y="-127"/>
                  </a:moveTo>
                  <a:cubicBezTo>
                    <a:pt x="8001" y="-127"/>
                    <a:pt x="0" y="7874"/>
                    <a:pt x="0" y="17653"/>
                  </a:cubicBezTo>
                  <a:lnTo>
                    <a:pt x="0" y="71247"/>
                  </a:lnTo>
                  <a:cubicBezTo>
                    <a:pt x="0" y="81153"/>
                    <a:pt x="8001" y="89154"/>
                    <a:pt x="17780" y="89154"/>
                  </a:cubicBezTo>
                  <a:cubicBezTo>
                    <a:pt x="27686" y="89154"/>
                    <a:pt x="35687" y="81153"/>
                    <a:pt x="35687" y="71247"/>
                  </a:cubicBezTo>
                  <a:lnTo>
                    <a:pt x="35687" y="17653"/>
                  </a:lnTo>
                  <a:cubicBezTo>
                    <a:pt x="35687" y="7874"/>
                    <a:pt x="27686" y="-127"/>
                    <a:pt x="17780" y="-127"/>
                  </a:cubicBezTo>
                </a:path>
              </a:pathLst>
            </a:custGeom>
            <a:solidFill>
              <a:srgbClr val="10B981">
                <a:alpha val="100000"/>
              </a:srgbClr>
            </a:solidFill>
          </p:spPr>
        </p:sp>
      </p:grpSp>
      <p:sp>
        <p:nvSpPr>
          <p:cNvPr id="542" name="TextBox542"/>
          <p:cNvSpPr txBox="1"/>
          <p:nvPr/>
        </p:nvSpPr>
        <p:spPr>
          <a:xfrm>
            <a:off x="1043305" y="3680460"/>
            <a:ext cx="8662988" cy="228600"/>
          </a:xfrm>
          <a:prstGeom prst="rect">
            <a:avLst/>
          </a:prstGeom>
          <a:noFill/>
        </p:spPr>
        <p:txBody>
          <a:bodyPr wrap="square" lIns="0" tIns="0" rIns="0" bIns="0" rtlCol="0">
            <a:spAutoFit/>
          </a:bodyPr>
          <a:lstStyle/>
          <a:p>
            <a:pPr marL="0" marR="0" indent="0" eaLnBrk="0">
              <a:lnSpc>
                <a:spcPct val="99722"/>
              </a:lnSpc>
            </a:pPr>
            <a:r>
              <a:rPr lang="en-US" altLang="zh-CN" sz="2250" b="1" kern="0" spc="-25" baseline="3998" noProof="0" dirty="0">
                <a:solidFill>
                  <a:srgbClr val="1E293B"/>
                </a:solidFill>
                <a:latin typeface="SimHei" pitchFamily="49" charset="0"/>
                <a:ea typeface="SimHei" pitchFamily="49" charset="0"/>
                <a:cs typeface="SimHei" pitchFamily="49" charset="0"/>
              </a:rPr>
              <a:t>质量控制</a:t>
            </a:r>
            <a:r>
              <a:rPr lang="en-US" altLang="zh-CN" sz="2250" b="1" kern="0" spc="35520" baseline="3998" noProof="0" dirty="0">
                <a:latin typeface="SimHei" pitchFamily="49" charset="0"/>
                <a:ea typeface="SimHei" pitchFamily="49" charset="0"/>
                <a:cs typeface="SimHei" pitchFamily="49" charset="0"/>
              </a:rPr>
              <a:t> </a:t>
            </a:r>
            <a:r>
              <a:rPr lang="en-US" altLang="zh-CN" sz="2250" b="1" kern="0" spc="0" baseline="3998" noProof="0" dirty="0">
                <a:solidFill>
                  <a:srgbClr val="1E293B"/>
                </a:solidFill>
                <a:latin typeface="SimHei" pitchFamily="49" charset="0"/>
                <a:ea typeface="SimHei" pitchFamily="49" charset="0"/>
                <a:cs typeface="SimHei" pitchFamily="49" charset="0"/>
              </a:rPr>
              <a:t>迭代优化</a:t>
            </a:r>
            <a:r>
              <a:rPr lang="en-US" altLang="zh-CN" sz="2250" b="1" kern="0" spc="35475" baseline="3998" noProof="0" dirty="0">
                <a:latin typeface="SimHei" pitchFamily="49" charset="0"/>
                <a:ea typeface="SimHei" pitchFamily="49" charset="0"/>
                <a:cs typeface="SimHei" pitchFamily="49" charset="0"/>
              </a:rPr>
              <a:t> </a:t>
            </a:r>
            <a:r>
              <a:rPr lang="en-US" altLang="zh-CN" sz="2250" b="1" kern="0" spc="-25" baseline="3998" noProof="0" dirty="0">
                <a:solidFill>
                  <a:srgbClr val="1E293B"/>
                </a:solidFill>
                <a:latin typeface="SimHei" pitchFamily="49" charset="0"/>
                <a:ea typeface="SimHei" pitchFamily="49" charset="0"/>
                <a:cs typeface="SimHei" pitchFamily="49" charset="0"/>
              </a:rPr>
              <a:t>Ag</a:t>
            </a:r>
            <a:r>
              <a:rPr lang="en-US" altLang="zh-CN" sz="2250" b="1" kern="0" spc="0" baseline="3998" noProof="0" dirty="0">
                <a:solidFill>
                  <a:srgbClr val="1E293B"/>
                </a:solidFill>
                <a:latin typeface="SimHei" pitchFamily="49" charset="0"/>
                <a:ea typeface="SimHei" pitchFamily="49" charset="0"/>
                <a:cs typeface="SimHei" pitchFamily="49" charset="0"/>
              </a:rPr>
              <a:t>ent驱动</a:t>
            </a:r>
          </a:p>
        </p:txBody>
      </p:sp>
      <p:sp>
        <p:nvSpPr>
          <p:cNvPr id="543" name="VectorPath 543"/>
          <p:cNvSpPr/>
          <p:nvPr/>
        </p:nvSpPr>
        <p:spPr>
          <a:xfrm>
            <a:off x="381000" y="3425190"/>
            <a:ext cx="3705225" cy="38100"/>
          </a:xfrm>
          <a:custGeom>
            <a:avLst/>
            <a:gdLst/>
            <a:ahLst/>
            <a:cxnLst/>
            <a:rect l="l" t="t" r="r" b="b"/>
            <a:pathLst>
              <a:path w="3705225" h="38100">
                <a:moveTo>
                  <a:pt x="38100" y="0"/>
                </a:moveTo>
                <a:lnTo>
                  <a:pt x="3667125" y="0"/>
                </a:lnTo>
                <a:cubicBezTo>
                  <a:pt x="3688207" y="0"/>
                  <a:pt x="3705225" y="17018"/>
                  <a:pt x="3705225" y="38100"/>
                </a:cubicBezTo>
                <a:lnTo>
                  <a:pt x="3705225" y="38100"/>
                </a:lnTo>
                <a:lnTo>
                  <a:pt x="0" y="38100"/>
                </a:lnTo>
                <a:lnTo>
                  <a:pt x="0" y="38100"/>
                </a:lnTo>
                <a:cubicBezTo>
                  <a:pt x="0" y="17018"/>
                  <a:pt x="17069" y="0"/>
                  <a:pt x="38100" y="0"/>
                </a:cubicBezTo>
              </a:path>
            </a:pathLst>
          </a:custGeom>
          <a:solidFill>
            <a:srgbClr val="2563EB">
              <a:alpha val="100000"/>
            </a:srgbClr>
          </a:solidFill>
        </p:spPr>
      </p:sp>
      <p:sp>
        <p:nvSpPr>
          <p:cNvPr id="544" name="VectorPath 544"/>
          <p:cNvSpPr/>
          <p:nvPr/>
        </p:nvSpPr>
        <p:spPr>
          <a:xfrm>
            <a:off x="8102600" y="3425190"/>
            <a:ext cx="3705225" cy="38100"/>
          </a:xfrm>
          <a:custGeom>
            <a:avLst/>
            <a:gdLst/>
            <a:ahLst/>
            <a:cxnLst/>
            <a:rect l="l" t="t" r="r" b="b"/>
            <a:pathLst>
              <a:path w="3705225" h="38100">
                <a:moveTo>
                  <a:pt x="38100" y="0"/>
                </a:moveTo>
                <a:lnTo>
                  <a:pt x="3667125" y="0"/>
                </a:lnTo>
                <a:cubicBezTo>
                  <a:pt x="3688081" y="0"/>
                  <a:pt x="3705225" y="17018"/>
                  <a:pt x="3705225" y="38100"/>
                </a:cubicBezTo>
                <a:lnTo>
                  <a:pt x="3705225" y="38100"/>
                </a:lnTo>
                <a:lnTo>
                  <a:pt x="0" y="38100"/>
                </a:lnTo>
                <a:lnTo>
                  <a:pt x="0" y="38100"/>
                </a:lnTo>
                <a:cubicBezTo>
                  <a:pt x="0" y="17018"/>
                  <a:pt x="17018" y="0"/>
                  <a:pt x="38100" y="0"/>
                </a:cubicBezTo>
              </a:path>
            </a:pathLst>
          </a:custGeom>
          <a:solidFill>
            <a:srgbClr val="10B981">
              <a:alpha val="100000"/>
            </a:srgbClr>
          </a:solidFill>
        </p:spPr>
      </p:sp>
      <p:sp>
        <p:nvSpPr>
          <p:cNvPr id="545" name="TextBox545"/>
          <p:cNvSpPr txBox="1"/>
          <p:nvPr/>
        </p:nvSpPr>
        <p:spPr>
          <a:xfrm>
            <a:off x="4432935" y="4094480"/>
            <a:ext cx="2840037"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64748B"/>
                </a:solidFill>
                <a:latin typeface="SimHei" pitchFamily="49" charset="0"/>
                <a:ea typeface="SimHei" pitchFamily="49" charset="0"/>
                <a:cs typeface="SimHei" pitchFamily="49" charset="0"/>
              </a:rPr>
              <a:t>阶段</a:t>
            </a:r>
            <a:r>
              <a:rPr lang="en-US" altLang="zh-CN" sz="1200" kern="0" spc="0" baseline="0" noProof="0" dirty="0">
                <a:solidFill>
                  <a:srgbClr val="64748B"/>
                </a:solidFill>
                <a:latin typeface="SimHei" pitchFamily="49" charset="0"/>
                <a:ea typeface="SimHei" pitchFamily="49" charset="0"/>
                <a:cs typeface="SimHei" pitchFamily="49" charset="0"/>
              </a:rPr>
              <a:t>4-5支持循环迭代，持续优化算子性能</a:t>
            </a:r>
          </a:p>
        </p:txBody>
      </p:sp>
      <p:sp>
        <p:nvSpPr>
          <p:cNvPr id="546" name="TextBox546"/>
          <p:cNvSpPr txBox="1"/>
          <p:nvPr/>
        </p:nvSpPr>
        <p:spPr>
          <a:xfrm>
            <a:off x="8294370" y="4094480"/>
            <a:ext cx="3165475"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64748B"/>
                </a:solidFill>
                <a:latin typeface="SimHei" pitchFamily="49" charset="0"/>
                <a:ea typeface="SimHei" pitchFamily="49" charset="0"/>
                <a:cs typeface="SimHei" pitchFamily="49" charset="0"/>
              </a:rPr>
              <a:t>每个阶段由专门</a:t>
            </a:r>
            <a:r>
              <a:rPr lang="en-US" altLang="zh-CN" sz="1200" kern="0" spc="0" baseline="0" noProof="0" dirty="0">
                <a:solidFill>
                  <a:srgbClr val="64748B"/>
                </a:solidFill>
                <a:latin typeface="SimHei" pitchFamily="49" charset="0"/>
                <a:ea typeface="SimHei" pitchFamily="49" charset="0"/>
                <a:cs typeface="SimHei" pitchFamily="49" charset="0"/>
              </a:rPr>
              <a:t>Agent执行，自动完成各项任务</a:t>
            </a:r>
          </a:p>
        </p:txBody>
      </p:sp>
      <p:sp>
        <p:nvSpPr>
          <p:cNvPr id="547" name="TextBox547"/>
          <p:cNvSpPr txBox="1"/>
          <p:nvPr/>
        </p:nvSpPr>
        <p:spPr>
          <a:xfrm>
            <a:off x="571500" y="4218305"/>
            <a:ext cx="3352800" cy="184150"/>
          </a:xfrm>
          <a:prstGeom prst="rect">
            <a:avLst/>
          </a:prstGeom>
          <a:noFill/>
        </p:spPr>
        <p:txBody>
          <a:bodyPr wrap="square" lIns="0" tIns="0" rIns="0" bIns="0" rtlCol="0">
            <a:spAutoFit/>
          </a:bodyPr>
          <a:lstStyle/>
          <a:p>
            <a:pPr marL="0" marR="0" indent="0" eaLnBrk="0">
              <a:lnSpc>
                <a:spcPct val="100000"/>
              </a:lnSpc>
            </a:pPr>
            <a:r>
              <a:rPr lang="en-US" altLang="zh-CN" sz="1200" kern="0" spc="-15" baseline="0" noProof="0" dirty="0">
                <a:solidFill>
                  <a:srgbClr val="64748B"/>
                </a:solidFill>
                <a:latin typeface="SimHei" pitchFamily="49" charset="0"/>
                <a:ea typeface="SimHei" pitchFamily="49" charset="0"/>
                <a:cs typeface="SimHei" pitchFamily="49" charset="0"/>
              </a:rPr>
              <a:t>每个阶段完成后才能进入下一阶段，确保开发质量</a:t>
            </a:r>
          </a:p>
        </p:txBody>
      </p:sp>
      <p:pic>
        <p:nvPicPr>
          <p:cNvPr id="548" name="64E7A99E-EEF5-4DDF-9139-58E2FE14D00A"/>
          <p:cNvPicPr>
            <a:picLocks noChangeAspect="1"/>
          </p:cNvPicPr>
          <p:nvPr/>
        </p:nvPicPr>
        <p:blipFill>
          <a:blip r:embed="rId20" cstate="print">
            <a:extLst>
              <a:ext uri="{3E0D1B24-6FE1-4AFF-BBDC-40A8DCAC5A1D}"/>
            </a:extLst>
          </a:blip>
          <a:srcRect/>
          <a:stretch>
            <a:fillRect/>
          </a:stretch>
        </p:blipFill>
        <p:spPr>
          <a:xfrm>
            <a:off x="400050" y="5005070"/>
            <a:ext cx="11413068" cy="546100"/>
          </a:xfrm>
          <a:prstGeom prst="rect">
            <a:avLst/>
          </a:prstGeom>
        </p:spPr>
      </p:pic>
      <p:sp>
        <p:nvSpPr>
          <p:cNvPr id="549" name="VectorPath 549"/>
          <p:cNvSpPr/>
          <p:nvPr/>
        </p:nvSpPr>
        <p:spPr>
          <a:xfrm>
            <a:off x="400050" y="5005070"/>
            <a:ext cx="38100" cy="542925"/>
          </a:xfrm>
          <a:custGeom>
            <a:avLst/>
            <a:gdLst/>
            <a:ahLst/>
            <a:cxnLst/>
            <a:rect l="l" t="t" r="r" b="b"/>
            <a:pathLst>
              <a:path w="38100" h="542925">
                <a:moveTo>
                  <a:pt x="38100" y="0"/>
                </a:moveTo>
                <a:lnTo>
                  <a:pt x="38100" y="0"/>
                </a:lnTo>
                <a:lnTo>
                  <a:pt x="38100" y="542925"/>
                </a:lnTo>
                <a:lnTo>
                  <a:pt x="38100" y="542925"/>
                </a:lnTo>
                <a:cubicBezTo>
                  <a:pt x="17069" y="542925"/>
                  <a:pt x="0" y="525907"/>
                  <a:pt x="0" y="504825"/>
                </a:cubicBezTo>
                <a:lnTo>
                  <a:pt x="0" y="38100"/>
                </a:lnTo>
                <a:cubicBezTo>
                  <a:pt x="0" y="17018"/>
                  <a:pt x="17069" y="0"/>
                  <a:pt x="38100" y="0"/>
                </a:cubicBezTo>
              </a:path>
            </a:pathLst>
          </a:custGeom>
          <a:solidFill>
            <a:srgbClr val="2563EB">
              <a:alpha val="100000"/>
            </a:srgbClr>
          </a:solidFill>
        </p:spPr>
      </p:sp>
      <p:sp>
        <p:nvSpPr>
          <p:cNvPr id="550" name="VectorPath 550"/>
          <p:cNvSpPr/>
          <p:nvPr/>
        </p:nvSpPr>
        <p:spPr>
          <a:xfrm>
            <a:off x="590550" y="5186045"/>
            <a:ext cx="152400" cy="152400"/>
          </a:xfrm>
          <a:custGeom>
            <a:avLst/>
            <a:gdLst/>
            <a:ahLst/>
            <a:cxnLst/>
            <a:rect l="l" t="t" r="r" b="b"/>
            <a:pathLst>
              <a:path w="152400" h="152400">
                <a:moveTo>
                  <a:pt x="76200" y="152400"/>
                </a:moveTo>
                <a:cubicBezTo>
                  <a:pt x="118250" y="152400"/>
                  <a:pt x="152400" y="118237"/>
                  <a:pt x="152400" y="76200"/>
                </a:cubicBezTo>
                <a:cubicBezTo>
                  <a:pt x="152400" y="34163"/>
                  <a:pt x="118250" y="0"/>
                  <a:pt x="76200" y="0"/>
                </a:cubicBezTo>
                <a:cubicBezTo>
                  <a:pt x="34138" y="0"/>
                  <a:pt x="0" y="34163"/>
                  <a:pt x="0" y="76200"/>
                </a:cubicBezTo>
                <a:cubicBezTo>
                  <a:pt x="0" y="118237"/>
                  <a:pt x="34138" y="152400"/>
                  <a:pt x="76200" y="152400"/>
                </a:cubicBezTo>
                <a:moveTo>
                  <a:pt x="66675" y="47625"/>
                </a:moveTo>
                <a:cubicBezTo>
                  <a:pt x="66675" y="42418"/>
                  <a:pt x="70942" y="38100"/>
                  <a:pt x="76200" y="38100"/>
                </a:cubicBezTo>
                <a:cubicBezTo>
                  <a:pt x="81458" y="38100"/>
                  <a:pt x="85725" y="42418"/>
                  <a:pt x="85725" y="47625"/>
                </a:cubicBezTo>
                <a:cubicBezTo>
                  <a:pt x="85725" y="52832"/>
                  <a:pt x="81458" y="57150"/>
                  <a:pt x="76200" y="57150"/>
                </a:cubicBezTo>
                <a:cubicBezTo>
                  <a:pt x="70942" y="57150"/>
                  <a:pt x="66675" y="52832"/>
                  <a:pt x="66675" y="47625"/>
                </a:cubicBezTo>
                <a:moveTo>
                  <a:pt x="64300" y="66675"/>
                </a:moveTo>
                <a:lnTo>
                  <a:pt x="78575" y="66675"/>
                </a:lnTo>
                <a:cubicBezTo>
                  <a:pt x="82537" y="66675"/>
                  <a:pt x="85725" y="69850"/>
                  <a:pt x="85725" y="73787"/>
                </a:cubicBezTo>
                <a:lnTo>
                  <a:pt x="85725" y="100076"/>
                </a:lnTo>
                <a:lnTo>
                  <a:pt x="88100" y="100076"/>
                </a:lnTo>
                <a:cubicBezTo>
                  <a:pt x="92062" y="100076"/>
                  <a:pt x="95250" y="103251"/>
                  <a:pt x="95250" y="107188"/>
                </a:cubicBezTo>
                <a:cubicBezTo>
                  <a:pt x="95250" y="111125"/>
                  <a:pt x="92062" y="114300"/>
                  <a:pt x="88100" y="114300"/>
                </a:cubicBezTo>
                <a:lnTo>
                  <a:pt x="64300" y="114300"/>
                </a:lnTo>
                <a:cubicBezTo>
                  <a:pt x="60338" y="114300"/>
                  <a:pt x="57150" y="111125"/>
                  <a:pt x="57150" y="107188"/>
                </a:cubicBezTo>
                <a:cubicBezTo>
                  <a:pt x="57150" y="103251"/>
                  <a:pt x="60338" y="100076"/>
                  <a:pt x="64300" y="100076"/>
                </a:cubicBezTo>
                <a:lnTo>
                  <a:pt x="71438" y="100076"/>
                </a:lnTo>
                <a:lnTo>
                  <a:pt x="71438" y="80899"/>
                </a:lnTo>
                <a:lnTo>
                  <a:pt x="64300" y="80899"/>
                </a:lnTo>
                <a:cubicBezTo>
                  <a:pt x="60338" y="80899"/>
                  <a:pt x="57150" y="77724"/>
                  <a:pt x="57150" y="73787"/>
                </a:cubicBezTo>
                <a:cubicBezTo>
                  <a:pt x="57150" y="69850"/>
                  <a:pt x="60338" y="66675"/>
                  <a:pt x="64300" y="66675"/>
                </a:cubicBezTo>
              </a:path>
            </a:pathLst>
          </a:custGeom>
          <a:solidFill>
            <a:srgbClr val="2563EB">
              <a:alpha val="100000"/>
            </a:srgbClr>
          </a:solidFill>
        </p:spPr>
      </p:sp>
      <p:sp>
        <p:nvSpPr>
          <p:cNvPr id="551" name="TextBox551"/>
          <p:cNvSpPr txBox="1"/>
          <p:nvPr/>
        </p:nvSpPr>
        <p:spPr>
          <a:xfrm>
            <a:off x="819150" y="5205730"/>
            <a:ext cx="8788400" cy="184150"/>
          </a:xfrm>
          <a:prstGeom prst="rect">
            <a:avLst/>
          </a:prstGeom>
          <a:noFill/>
        </p:spPr>
        <p:txBody>
          <a:bodyPr wrap="square" lIns="0" tIns="0" rIns="0" bIns="0" rtlCol="0">
            <a:spAutoFit/>
          </a:bodyPr>
          <a:lstStyle/>
          <a:p>
            <a:pPr marL="0" marR="0" indent="0" eaLnBrk="0">
              <a:lnSpc>
                <a:spcPct val="100000"/>
              </a:lnSpc>
            </a:pPr>
            <a:r>
              <a:rPr lang="en-US" altLang="zh-CN" sz="1200" b="1" kern="0" spc="0" baseline="0" noProof="0" dirty="0">
                <a:solidFill>
                  <a:srgbClr val="1E293B"/>
                </a:solidFill>
                <a:latin typeface="SimHei" pitchFamily="49" charset="0"/>
                <a:ea typeface="SimHei" pitchFamily="49" charset="0"/>
                <a:cs typeface="SimHei" pitchFamily="49" charset="0"/>
              </a:rPr>
              <a:t>工作流触发：</a:t>
            </a:r>
            <a:r>
              <a:rPr lang="en-US" altLang="zh-CN" sz="1200" kern="0" spc="0" baseline="0" noProof="0" dirty="0">
                <a:solidFill>
                  <a:srgbClr val="1E293B"/>
                </a:solidFill>
                <a:latin typeface="SimHei" pitchFamily="49" charset="0"/>
                <a:ea typeface="SimHei" pitchFamily="49" charset="0"/>
                <a:cs typeface="SimHei" pitchFamily="49" charset="0"/>
              </a:rPr>
              <a:t>所有算子开发任务会自动加载</a:t>
            </a:r>
            <a:r>
              <a:rPr lang="en-US" altLang="zh-CN" sz="1200" kern="0" spc="-15" baseline="0" noProof="0" dirty="0">
                <a:latin typeface="SimHei" pitchFamily="49" charset="0"/>
                <a:ea typeface="SimHei" pitchFamily="49" charset="0"/>
                <a:cs typeface="SimHei" pitchFamily="49" charset="0"/>
              </a:rPr>
              <a:t> </a:t>
            </a:r>
            <a:r>
              <a:rPr lang="en-US" altLang="zh-CN" sz="1200" b="1" kern="0" spc="0" baseline="0" noProof="0" dirty="0">
                <a:solidFill>
                  <a:srgbClr val="2563EB"/>
                </a:solidFill>
                <a:latin typeface="SimHei" pitchFamily="49" charset="0"/>
                <a:ea typeface="SimHei" pitchFamily="49" charset="0"/>
                <a:cs typeface="SimHei" pitchFamily="49" charset="0"/>
              </a:rPr>
              <a:t>ascendc-kernel-develop-workflow</a:t>
            </a:r>
            <a:r>
              <a:rPr lang="en-US" altLang="zh-CN" sz="1200" b="1" kern="0" spc="-15" baseline="0" noProof="0" dirty="0">
                <a:latin typeface="SimHei" pitchFamily="49" charset="0"/>
                <a:ea typeface="SimHei" pitchFamily="49" charset="0"/>
                <a:cs typeface="SimHei" pitchFamily="49" charset="0"/>
              </a:rPr>
              <a:t> </a:t>
            </a:r>
            <a:r>
              <a:rPr lang="en-US" altLang="zh-CN" sz="1200" kern="0" spc="0" baseline="0" noProof="0" dirty="0">
                <a:solidFill>
                  <a:srgbClr val="1E293B"/>
                </a:solidFill>
                <a:latin typeface="SimHei" pitchFamily="49" charset="0"/>
                <a:ea typeface="SimHei" pitchFamily="49" charset="0"/>
                <a:cs typeface="SimHei" pitchFamily="49" charset="0"/>
              </a:rPr>
              <a:t>技能，按阶段执行。详见AGENTS.md配置文件。</a:t>
            </a:r>
          </a:p>
        </p:txBody>
      </p:sp>
      <p:pic>
        <p:nvPicPr>
          <p:cNvPr id="552" name="B87C3397-8F0D-439C-F50F-9BB2DDA6C473"/>
          <p:cNvPicPr>
            <a:picLocks noChangeAspect="1"/>
          </p:cNvPicPr>
          <p:nvPr/>
        </p:nvPicPr>
        <p:blipFill>
          <a:blip r:embed="rId21" cstate="print">
            <a:extLst>
              <a:ext uri="{534338B4-A6A6-404A-0F66-CD38DE1F791C}"/>
            </a:extLst>
          </a:blip>
          <a:srcRect/>
          <a:stretch>
            <a:fillRect/>
          </a:stretch>
        </p:blipFill>
        <p:spPr>
          <a:xfrm>
            <a:off x="10137140" y="6043295"/>
            <a:ext cx="1316567" cy="351367"/>
          </a:xfrm>
          <a:prstGeom prst="rect">
            <a:avLst/>
          </a:prstGeom>
        </p:spPr>
      </p:pic>
    </p:spTree>
    <p:extLst>
      <p:ext uri="{1C311CC8-86B0-4E7E-F979-CB23500974F7}"/>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TextBox553"/>
          <p:cNvSpPr txBox="1"/>
          <p:nvPr/>
        </p:nvSpPr>
        <p:spPr>
          <a:xfrm>
            <a:off x="339090" y="245110"/>
            <a:ext cx="4864100" cy="419100"/>
          </a:xfrm>
          <a:prstGeom prst="rect">
            <a:avLst/>
          </a:prstGeom>
          <a:noFill/>
        </p:spPr>
        <p:txBody>
          <a:bodyPr wrap="square" lIns="0" tIns="0" rIns="0" bIns="0" rtlCol="0">
            <a:spAutoFit/>
          </a:bodyPr>
          <a:lstStyle/>
          <a:p>
            <a:pPr marL="0" marR="0" indent="0" eaLnBrk="0">
              <a:lnSpc>
                <a:spcPct val="99848"/>
              </a:lnSpc>
            </a:pPr>
            <a:r>
              <a:rPr lang="en-US" altLang="zh-CN" sz="2750" b="1" kern="0" spc="-15" baseline="0" noProof="0" dirty="0">
                <a:solidFill>
                  <a:srgbClr val="1E293B"/>
                </a:solidFill>
                <a:latin typeface="SimHei" pitchFamily="49" charset="0"/>
                <a:ea typeface="SimHei" pitchFamily="49" charset="0"/>
                <a:cs typeface="SimHei" pitchFamily="49" charset="0"/>
              </a:rPr>
              <a:t>阶段</a:t>
            </a:r>
            <a:r>
              <a:rPr lang="en-US" altLang="zh-CN" sz="2750" b="1" kern="0" spc="0" baseline="0" noProof="0" dirty="0">
                <a:solidFill>
                  <a:srgbClr val="1E293B"/>
                </a:solidFill>
                <a:latin typeface="SimHei" pitchFamily="49" charset="0"/>
                <a:ea typeface="SimHei" pitchFamily="49" charset="0"/>
                <a:cs typeface="SimHei" pitchFamily="49" charset="0"/>
              </a:rPr>
              <a:t>1-2：环境检查与需求分析</a:t>
            </a:r>
          </a:p>
        </p:txBody>
      </p:sp>
      <p:pic>
        <p:nvPicPr>
          <p:cNvPr id="554" name="5D74D563-7864-4A60-54A0-EE4A9D92A636"/>
          <p:cNvPicPr>
            <a:picLocks noChangeAspect="1"/>
          </p:cNvPicPr>
          <p:nvPr/>
        </p:nvPicPr>
        <p:blipFill>
          <a:blip r:embed="rId3" cstate="print">
            <a:extLst>
              <a:ext uri="{65EA3350-BC1F-4794-D571-DBBCDB3AC6C5}"/>
            </a:extLst>
          </a:blip>
          <a:srcRect/>
          <a:stretch>
            <a:fillRect/>
          </a:stretch>
        </p:blipFill>
        <p:spPr>
          <a:xfrm>
            <a:off x="335280" y="1109345"/>
            <a:ext cx="5676900" cy="4991100"/>
          </a:xfrm>
          <a:prstGeom prst="rect">
            <a:avLst/>
          </a:prstGeom>
        </p:spPr>
      </p:pic>
      <p:grpSp>
        <p:nvGrpSpPr>
          <p:cNvPr id="555" name="Combination 555"/>
          <p:cNvGrpSpPr/>
          <p:nvPr/>
        </p:nvGrpSpPr>
        <p:grpSpPr>
          <a:xfrm>
            <a:off x="364490" y="1129665"/>
            <a:ext cx="5617845" cy="4935220"/>
            <a:chOff x="364490" y="1129665"/>
            <a:chExt cx="5617845" cy="4935220"/>
          </a:xfrm>
        </p:grpSpPr>
        <p:sp>
          <p:nvSpPr>
            <p:cNvPr id="556" name="VectorPath 556"/>
            <p:cNvSpPr/>
            <p:nvPr/>
          </p:nvSpPr>
          <p:spPr>
            <a:xfrm>
              <a:off x="364211" y="1129538"/>
              <a:ext cx="5617998" cy="4935068"/>
            </a:xfrm>
            <a:custGeom>
              <a:avLst/>
              <a:gdLst/>
              <a:ahLst/>
              <a:cxnLst/>
              <a:rect l="l" t="t" r="r" b="b"/>
              <a:pathLst>
                <a:path w="5617718" h="4934941">
                  <a:moveTo>
                    <a:pt x="36144" y="-127"/>
                  </a:moveTo>
                  <a:lnTo>
                    <a:pt x="5581269" y="-127"/>
                  </a:lnTo>
                  <a:cubicBezTo>
                    <a:pt x="5601335" y="-127"/>
                    <a:pt x="5617718" y="16129"/>
                    <a:pt x="5617718" y="36322"/>
                  </a:cubicBezTo>
                  <a:lnTo>
                    <a:pt x="5617718" y="4825682"/>
                  </a:lnTo>
                  <a:cubicBezTo>
                    <a:pt x="5617718" y="4886020"/>
                    <a:pt x="5568823" y="4934941"/>
                    <a:pt x="5508371" y="4934941"/>
                  </a:cubicBezTo>
                  <a:lnTo>
                    <a:pt x="108979" y="4934941"/>
                  </a:lnTo>
                  <a:cubicBezTo>
                    <a:pt x="48641" y="4934941"/>
                    <a:pt x="-279" y="4886020"/>
                    <a:pt x="-279" y="4825682"/>
                  </a:cubicBezTo>
                  <a:lnTo>
                    <a:pt x="-279" y="36322"/>
                  </a:lnTo>
                  <a:cubicBezTo>
                    <a:pt x="-279" y="16129"/>
                    <a:pt x="16040" y="-127"/>
                    <a:pt x="36144" y="-127"/>
                  </a:cubicBezTo>
                </a:path>
              </a:pathLst>
            </a:custGeom>
            <a:solidFill>
              <a:srgbClr val="FFFFFF">
                <a:alpha val="100000"/>
              </a:srgbClr>
            </a:solidFill>
          </p:spPr>
        </p:sp>
        <p:sp>
          <p:nvSpPr>
            <p:cNvPr id="557" name="VectorPath 557"/>
            <p:cNvSpPr/>
            <p:nvPr/>
          </p:nvSpPr>
          <p:spPr>
            <a:xfrm>
              <a:off x="582740" y="1366266"/>
              <a:ext cx="509892" cy="509905"/>
            </a:xfrm>
            <a:custGeom>
              <a:avLst/>
              <a:gdLst/>
              <a:ahLst/>
              <a:cxnLst/>
              <a:rect l="l" t="t" r="r" b="b"/>
              <a:pathLst>
                <a:path w="509892" h="509905">
                  <a:moveTo>
                    <a:pt x="254952" y="0"/>
                  </a:moveTo>
                  <a:lnTo>
                    <a:pt x="254952" y="0"/>
                  </a:lnTo>
                  <a:cubicBezTo>
                    <a:pt x="395757" y="0"/>
                    <a:pt x="509892" y="114173"/>
                    <a:pt x="509892" y="254889"/>
                  </a:cubicBezTo>
                  <a:lnTo>
                    <a:pt x="509892" y="254889"/>
                  </a:lnTo>
                  <a:cubicBezTo>
                    <a:pt x="509892" y="395732"/>
                    <a:pt x="395757" y="509905"/>
                    <a:pt x="254952" y="509905"/>
                  </a:cubicBezTo>
                  <a:lnTo>
                    <a:pt x="254952" y="509905"/>
                  </a:lnTo>
                  <a:cubicBezTo>
                    <a:pt x="114148" y="509905"/>
                    <a:pt x="0" y="395732"/>
                    <a:pt x="0" y="254889"/>
                  </a:cubicBezTo>
                  <a:lnTo>
                    <a:pt x="0" y="254889"/>
                  </a:lnTo>
                  <a:cubicBezTo>
                    <a:pt x="0" y="114173"/>
                    <a:pt x="114148" y="0"/>
                    <a:pt x="254952" y="0"/>
                  </a:cubicBezTo>
                </a:path>
              </a:pathLst>
            </a:custGeom>
            <a:solidFill>
              <a:srgbClr val="2563EB">
                <a:alpha val="100000"/>
              </a:srgbClr>
            </a:solidFill>
          </p:spPr>
        </p:sp>
        <p:sp>
          <p:nvSpPr>
            <p:cNvPr id="558" name="VectorPath 558"/>
            <p:cNvSpPr/>
            <p:nvPr/>
          </p:nvSpPr>
          <p:spPr>
            <a:xfrm>
              <a:off x="600951" y="2058289"/>
              <a:ext cx="5162690" cy="837692"/>
            </a:xfrm>
            <a:custGeom>
              <a:avLst/>
              <a:gdLst/>
              <a:ahLst/>
              <a:cxnLst/>
              <a:rect l="l" t="t" r="r" b="b"/>
              <a:pathLst>
                <a:path w="5162690" h="837692">
                  <a:moveTo>
                    <a:pt x="36424" y="0"/>
                  </a:moveTo>
                  <a:lnTo>
                    <a:pt x="5089919" y="0"/>
                  </a:lnTo>
                  <a:cubicBezTo>
                    <a:pt x="5130051" y="0"/>
                    <a:pt x="5162690" y="32639"/>
                    <a:pt x="5162690" y="72771"/>
                  </a:cubicBezTo>
                  <a:lnTo>
                    <a:pt x="5162690" y="764794"/>
                  </a:lnTo>
                  <a:cubicBezTo>
                    <a:pt x="5162690" y="805053"/>
                    <a:pt x="5130051" y="837692"/>
                    <a:pt x="5089919" y="837692"/>
                  </a:cubicBezTo>
                  <a:lnTo>
                    <a:pt x="36424" y="837692"/>
                  </a:lnTo>
                  <a:cubicBezTo>
                    <a:pt x="16307" y="837692"/>
                    <a:pt x="0" y="821309"/>
                    <a:pt x="0" y="801243"/>
                  </a:cubicBezTo>
                  <a:lnTo>
                    <a:pt x="0" y="36449"/>
                  </a:lnTo>
                  <a:cubicBezTo>
                    <a:pt x="0" y="16256"/>
                    <a:pt x="16307" y="0"/>
                    <a:pt x="36424" y="0"/>
                  </a:cubicBezTo>
                </a:path>
              </a:pathLst>
            </a:custGeom>
            <a:solidFill>
              <a:srgbClr val="2563EB">
                <a:alpha val="5000"/>
              </a:srgbClr>
            </a:solidFill>
          </p:spPr>
        </p:sp>
        <p:sp>
          <p:nvSpPr>
            <p:cNvPr id="559" name="VectorPath 559"/>
            <p:cNvSpPr/>
            <p:nvPr/>
          </p:nvSpPr>
          <p:spPr>
            <a:xfrm>
              <a:off x="787603" y="2240407"/>
              <a:ext cx="182118" cy="182118"/>
            </a:xfrm>
            <a:custGeom>
              <a:avLst/>
              <a:gdLst/>
              <a:ahLst/>
              <a:cxnLst/>
              <a:rect l="l" t="t" r="r" b="b"/>
              <a:pathLst>
                <a:path w="182118" h="182118">
                  <a:moveTo>
                    <a:pt x="62611" y="8509"/>
                  </a:moveTo>
                  <a:cubicBezTo>
                    <a:pt x="62611" y="3810"/>
                    <a:pt x="58801" y="0"/>
                    <a:pt x="54064" y="0"/>
                  </a:cubicBezTo>
                  <a:cubicBezTo>
                    <a:pt x="49340" y="0"/>
                    <a:pt x="45529" y="3810"/>
                    <a:pt x="45529" y="8509"/>
                  </a:cubicBezTo>
                  <a:lnTo>
                    <a:pt x="45529" y="22733"/>
                  </a:lnTo>
                  <a:cubicBezTo>
                    <a:pt x="32982" y="22733"/>
                    <a:pt x="22771" y="32893"/>
                    <a:pt x="22771" y="45466"/>
                  </a:cubicBezTo>
                  <a:lnTo>
                    <a:pt x="8547" y="45466"/>
                  </a:lnTo>
                  <a:cubicBezTo>
                    <a:pt x="3810" y="45466"/>
                    <a:pt x="0" y="49276"/>
                    <a:pt x="0" y="53975"/>
                  </a:cubicBezTo>
                  <a:cubicBezTo>
                    <a:pt x="0" y="58801"/>
                    <a:pt x="3810" y="62611"/>
                    <a:pt x="8547" y="62611"/>
                  </a:cubicBezTo>
                  <a:lnTo>
                    <a:pt x="22771" y="62611"/>
                  </a:lnTo>
                  <a:lnTo>
                    <a:pt x="22771" y="82550"/>
                  </a:lnTo>
                  <a:lnTo>
                    <a:pt x="8547" y="82550"/>
                  </a:lnTo>
                  <a:cubicBezTo>
                    <a:pt x="3810" y="82550"/>
                    <a:pt x="0" y="86233"/>
                    <a:pt x="0" y="91059"/>
                  </a:cubicBezTo>
                  <a:cubicBezTo>
                    <a:pt x="0" y="95758"/>
                    <a:pt x="3810" y="99568"/>
                    <a:pt x="8547" y="99568"/>
                  </a:cubicBezTo>
                  <a:lnTo>
                    <a:pt x="22771" y="99568"/>
                  </a:lnTo>
                  <a:lnTo>
                    <a:pt x="22771" y="119507"/>
                  </a:lnTo>
                  <a:lnTo>
                    <a:pt x="8547" y="119507"/>
                  </a:lnTo>
                  <a:cubicBezTo>
                    <a:pt x="3810" y="119507"/>
                    <a:pt x="0" y="123317"/>
                    <a:pt x="0" y="128016"/>
                  </a:cubicBezTo>
                  <a:cubicBezTo>
                    <a:pt x="0" y="132715"/>
                    <a:pt x="3810" y="136525"/>
                    <a:pt x="8547" y="136525"/>
                  </a:cubicBezTo>
                  <a:lnTo>
                    <a:pt x="22771" y="136525"/>
                  </a:lnTo>
                  <a:cubicBezTo>
                    <a:pt x="22771" y="149098"/>
                    <a:pt x="32982" y="159258"/>
                    <a:pt x="45529" y="159258"/>
                  </a:cubicBezTo>
                  <a:lnTo>
                    <a:pt x="45529" y="173482"/>
                  </a:lnTo>
                  <a:cubicBezTo>
                    <a:pt x="45529" y="178308"/>
                    <a:pt x="49340" y="182118"/>
                    <a:pt x="54064" y="182118"/>
                  </a:cubicBezTo>
                  <a:cubicBezTo>
                    <a:pt x="58801" y="182118"/>
                    <a:pt x="62611" y="178308"/>
                    <a:pt x="62611" y="173482"/>
                  </a:cubicBezTo>
                  <a:lnTo>
                    <a:pt x="62611" y="159258"/>
                  </a:lnTo>
                  <a:lnTo>
                    <a:pt x="82525" y="159258"/>
                  </a:lnTo>
                  <a:lnTo>
                    <a:pt x="82525" y="173482"/>
                  </a:lnTo>
                  <a:cubicBezTo>
                    <a:pt x="82525" y="178308"/>
                    <a:pt x="86335" y="182118"/>
                    <a:pt x="91059" y="182118"/>
                  </a:cubicBezTo>
                  <a:cubicBezTo>
                    <a:pt x="95796" y="182118"/>
                    <a:pt x="99594" y="178308"/>
                    <a:pt x="99594" y="173482"/>
                  </a:cubicBezTo>
                  <a:lnTo>
                    <a:pt x="99594" y="159258"/>
                  </a:lnTo>
                  <a:lnTo>
                    <a:pt x="119507" y="159258"/>
                  </a:lnTo>
                  <a:lnTo>
                    <a:pt x="119507" y="173482"/>
                  </a:lnTo>
                  <a:cubicBezTo>
                    <a:pt x="119507" y="178308"/>
                    <a:pt x="123317" y="182118"/>
                    <a:pt x="128054" y="182118"/>
                  </a:cubicBezTo>
                  <a:cubicBezTo>
                    <a:pt x="132779" y="182118"/>
                    <a:pt x="136588" y="178308"/>
                    <a:pt x="136588" y="173482"/>
                  </a:cubicBezTo>
                  <a:lnTo>
                    <a:pt x="136588" y="159258"/>
                  </a:lnTo>
                  <a:cubicBezTo>
                    <a:pt x="149136" y="159258"/>
                    <a:pt x="159347" y="149098"/>
                    <a:pt x="159347" y="136525"/>
                  </a:cubicBezTo>
                  <a:lnTo>
                    <a:pt x="173571" y="136525"/>
                  </a:lnTo>
                  <a:cubicBezTo>
                    <a:pt x="178308" y="136525"/>
                    <a:pt x="182118" y="132715"/>
                    <a:pt x="182118" y="128016"/>
                  </a:cubicBezTo>
                  <a:cubicBezTo>
                    <a:pt x="182118" y="123317"/>
                    <a:pt x="178308" y="119507"/>
                    <a:pt x="173571" y="119507"/>
                  </a:cubicBezTo>
                  <a:lnTo>
                    <a:pt x="159347" y="119507"/>
                  </a:lnTo>
                  <a:lnTo>
                    <a:pt x="159347" y="99568"/>
                  </a:lnTo>
                  <a:lnTo>
                    <a:pt x="173571" y="99568"/>
                  </a:lnTo>
                  <a:cubicBezTo>
                    <a:pt x="178308" y="99568"/>
                    <a:pt x="182118" y="95758"/>
                    <a:pt x="182118" y="91059"/>
                  </a:cubicBezTo>
                  <a:cubicBezTo>
                    <a:pt x="182118" y="86233"/>
                    <a:pt x="178308" y="82550"/>
                    <a:pt x="173571" y="82550"/>
                  </a:cubicBezTo>
                  <a:lnTo>
                    <a:pt x="159347" y="82550"/>
                  </a:lnTo>
                  <a:lnTo>
                    <a:pt x="159347" y="62611"/>
                  </a:lnTo>
                  <a:lnTo>
                    <a:pt x="173571" y="62611"/>
                  </a:lnTo>
                  <a:cubicBezTo>
                    <a:pt x="178308" y="62611"/>
                    <a:pt x="182118" y="58801"/>
                    <a:pt x="182118" y="53975"/>
                  </a:cubicBezTo>
                  <a:cubicBezTo>
                    <a:pt x="182118" y="49276"/>
                    <a:pt x="178308" y="45466"/>
                    <a:pt x="173571" y="45466"/>
                  </a:cubicBezTo>
                  <a:lnTo>
                    <a:pt x="159347" y="45466"/>
                  </a:lnTo>
                  <a:cubicBezTo>
                    <a:pt x="159347" y="32893"/>
                    <a:pt x="149136" y="22733"/>
                    <a:pt x="136588" y="22733"/>
                  </a:cubicBezTo>
                  <a:lnTo>
                    <a:pt x="136588" y="8509"/>
                  </a:lnTo>
                  <a:cubicBezTo>
                    <a:pt x="136588" y="3810"/>
                    <a:pt x="132779" y="0"/>
                    <a:pt x="128054" y="0"/>
                  </a:cubicBezTo>
                  <a:cubicBezTo>
                    <a:pt x="123317" y="0"/>
                    <a:pt x="119507" y="3810"/>
                    <a:pt x="119507" y="8509"/>
                  </a:cubicBezTo>
                  <a:lnTo>
                    <a:pt x="119507" y="22733"/>
                  </a:lnTo>
                  <a:lnTo>
                    <a:pt x="99594" y="22733"/>
                  </a:lnTo>
                  <a:lnTo>
                    <a:pt x="99594" y="8509"/>
                  </a:lnTo>
                  <a:cubicBezTo>
                    <a:pt x="99594" y="3810"/>
                    <a:pt x="95796" y="0"/>
                    <a:pt x="91059" y="0"/>
                  </a:cubicBezTo>
                  <a:cubicBezTo>
                    <a:pt x="86335" y="0"/>
                    <a:pt x="82525" y="3810"/>
                    <a:pt x="82525" y="8509"/>
                  </a:cubicBezTo>
                  <a:lnTo>
                    <a:pt x="82525" y="22733"/>
                  </a:lnTo>
                  <a:lnTo>
                    <a:pt x="62611" y="22733"/>
                  </a:lnTo>
                  <a:lnTo>
                    <a:pt x="62611" y="8509"/>
                  </a:lnTo>
                  <a:close/>
                  <a:moveTo>
                    <a:pt x="56909" y="45466"/>
                  </a:moveTo>
                  <a:lnTo>
                    <a:pt x="125209" y="45466"/>
                  </a:lnTo>
                  <a:cubicBezTo>
                    <a:pt x="131496" y="45466"/>
                    <a:pt x="136588" y="50546"/>
                    <a:pt x="136588" y="56896"/>
                  </a:cubicBezTo>
                  <a:lnTo>
                    <a:pt x="136588" y="125222"/>
                  </a:lnTo>
                  <a:cubicBezTo>
                    <a:pt x="136588" y="131445"/>
                    <a:pt x="131496" y="136525"/>
                    <a:pt x="125209" y="136525"/>
                  </a:cubicBezTo>
                  <a:lnTo>
                    <a:pt x="56909" y="136525"/>
                  </a:lnTo>
                  <a:cubicBezTo>
                    <a:pt x="50622" y="136525"/>
                    <a:pt x="45529" y="131445"/>
                    <a:pt x="45529" y="125222"/>
                  </a:cubicBezTo>
                  <a:lnTo>
                    <a:pt x="45529" y="56896"/>
                  </a:lnTo>
                  <a:cubicBezTo>
                    <a:pt x="45529" y="50546"/>
                    <a:pt x="50622" y="45466"/>
                    <a:pt x="56909" y="45466"/>
                  </a:cubicBezTo>
                  <a:moveTo>
                    <a:pt x="62611" y="62611"/>
                  </a:moveTo>
                  <a:lnTo>
                    <a:pt x="62611" y="119507"/>
                  </a:lnTo>
                  <a:lnTo>
                    <a:pt x="119507" y="119507"/>
                  </a:lnTo>
                  <a:lnTo>
                    <a:pt x="119507" y="62611"/>
                  </a:lnTo>
                  <a:lnTo>
                    <a:pt x="62611" y="62611"/>
                  </a:lnTo>
                  <a:close/>
                </a:path>
              </a:pathLst>
            </a:custGeom>
            <a:solidFill>
              <a:srgbClr val="2563EB">
                <a:alpha val="100000"/>
              </a:srgbClr>
            </a:solidFill>
          </p:spPr>
        </p:sp>
        <p:sp>
          <p:nvSpPr>
            <p:cNvPr id="560" name="VectorPath 560"/>
            <p:cNvSpPr/>
            <p:nvPr/>
          </p:nvSpPr>
          <p:spPr>
            <a:xfrm>
              <a:off x="600951" y="3041650"/>
              <a:ext cx="5162690" cy="837692"/>
            </a:xfrm>
            <a:custGeom>
              <a:avLst/>
              <a:gdLst/>
              <a:ahLst/>
              <a:cxnLst/>
              <a:rect l="l" t="t" r="r" b="b"/>
              <a:pathLst>
                <a:path w="5162690" h="837692">
                  <a:moveTo>
                    <a:pt x="36424" y="0"/>
                  </a:moveTo>
                  <a:lnTo>
                    <a:pt x="5089919" y="0"/>
                  </a:lnTo>
                  <a:cubicBezTo>
                    <a:pt x="5130051" y="0"/>
                    <a:pt x="5162690" y="32639"/>
                    <a:pt x="5162690" y="72898"/>
                  </a:cubicBezTo>
                  <a:lnTo>
                    <a:pt x="5162690" y="764794"/>
                  </a:lnTo>
                  <a:cubicBezTo>
                    <a:pt x="5162690" y="805053"/>
                    <a:pt x="5130051" y="837692"/>
                    <a:pt x="5089919" y="837692"/>
                  </a:cubicBezTo>
                  <a:lnTo>
                    <a:pt x="36424" y="837692"/>
                  </a:lnTo>
                  <a:cubicBezTo>
                    <a:pt x="16307" y="837692"/>
                    <a:pt x="0" y="821436"/>
                    <a:pt x="0" y="801243"/>
                  </a:cubicBezTo>
                  <a:lnTo>
                    <a:pt x="0" y="36449"/>
                  </a:lnTo>
                  <a:cubicBezTo>
                    <a:pt x="0" y="16256"/>
                    <a:pt x="16307" y="0"/>
                    <a:pt x="36424" y="0"/>
                  </a:cubicBezTo>
                </a:path>
              </a:pathLst>
            </a:custGeom>
            <a:solidFill>
              <a:srgbClr val="2563EB">
                <a:alpha val="5000"/>
              </a:srgbClr>
            </a:solidFill>
          </p:spPr>
        </p:sp>
        <p:sp>
          <p:nvSpPr>
            <p:cNvPr id="561" name="VectorPath 561"/>
            <p:cNvSpPr/>
            <p:nvPr/>
          </p:nvSpPr>
          <p:spPr>
            <a:xfrm>
              <a:off x="786968" y="3218053"/>
              <a:ext cx="183604" cy="193548"/>
            </a:xfrm>
            <a:custGeom>
              <a:avLst/>
              <a:gdLst/>
              <a:ahLst/>
              <a:cxnLst/>
              <a:rect l="l" t="t" r="r" b="b"/>
              <a:pathLst>
                <a:path w="183604" h="193548">
                  <a:moveTo>
                    <a:pt x="70028" y="9017"/>
                  </a:moveTo>
                  <a:cubicBezTo>
                    <a:pt x="71094" y="3810"/>
                    <a:pt x="75755" y="0"/>
                    <a:pt x="81166" y="0"/>
                  </a:cubicBezTo>
                  <a:lnTo>
                    <a:pt x="102438" y="0"/>
                  </a:lnTo>
                  <a:cubicBezTo>
                    <a:pt x="107836" y="0"/>
                    <a:pt x="112497" y="3810"/>
                    <a:pt x="113563" y="9017"/>
                  </a:cubicBezTo>
                  <a:lnTo>
                    <a:pt x="118720" y="34036"/>
                  </a:lnTo>
                  <a:cubicBezTo>
                    <a:pt x="123736" y="36068"/>
                    <a:pt x="128435" y="38862"/>
                    <a:pt x="132702" y="42037"/>
                  </a:cubicBezTo>
                  <a:lnTo>
                    <a:pt x="156820" y="34036"/>
                  </a:lnTo>
                  <a:cubicBezTo>
                    <a:pt x="161938" y="32385"/>
                    <a:pt x="167564" y="34544"/>
                    <a:pt x="170269" y="39243"/>
                  </a:cubicBezTo>
                  <a:lnTo>
                    <a:pt x="180899" y="57658"/>
                  </a:lnTo>
                  <a:cubicBezTo>
                    <a:pt x="183604" y="62357"/>
                    <a:pt x="182639" y="68199"/>
                    <a:pt x="178587" y="71755"/>
                  </a:cubicBezTo>
                  <a:lnTo>
                    <a:pt x="159626" y="88646"/>
                  </a:lnTo>
                  <a:cubicBezTo>
                    <a:pt x="159944" y="91313"/>
                    <a:pt x="160083" y="93980"/>
                    <a:pt x="160083" y="96774"/>
                  </a:cubicBezTo>
                  <a:cubicBezTo>
                    <a:pt x="160083" y="99441"/>
                    <a:pt x="159918" y="102235"/>
                    <a:pt x="159626" y="104775"/>
                  </a:cubicBezTo>
                  <a:lnTo>
                    <a:pt x="178625" y="121666"/>
                  </a:lnTo>
                  <a:cubicBezTo>
                    <a:pt x="182677" y="125349"/>
                    <a:pt x="183604" y="131191"/>
                    <a:pt x="180937" y="135890"/>
                  </a:cubicBezTo>
                  <a:lnTo>
                    <a:pt x="170294" y="154305"/>
                  </a:lnTo>
                  <a:cubicBezTo>
                    <a:pt x="167589" y="159004"/>
                    <a:pt x="161976" y="161163"/>
                    <a:pt x="156858" y="159512"/>
                  </a:cubicBezTo>
                  <a:lnTo>
                    <a:pt x="132740" y="151511"/>
                  </a:lnTo>
                  <a:cubicBezTo>
                    <a:pt x="128435" y="154686"/>
                    <a:pt x="123736" y="157353"/>
                    <a:pt x="118758" y="159512"/>
                  </a:cubicBezTo>
                  <a:lnTo>
                    <a:pt x="113640" y="184404"/>
                  </a:lnTo>
                  <a:cubicBezTo>
                    <a:pt x="112535" y="189738"/>
                    <a:pt x="107874" y="193548"/>
                    <a:pt x="102502" y="193548"/>
                  </a:cubicBezTo>
                  <a:lnTo>
                    <a:pt x="81242" y="193548"/>
                  </a:lnTo>
                  <a:cubicBezTo>
                    <a:pt x="75832" y="193548"/>
                    <a:pt x="71171" y="189738"/>
                    <a:pt x="70104" y="184404"/>
                  </a:cubicBezTo>
                  <a:lnTo>
                    <a:pt x="64986" y="159512"/>
                  </a:lnTo>
                  <a:cubicBezTo>
                    <a:pt x="59969" y="157480"/>
                    <a:pt x="55308" y="154686"/>
                    <a:pt x="51003" y="151511"/>
                  </a:cubicBezTo>
                  <a:lnTo>
                    <a:pt x="26784" y="159512"/>
                  </a:lnTo>
                  <a:cubicBezTo>
                    <a:pt x="21666" y="161163"/>
                    <a:pt x="16040" y="159004"/>
                    <a:pt x="13335" y="154305"/>
                  </a:cubicBezTo>
                  <a:lnTo>
                    <a:pt x="2705" y="135890"/>
                  </a:lnTo>
                  <a:cubicBezTo>
                    <a:pt x="0" y="131191"/>
                    <a:pt x="965" y="125349"/>
                    <a:pt x="5016" y="121666"/>
                  </a:cubicBezTo>
                  <a:lnTo>
                    <a:pt x="24003" y="104775"/>
                  </a:lnTo>
                  <a:cubicBezTo>
                    <a:pt x="23685" y="102235"/>
                    <a:pt x="23546" y="99441"/>
                    <a:pt x="23546" y="96774"/>
                  </a:cubicBezTo>
                  <a:cubicBezTo>
                    <a:pt x="23546" y="93980"/>
                    <a:pt x="23724" y="91313"/>
                    <a:pt x="24003" y="88646"/>
                  </a:cubicBezTo>
                  <a:lnTo>
                    <a:pt x="5016" y="71755"/>
                  </a:lnTo>
                  <a:cubicBezTo>
                    <a:pt x="965" y="68199"/>
                    <a:pt x="38" y="62230"/>
                    <a:pt x="2705" y="57531"/>
                  </a:cubicBezTo>
                  <a:lnTo>
                    <a:pt x="13335" y="39116"/>
                  </a:lnTo>
                  <a:cubicBezTo>
                    <a:pt x="16040" y="34417"/>
                    <a:pt x="21666" y="32385"/>
                    <a:pt x="26784" y="34036"/>
                  </a:cubicBezTo>
                  <a:lnTo>
                    <a:pt x="50902" y="42037"/>
                  </a:lnTo>
                  <a:cubicBezTo>
                    <a:pt x="55207" y="38862"/>
                    <a:pt x="59893" y="36068"/>
                    <a:pt x="64872" y="33909"/>
                  </a:cubicBezTo>
                  <a:lnTo>
                    <a:pt x="70028" y="9017"/>
                  </a:lnTo>
                  <a:close/>
                  <a:moveTo>
                    <a:pt x="91795" y="125222"/>
                  </a:moveTo>
                  <a:cubicBezTo>
                    <a:pt x="101968" y="125222"/>
                    <a:pt x="111341" y="119761"/>
                    <a:pt x="116383" y="110872"/>
                  </a:cubicBezTo>
                  <a:cubicBezTo>
                    <a:pt x="121437" y="102108"/>
                    <a:pt x="121399" y="91186"/>
                    <a:pt x="116281" y="82423"/>
                  </a:cubicBezTo>
                  <a:cubicBezTo>
                    <a:pt x="111163" y="73660"/>
                    <a:pt x="101752" y="68199"/>
                    <a:pt x="91592" y="68326"/>
                  </a:cubicBezTo>
                  <a:cubicBezTo>
                    <a:pt x="81420" y="68326"/>
                    <a:pt x="72047" y="73787"/>
                    <a:pt x="66992" y="82677"/>
                  </a:cubicBezTo>
                  <a:cubicBezTo>
                    <a:pt x="61951" y="91440"/>
                    <a:pt x="61989" y="102235"/>
                    <a:pt x="67107" y="111125"/>
                  </a:cubicBezTo>
                  <a:cubicBezTo>
                    <a:pt x="72225" y="119888"/>
                    <a:pt x="81636" y="125222"/>
                    <a:pt x="91795" y="125222"/>
                  </a:cubicBezTo>
                </a:path>
              </a:pathLst>
            </a:custGeom>
            <a:solidFill>
              <a:srgbClr val="2563EB">
                <a:alpha val="100000"/>
              </a:srgbClr>
            </a:solidFill>
          </p:spPr>
        </p:sp>
        <p:sp>
          <p:nvSpPr>
            <p:cNvPr id="562" name="VectorPath 562"/>
            <p:cNvSpPr/>
            <p:nvPr/>
          </p:nvSpPr>
          <p:spPr>
            <a:xfrm>
              <a:off x="600951" y="4025011"/>
              <a:ext cx="5162690" cy="837692"/>
            </a:xfrm>
            <a:custGeom>
              <a:avLst/>
              <a:gdLst/>
              <a:ahLst/>
              <a:cxnLst/>
              <a:rect l="l" t="t" r="r" b="b"/>
              <a:pathLst>
                <a:path w="5162690" h="837692">
                  <a:moveTo>
                    <a:pt x="36424" y="0"/>
                  </a:moveTo>
                  <a:lnTo>
                    <a:pt x="5089919" y="0"/>
                  </a:lnTo>
                  <a:cubicBezTo>
                    <a:pt x="5130051" y="0"/>
                    <a:pt x="5162690" y="32639"/>
                    <a:pt x="5162690" y="72898"/>
                  </a:cubicBezTo>
                  <a:lnTo>
                    <a:pt x="5162690" y="764794"/>
                  </a:lnTo>
                  <a:cubicBezTo>
                    <a:pt x="5162690" y="805053"/>
                    <a:pt x="5130051" y="837692"/>
                    <a:pt x="5089919" y="837692"/>
                  </a:cubicBezTo>
                  <a:lnTo>
                    <a:pt x="36424" y="837692"/>
                  </a:lnTo>
                  <a:cubicBezTo>
                    <a:pt x="16307" y="837692"/>
                    <a:pt x="0" y="821436"/>
                    <a:pt x="0" y="801243"/>
                  </a:cubicBezTo>
                  <a:lnTo>
                    <a:pt x="0" y="36449"/>
                  </a:lnTo>
                  <a:cubicBezTo>
                    <a:pt x="0" y="16256"/>
                    <a:pt x="16307" y="0"/>
                    <a:pt x="36424" y="0"/>
                  </a:cubicBezTo>
                </a:path>
              </a:pathLst>
            </a:custGeom>
            <a:solidFill>
              <a:srgbClr val="2563EB">
                <a:alpha val="5000"/>
              </a:srgbClr>
            </a:solidFill>
          </p:spPr>
        </p:sp>
        <p:sp>
          <p:nvSpPr>
            <p:cNvPr id="563" name="VectorPath 563"/>
            <p:cNvSpPr/>
            <p:nvPr/>
          </p:nvSpPr>
          <p:spPr>
            <a:xfrm>
              <a:off x="787603" y="4207130"/>
              <a:ext cx="182118" cy="182118"/>
            </a:xfrm>
            <a:custGeom>
              <a:avLst/>
              <a:gdLst/>
              <a:ahLst/>
              <a:cxnLst/>
              <a:rect l="l" t="t" r="r" b="b"/>
              <a:pathLst>
                <a:path w="182118" h="182118">
                  <a:moveTo>
                    <a:pt x="79680" y="0"/>
                  </a:moveTo>
                  <a:cubicBezTo>
                    <a:pt x="92227" y="0"/>
                    <a:pt x="102438" y="7620"/>
                    <a:pt x="102438" y="17018"/>
                  </a:cubicBezTo>
                  <a:cubicBezTo>
                    <a:pt x="102438" y="20828"/>
                    <a:pt x="100876" y="24130"/>
                    <a:pt x="98171" y="27051"/>
                  </a:cubicBezTo>
                  <a:cubicBezTo>
                    <a:pt x="95821" y="29464"/>
                    <a:pt x="93904" y="32385"/>
                    <a:pt x="93904" y="35814"/>
                  </a:cubicBezTo>
                  <a:cubicBezTo>
                    <a:pt x="93904" y="41148"/>
                    <a:pt x="98247" y="45466"/>
                    <a:pt x="103581" y="45466"/>
                  </a:cubicBezTo>
                  <a:lnTo>
                    <a:pt x="119507" y="45466"/>
                  </a:lnTo>
                  <a:cubicBezTo>
                    <a:pt x="128943" y="45466"/>
                    <a:pt x="136588" y="53213"/>
                    <a:pt x="136588" y="62611"/>
                  </a:cubicBezTo>
                  <a:lnTo>
                    <a:pt x="136588" y="78486"/>
                  </a:lnTo>
                  <a:cubicBezTo>
                    <a:pt x="136588" y="83820"/>
                    <a:pt x="140919" y="88265"/>
                    <a:pt x="146266" y="88265"/>
                  </a:cubicBezTo>
                  <a:cubicBezTo>
                    <a:pt x="149644" y="88265"/>
                    <a:pt x="152667" y="86233"/>
                    <a:pt x="155118" y="83947"/>
                  </a:cubicBezTo>
                  <a:cubicBezTo>
                    <a:pt x="157925" y="81280"/>
                    <a:pt x="161341" y="79629"/>
                    <a:pt x="165037" y="79629"/>
                  </a:cubicBezTo>
                  <a:cubicBezTo>
                    <a:pt x="174460" y="79629"/>
                    <a:pt x="182118" y="89916"/>
                    <a:pt x="182118" y="102489"/>
                  </a:cubicBezTo>
                  <a:cubicBezTo>
                    <a:pt x="182118" y="114935"/>
                    <a:pt x="174460" y="125222"/>
                    <a:pt x="165037" y="125222"/>
                  </a:cubicBezTo>
                  <a:cubicBezTo>
                    <a:pt x="161341" y="125222"/>
                    <a:pt x="157886" y="123571"/>
                    <a:pt x="155118" y="120904"/>
                  </a:cubicBezTo>
                  <a:cubicBezTo>
                    <a:pt x="152667" y="118618"/>
                    <a:pt x="149670" y="116713"/>
                    <a:pt x="146266" y="116713"/>
                  </a:cubicBezTo>
                  <a:cubicBezTo>
                    <a:pt x="140919" y="116713"/>
                    <a:pt x="136588" y="121031"/>
                    <a:pt x="136588" y="126365"/>
                  </a:cubicBezTo>
                  <a:lnTo>
                    <a:pt x="136588" y="164973"/>
                  </a:lnTo>
                  <a:cubicBezTo>
                    <a:pt x="136588" y="174498"/>
                    <a:pt x="128943" y="182118"/>
                    <a:pt x="119507" y="182118"/>
                  </a:cubicBezTo>
                  <a:lnTo>
                    <a:pt x="99314" y="182118"/>
                  </a:lnTo>
                  <a:cubicBezTo>
                    <a:pt x="94755" y="182118"/>
                    <a:pt x="91059" y="178435"/>
                    <a:pt x="91059" y="173863"/>
                  </a:cubicBezTo>
                  <a:cubicBezTo>
                    <a:pt x="91059" y="170561"/>
                    <a:pt x="93117" y="167640"/>
                    <a:pt x="95758" y="165735"/>
                  </a:cubicBezTo>
                  <a:cubicBezTo>
                    <a:pt x="99886" y="162687"/>
                    <a:pt x="102438" y="158369"/>
                    <a:pt x="102438" y="153670"/>
                  </a:cubicBezTo>
                  <a:cubicBezTo>
                    <a:pt x="102438" y="144272"/>
                    <a:pt x="92227" y="136525"/>
                    <a:pt x="79680" y="136525"/>
                  </a:cubicBezTo>
                  <a:cubicBezTo>
                    <a:pt x="67120" y="136525"/>
                    <a:pt x="56909" y="144272"/>
                    <a:pt x="56909" y="153670"/>
                  </a:cubicBezTo>
                  <a:cubicBezTo>
                    <a:pt x="56909" y="158369"/>
                    <a:pt x="59474" y="162687"/>
                    <a:pt x="63602" y="165735"/>
                  </a:cubicBezTo>
                  <a:cubicBezTo>
                    <a:pt x="66230" y="167640"/>
                    <a:pt x="68301" y="170561"/>
                    <a:pt x="68301" y="173863"/>
                  </a:cubicBezTo>
                  <a:cubicBezTo>
                    <a:pt x="68301" y="178435"/>
                    <a:pt x="64592" y="182118"/>
                    <a:pt x="60046" y="182118"/>
                  </a:cubicBezTo>
                  <a:lnTo>
                    <a:pt x="17082" y="182118"/>
                  </a:lnTo>
                  <a:cubicBezTo>
                    <a:pt x="7658" y="182118"/>
                    <a:pt x="0" y="174498"/>
                    <a:pt x="0" y="164973"/>
                  </a:cubicBezTo>
                  <a:lnTo>
                    <a:pt x="0" y="122047"/>
                  </a:lnTo>
                  <a:cubicBezTo>
                    <a:pt x="0" y="117475"/>
                    <a:pt x="3708" y="113792"/>
                    <a:pt x="8255" y="113792"/>
                  </a:cubicBezTo>
                  <a:cubicBezTo>
                    <a:pt x="11532" y="113792"/>
                    <a:pt x="14414" y="115824"/>
                    <a:pt x="16370" y="118491"/>
                  </a:cubicBezTo>
                  <a:cubicBezTo>
                    <a:pt x="19456" y="122682"/>
                    <a:pt x="23724" y="125222"/>
                    <a:pt x="28461" y="125222"/>
                  </a:cubicBezTo>
                  <a:cubicBezTo>
                    <a:pt x="37884" y="125222"/>
                    <a:pt x="45529" y="114935"/>
                    <a:pt x="45529" y="102489"/>
                  </a:cubicBezTo>
                  <a:cubicBezTo>
                    <a:pt x="45529" y="89916"/>
                    <a:pt x="37884" y="79629"/>
                    <a:pt x="28461" y="79629"/>
                  </a:cubicBezTo>
                  <a:cubicBezTo>
                    <a:pt x="23724" y="79629"/>
                    <a:pt x="19456" y="82169"/>
                    <a:pt x="16370" y="86360"/>
                  </a:cubicBezTo>
                  <a:cubicBezTo>
                    <a:pt x="14414" y="89027"/>
                    <a:pt x="11570" y="91059"/>
                    <a:pt x="8255" y="91059"/>
                  </a:cubicBezTo>
                  <a:cubicBezTo>
                    <a:pt x="3708" y="91059"/>
                    <a:pt x="0" y="87376"/>
                    <a:pt x="0" y="82804"/>
                  </a:cubicBezTo>
                  <a:lnTo>
                    <a:pt x="0" y="62611"/>
                  </a:lnTo>
                  <a:cubicBezTo>
                    <a:pt x="0" y="53213"/>
                    <a:pt x="7658" y="45466"/>
                    <a:pt x="17082" y="45466"/>
                  </a:cubicBezTo>
                  <a:lnTo>
                    <a:pt x="55778" y="45466"/>
                  </a:lnTo>
                  <a:cubicBezTo>
                    <a:pt x="61112" y="45466"/>
                    <a:pt x="65456" y="41148"/>
                    <a:pt x="65456" y="35814"/>
                  </a:cubicBezTo>
                  <a:cubicBezTo>
                    <a:pt x="65456" y="32512"/>
                    <a:pt x="63525" y="29464"/>
                    <a:pt x="61176" y="27051"/>
                  </a:cubicBezTo>
                  <a:cubicBezTo>
                    <a:pt x="58509" y="24130"/>
                    <a:pt x="56909" y="20828"/>
                    <a:pt x="56909" y="17018"/>
                  </a:cubicBezTo>
                  <a:cubicBezTo>
                    <a:pt x="56909" y="7620"/>
                    <a:pt x="67120" y="0"/>
                    <a:pt x="79680" y="0"/>
                  </a:cubicBezTo>
                </a:path>
              </a:pathLst>
            </a:custGeom>
            <a:solidFill>
              <a:srgbClr val="2563EB">
                <a:alpha val="100000"/>
              </a:srgbClr>
            </a:solidFill>
          </p:spPr>
        </p:sp>
        <p:sp>
          <p:nvSpPr>
            <p:cNvPr id="564" name="VectorPath 564"/>
            <p:cNvSpPr/>
            <p:nvPr/>
          </p:nvSpPr>
          <p:spPr>
            <a:xfrm>
              <a:off x="582740" y="5008372"/>
              <a:ext cx="5180902" cy="619176"/>
            </a:xfrm>
            <a:custGeom>
              <a:avLst/>
              <a:gdLst/>
              <a:ahLst/>
              <a:cxnLst/>
              <a:rect l="l" t="t" r="r" b="b"/>
              <a:pathLst>
                <a:path w="5180902" h="619176">
                  <a:moveTo>
                    <a:pt x="72847" y="0"/>
                  </a:moveTo>
                  <a:lnTo>
                    <a:pt x="5108131" y="0"/>
                  </a:lnTo>
                  <a:cubicBezTo>
                    <a:pt x="5148263" y="0"/>
                    <a:pt x="5180902" y="32639"/>
                    <a:pt x="5180902" y="72898"/>
                  </a:cubicBezTo>
                  <a:lnTo>
                    <a:pt x="5180902" y="546354"/>
                  </a:lnTo>
                  <a:cubicBezTo>
                    <a:pt x="5180902" y="586562"/>
                    <a:pt x="5148263" y="619176"/>
                    <a:pt x="5108131" y="619176"/>
                  </a:cubicBezTo>
                  <a:lnTo>
                    <a:pt x="72847" y="619176"/>
                  </a:lnTo>
                  <a:cubicBezTo>
                    <a:pt x="32639" y="619176"/>
                    <a:pt x="0" y="586537"/>
                    <a:pt x="0" y="546354"/>
                  </a:cubicBezTo>
                  <a:lnTo>
                    <a:pt x="0" y="72898"/>
                  </a:lnTo>
                  <a:cubicBezTo>
                    <a:pt x="0" y="32639"/>
                    <a:pt x="32639" y="0"/>
                    <a:pt x="72847" y="0"/>
                  </a:cubicBezTo>
                </a:path>
              </a:pathLst>
            </a:custGeom>
            <a:solidFill>
              <a:srgbClr val="1E293B">
                <a:alpha val="100000"/>
              </a:srgbClr>
            </a:solidFill>
          </p:spPr>
        </p:sp>
      </p:grpSp>
      <p:pic>
        <p:nvPicPr>
          <p:cNvPr id="565" name="36631042-4AFE-4A29-1413-BD153D880E32"/>
          <p:cNvPicPr>
            <a:picLocks noChangeAspect="1"/>
          </p:cNvPicPr>
          <p:nvPr/>
        </p:nvPicPr>
        <p:blipFill>
          <a:blip r:embed="rId4" cstate="print">
            <a:extLst>
              <a:ext uri="{B9DF10C6-177B-403F-3DF5-03B4D7E1724F}"/>
            </a:extLst>
          </a:blip>
          <a:srcRect/>
          <a:stretch>
            <a:fillRect/>
          </a:stretch>
        </p:blipFill>
        <p:spPr>
          <a:xfrm>
            <a:off x="6175375" y="1109345"/>
            <a:ext cx="5676900" cy="4991100"/>
          </a:xfrm>
          <a:prstGeom prst="rect">
            <a:avLst/>
          </a:prstGeom>
        </p:spPr>
      </p:pic>
      <p:grpSp>
        <p:nvGrpSpPr>
          <p:cNvPr id="566" name="Combination 566"/>
          <p:cNvGrpSpPr/>
          <p:nvPr/>
        </p:nvGrpSpPr>
        <p:grpSpPr>
          <a:xfrm>
            <a:off x="6203950" y="1129665"/>
            <a:ext cx="5617845" cy="4935220"/>
            <a:chOff x="6203950" y="1129665"/>
            <a:chExt cx="5617845" cy="4935220"/>
          </a:xfrm>
        </p:grpSpPr>
        <p:sp>
          <p:nvSpPr>
            <p:cNvPr id="567" name="VectorPath 567"/>
            <p:cNvSpPr/>
            <p:nvPr/>
          </p:nvSpPr>
          <p:spPr>
            <a:xfrm>
              <a:off x="6203696" y="1129538"/>
              <a:ext cx="5617972" cy="4935068"/>
            </a:xfrm>
            <a:custGeom>
              <a:avLst/>
              <a:gdLst/>
              <a:ahLst/>
              <a:cxnLst/>
              <a:rect l="l" t="t" r="r" b="b"/>
              <a:pathLst>
                <a:path w="5617718" h="4934941">
                  <a:moveTo>
                    <a:pt x="36195" y="-127"/>
                  </a:moveTo>
                  <a:lnTo>
                    <a:pt x="5581269" y="-127"/>
                  </a:lnTo>
                  <a:cubicBezTo>
                    <a:pt x="5601462" y="-127"/>
                    <a:pt x="5617718" y="16129"/>
                    <a:pt x="5617718" y="36322"/>
                  </a:cubicBezTo>
                  <a:lnTo>
                    <a:pt x="5617718" y="4825682"/>
                  </a:lnTo>
                  <a:cubicBezTo>
                    <a:pt x="5617718" y="4886020"/>
                    <a:pt x="5568824" y="4934941"/>
                    <a:pt x="5508498" y="4934941"/>
                  </a:cubicBezTo>
                  <a:lnTo>
                    <a:pt x="108966" y="4934941"/>
                  </a:lnTo>
                  <a:cubicBezTo>
                    <a:pt x="48641" y="4934941"/>
                    <a:pt x="-254" y="4886020"/>
                    <a:pt x="-254" y="4825682"/>
                  </a:cubicBezTo>
                  <a:lnTo>
                    <a:pt x="-254" y="36322"/>
                  </a:lnTo>
                  <a:cubicBezTo>
                    <a:pt x="-254" y="16129"/>
                    <a:pt x="16129" y="-127"/>
                    <a:pt x="36195" y="-127"/>
                  </a:cubicBezTo>
                </a:path>
              </a:pathLst>
            </a:custGeom>
            <a:solidFill>
              <a:srgbClr val="FFFFFF">
                <a:alpha val="100000"/>
              </a:srgbClr>
            </a:solidFill>
          </p:spPr>
        </p:sp>
        <p:sp>
          <p:nvSpPr>
            <p:cNvPr id="568" name="VectorPath 568"/>
            <p:cNvSpPr/>
            <p:nvPr/>
          </p:nvSpPr>
          <p:spPr>
            <a:xfrm>
              <a:off x="6422263" y="1366266"/>
              <a:ext cx="509905" cy="509905"/>
            </a:xfrm>
            <a:custGeom>
              <a:avLst/>
              <a:gdLst/>
              <a:ahLst/>
              <a:cxnLst/>
              <a:rect l="l" t="t" r="r" b="b"/>
              <a:pathLst>
                <a:path w="509905" h="509905">
                  <a:moveTo>
                    <a:pt x="254889" y="0"/>
                  </a:moveTo>
                  <a:lnTo>
                    <a:pt x="254889" y="0"/>
                  </a:lnTo>
                  <a:cubicBezTo>
                    <a:pt x="395732" y="0"/>
                    <a:pt x="509905" y="114173"/>
                    <a:pt x="509905" y="254889"/>
                  </a:cubicBezTo>
                  <a:lnTo>
                    <a:pt x="509905" y="254889"/>
                  </a:lnTo>
                  <a:cubicBezTo>
                    <a:pt x="509905" y="395732"/>
                    <a:pt x="395732" y="509905"/>
                    <a:pt x="254889" y="509905"/>
                  </a:cubicBezTo>
                  <a:lnTo>
                    <a:pt x="254889" y="509905"/>
                  </a:lnTo>
                  <a:cubicBezTo>
                    <a:pt x="114046" y="509905"/>
                    <a:pt x="0" y="395732"/>
                    <a:pt x="0" y="254889"/>
                  </a:cubicBezTo>
                  <a:lnTo>
                    <a:pt x="0" y="254889"/>
                  </a:lnTo>
                  <a:cubicBezTo>
                    <a:pt x="0" y="114173"/>
                    <a:pt x="114046" y="0"/>
                    <a:pt x="254889" y="0"/>
                  </a:cubicBezTo>
                </a:path>
              </a:pathLst>
            </a:custGeom>
            <a:solidFill>
              <a:srgbClr val="0EA5E9">
                <a:alpha val="100000"/>
              </a:srgbClr>
            </a:solidFill>
          </p:spPr>
        </p:sp>
        <p:sp>
          <p:nvSpPr>
            <p:cNvPr id="569" name="VectorPath 569"/>
            <p:cNvSpPr/>
            <p:nvPr/>
          </p:nvSpPr>
          <p:spPr>
            <a:xfrm>
              <a:off x="6440424" y="2058289"/>
              <a:ext cx="5162677" cy="837692"/>
            </a:xfrm>
            <a:custGeom>
              <a:avLst/>
              <a:gdLst/>
              <a:ahLst/>
              <a:cxnLst/>
              <a:rect l="l" t="t" r="r" b="b"/>
              <a:pathLst>
                <a:path w="5162677" h="837692">
                  <a:moveTo>
                    <a:pt x="36449" y="0"/>
                  </a:moveTo>
                  <a:lnTo>
                    <a:pt x="5089906" y="0"/>
                  </a:lnTo>
                  <a:cubicBezTo>
                    <a:pt x="5130165" y="0"/>
                    <a:pt x="5162677" y="32639"/>
                    <a:pt x="5162677" y="72771"/>
                  </a:cubicBezTo>
                  <a:lnTo>
                    <a:pt x="5162677" y="764794"/>
                  </a:lnTo>
                  <a:cubicBezTo>
                    <a:pt x="5162677" y="805053"/>
                    <a:pt x="5130165" y="837692"/>
                    <a:pt x="5089906" y="837692"/>
                  </a:cubicBezTo>
                  <a:lnTo>
                    <a:pt x="36449" y="837692"/>
                  </a:lnTo>
                  <a:cubicBezTo>
                    <a:pt x="16256" y="837692"/>
                    <a:pt x="0" y="821309"/>
                    <a:pt x="0" y="801243"/>
                  </a:cubicBezTo>
                  <a:lnTo>
                    <a:pt x="0" y="36449"/>
                  </a:lnTo>
                  <a:cubicBezTo>
                    <a:pt x="0" y="16256"/>
                    <a:pt x="16256" y="0"/>
                    <a:pt x="36449" y="0"/>
                  </a:cubicBezTo>
                </a:path>
              </a:pathLst>
            </a:custGeom>
            <a:solidFill>
              <a:srgbClr val="0EA5E9">
                <a:alpha val="5000"/>
              </a:srgbClr>
            </a:solidFill>
          </p:spPr>
        </p:sp>
        <p:sp>
          <p:nvSpPr>
            <p:cNvPr id="570" name="VectorPath 570"/>
            <p:cNvSpPr/>
            <p:nvPr/>
          </p:nvSpPr>
          <p:spPr>
            <a:xfrm>
              <a:off x="6629908" y="2240407"/>
              <a:ext cx="176404" cy="182118"/>
            </a:xfrm>
            <a:custGeom>
              <a:avLst/>
              <a:gdLst/>
              <a:ahLst/>
              <a:cxnLst/>
              <a:rect l="l" t="t" r="r" b="b"/>
              <a:pathLst>
                <a:path w="176404" h="182118">
                  <a:moveTo>
                    <a:pt x="39878" y="19939"/>
                  </a:moveTo>
                  <a:cubicBezTo>
                    <a:pt x="39878" y="8890"/>
                    <a:pt x="48768" y="0"/>
                    <a:pt x="59817" y="0"/>
                  </a:cubicBezTo>
                  <a:lnTo>
                    <a:pt x="68327" y="0"/>
                  </a:lnTo>
                  <a:cubicBezTo>
                    <a:pt x="74677" y="0"/>
                    <a:pt x="79756" y="5080"/>
                    <a:pt x="79756" y="11303"/>
                  </a:cubicBezTo>
                  <a:lnTo>
                    <a:pt x="79756" y="170688"/>
                  </a:lnTo>
                  <a:cubicBezTo>
                    <a:pt x="79756" y="177038"/>
                    <a:pt x="74677" y="182118"/>
                    <a:pt x="68327" y="182118"/>
                  </a:cubicBezTo>
                  <a:lnTo>
                    <a:pt x="56897" y="182118"/>
                  </a:lnTo>
                  <a:cubicBezTo>
                    <a:pt x="46355" y="182118"/>
                    <a:pt x="37466" y="174879"/>
                    <a:pt x="34926" y="164973"/>
                  </a:cubicBezTo>
                  <a:cubicBezTo>
                    <a:pt x="34672" y="164973"/>
                    <a:pt x="34417" y="164973"/>
                    <a:pt x="34164" y="164973"/>
                  </a:cubicBezTo>
                  <a:cubicBezTo>
                    <a:pt x="18416" y="164973"/>
                    <a:pt x="5716" y="152273"/>
                    <a:pt x="5716" y="136525"/>
                  </a:cubicBezTo>
                  <a:cubicBezTo>
                    <a:pt x="5716" y="130175"/>
                    <a:pt x="7874" y="124206"/>
                    <a:pt x="11430" y="119507"/>
                  </a:cubicBezTo>
                  <a:cubicBezTo>
                    <a:pt x="4573" y="114300"/>
                    <a:pt x="0" y="106045"/>
                    <a:pt x="0" y="96774"/>
                  </a:cubicBezTo>
                  <a:cubicBezTo>
                    <a:pt x="0" y="85725"/>
                    <a:pt x="6350" y="76200"/>
                    <a:pt x="15367" y="71374"/>
                  </a:cubicBezTo>
                  <a:cubicBezTo>
                    <a:pt x="12827" y="67183"/>
                    <a:pt x="11430" y="62230"/>
                    <a:pt x="11430" y="56896"/>
                  </a:cubicBezTo>
                  <a:cubicBezTo>
                    <a:pt x="11430" y="41148"/>
                    <a:pt x="24130" y="28448"/>
                    <a:pt x="39878" y="28448"/>
                  </a:cubicBezTo>
                  <a:lnTo>
                    <a:pt x="39878" y="19939"/>
                  </a:lnTo>
                  <a:close/>
                  <a:moveTo>
                    <a:pt x="136652" y="19939"/>
                  </a:moveTo>
                  <a:lnTo>
                    <a:pt x="136652" y="28448"/>
                  </a:lnTo>
                  <a:cubicBezTo>
                    <a:pt x="152274" y="28448"/>
                    <a:pt x="165100" y="41148"/>
                    <a:pt x="165100" y="56896"/>
                  </a:cubicBezTo>
                  <a:cubicBezTo>
                    <a:pt x="165100" y="62230"/>
                    <a:pt x="163577" y="67183"/>
                    <a:pt x="161037" y="71374"/>
                  </a:cubicBezTo>
                  <a:cubicBezTo>
                    <a:pt x="170180" y="76200"/>
                    <a:pt x="176404" y="85725"/>
                    <a:pt x="176404" y="96774"/>
                  </a:cubicBezTo>
                  <a:cubicBezTo>
                    <a:pt x="176404" y="106045"/>
                    <a:pt x="171959" y="114300"/>
                    <a:pt x="165100" y="119507"/>
                  </a:cubicBezTo>
                  <a:cubicBezTo>
                    <a:pt x="168656" y="124206"/>
                    <a:pt x="170816" y="130175"/>
                    <a:pt x="170816" y="136525"/>
                  </a:cubicBezTo>
                  <a:cubicBezTo>
                    <a:pt x="170816" y="152273"/>
                    <a:pt x="157989" y="164973"/>
                    <a:pt x="142240" y="164973"/>
                  </a:cubicBezTo>
                  <a:cubicBezTo>
                    <a:pt x="142114" y="164973"/>
                    <a:pt x="141860" y="164973"/>
                    <a:pt x="141605" y="164973"/>
                  </a:cubicBezTo>
                  <a:cubicBezTo>
                    <a:pt x="139066" y="174879"/>
                    <a:pt x="130176" y="182118"/>
                    <a:pt x="119507" y="182118"/>
                  </a:cubicBezTo>
                  <a:lnTo>
                    <a:pt x="108204" y="182118"/>
                  </a:lnTo>
                  <a:cubicBezTo>
                    <a:pt x="101854" y="182118"/>
                    <a:pt x="96774" y="177038"/>
                    <a:pt x="96774" y="170688"/>
                  </a:cubicBezTo>
                  <a:lnTo>
                    <a:pt x="96774" y="11303"/>
                  </a:lnTo>
                  <a:cubicBezTo>
                    <a:pt x="96774" y="5080"/>
                    <a:pt x="101854" y="0"/>
                    <a:pt x="108204" y="0"/>
                  </a:cubicBezTo>
                  <a:lnTo>
                    <a:pt x="116714" y="0"/>
                  </a:lnTo>
                  <a:cubicBezTo>
                    <a:pt x="127636" y="0"/>
                    <a:pt x="136652" y="8890"/>
                    <a:pt x="136652" y="19939"/>
                  </a:cubicBezTo>
                </a:path>
              </a:pathLst>
            </a:custGeom>
            <a:solidFill>
              <a:srgbClr val="0EA5E9">
                <a:alpha val="100000"/>
              </a:srgbClr>
            </a:solidFill>
          </p:spPr>
        </p:sp>
        <p:sp>
          <p:nvSpPr>
            <p:cNvPr id="571" name="VectorPath 571"/>
            <p:cNvSpPr/>
            <p:nvPr/>
          </p:nvSpPr>
          <p:spPr>
            <a:xfrm>
              <a:off x="6440424" y="3041650"/>
              <a:ext cx="5162677" cy="837692"/>
            </a:xfrm>
            <a:custGeom>
              <a:avLst/>
              <a:gdLst/>
              <a:ahLst/>
              <a:cxnLst/>
              <a:rect l="l" t="t" r="r" b="b"/>
              <a:pathLst>
                <a:path w="5162677" h="837692">
                  <a:moveTo>
                    <a:pt x="36449" y="0"/>
                  </a:moveTo>
                  <a:lnTo>
                    <a:pt x="5089906" y="0"/>
                  </a:lnTo>
                  <a:cubicBezTo>
                    <a:pt x="5130165" y="0"/>
                    <a:pt x="5162677" y="32639"/>
                    <a:pt x="5162677" y="72898"/>
                  </a:cubicBezTo>
                  <a:lnTo>
                    <a:pt x="5162677" y="764794"/>
                  </a:lnTo>
                  <a:cubicBezTo>
                    <a:pt x="5162677" y="805053"/>
                    <a:pt x="5130165" y="837692"/>
                    <a:pt x="5089906" y="837692"/>
                  </a:cubicBezTo>
                  <a:lnTo>
                    <a:pt x="36449" y="837692"/>
                  </a:lnTo>
                  <a:cubicBezTo>
                    <a:pt x="16256" y="837692"/>
                    <a:pt x="0" y="821436"/>
                    <a:pt x="0" y="801243"/>
                  </a:cubicBezTo>
                  <a:lnTo>
                    <a:pt x="0" y="36449"/>
                  </a:lnTo>
                  <a:cubicBezTo>
                    <a:pt x="0" y="16256"/>
                    <a:pt x="16256" y="0"/>
                    <a:pt x="36449" y="0"/>
                  </a:cubicBezTo>
                </a:path>
              </a:pathLst>
            </a:custGeom>
            <a:solidFill>
              <a:srgbClr val="0EA5E9">
                <a:alpha val="5000"/>
              </a:srgbClr>
            </a:solidFill>
          </p:spPr>
        </p:sp>
        <p:sp>
          <p:nvSpPr>
            <p:cNvPr id="572" name="VectorPath 572"/>
            <p:cNvSpPr/>
            <p:nvPr/>
          </p:nvSpPr>
          <p:spPr>
            <a:xfrm>
              <a:off x="6638418" y="3223768"/>
              <a:ext cx="159385" cy="182118"/>
            </a:xfrm>
            <a:custGeom>
              <a:avLst/>
              <a:gdLst/>
              <a:ahLst/>
              <a:cxnLst/>
              <a:rect l="l" t="t" r="r" b="b"/>
              <a:pathLst>
                <a:path w="159385" h="182118">
                  <a:moveTo>
                    <a:pt x="159385" y="73152"/>
                  </a:moveTo>
                  <a:cubicBezTo>
                    <a:pt x="154177" y="76708"/>
                    <a:pt x="148082" y="79502"/>
                    <a:pt x="141859" y="81661"/>
                  </a:cubicBezTo>
                  <a:cubicBezTo>
                    <a:pt x="125095" y="87630"/>
                    <a:pt x="103124" y="91059"/>
                    <a:pt x="79756" y="91059"/>
                  </a:cubicBezTo>
                  <a:cubicBezTo>
                    <a:pt x="56387" y="91059"/>
                    <a:pt x="34290" y="87630"/>
                    <a:pt x="17652" y="81661"/>
                  </a:cubicBezTo>
                  <a:cubicBezTo>
                    <a:pt x="11430" y="79502"/>
                    <a:pt x="5334" y="76708"/>
                    <a:pt x="0" y="73152"/>
                  </a:cubicBezTo>
                  <a:lnTo>
                    <a:pt x="0" y="102362"/>
                  </a:lnTo>
                  <a:cubicBezTo>
                    <a:pt x="0" y="118110"/>
                    <a:pt x="35687" y="130810"/>
                    <a:pt x="79756" y="130810"/>
                  </a:cubicBezTo>
                  <a:cubicBezTo>
                    <a:pt x="123698" y="130810"/>
                    <a:pt x="159385" y="118110"/>
                    <a:pt x="159385" y="102362"/>
                  </a:cubicBezTo>
                  <a:lnTo>
                    <a:pt x="159385" y="73152"/>
                  </a:lnTo>
                  <a:close/>
                  <a:moveTo>
                    <a:pt x="159385" y="45466"/>
                  </a:moveTo>
                  <a:lnTo>
                    <a:pt x="159385" y="28448"/>
                  </a:lnTo>
                  <a:cubicBezTo>
                    <a:pt x="159385" y="12700"/>
                    <a:pt x="123698" y="0"/>
                    <a:pt x="79756" y="0"/>
                  </a:cubicBezTo>
                  <a:cubicBezTo>
                    <a:pt x="35687" y="0"/>
                    <a:pt x="0" y="12700"/>
                    <a:pt x="0" y="28448"/>
                  </a:cubicBezTo>
                  <a:lnTo>
                    <a:pt x="0" y="45466"/>
                  </a:lnTo>
                  <a:cubicBezTo>
                    <a:pt x="0" y="61214"/>
                    <a:pt x="35687" y="73914"/>
                    <a:pt x="79756" y="73914"/>
                  </a:cubicBezTo>
                  <a:cubicBezTo>
                    <a:pt x="123698" y="73914"/>
                    <a:pt x="159385" y="61214"/>
                    <a:pt x="159385" y="45466"/>
                  </a:cubicBezTo>
                  <a:moveTo>
                    <a:pt x="141859" y="138684"/>
                  </a:moveTo>
                  <a:cubicBezTo>
                    <a:pt x="125095" y="144526"/>
                    <a:pt x="103124" y="147955"/>
                    <a:pt x="79756" y="147955"/>
                  </a:cubicBezTo>
                  <a:cubicBezTo>
                    <a:pt x="56260" y="147955"/>
                    <a:pt x="34290" y="144526"/>
                    <a:pt x="17652" y="138684"/>
                  </a:cubicBezTo>
                  <a:cubicBezTo>
                    <a:pt x="11430" y="136398"/>
                    <a:pt x="5334" y="133604"/>
                    <a:pt x="0" y="130048"/>
                  </a:cubicBezTo>
                  <a:lnTo>
                    <a:pt x="0" y="153670"/>
                  </a:lnTo>
                  <a:cubicBezTo>
                    <a:pt x="0" y="169418"/>
                    <a:pt x="35687" y="182118"/>
                    <a:pt x="79756" y="182118"/>
                  </a:cubicBezTo>
                  <a:cubicBezTo>
                    <a:pt x="123698" y="182118"/>
                    <a:pt x="159385" y="169418"/>
                    <a:pt x="159385" y="153670"/>
                  </a:cubicBezTo>
                  <a:lnTo>
                    <a:pt x="159385" y="130048"/>
                  </a:lnTo>
                  <a:cubicBezTo>
                    <a:pt x="154177" y="133604"/>
                    <a:pt x="148082" y="136398"/>
                    <a:pt x="141859" y="138684"/>
                  </a:cubicBezTo>
                </a:path>
              </a:pathLst>
            </a:custGeom>
            <a:solidFill>
              <a:srgbClr val="0EA5E9">
                <a:alpha val="100000"/>
              </a:srgbClr>
            </a:solidFill>
          </p:spPr>
        </p:sp>
        <p:sp>
          <p:nvSpPr>
            <p:cNvPr id="573" name="VectorPath 573"/>
            <p:cNvSpPr/>
            <p:nvPr/>
          </p:nvSpPr>
          <p:spPr>
            <a:xfrm>
              <a:off x="6440424" y="4025011"/>
              <a:ext cx="5162677" cy="837692"/>
            </a:xfrm>
            <a:custGeom>
              <a:avLst/>
              <a:gdLst/>
              <a:ahLst/>
              <a:cxnLst/>
              <a:rect l="l" t="t" r="r" b="b"/>
              <a:pathLst>
                <a:path w="5162677" h="837692">
                  <a:moveTo>
                    <a:pt x="36449" y="0"/>
                  </a:moveTo>
                  <a:lnTo>
                    <a:pt x="5089906" y="0"/>
                  </a:lnTo>
                  <a:cubicBezTo>
                    <a:pt x="5130165" y="0"/>
                    <a:pt x="5162677" y="32639"/>
                    <a:pt x="5162677" y="72898"/>
                  </a:cubicBezTo>
                  <a:lnTo>
                    <a:pt x="5162677" y="764794"/>
                  </a:lnTo>
                  <a:cubicBezTo>
                    <a:pt x="5162677" y="805053"/>
                    <a:pt x="5130165" y="837692"/>
                    <a:pt x="5089906" y="837692"/>
                  </a:cubicBezTo>
                  <a:lnTo>
                    <a:pt x="36449" y="837692"/>
                  </a:lnTo>
                  <a:cubicBezTo>
                    <a:pt x="16256" y="837692"/>
                    <a:pt x="0" y="821436"/>
                    <a:pt x="0" y="801243"/>
                  </a:cubicBezTo>
                  <a:lnTo>
                    <a:pt x="0" y="36449"/>
                  </a:lnTo>
                  <a:cubicBezTo>
                    <a:pt x="0" y="16256"/>
                    <a:pt x="16256" y="0"/>
                    <a:pt x="36449" y="0"/>
                  </a:cubicBezTo>
                </a:path>
              </a:pathLst>
            </a:custGeom>
            <a:solidFill>
              <a:srgbClr val="0EA5E9">
                <a:alpha val="5000"/>
              </a:srgbClr>
            </a:solidFill>
          </p:spPr>
        </p:sp>
        <p:sp>
          <p:nvSpPr>
            <p:cNvPr id="574" name="VectorPath 574"/>
            <p:cNvSpPr/>
            <p:nvPr/>
          </p:nvSpPr>
          <p:spPr>
            <a:xfrm>
              <a:off x="6632830" y="4207130"/>
              <a:ext cx="164973" cy="176403"/>
            </a:xfrm>
            <a:custGeom>
              <a:avLst/>
              <a:gdLst/>
              <a:ahLst/>
              <a:cxnLst/>
              <a:rect l="l" t="t" r="r" b="b"/>
              <a:pathLst>
                <a:path w="164973" h="176403">
                  <a:moveTo>
                    <a:pt x="85344" y="0"/>
                  </a:moveTo>
                  <a:cubicBezTo>
                    <a:pt x="89281" y="0"/>
                    <a:pt x="93090" y="2032"/>
                    <a:pt x="95123" y="5461"/>
                  </a:cubicBezTo>
                  <a:lnTo>
                    <a:pt x="129159" y="62357"/>
                  </a:lnTo>
                  <a:cubicBezTo>
                    <a:pt x="131318" y="65913"/>
                    <a:pt x="131318" y="70358"/>
                    <a:pt x="129413" y="73914"/>
                  </a:cubicBezTo>
                  <a:cubicBezTo>
                    <a:pt x="127381" y="77470"/>
                    <a:pt x="123571" y="79629"/>
                    <a:pt x="119507" y="79629"/>
                  </a:cubicBezTo>
                  <a:lnTo>
                    <a:pt x="51181" y="79629"/>
                  </a:lnTo>
                  <a:cubicBezTo>
                    <a:pt x="47117" y="79629"/>
                    <a:pt x="43307" y="77470"/>
                    <a:pt x="41275" y="73914"/>
                  </a:cubicBezTo>
                  <a:cubicBezTo>
                    <a:pt x="39243" y="70358"/>
                    <a:pt x="39370" y="65913"/>
                    <a:pt x="41402" y="62484"/>
                  </a:cubicBezTo>
                  <a:lnTo>
                    <a:pt x="75565" y="5588"/>
                  </a:lnTo>
                  <a:cubicBezTo>
                    <a:pt x="77597" y="2032"/>
                    <a:pt x="81280" y="0"/>
                    <a:pt x="85344" y="0"/>
                  </a:cubicBezTo>
                  <a:moveTo>
                    <a:pt x="39751" y="96774"/>
                  </a:moveTo>
                  <a:cubicBezTo>
                    <a:pt x="61722" y="96774"/>
                    <a:pt x="79628" y="114554"/>
                    <a:pt x="79628" y="136525"/>
                  </a:cubicBezTo>
                  <a:cubicBezTo>
                    <a:pt x="79628" y="158623"/>
                    <a:pt x="61722" y="176403"/>
                    <a:pt x="39751" y="176403"/>
                  </a:cubicBezTo>
                  <a:cubicBezTo>
                    <a:pt x="17780" y="176403"/>
                    <a:pt x="0" y="158623"/>
                    <a:pt x="0" y="136525"/>
                  </a:cubicBezTo>
                  <a:cubicBezTo>
                    <a:pt x="0" y="114554"/>
                    <a:pt x="17780" y="96774"/>
                    <a:pt x="39751" y="96774"/>
                  </a:cubicBezTo>
                  <a:moveTo>
                    <a:pt x="110871" y="102489"/>
                  </a:moveTo>
                  <a:lnTo>
                    <a:pt x="150748" y="102489"/>
                  </a:lnTo>
                  <a:cubicBezTo>
                    <a:pt x="158623" y="102489"/>
                    <a:pt x="164973" y="108839"/>
                    <a:pt x="164973" y="116713"/>
                  </a:cubicBezTo>
                  <a:lnTo>
                    <a:pt x="164973" y="156464"/>
                  </a:lnTo>
                  <a:cubicBezTo>
                    <a:pt x="164973" y="164338"/>
                    <a:pt x="158623" y="170688"/>
                    <a:pt x="150748" y="170688"/>
                  </a:cubicBezTo>
                  <a:lnTo>
                    <a:pt x="110871" y="170688"/>
                  </a:lnTo>
                  <a:cubicBezTo>
                    <a:pt x="103124" y="170688"/>
                    <a:pt x="96647" y="164338"/>
                    <a:pt x="96647" y="156464"/>
                  </a:cubicBezTo>
                  <a:lnTo>
                    <a:pt x="96647" y="116713"/>
                  </a:lnTo>
                  <a:cubicBezTo>
                    <a:pt x="96647" y="108839"/>
                    <a:pt x="103124" y="102489"/>
                    <a:pt x="110871" y="102489"/>
                  </a:cubicBezTo>
                </a:path>
              </a:pathLst>
            </a:custGeom>
            <a:solidFill>
              <a:srgbClr val="0EA5E9">
                <a:alpha val="100000"/>
              </a:srgbClr>
            </a:solidFill>
          </p:spPr>
        </p:sp>
        <p:sp>
          <p:nvSpPr>
            <p:cNvPr id="575" name="VectorPath 575"/>
            <p:cNvSpPr/>
            <p:nvPr/>
          </p:nvSpPr>
          <p:spPr>
            <a:xfrm>
              <a:off x="6440424" y="5008372"/>
              <a:ext cx="5162677" cy="837705"/>
            </a:xfrm>
            <a:custGeom>
              <a:avLst/>
              <a:gdLst/>
              <a:ahLst/>
              <a:cxnLst/>
              <a:rect l="l" t="t" r="r" b="b"/>
              <a:pathLst>
                <a:path w="5162677" h="837705">
                  <a:moveTo>
                    <a:pt x="36449" y="0"/>
                  </a:moveTo>
                  <a:lnTo>
                    <a:pt x="5089906" y="0"/>
                  </a:lnTo>
                  <a:cubicBezTo>
                    <a:pt x="5130165" y="0"/>
                    <a:pt x="5162677" y="32639"/>
                    <a:pt x="5162677" y="72898"/>
                  </a:cubicBezTo>
                  <a:lnTo>
                    <a:pt x="5162677" y="764858"/>
                  </a:lnTo>
                  <a:cubicBezTo>
                    <a:pt x="5162677" y="805091"/>
                    <a:pt x="5130165" y="837705"/>
                    <a:pt x="5089906" y="837705"/>
                  </a:cubicBezTo>
                  <a:lnTo>
                    <a:pt x="36449" y="837705"/>
                  </a:lnTo>
                  <a:cubicBezTo>
                    <a:pt x="16256" y="837705"/>
                    <a:pt x="0" y="821398"/>
                    <a:pt x="0" y="801281"/>
                  </a:cubicBezTo>
                  <a:lnTo>
                    <a:pt x="0" y="36449"/>
                  </a:lnTo>
                  <a:cubicBezTo>
                    <a:pt x="0" y="16383"/>
                    <a:pt x="16256" y="0"/>
                    <a:pt x="36449" y="0"/>
                  </a:cubicBezTo>
                </a:path>
              </a:pathLst>
            </a:custGeom>
            <a:solidFill>
              <a:srgbClr val="0EA5E9">
                <a:alpha val="5000"/>
              </a:srgbClr>
            </a:solidFill>
          </p:spPr>
        </p:sp>
        <p:sp>
          <p:nvSpPr>
            <p:cNvPr id="576" name="VectorPath 576"/>
            <p:cNvSpPr/>
            <p:nvPr/>
          </p:nvSpPr>
          <p:spPr>
            <a:xfrm>
              <a:off x="6627114" y="5190491"/>
              <a:ext cx="182118" cy="182118"/>
            </a:xfrm>
            <a:custGeom>
              <a:avLst/>
              <a:gdLst/>
              <a:ahLst/>
              <a:cxnLst/>
              <a:rect l="l" t="t" r="r" b="b"/>
              <a:pathLst>
                <a:path w="182118" h="182118">
                  <a:moveTo>
                    <a:pt x="0" y="91059"/>
                  </a:moveTo>
                  <a:cubicBezTo>
                    <a:pt x="0" y="40767"/>
                    <a:pt x="40767" y="0"/>
                    <a:pt x="91060" y="0"/>
                  </a:cubicBezTo>
                  <a:cubicBezTo>
                    <a:pt x="141224" y="0"/>
                    <a:pt x="182118" y="40767"/>
                    <a:pt x="182118" y="91059"/>
                  </a:cubicBezTo>
                  <a:cubicBezTo>
                    <a:pt x="182118" y="141351"/>
                    <a:pt x="141224" y="182118"/>
                    <a:pt x="91060" y="182118"/>
                  </a:cubicBezTo>
                  <a:cubicBezTo>
                    <a:pt x="40767" y="182118"/>
                    <a:pt x="0" y="141351"/>
                    <a:pt x="0" y="91059"/>
                  </a:cubicBezTo>
                  <a:moveTo>
                    <a:pt x="102362" y="34163"/>
                  </a:moveTo>
                  <a:cubicBezTo>
                    <a:pt x="102362" y="27813"/>
                    <a:pt x="97282" y="22733"/>
                    <a:pt x="91060" y="22733"/>
                  </a:cubicBezTo>
                  <a:cubicBezTo>
                    <a:pt x="84710" y="22733"/>
                    <a:pt x="79629" y="27813"/>
                    <a:pt x="79629" y="34163"/>
                  </a:cubicBezTo>
                  <a:cubicBezTo>
                    <a:pt x="79629" y="40386"/>
                    <a:pt x="84710" y="45593"/>
                    <a:pt x="91060" y="45593"/>
                  </a:cubicBezTo>
                  <a:cubicBezTo>
                    <a:pt x="97282" y="45593"/>
                    <a:pt x="102362" y="40386"/>
                    <a:pt x="102362" y="34163"/>
                  </a:cubicBezTo>
                  <a:moveTo>
                    <a:pt x="91060" y="147955"/>
                  </a:moveTo>
                  <a:cubicBezTo>
                    <a:pt x="103632" y="147955"/>
                    <a:pt x="113792" y="137795"/>
                    <a:pt x="113792" y="125222"/>
                  </a:cubicBezTo>
                  <a:cubicBezTo>
                    <a:pt x="113792" y="119380"/>
                    <a:pt x="111633" y="114173"/>
                    <a:pt x="108077" y="110109"/>
                  </a:cubicBezTo>
                  <a:lnTo>
                    <a:pt x="132842" y="60706"/>
                  </a:lnTo>
                  <a:cubicBezTo>
                    <a:pt x="134874" y="56515"/>
                    <a:pt x="133223" y="51435"/>
                    <a:pt x="129032" y="49276"/>
                  </a:cubicBezTo>
                  <a:cubicBezTo>
                    <a:pt x="124840" y="47244"/>
                    <a:pt x="119634" y="48895"/>
                    <a:pt x="117602" y="53086"/>
                  </a:cubicBezTo>
                  <a:lnTo>
                    <a:pt x="92837" y="102489"/>
                  </a:lnTo>
                  <a:cubicBezTo>
                    <a:pt x="92202" y="102489"/>
                    <a:pt x="91694" y="102489"/>
                    <a:pt x="91060" y="102489"/>
                  </a:cubicBezTo>
                  <a:cubicBezTo>
                    <a:pt x="78486" y="102489"/>
                    <a:pt x="68326" y="112649"/>
                    <a:pt x="68326" y="125222"/>
                  </a:cubicBezTo>
                  <a:cubicBezTo>
                    <a:pt x="68326" y="137795"/>
                    <a:pt x="78486" y="147955"/>
                    <a:pt x="91060" y="147955"/>
                  </a:cubicBezTo>
                  <a:moveTo>
                    <a:pt x="62611" y="51181"/>
                  </a:moveTo>
                  <a:cubicBezTo>
                    <a:pt x="62611" y="44958"/>
                    <a:pt x="57531" y="39878"/>
                    <a:pt x="51181" y="39878"/>
                  </a:cubicBezTo>
                  <a:cubicBezTo>
                    <a:pt x="44958" y="39878"/>
                    <a:pt x="39878" y="44958"/>
                    <a:pt x="39878" y="51181"/>
                  </a:cubicBezTo>
                  <a:cubicBezTo>
                    <a:pt x="39878" y="57531"/>
                    <a:pt x="44958" y="62611"/>
                    <a:pt x="51181" y="62611"/>
                  </a:cubicBezTo>
                  <a:cubicBezTo>
                    <a:pt x="57531" y="62611"/>
                    <a:pt x="62611" y="57531"/>
                    <a:pt x="62611" y="51181"/>
                  </a:cubicBezTo>
                  <a:moveTo>
                    <a:pt x="34163" y="102489"/>
                  </a:moveTo>
                  <a:cubicBezTo>
                    <a:pt x="40386" y="102489"/>
                    <a:pt x="45466" y="97282"/>
                    <a:pt x="45466" y="91059"/>
                  </a:cubicBezTo>
                  <a:cubicBezTo>
                    <a:pt x="45466" y="84836"/>
                    <a:pt x="40386" y="79629"/>
                    <a:pt x="34163" y="79629"/>
                  </a:cubicBezTo>
                  <a:cubicBezTo>
                    <a:pt x="27813" y="79629"/>
                    <a:pt x="22733" y="84836"/>
                    <a:pt x="22733" y="91059"/>
                  </a:cubicBezTo>
                  <a:cubicBezTo>
                    <a:pt x="22733" y="97282"/>
                    <a:pt x="27813" y="102489"/>
                    <a:pt x="34163" y="102489"/>
                  </a:cubicBezTo>
                  <a:moveTo>
                    <a:pt x="159385" y="91059"/>
                  </a:moveTo>
                  <a:cubicBezTo>
                    <a:pt x="159385" y="84836"/>
                    <a:pt x="154178" y="79629"/>
                    <a:pt x="147955" y="79629"/>
                  </a:cubicBezTo>
                  <a:cubicBezTo>
                    <a:pt x="141605" y="79629"/>
                    <a:pt x="136525" y="84836"/>
                    <a:pt x="136525" y="91059"/>
                  </a:cubicBezTo>
                  <a:cubicBezTo>
                    <a:pt x="136525" y="97282"/>
                    <a:pt x="141605" y="102489"/>
                    <a:pt x="147955" y="102489"/>
                  </a:cubicBezTo>
                  <a:cubicBezTo>
                    <a:pt x="154178" y="102489"/>
                    <a:pt x="159385" y="97282"/>
                    <a:pt x="159385" y="91059"/>
                  </a:cubicBezTo>
                </a:path>
              </a:pathLst>
            </a:custGeom>
            <a:solidFill>
              <a:srgbClr val="0EA5E9">
                <a:alpha val="100000"/>
              </a:srgbClr>
            </a:solidFill>
          </p:spPr>
        </p:sp>
      </p:grpSp>
      <p:sp>
        <p:nvSpPr>
          <p:cNvPr id="577" name="VectorPath 577"/>
          <p:cNvSpPr/>
          <p:nvPr/>
        </p:nvSpPr>
        <p:spPr>
          <a:xfrm>
            <a:off x="364490" y="1129665"/>
            <a:ext cx="5617845" cy="36195"/>
          </a:xfrm>
          <a:custGeom>
            <a:avLst/>
            <a:gdLst/>
            <a:ahLst/>
            <a:cxnLst/>
            <a:rect l="l" t="t" r="r" b="b"/>
            <a:pathLst>
              <a:path w="5617718" h="36195">
                <a:moveTo>
                  <a:pt x="36144" y="-127"/>
                </a:moveTo>
                <a:lnTo>
                  <a:pt x="5581269" y="-127"/>
                </a:lnTo>
                <a:cubicBezTo>
                  <a:pt x="5601335" y="-127"/>
                  <a:pt x="5617718" y="16129"/>
                  <a:pt x="5617718" y="36322"/>
                </a:cubicBezTo>
                <a:lnTo>
                  <a:pt x="5617718" y="36322"/>
                </a:lnTo>
                <a:lnTo>
                  <a:pt x="-279" y="36322"/>
                </a:lnTo>
                <a:lnTo>
                  <a:pt x="-279" y="36322"/>
                </a:lnTo>
                <a:cubicBezTo>
                  <a:pt x="-279" y="16129"/>
                  <a:pt x="16027" y="-127"/>
                  <a:pt x="36144" y="-127"/>
                </a:cubicBezTo>
              </a:path>
            </a:pathLst>
          </a:custGeom>
          <a:solidFill>
            <a:srgbClr val="2563EB">
              <a:alpha val="100000"/>
            </a:srgbClr>
          </a:solidFill>
        </p:spPr>
      </p:sp>
      <p:sp>
        <p:nvSpPr>
          <p:cNvPr id="578" name="VectorPath 578"/>
          <p:cNvSpPr/>
          <p:nvPr/>
        </p:nvSpPr>
        <p:spPr>
          <a:xfrm>
            <a:off x="6203950" y="1129665"/>
            <a:ext cx="5617845" cy="36195"/>
          </a:xfrm>
          <a:custGeom>
            <a:avLst/>
            <a:gdLst/>
            <a:ahLst/>
            <a:cxnLst/>
            <a:rect l="l" t="t" r="r" b="b"/>
            <a:pathLst>
              <a:path w="5617718" h="36195">
                <a:moveTo>
                  <a:pt x="36195" y="-127"/>
                </a:moveTo>
                <a:lnTo>
                  <a:pt x="5581269" y="-127"/>
                </a:lnTo>
                <a:cubicBezTo>
                  <a:pt x="5601462" y="-127"/>
                  <a:pt x="5617718" y="16129"/>
                  <a:pt x="5617718" y="36322"/>
                </a:cubicBezTo>
                <a:lnTo>
                  <a:pt x="5617718" y="36322"/>
                </a:lnTo>
                <a:lnTo>
                  <a:pt x="-254" y="36322"/>
                </a:lnTo>
                <a:lnTo>
                  <a:pt x="-254" y="36322"/>
                </a:lnTo>
                <a:cubicBezTo>
                  <a:pt x="-254" y="16129"/>
                  <a:pt x="16002" y="-127"/>
                  <a:pt x="36195" y="-127"/>
                </a:cubicBezTo>
              </a:path>
            </a:pathLst>
          </a:custGeom>
          <a:solidFill>
            <a:srgbClr val="0EA5E9">
              <a:alpha val="100000"/>
            </a:srgbClr>
          </a:solidFill>
        </p:spPr>
      </p:sp>
      <p:pic>
        <p:nvPicPr>
          <p:cNvPr id="579" name="1E841523-335D-4476-D41B-DFFCE6D2AD38"/>
          <p:cNvPicPr>
            <a:picLocks noChangeAspect="1"/>
          </p:cNvPicPr>
          <p:nvPr/>
        </p:nvPicPr>
        <p:blipFill>
          <a:blip r:embed="rId5" cstate="print">
            <a:extLst>
              <a:ext uri="{06B2E857-C1DB-40FB-C680-9803B2FC98E6}"/>
            </a:extLst>
          </a:blip>
          <a:srcRect/>
          <a:stretch>
            <a:fillRect/>
          </a:stretch>
        </p:blipFill>
        <p:spPr>
          <a:xfrm>
            <a:off x="382270" y="6210300"/>
            <a:ext cx="11446934" cy="520700"/>
          </a:xfrm>
          <a:prstGeom prst="rect">
            <a:avLst/>
          </a:prstGeom>
        </p:spPr>
      </p:pic>
      <p:grpSp>
        <p:nvGrpSpPr>
          <p:cNvPr id="580" name="Combination 580"/>
          <p:cNvGrpSpPr/>
          <p:nvPr/>
        </p:nvGrpSpPr>
        <p:grpSpPr>
          <a:xfrm>
            <a:off x="546100" y="6374130"/>
            <a:ext cx="182245" cy="146050"/>
            <a:chOff x="546100" y="6374130"/>
            <a:chExt cx="182245" cy="146050"/>
          </a:xfrm>
        </p:grpSpPr>
        <p:sp>
          <p:nvSpPr>
            <p:cNvPr id="581" name="VectorPath 581"/>
            <p:cNvSpPr/>
            <p:nvPr/>
          </p:nvSpPr>
          <p:spPr>
            <a:xfrm>
              <a:off x="573405" y="6374130"/>
              <a:ext cx="127635" cy="146050"/>
            </a:xfrm>
            <a:custGeom>
              <a:avLst/>
              <a:gdLst/>
              <a:ahLst/>
              <a:cxnLst/>
              <a:rect l="l" t="t" r="r" b="b"/>
              <a:pathLst>
                <a:path w="127406" h="145694">
                  <a:moveTo>
                    <a:pt x="72847" y="9106"/>
                  </a:moveTo>
                  <a:moveTo>
                    <a:pt x="72847" y="9106"/>
                  </a:moveTo>
                  <a:cubicBezTo>
                    <a:pt x="72847" y="4077"/>
                    <a:pt x="68771" y="0"/>
                    <a:pt x="63741" y="0"/>
                  </a:cubicBezTo>
                  <a:cubicBezTo>
                    <a:pt x="58699" y="0"/>
                    <a:pt x="54635" y="4077"/>
                    <a:pt x="54635" y="9106"/>
                  </a:cubicBezTo>
                  <a:lnTo>
                    <a:pt x="54635" y="27318"/>
                  </a:lnTo>
                  <a:lnTo>
                    <a:pt x="27318" y="27318"/>
                  </a:lnTo>
                  <a:cubicBezTo>
                    <a:pt x="12230" y="27318"/>
                    <a:pt x="0" y="39560"/>
                    <a:pt x="0" y="54635"/>
                  </a:cubicBezTo>
                  <a:lnTo>
                    <a:pt x="0" y="118377"/>
                  </a:lnTo>
                  <a:cubicBezTo>
                    <a:pt x="0" y="133452"/>
                    <a:pt x="12230" y="145694"/>
                    <a:pt x="27318" y="145694"/>
                  </a:cubicBezTo>
                  <a:lnTo>
                    <a:pt x="100152" y="145694"/>
                  </a:lnTo>
                  <a:cubicBezTo>
                    <a:pt x="115240" y="145694"/>
                    <a:pt x="127470" y="133452"/>
                    <a:pt x="127470" y="118377"/>
                  </a:cubicBezTo>
                  <a:lnTo>
                    <a:pt x="127470" y="54635"/>
                  </a:lnTo>
                  <a:cubicBezTo>
                    <a:pt x="127470" y="39560"/>
                    <a:pt x="115240" y="27318"/>
                    <a:pt x="100152" y="27318"/>
                  </a:cubicBezTo>
                  <a:lnTo>
                    <a:pt x="72847" y="27318"/>
                  </a:lnTo>
                  <a:lnTo>
                    <a:pt x="72847" y="9106"/>
                  </a:lnTo>
                  <a:close/>
                  <a:moveTo>
                    <a:pt x="18212" y="113817"/>
                  </a:moveTo>
                  <a:moveTo>
                    <a:pt x="18212" y="113817"/>
                  </a:moveTo>
                  <a:cubicBezTo>
                    <a:pt x="18212" y="110033"/>
                    <a:pt x="21260" y="106998"/>
                    <a:pt x="25044" y="106998"/>
                  </a:cubicBezTo>
                  <a:lnTo>
                    <a:pt x="34150" y="106998"/>
                  </a:lnTo>
                  <a:cubicBezTo>
                    <a:pt x="37935" y="106998"/>
                    <a:pt x="40970" y="110033"/>
                    <a:pt x="40970" y="113817"/>
                  </a:cubicBezTo>
                  <a:cubicBezTo>
                    <a:pt x="40970" y="117602"/>
                    <a:pt x="37935" y="120650"/>
                    <a:pt x="34150" y="120650"/>
                  </a:cubicBezTo>
                  <a:lnTo>
                    <a:pt x="25044" y="120650"/>
                  </a:lnTo>
                  <a:cubicBezTo>
                    <a:pt x="21260" y="120650"/>
                    <a:pt x="18212" y="117602"/>
                    <a:pt x="18212" y="113817"/>
                  </a:cubicBezTo>
                  <a:moveTo>
                    <a:pt x="52349" y="113817"/>
                  </a:moveTo>
                  <a:moveTo>
                    <a:pt x="52349" y="113817"/>
                  </a:moveTo>
                  <a:cubicBezTo>
                    <a:pt x="52349" y="110033"/>
                    <a:pt x="55397" y="106998"/>
                    <a:pt x="59182" y="106998"/>
                  </a:cubicBezTo>
                  <a:lnTo>
                    <a:pt x="68288" y="106998"/>
                  </a:lnTo>
                  <a:cubicBezTo>
                    <a:pt x="72072" y="106998"/>
                    <a:pt x="75121" y="110033"/>
                    <a:pt x="75121" y="113817"/>
                  </a:cubicBezTo>
                  <a:cubicBezTo>
                    <a:pt x="75121" y="117602"/>
                    <a:pt x="72072" y="120650"/>
                    <a:pt x="68288" y="120650"/>
                  </a:cubicBezTo>
                  <a:lnTo>
                    <a:pt x="59182" y="120650"/>
                  </a:lnTo>
                  <a:cubicBezTo>
                    <a:pt x="55397" y="120650"/>
                    <a:pt x="52349" y="117602"/>
                    <a:pt x="52349" y="113817"/>
                  </a:cubicBezTo>
                  <a:moveTo>
                    <a:pt x="86500" y="113817"/>
                  </a:moveTo>
                  <a:moveTo>
                    <a:pt x="86500" y="113817"/>
                  </a:moveTo>
                  <a:cubicBezTo>
                    <a:pt x="86500" y="110033"/>
                    <a:pt x="89548" y="106998"/>
                    <a:pt x="93332" y="106998"/>
                  </a:cubicBezTo>
                  <a:lnTo>
                    <a:pt x="102438" y="106998"/>
                  </a:lnTo>
                  <a:cubicBezTo>
                    <a:pt x="106223" y="106998"/>
                    <a:pt x="109258" y="110033"/>
                    <a:pt x="109258" y="113817"/>
                  </a:cubicBezTo>
                  <a:cubicBezTo>
                    <a:pt x="109258" y="117602"/>
                    <a:pt x="106223" y="120650"/>
                    <a:pt x="102438" y="120650"/>
                  </a:cubicBezTo>
                  <a:lnTo>
                    <a:pt x="93332" y="120650"/>
                  </a:lnTo>
                  <a:cubicBezTo>
                    <a:pt x="89548" y="120650"/>
                    <a:pt x="86500" y="117602"/>
                    <a:pt x="86500" y="113817"/>
                  </a:cubicBezTo>
                  <a:moveTo>
                    <a:pt x="36424" y="59195"/>
                  </a:moveTo>
                  <a:moveTo>
                    <a:pt x="36424" y="59195"/>
                  </a:moveTo>
                  <a:cubicBezTo>
                    <a:pt x="43955" y="59195"/>
                    <a:pt x="50076" y="65303"/>
                    <a:pt x="50076" y="72847"/>
                  </a:cubicBezTo>
                  <a:cubicBezTo>
                    <a:pt x="50076" y="80391"/>
                    <a:pt x="43955" y="86500"/>
                    <a:pt x="36424" y="86500"/>
                  </a:cubicBezTo>
                  <a:cubicBezTo>
                    <a:pt x="28880" y="86500"/>
                    <a:pt x="22758" y="80391"/>
                    <a:pt x="22758" y="72847"/>
                  </a:cubicBezTo>
                  <a:cubicBezTo>
                    <a:pt x="22758" y="65303"/>
                    <a:pt x="28880" y="59195"/>
                    <a:pt x="36424" y="59195"/>
                  </a:cubicBezTo>
                  <a:moveTo>
                    <a:pt x="77394" y="72847"/>
                  </a:moveTo>
                  <a:moveTo>
                    <a:pt x="77394" y="72847"/>
                  </a:moveTo>
                  <a:cubicBezTo>
                    <a:pt x="77394" y="65303"/>
                    <a:pt x="83515" y="59195"/>
                    <a:pt x="91059" y="59195"/>
                  </a:cubicBezTo>
                  <a:cubicBezTo>
                    <a:pt x="98590" y="59195"/>
                    <a:pt x="104711" y="65303"/>
                    <a:pt x="104711" y="72847"/>
                  </a:cubicBezTo>
                  <a:cubicBezTo>
                    <a:pt x="104711" y="80391"/>
                    <a:pt x="98590" y="86500"/>
                    <a:pt x="91059" y="86500"/>
                  </a:cubicBezTo>
                  <a:cubicBezTo>
                    <a:pt x="83515" y="86500"/>
                    <a:pt x="77394" y="80391"/>
                    <a:pt x="77394" y="72847"/>
                  </a:cubicBezTo>
                </a:path>
              </a:pathLst>
            </a:custGeom>
            <a:solidFill>
              <a:srgbClr val="2563EB">
                <a:alpha val="100000"/>
              </a:srgbClr>
            </a:solidFill>
          </p:spPr>
        </p:sp>
        <p:sp>
          <p:nvSpPr>
            <p:cNvPr id="582" name="VectorPath 582"/>
            <p:cNvSpPr/>
            <p:nvPr/>
          </p:nvSpPr>
          <p:spPr>
            <a:xfrm>
              <a:off x="546100" y="6437630"/>
              <a:ext cx="18415" cy="45720"/>
            </a:xfrm>
            <a:custGeom>
              <a:avLst/>
              <a:gdLst/>
              <a:ahLst/>
              <a:cxnLst/>
              <a:rect l="l" t="t" r="r" b="b"/>
              <a:pathLst>
                <a:path w="18199" h="45428">
                  <a:moveTo>
                    <a:pt x="18212" y="9106"/>
                  </a:moveTo>
                  <a:moveTo>
                    <a:pt x="18212" y="9106"/>
                  </a:moveTo>
                  <a:cubicBezTo>
                    <a:pt x="18212" y="4064"/>
                    <a:pt x="14148" y="0"/>
                    <a:pt x="9106" y="0"/>
                  </a:cubicBezTo>
                  <a:cubicBezTo>
                    <a:pt x="4077" y="0"/>
                    <a:pt x="0" y="4064"/>
                    <a:pt x="0" y="9106"/>
                  </a:cubicBezTo>
                  <a:lnTo>
                    <a:pt x="0" y="36424"/>
                  </a:lnTo>
                  <a:cubicBezTo>
                    <a:pt x="0" y="41453"/>
                    <a:pt x="4077" y="45529"/>
                    <a:pt x="9106" y="45529"/>
                  </a:cubicBezTo>
                  <a:cubicBezTo>
                    <a:pt x="14148" y="45529"/>
                    <a:pt x="18212" y="41453"/>
                    <a:pt x="18212" y="36424"/>
                  </a:cubicBezTo>
                  <a:lnTo>
                    <a:pt x="18212" y="9106"/>
                  </a:lnTo>
                  <a:close/>
                </a:path>
              </a:pathLst>
            </a:custGeom>
            <a:solidFill>
              <a:srgbClr val="2563EB">
                <a:alpha val="100000"/>
              </a:srgbClr>
            </a:solidFill>
          </p:spPr>
        </p:sp>
        <p:sp>
          <p:nvSpPr>
            <p:cNvPr id="583" name="VectorPath 583"/>
            <p:cNvSpPr/>
            <p:nvPr/>
          </p:nvSpPr>
          <p:spPr>
            <a:xfrm>
              <a:off x="709930" y="6437630"/>
              <a:ext cx="18415" cy="45720"/>
            </a:xfrm>
            <a:custGeom>
              <a:avLst/>
              <a:gdLst/>
              <a:ahLst/>
              <a:cxnLst/>
              <a:rect l="l" t="t" r="r" b="b"/>
              <a:pathLst>
                <a:path w="18136" h="45428">
                  <a:moveTo>
                    <a:pt x="9106" y="0"/>
                  </a:moveTo>
                  <a:moveTo>
                    <a:pt x="9106" y="0"/>
                  </a:moveTo>
                  <a:cubicBezTo>
                    <a:pt x="4077" y="0"/>
                    <a:pt x="0" y="4064"/>
                    <a:pt x="0" y="9106"/>
                  </a:cubicBezTo>
                  <a:lnTo>
                    <a:pt x="0" y="36424"/>
                  </a:lnTo>
                  <a:cubicBezTo>
                    <a:pt x="0" y="41453"/>
                    <a:pt x="4077" y="45529"/>
                    <a:pt x="9106" y="45529"/>
                  </a:cubicBezTo>
                  <a:cubicBezTo>
                    <a:pt x="14148" y="45529"/>
                    <a:pt x="18212" y="41453"/>
                    <a:pt x="18212" y="36424"/>
                  </a:cubicBezTo>
                  <a:lnTo>
                    <a:pt x="18212" y="9106"/>
                  </a:lnTo>
                  <a:cubicBezTo>
                    <a:pt x="18212" y="4064"/>
                    <a:pt x="14148" y="0"/>
                    <a:pt x="9106" y="0"/>
                  </a:cubicBezTo>
                </a:path>
              </a:pathLst>
            </a:custGeom>
            <a:solidFill>
              <a:srgbClr val="2563EB">
                <a:alpha val="100000"/>
              </a:srgbClr>
            </a:solidFill>
          </p:spPr>
        </p:sp>
      </p:grpSp>
      <p:sp>
        <p:nvSpPr>
          <p:cNvPr id="584" name="VectorPath 584"/>
          <p:cNvSpPr/>
          <p:nvPr/>
        </p:nvSpPr>
        <p:spPr>
          <a:xfrm>
            <a:off x="382270" y="6210300"/>
            <a:ext cx="36830" cy="518795"/>
          </a:xfrm>
          <a:custGeom>
            <a:avLst/>
            <a:gdLst/>
            <a:ahLst/>
            <a:cxnLst/>
            <a:rect l="l" t="t" r="r" b="b"/>
            <a:pathLst>
              <a:path w="36424" h="518795">
                <a:moveTo>
                  <a:pt x="36424" y="-13"/>
                </a:moveTo>
                <a:lnTo>
                  <a:pt x="36424" y="-13"/>
                </a:lnTo>
                <a:lnTo>
                  <a:pt x="36424" y="518998"/>
                </a:lnTo>
                <a:lnTo>
                  <a:pt x="36424" y="518998"/>
                </a:lnTo>
                <a:cubicBezTo>
                  <a:pt x="16307" y="518998"/>
                  <a:pt x="0" y="502691"/>
                  <a:pt x="0" y="482575"/>
                </a:cubicBezTo>
                <a:lnTo>
                  <a:pt x="0" y="36411"/>
                </a:lnTo>
                <a:cubicBezTo>
                  <a:pt x="0" y="16294"/>
                  <a:pt x="16307" y="-13"/>
                  <a:pt x="36424" y="-13"/>
                </a:cubicBezTo>
              </a:path>
            </a:pathLst>
          </a:custGeom>
          <a:solidFill>
            <a:srgbClr val="2563EB">
              <a:alpha val="100000"/>
            </a:srgbClr>
          </a:solidFill>
        </p:spPr>
      </p:sp>
      <p:sp>
        <p:nvSpPr>
          <p:cNvPr id="585" name="VectorPath 585"/>
          <p:cNvSpPr/>
          <p:nvPr/>
        </p:nvSpPr>
        <p:spPr>
          <a:xfrm>
            <a:off x="600710" y="2058035"/>
            <a:ext cx="36830" cy="838200"/>
          </a:xfrm>
          <a:custGeom>
            <a:avLst/>
            <a:gdLst/>
            <a:ahLst/>
            <a:cxnLst/>
            <a:rect l="l" t="t" r="r" b="b"/>
            <a:pathLst>
              <a:path w="36424" h="837692">
                <a:moveTo>
                  <a:pt x="36424" y="0"/>
                </a:moveTo>
                <a:lnTo>
                  <a:pt x="36424" y="0"/>
                </a:lnTo>
                <a:lnTo>
                  <a:pt x="36424" y="837692"/>
                </a:lnTo>
                <a:lnTo>
                  <a:pt x="36424" y="837692"/>
                </a:lnTo>
                <a:cubicBezTo>
                  <a:pt x="16307" y="837692"/>
                  <a:pt x="0" y="821309"/>
                  <a:pt x="0" y="801243"/>
                </a:cubicBezTo>
                <a:lnTo>
                  <a:pt x="0" y="36449"/>
                </a:lnTo>
                <a:cubicBezTo>
                  <a:pt x="0" y="16256"/>
                  <a:pt x="16307" y="0"/>
                  <a:pt x="36424" y="0"/>
                </a:cubicBezTo>
              </a:path>
            </a:pathLst>
          </a:custGeom>
          <a:solidFill>
            <a:srgbClr val="2563EB">
              <a:alpha val="100000"/>
            </a:srgbClr>
          </a:solidFill>
        </p:spPr>
      </p:sp>
      <p:sp>
        <p:nvSpPr>
          <p:cNvPr id="586" name="VectorPath 586"/>
          <p:cNvSpPr/>
          <p:nvPr/>
        </p:nvSpPr>
        <p:spPr>
          <a:xfrm>
            <a:off x="600710" y="3041650"/>
            <a:ext cx="36830" cy="837565"/>
          </a:xfrm>
          <a:custGeom>
            <a:avLst/>
            <a:gdLst/>
            <a:ahLst/>
            <a:cxnLst/>
            <a:rect l="l" t="t" r="r" b="b"/>
            <a:pathLst>
              <a:path w="36424" h="837565">
                <a:moveTo>
                  <a:pt x="36424" y="0"/>
                </a:moveTo>
                <a:lnTo>
                  <a:pt x="36424" y="0"/>
                </a:lnTo>
                <a:lnTo>
                  <a:pt x="36424" y="837692"/>
                </a:lnTo>
                <a:lnTo>
                  <a:pt x="36424" y="837692"/>
                </a:lnTo>
                <a:cubicBezTo>
                  <a:pt x="16307" y="837692"/>
                  <a:pt x="0" y="821436"/>
                  <a:pt x="0" y="801243"/>
                </a:cubicBezTo>
                <a:lnTo>
                  <a:pt x="0" y="36449"/>
                </a:lnTo>
                <a:cubicBezTo>
                  <a:pt x="0" y="16256"/>
                  <a:pt x="16307" y="0"/>
                  <a:pt x="36424" y="0"/>
                </a:cubicBezTo>
              </a:path>
            </a:pathLst>
          </a:custGeom>
          <a:solidFill>
            <a:srgbClr val="2563EB">
              <a:alpha val="100000"/>
            </a:srgbClr>
          </a:solidFill>
        </p:spPr>
      </p:sp>
      <p:sp>
        <p:nvSpPr>
          <p:cNvPr id="587" name="VectorPath 587"/>
          <p:cNvSpPr/>
          <p:nvPr/>
        </p:nvSpPr>
        <p:spPr>
          <a:xfrm>
            <a:off x="600710" y="4025265"/>
            <a:ext cx="36830" cy="837565"/>
          </a:xfrm>
          <a:custGeom>
            <a:avLst/>
            <a:gdLst/>
            <a:ahLst/>
            <a:cxnLst/>
            <a:rect l="l" t="t" r="r" b="b"/>
            <a:pathLst>
              <a:path w="36424" h="837438">
                <a:moveTo>
                  <a:pt x="36424" y="-254"/>
                </a:moveTo>
                <a:lnTo>
                  <a:pt x="36424" y="-254"/>
                </a:lnTo>
                <a:lnTo>
                  <a:pt x="36424" y="837438"/>
                </a:lnTo>
                <a:lnTo>
                  <a:pt x="36424" y="837438"/>
                </a:lnTo>
                <a:cubicBezTo>
                  <a:pt x="16307" y="837438"/>
                  <a:pt x="0" y="821182"/>
                  <a:pt x="0" y="800989"/>
                </a:cubicBezTo>
                <a:lnTo>
                  <a:pt x="0" y="36195"/>
                </a:lnTo>
                <a:cubicBezTo>
                  <a:pt x="0" y="16002"/>
                  <a:pt x="16307" y="-254"/>
                  <a:pt x="36424" y="-254"/>
                </a:cubicBezTo>
              </a:path>
            </a:pathLst>
          </a:custGeom>
          <a:solidFill>
            <a:srgbClr val="2563EB">
              <a:alpha val="100000"/>
            </a:srgbClr>
          </a:solidFill>
        </p:spPr>
      </p:sp>
      <p:sp>
        <p:nvSpPr>
          <p:cNvPr id="588" name="TextBox588"/>
          <p:cNvSpPr txBox="1"/>
          <p:nvPr/>
        </p:nvSpPr>
        <p:spPr>
          <a:xfrm>
            <a:off x="6605270" y="5529580"/>
            <a:ext cx="1598612" cy="168275"/>
          </a:xfrm>
          <a:prstGeom prst="rect">
            <a:avLst/>
          </a:prstGeom>
          <a:noFill/>
        </p:spPr>
        <p:txBody>
          <a:bodyPr wrap="square" lIns="0" tIns="0" rIns="0" bIns="0" rtlCol="0">
            <a:spAutoFit/>
          </a:bodyPr>
          <a:lstStyle/>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吞吐量、延迟</a:t>
            </a:r>
            <a:r>
              <a:rPr lang="en-US" altLang="zh-CN" sz="1100" kern="0" spc="0" baseline="0" noProof="0" dirty="0">
                <a:solidFill>
                  <a:srgbClr val="64748B"/>
                </a:solidFill>
                <a:latin typeface="SimHei" pitchFamily="49" charset="0"/>
                <a:ea typeface="SimHei" pitchFamily="49" charset="0"/>
                <a:cs typeface="SimHei" pitchFamily="49" charset="0"/>
              </a:rPr>
              <a:t>等性能指标</a:t>
            </a:r>
          </a:p>
        </p:txBody>
      </p:sp>
      <p:sp>
        <p:nvSpPr>
          <p:cNvPr id="589" name="TextBox589"/>
          <p:cNvSpPr txBox="1"/>
          <p:nvPr/>
        </p:nvSpPr>
        <p:spPr>
          <a:xfrm>
            <a:off x="781050" y="6408420"/>
            <a:ext cx="9239250" cy="168275"/>
          </a:xfrm>
          <a:prstGeom prst="rect">
            <a:avLst/>
          </a:prstGeom>
          <a:noFill/>
        </p:spPr>
        <p:txBody>
          <a:bodyPr wrap="square" lIns="0" tIns="0" rIns="0" bIns="0" rtlCol="0">
            <a:spAutoFit/>
          </a:bodyPr>
          <a:lstStyle/>
          <a:p>
            <a:pPr marL="0" marR="0" indent="0" eaLnBrk="0">
              <a:lnSpc>
                <a:spcPct val="100000"/>
              </a:lnSpc>
            </a:pPr>
            <a:r>
              <a:rPr lang="en-US" altLang="zh-CN" sz="1650" b="1" kern="0" spc="0" baseline="4124" noProof="0" dirty="0">
                <a:solidFill>
                  <a:srgbClr val="1E293B"/>
                </a:solidFill>
                <a:latin typeface="SimHei" pitchFamily="49" charset="0"/>
                <a:ea typeface="SimHei" pitchFamily="49" charset="0"/>
                <a:cs typeface="SimHei" pitchFamily="49" charset="0"/>
              </a:rPr>
              <a:t>Agent自动化：</a:t>
            </a:r>
            <a:r>
              <a:rPr lang="en-US" altLang="zh-CN" sz="1650" kern="0" spc="0" baseline="4124" noProof="0" dirty="0">
                <a:solidFill>
                  <a:srgbClr val="1E293B"/>
                </a:solidFill>
                <a:latin typeface="SimHei" pitchFamily="49" charset="0"/>
                <a:ea typeface="SimHei" pitchFamily="49" charset="0"/>
                <a:cs typeface="SimHei" pitchFamily="49" charset="0"/>
              </a:rPr>
              <a:t>CANNBot的</a:t>
            </a:r>
            <a:r>
              <a:rPr lang="en-US" altLang="zh-CN" sz="1650" kern="0" spc="-25" baseline="4124" noProof="0" dirty="0">
                <a:latin typeface="SimHei" pitchFamily="49" charset="0"/>
                <a:ea typeface="SimHei" pitchFamily="49" charset="0"/>
                <a:cs typeface="SimHei" pitchFamily="49" charset="0"/>
              </a:rPr>
              <a:t> </a:t>
            </a:r>
            <a:r>
              <a:rPr lang="en-US" altLang="zh-CN" sz="1650" b="1" kern="0" spc="0" baseline="4124" noProof="0" dirty="0">
                <a:solidFill>
                  <a:srgbClr val="2563EB"/>
                </a:solidFill>
                <a:latin typeface="SimHei" pitchFamily="49" charset="0"/>
                <a:ea typeface="SimHei" pitchFamily="49" charset="0"/>
                <a:cs typeface="SimHei" pitchFamily="49" charset="0"/>
              </a:rPr>
              <a:t>architect</a:t>
            </a:r>
            <a:r>
              <a:rPr lang="en-US" altLang="zh-CN" sz="1650" b="1" kern="0" spc="-25" baseline="4124" noProof="0" dirty="0">
                <a:latin typeface="SimHei" pitchFamily="49" charset="0"/>
                <a:ea typeface="SimHei" pitchFamily="49" charset="0"/>
                <a:cs typeface="SimHei" pitchFamily="49" charset="0"/>
              </a:rPr>
              <a:t> </a:t>
            </a:r>
            <a:r>
              <a:rPr lang="en-US" altLang="zh-CN" sz="1650" kern="0" spc="0" baseline="4124" noProof="0" dirty="0">
                <a:solidFill>
                  <a:srgbClr val="1E293B"/>
                </a:solidFill>
                <a:latin typeface="SimHei" pitchFamily="49" charset="0"/>
                <a:ea typeface="SimHei" pitchFamily="49" charset="0"/>
                <a:cs typeface="SimHei" pitchFamily="49" charset="0"/>
              </a:rPr>
              <a:t>Agent会自动分析需求，调用</a:t>
            </a:r>
            <a:r>
              <a:rPr lang="en-US" altLang="zh-CN" sz="1650" kern="0" spc="-25" baseline="4124" noProof="0" dirty="0">
                <a:latin typeface="SimHei" pitchFamily="49" charset="0"/>
                <a:ea typeface="SimHei" pitchFamily="49" charset="0"/>
                <a:cs typeface="SimHei" pitchFamily="49" charset="0"/>
              </a:rPr>
              <a:t> </a:t>
            </a:r>
            <a:r>
              <a:rPr lang="en-US" altLang="zh-CN" sz="1650" kern="0" spc="0" baseline="4124" noProof="0" dirty="0">
                <a:solidFill>
                  <a:srgbClr val="0EA5E9"/>
                </a:solidFill>
                <a:latin typeface="SimHei" pitchFamily="49" charset="0"/>
                <a:ea typeface="SimHei" pitchFamily="49" charset="0"/>
                <a:cs typeface="SimHei" pitchFamily="49" charset="0"/>
              </a:rPr>
              <a:t>ascendc-npu-arch</a:t>
            </a:r>
            <a:r>
              <a:rPr lang="en-US" altLang="zh-CN" sz="1650" kern="0" spc="-25" baseline="4124" noProof="0" dirty="0">
                <a:latin typeface="SimHei" pitchFamily="49" charset="0"/>
                <a:ea typeface="SimHei" pitchFamily="49" charset="0"/>
                <a:cs typeface="SimHei" pitchFamily="49" charset="0"/>
              </a:rPr>
              <a:t> </a:t>
            </a:r>
            <a:r>
              <a:rPr lang="en-US" altLang="zh-CN" sz="1650" kern="0" spc="0" baseline="4124" noProof="0" dirty="0">
                <a:solidFill>
                  <a:srgbClr val="1E293B"/>
                </a:solidFill>
                <a:latin typeface="SimHei" pitchFamily="49" charset="0"/>
                <a:ea typeface="SimHei" pitchFamily="49" charset="0"/>
                <a:cs typeface="SimHei" pitchFamily="49" charset="0"/>
              </a:rPr>
              <a:t>和</a:t>
            </a:r>
            <a:r>
              <a:rPr lang="en-US" altLang="zh-CN" sz="1650" kern="0" spc="-25" baseline="4124" noProof="0" dirty="0">
                <a:latin typeface="SimHei" pitchFamily="49" charset="0"/>
                <a:ea typeface="SimHei" pitchFamily="49" charset="0"/>
                <a:cs typeface="SimHei" pitchFamily="49" charset="0"/>
              </a:rPr>
              <a:t> </a:t>
            </a:r>
            <a:r>
              <a:rPr lang="en-US" altLang="zh-CN" sz="1650" kern="0" spc="0" baseline="4124" noProof="0" dirty="0">
                <a:solidFill>
                  <a:srgbClr val="0EA5E9"/>
                </a:solidFill>
                <a:latin typeface="SimHei" pitchFamily="49" charset="0"/>
                <a:ea typeface="SimHei" pitchFamily="49" charset="0"/>
                <a:cs typeface="SimHei" pitchFamily="49" charset="0"/>
              </a:rPr>
              <a:t>ascendc-api-best-practices</a:t>
            </a:r>
            <a:r>
              <a:rPr lang="en-US" altLang="zh-CN" sz="1650" kern="0" spc="-25" baseline="4124" noProof="0" dirty="0">
                <a:latin typeface="SimHei" pitchFamily="49" charset="0"/>
                <a:ea typeface="SimHei" pitchFamily="49" charset="0"/>
                <a:cs typeface="SimHei" pitchFamily="49" charset="0"/>
              </a:rPr>
              <a:t> </a:t>
            </a:r>
            <a:r>
              <a:rPr lang="en-US" altLang="zh-CN" sz="1650" kern="0" spc="0" baseline="4124" noProof="0" dirty="0">
                <a:solidFill>
                  <a:srgbClr val="1E293B"/>
                </a:solidFill>
                <a:latin typeface="SimHei" pitchFamily="49" charset="0"/>
                <a:ea typeface="SimHei" pitchFamily="49" charset="0"/>
                <a:cs typeface="SimHei" pitchFamily="49" charset="0"/>
              </a:rPr>
              <a:t>Skills，生成设计方案。</a:t>
            </a:r>
          </a:p>
        </p:txBody>
      </p:sp>
      <p:sp>
        <p:nvSpPr>
          <p:cNvPr id="590" name="TextBox590"/>
          <p:cNvSpPr txBox="1"/>
          <p:nvPr/>
        </p:nvSpPr>
        <p:spPr>
          <a:xfrm>
            <a:off x="1202055" y="1407795"/>
            <a:ext cx="873125" cy="219075"/>
          </a:xfrm>
          <a:prstGeom prst="rect">
            <a:avLst/>
          </a:prstGeom>
          <a:noFill/>
        </p:spPr>
        <p:txBody>
          <a:bodyPr wrap="square" lIns="0" tIns="0" rIns="0" bIns="0" rtlCol="0">
            <a:spAutoFit/>
          </a:bodyPr>
          <a:lstStyle/>
          <a:p>
            <a:pPr marL="0" marR="0" indent="0" eaLnBrk="0">
              <a:lnSpc>
                <a:spcPct val="84313"/>
              </a:lnSpc>
            </a:pPr>
            <a:r>
              <a:rPr lang="en-US" altLang="zh-CN" sz="1700" b="1" kern="0" spc="-15" baseline="0" noProof="0" dirty="0">
                <a:solidFill>
                  <a:srgbClr val="1E293B"/>
                </a:solidFill>
                <a:latin typeface="SimHei" pitchFamily="49" charset="0"/>
                <a:ea typeface="SimHei" pitchFamily="49" charset="0"/>
                <a:cs typeface="SimHei" pitchFamily="49" charset="0"/>
              </a:rPr>
              <a:t>环境检查</a:t>
            </a:r>
          </a:p>
        </p:txBody>
      </p:sp>
      <p:sp>
        <p:nvSpPr>
          <p:cNvPr id="591" name="TextBox591"/>
          <p:cNvSpPr txBox="1"/>
          <p:nvPr/>
        </p:nvSpPr>
        <p:spPr>
          <a:xfrm>
            <a:off x="772160" y="1501140"/>
            <a:ext cx="131762" cy="260350"/>
          </a:xfrm>
          <a:prstGeom prst="rect">
            <a:avLst/>
          </a:prstGeom>
          <a:noFill/>
        </p:spPr>
        <p:txBody>
          <a:bodyPr wrap="square" lIns="0" tIns="0" rIns="0" bIns="0" rtlCol="0">
            <a:spAutoFit/>
          </a:bodyPr>
          <a:lstStyle/>
          <a:p>
            <a:pPr marL="0" marR="0" indent="0" eaLnBrk="0">
              <a:lnSpc>
                <a:spcPct val="100000"/>
              </a:lnSpc>
            </a:pPr>
            <a:r>
              <a:rPr lang="en-US" altLang="zh-CN" sz="1700" b="1" kern="0" spc="-15" baseline="0" noProof="0" dirty="0">
                <a:solidFill>
                  <a:srgbClr val="FFFFFF"/>
                </a:solidFill>
                <a:latin typeface="SimHei" pitchFamily="49" charset="0"/>
                <a:ea typeface="SimHei" pitchFamily="49" charset="0"/>
                <a:cs typeface="SimHei" pitchFamily="49" charset="0"/>
              </a:rPr>
              <a:t>1</a:t>
            </a:r>
          </a:p>
        </p:txBody>
      </p:sp>
      <p:sp>
        <p:nvSpPr>
          <p:cNvPr id="592" name="TextBox592"/>
          <p:cNvSpPr txBox="1"/>
          <p:nvPr/>
        </p:nvSpPr>
        <p:spPr>
          <a:xfrm>
            <a:off x="1202055" y="1704975"/>
            <a:ext cx="1162050" cy="168275"/>
          </a:xfrm>
          <a:prstGeom prst="rect">
            <a:avLst/>
          </a:prstGeom>
          <a:noFill/>
        </p:spPr>
        <p:txBody>
          <a:bodyPr wrap="square" lIns="0" tIns="0" rIns="0" bIns="0" rtlCol="0">
            <a:spAutoFit/>
          </a:bodyPr>
          <a:lstStyle/>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确保开发环境</a:t>
            </a:r>
            <a:r>
              <a:rPr lang="en-US" altLang="zh-CN" sz="1100" kern="0" spc="0" baseline="0" noProof="0" dirty="0">
                <a:solidFill>
                  <a:srgbClr val="64748B"/>
                </a:solidFill>
                <a:latin typeface="SimHei" pitchFamily="49" charset="0"/>
                <a:ea typeface="SimHei" pitchFamily="49" charset="0"/>
                <a:cs typeface="SimHei" pitchFamily="49" charset="0"/>
              </a:rPr>
              <a:t>就绪</a:t>
            </a:r>
          </a:p>
        </p:txBody>
      </p:sp>
      <p:sp>
        <p:nvSpPr>
          <p:cNvPr id="593" name="TextBox593"/>
          <p:cNvSpPr txBox="1"/>
          <p:nvPr/>
        </p:nvSpPr>
        <p:spPr>
          <a:xfrm>
            <a:off x="765175" y="2259965"/>
            <a:ext cx="2190750" cy="487362"/>
          </a:xfrm>
          <a:prstGeom prst="rect">
            <a:avLst/>
          </a:prstGeom>
          <a:noFill/>
        </p:spPr>
        <p:txBody>
          <a:bodyPr wrap="square" lIns="0" tIns="14605" rIns="0" bIns="0" rtlCol="0">
            <a:spAutoFit/>
          </a:bodyPr>
          <a:lstStyle/>
          <a:p>
            <a:pPr marL="33655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NPU</a:t>
            </a:r>
            <a:r>
              <a:rPr lang="en-US" altLang="zh-CN" sz="1250" b="1" kern="0" spc="0" baseline="0" noProof="0" dirty="0">
                <a:solidFill>
                  <a:srgbClr val="1E293B"/>
                </a:solidFill>
                <a:latin typeface="SimHei" pitchFamily="49" charset="0"/>
                <a:ea typeface="SimHei" pitchFamily="49" charset="0"/>
                <a:cs typeface="SimHei" pitchFamily="49" charset="0"/>
              </a:rPr>
              <a:t>设备查询</a:t>
            </a:r>
          </a:p>
          <a:p>
            <a:pPr marL="0" marR="0" indent="0" eaLnBrk="0">
              <a:lnSpc>
                <a:spcPct val="841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检查</a:t>
            </a:r>
            <a:r>
              <a:rPr lang="en-US" altLang="zh-CN" sz="1100" kern="0" spc="0" baseline="0" noProof="0" dirty="0">
                <a:solidFill>
                  <a:srgbClr val="64748B"/>
                </a:solidFill>
                <a:latin typeface="SimHei" pitchFamily="49" charset="0"/>
                <a:ea typeface="SimHei" pitchFamily="49" charset="0"/>
                <a:cs typeface="SimHei" pitchFamily="49" charset="0"/>
              </a:rPr>
              <a:t>NPU是否可用，获取设备信息</a:t>
            </a:r>
          </a:p>
        </p:txBody>
      </p:sp>
      <p:sp>
        <p:nvSpPr>
          <p:cNvPr id="594" name="TextBox594"/>
          <p:cNvSpPr txBox="1"/>
          <p:nvPr/>
        </p:nvSpPr>
        <p:spPr>
          <a:xfrm>
            <a:off x="765175" y="3242945"/>
            <a:ext cx="2006600" cy="487362"/>
          </a:xfrm>
          <a:prstGeom prst="rect">
            <a:avLst/>
          </a:prstGeom>
          <a:noFill/>
        </p:spPr>
        <p:txBody>
          <a:bodyPr wrap="square" lIns="0" tIns="14605" rIns="0" bIns="0" rtlCol="0">
            <a:spAutoFit/>
          </a:bodyPr>
          <a:lstStyle/>
          <a:p>
            <a:pPr marL="33655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C</a:t>
            </a:r>
            <a:r>
              <a:rPr lang="en-US" altLang="zh-CN" sz="1250" b="1" kern="0" spc="0" baseline="0" noProof="0" dirty="0">
                <a:solidFill>
                  <a:srgbClr val="1E293B"/>
                </a:solidFill>
                <a:latin typeface="SimHei" pitchFamily="49" charset="0"/>
                <a:ea typeface="SimHei" pitchFamily="49" charset="0"/>
                <a:cs typeface="SimHei" pitchFamily="49" charset="0"/>
              </a:rPr>
              <a:t>ANN环境验证</a:t>
            </a:r>
          </a:p>
          <a:p>
            <a:pPr marL="0" marR="0" indent="0" eaLnBrk="0">
              <a:lnSpc>
                <a:spcPct val="84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检查</a:t>
            </a:r>
            <a:r>
              <a:rPr lang="en-US" altLang="zh-CN" sz="1100" kern="0" spc="0" baseline="0" noProof="0" dirty="0">
                <a:solidFill>
                  <a:srgbClr val="64748B"/>
                </a:solidFill>
                <a:latin typeface="SimHei" pitchFamily="49" charset="0"/>
                <a:ea typeface="SimHei" pitchFamily="49" charset="0"/>
                <a:cs typeface="SimHei" pitchFamily="49" charset="0"/>
              </a:rPr>
              <a:t>CANN版本、环境变量配置</a:t>
            </a:r>
          </a:p>
        </p:txBody>
      </p:sp>
      <p:sp>
        <p:nvSpPr>
          <p:cNvPr id="595" name="TextBox595"/>
          <p:cNvSpPr txBox="1"/>
          <p:nvPr/>
        </p:nvSpPr>
        <p:spPr>
          <a:xfrm>
            <a:off x="765175" y="4226560"/>
            <a:ext cx="1890712" cy="487362"/>
          </a:xfrm>
          <a:prstGeom prst="rect">
            <a:avLst/>
          </a:prstGeom>
          <a:noFill/>
        </p:spPr>
        <p:txBody>
          <a:bodyPr wrap="square" lIns="0" tIns="14605" rIns="0" bIns="0" rtlCol="0">
            <a:spAutoFit/>
          </a:bodyPr>
          <a:lstStyle/>
          <a:p>
            <a:pPr marL="33655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依赖检查</a:t>
            </a:r>
          </a:p>
          <a:p>
            <a:pPr marL="0" marR="0" indent="0" eaLnBrk="0">
              <a:lnSpc>
                <a:spcPct val="84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验证必要的库</a:t>
            </a:r>
            <a:r>
              <a:rPr lang="en-US" altLang="zh-CN" sz="1100" kern="0" spc="0" baseline="0" noProof="0" dirty="0">
                <a:solidFill>
                  <a:srgbClr val="64748B"/>
                </a:solidFill>
                <a:latin typeface="SimHei" pitchFamily="49" charset="0"/>
                <a:ea typeface="SimHei" pitchFamily="49" charset="0"/>
                <a:cs typeface="SimHei" pitchFamily="49" charset="0"/>
              </a:rPr>
              <a:t>和工具是否安装</a:t>
            </a:r>
          </a:p>
        </p:txBody>
      </p:sp>
      <p:sp>
        <p:nvSpPr>
          <p:cNvPr id="596" name="TextBox596"/>
          <p:cNvSpPr txBox="1"/>
          <p:nvPr/>
        </p:nvSpPr>
        <p:spPr>
          <a:xfrm>
            <a:off x="692150" y="5144135"/>
            <a:ext cx="1401762" cy="365125"/>
          </a:xfrm>
          <a:prstGeom prst="rect">
            <a:avLst/>
          </a:prstGeom>
          <a:noFill/>
        </p:spPr>
        <p:txBody>
          <a:bodyPr wrap="square" lIns="0" tIns="11430" rIns="0" bIns="0" rtlCol="0">
            <a:spAutoFit/>
          </a:bodyPr>
          <a:lstStyle/>
          <a:p>
            <a:pPr marL="0" marR="0" indent="0" eaLnBrk="0">
              <a:lnSpc>
                <a:spcPct val="89166"/>
              </a:lnSpc>
              <a:spcBef>
                <a:spcPts val="89"/>
              </a:spcBef>
              <a:spcAft>
                <a:spcPts val="500"/>
              </a:spcAft>
            </a:pPr>
            <a:r>
              <a:rPr lang="en-US" altLang="zh-CN" sz="1000" kern="0" spc="0" baseline="0" noProof="0" dirty="0">
                <a:solidFill>
                  <a:srgbClr val="6A7282"/>
                </a:solidFill>
                <a:latin typeface="SimHei" pitchFamily="49" charset="0"/>
                <a:ea typeface="SimHei" pitchFamily="49" charset="0"/>
                <a:cs typeface="SimHei" pitchFamily="49" charset="0"/>
              </a:rPr>
              <a:t>#</a:t>
            </a:r>
            <a:r>
              <a:rPr lang="en-US" altLang="zh-CN" sz="1000" kern="0" spc="-50" baseline="0" noProof="0" dirty="0">
                <a:latin typeface="SimHei" pitchFamily="49" charset="0"/>
                <a:ea typeface="SimHei" pitchFamily="49" charset="0"/>
                <a:cs typeface="SimHei" pitchFamily="49" charset="0"/>
              </a:rPr>
              <a:t> </a:t>
            </a:r>
            <a:r>
              <a:rPr lang="en-US" altLang="zh-CN" sz="1000" kern="0" spc="0" baseline="0" noProof="0" dirty="0">
                <a:solidFill>
                  <a:srgbClr val="6A7282"/>
                </a:solidFill>
                <a:latin typeface="SimHei" pitchFamily="49" charset="0"/>
                <a:ea typeface="SimHei" pitchFamily="49" charset="0"/>
                <a:cs typeface="SimHei" pitchFamily="49" charset="0"/>
              </a:rPr>
              <a:t>自动执行环境检查</a:t>
            </a:r>
          </a:p>
          <a:p>
            <a:pPr marL="0" marR="0" indent="0" eaLnBrk="0">
              <a:lnSpc>
                <a:spcPct val="100000"/>
              </a:lnSpc>
              <a:spcBef>
                <a:spcPts val="5"/>
              </a:spcBef>
            </a:pPr>
            <a:r>
              <a:rPr lang="en-US" altLang="zh-CN" sz="1000" kern="0" spc="0" baseline="0" noProof="0" dirty="0">
                <a:solidFill>
                  <a:srgbClr val="05DF72"/>
                </a:solidFill>
                <a:latin typeface="Arial" pitchFamily="34" charset="0"/>
                <a:ea typeface="Arial" pitchFamily="34" charset="0"/>
                <a:cs typeface="Arial" pitchFamily="34" charset="0"/>
              </a:rPr>
              <a:t>ascendc-env-check</a:t>
            </a:r>
            <a:r>
              <a:rPr lang="en-US" altLang="zh-CN" sz="1000" kern="0" spc="-15" baseline="0" noProof="0" dirty="0">
                <a:latin typeface="Arial" pitchFamily="34" charset="0"/>
                <a:ea typeface="Arial" pitchFamily="34" charset="0"/>
                <a:cs typeface="Arial" pitchFamily="34" charset="0"/>
              </a:rPr>
              <a:t> </a:t>
            </a:r>
            <a:r>
              <a:rPr lang="en-US" altLang="zh-CN" sz="1000" kern="0" spc="0" baseline="0" noProof="0" dirty="0">
                <a:solidFill>
                  <a:srgbClr val="05DF72"/>
                </a:solidFill>
                <a:latin typeface="Arial" pitchFamily="34" charset="0"/>
                <a:ea typeface="Arial" pitchFamily="34" charset="0"/>
                <a:cs typeface="Arial" pitchFamily="34" charset="0"/>
              </a:rPr>
              <a:t>skill</a:t>
            </a:r>
          </a:p>
        </p:txBody>
      </p:sp>
      <p:sp>
        <p:nvSpPr>
          <p:cNvPr id="597" name="TextBox597"/>
          <p:cNvSpPr txBox="1"/>
          <p:nvPr/>
        </p:nvSpPr>
        <p:spPr>
          <a:xfrm>
            <a:off x="7042150" y="1407795"/>
            <a:ext cx="873125" cy="219075"/>
          </a:xfrm>
          <a:prstGeom prst="rect">
            <a:avLst/>
          </a:prstGeom>
          <a:noFill/>
        </p:spPr>
        <p:txBody>
          <a:bodyPr wrap="square" lIns="0" tIns="0" rIns="0" bIns="0" rtlCol="0">
            <a:spAutoFit/>
          </a:bodyPr>
          <a:lstStyle/>
          <a:p>
            <a:pPr marL="0" marR="0" indent="0" eaLnBrk="0">
              <a:lnSpc>
                <a:spcPct val="84313"/>
              </a:lnSpc>
            </a:pPr>
            <a:r>
              <a:rPr lang="en-US" altLang="zh-CN" sz="1700" b="1" kern="0" spc="-15" baseline="0" noProof="0" dirty="0">
                <a:solidFill>
                  <a:srgbClr val="1E293B"/>
                </a:solidFill>
                <a:latin typeface="SimHei" pitchFamily="49" charset="0"/>
                <a:ea typeface="SimHei" pitchFamily="49" charset="0"/>
                <a:cs typeface="SimHei" pitchFamily="49" charset="0"/>
              </a:rPr>
              <a:t>需求分析</a:t>
            </a:r>
          </a:p>
        </p:txBody>
      </p:sp>
      <p:sp>
        <p:nvSpPr>
          <p:cNvPr id="598" name="TextBox598"/>
          <p:cNvSpPr txBox="1"/>
          <p:nvPr/>
        </p:nvSpPr>
        <p:spPr>
          <a:xfrm>
            <a:off x="6612256" y="1501140"/>
            <a:ext cx="131762" cy="260350"/>
          </a:xfrm>
          <a:prstGeom prst="rect">
            <a:avLst/>
          </a:prstGeom>
          <a:noFill/>
        </p:spPr>
        <p:txBody>
          <a:bodyPr wrap="square" lIns="0" tIns="0" rIns="0" bIns="0" rtlCol="0">
            <a:spAutoFit/>
          </a:bodyPr>
          <a:lstStyle/>
          <a:p>
            <a:pPr marL="0" marR="0" indent="0" eaLnBrk="0">
              <a:lnSpc>
                <a:spcPct val="100000"/>
              </a:lnSpc>
            </a:pPr>
            <a:r>
              <a:rPr lang="en-US" altLang="zh-CN" sz="1700" b="1" kern="0" spc="-15" baseline="0" noProof="0" dirty="0">
                <a:solidFill>
                  <a:srgbClr val="FFFFFF"/>
                </a:solidFill>
                <a:latin typeface="SimHei" pitchFamily="49" charset="0"/>
                <a:ea typeface="SimHei" pitchFamily="49" charset="0"/>
                <a:cs typeface="SimHei" pitchFamily="49" charset="0"/>
              </a:rPr>
              <a:t>2</a:t>
            </a:r>
          </a:p>
        </p:txBody>
      </p:sp>
      <p:sp>
        <p:nvSpPr>
          <p:cNvPr id="599" name="TextBox599"/>
          <p:cNvSpPr txBox="1"/>
          <p:nvPr/>
        </p:nvSpPr>
        <p:spPr>
          <a:xfrm>
            <a:off x="7042150" y="1704975"/>
            <a:ext cx="1306512" cy="168275"/>
          </a:xfrm>
          <a:prstGeom prst="rect">
            <a:avLst/>
          </a:prstGeom>
          <a:noFill/>
        </p:spPr>
        <p:txBody>
          <a:bodyPr wrap="square" lIns="0" tIns="0" rIns="0" bIns="0" rtlCol="0">
            <a:spAutoFit/>
          </a:bodyPr>
          <a:lstStyle/>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理解算子功能</a:t>
            </a:r>
            <a:r>
              <a:rPr lang="en-US" altLang="zh-CN" sz="1100" kern="0" spc="0" baseline="0" noProof="0" dirty="0">
                <a:solidFill>
                  <a:srgbClr val="64748B"/>
                </a:solidFill>
                <a:latin typeface="SimHei" pitchFamily="49" charset="0"/>
                <a:ea typeface="SimHei" pitchFamily="49" charset="0"/>
                <a:cs typeface="SimHei" pitchFamily="49" charset="0"/>
              </a:rPr>
              <a:t>和要求</a:t>
            </a:r>
          </a:p>
        </p:txBody>
      </p:sp>
      <p:sp>
        <p:nvSpPr>
          <p:cNvPr id="600" name="TextBox600"/>
          <p:cNvSpPr txBox="1"/>
          <p:nvPr/>
        </p:nvSpPr>
        <p:spPr>
          <a:xfrm>
            <a:off x="6605270" y="2259965"/>
            <a:ext cx="2184400" cy="487362"/>
          </a:xfrm>
          <a:prstGeom prst="rect">
            <a:avLst/>
          </a:prstGeom>
          <a:noFill/>
        </p:spPr>
        <p:txBody>
          <a:bodyPr wrap="square" lIns="0" tIns="14605" rIns="0" bIns="0" rtlCol="0">
            <a:spAutoFit/>
          </a:bodyPr>
          <a:lstStyle/>
          <a:p>
            <a:pPr marL="33655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算子功能理</a:t>
            </a:r>
            <a:r>
              <a:rPr lang="en-US" altLang="zh-CN" sz="1250" b="1" kern="0" spc="0" baseline="0" noProof="0" dirty="0">
                <a:solidFill>
                  <a:srgbClr val="1E293B"/>
                </a:solidFill>
                <a:latin typeface="SimHei" pitchFamily="49" charset="0"/>
                <a:ea typeface="SimHei" pitchFamily="49" charset="0"/>
                <a:cs typeface="SimHei" pitchFamily="49" charset="0"/>
              </a:rPr>
              <a:t>解</a:t>
            </a:r>
          </a:p>
          <a:p>
            <a:pPr marL="0" marR="0" indent="0" eaLnBrk="0">
              <a:lnSpc>
                <a:spcPct val="841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分析算子的数</a:t>
            </a:r>
            <a:r>
              <a:rPr lang="en-US" altLang="zh-CN" sz="1100" kern="0" spc="0" baseline="0" noProof="0" dirty="0">
                <a:solidFill>
                  <a:srgbClr val="64748B"/>
                </a:solidFill>
                <a:latin typeface="SimHei" pitchFamily="49" charset="0"/>
                <a:ea typeface="SimHei" pitchFamily="49" charset="0"/>
                <a:cs typeface="SimHei" pitchFamily="49" charset="0"/>
              </a:rPr>
              <a:t>学表达式和计算逻辑</a:t>
            </a:r>
          </a:p>
        </p:txBody>
      </p:sp>
      <p:sp>
        <p:nvSpPr>
          <p:cNvPr id="601" name="TextBox601"/>
          <p:cNvSpPr txBox="1"/>
          <p:nvPr/>
        </p:nvSpPr>
        <p:spPr>
          <a:xfrm>
            <a:off x="6605270" y="3242945"/>
            <a:ext cx="2378075" cy="487362"/>
          </a:xfrm>
          <a:prstGeom prst="rect">
            <a:avLst/>
          </a:prstGeom>
          <a:noFill/>
        </p:spPr>
        <p:txBody>
          <a:bodyPr wrap="square" lIns="0" tIns="14605" rIns="0" bIns="0" rtlCol="0">
            <a:spAutoFit/>
          </a:bodyPr>
          <a:lstStyle/>
          <a:p>
            <a:pPr marL="33655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数据类型确</a:t>
            </a:r>
            <a:r>
              <a:rPr lang="en-US" altLang="zh-CN" sz="1250" b="1" kern="0" spc="0" baseline="0" noProof="0" dirty="0">
                <a:solidFill>
                  <a:srgbClr val="1E293B"/>
                </a:solidFill>
                <a:latin typeface="SimHei" pitchFamily="49" charset="0"/>
                <a:ea typeface="SimHei" pitchFamily="49" charset="0"/>
                <a:cs typeface="SimHei" pitchFamily="49" charset="0"/>
              </a:rPr>
              <a:t>定</a:t>
            </a:r>
          </a:p>
          <a:p>
            <a:pPr marL="0" marR="0" indent="0" eaLnBrk="0">
              <a:lnSpc>
                <a:spcPct val="84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40" baseline="0" noProof="0" dirty="0">
                <a:solidFill>
                  <a:srgbClr val="64748B"/>
                </a:solidFill>
                <a:latin typeface="SimHei" pitchFamily="49" charset="0"/>
                <a:ea typeface="SimHei" pitchFamily="49" charset="0"/>
                <a:cs typeface="SimHei" pitchFamily="49" charset="0"/>
              </a:rPr>
              <a:t>支持的数据类型（</a:t>
            </a:r>
            <a:r>
              <a:rPr lang="en-US" altLang="zh-CN" sz="1100" kern="0" spc="-15" baseline="0" noProof="0" dirty="0">
                <a:solidFill>
                  <a:srgbClr val="64748B"/>
                </a:solidFill>
                <a:latin typeface="SimHei" pitchFamily="49" charset="0"/>
                <a:ea typeface="SimHei" pitchFamily="49" charset="0"/>
                <a:cs typeface="SimHei" pitchFamily="49" charset="0"/>
              </a:rPr>
              <a:t>float16/float32</a:t>
            </a:r>
            <a:r>
              <a:rPr lang="en-US" altLang="zh-CN" sz="1100" kern="0" spc="-25" baseline="0" noProof="0" dirty="0">
                <a:solidFill>
                  <a:srgbClr val="64748B"/>
                </a:solidFill>
                <a:latin typeface="SimHei" pitchFamily="49" charset="0"/>
                <a:ea typeface="SimHei" pitchFamily="49" charset="0"/>
                <a:cs typeface="SimHei" pitchFamily="49" charset="0"/>
              </a:rPr>
              <a:t>等）</a:t>
            </a:r>
          </a:p>
        </p:txBody>
      </p:sp>
      <p:sp>
        <p:nvSpPr>
          <p:cNvPr id="602" name="TextBox602"/>
          <p:cNvSpPr txBox="1"/>
          <p:nvPr/>
        </p:nvSpPr>
        <p:spPr>
          <a:xfrm>
            <a:off x="6605270" y="4226560"/>
            <a:ext cx="1882775" cy="487362"/>
          </a:xfrm>
          <a:prstGeom prst="rect">
            <a:avLst/>
          </a:prstGeom>
          <a:noFill/>
        </p:spPr>
        <p:txBody>
          <a:bodyPr wrap="square" lIns="0" tIns="14605" rIns="0" bIns="0" rtlCol="0">
            <a:spAutoFit/>
          </a:bodyPr>
          <a:lstStyle/>
          <a:p>
            <a:pPr marL="33655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Shape</a:t>
            </a:r>
            <a:r>
              <a:rPr lang="en-US" altLang="zh-CN" sz="1250" b="1" kern="0" spc="0" baseline="0" noProof="0" dirty="0">
                <a:solidFill>
                  <a:srgbClr val="1E293B"/>
                </a:solidFill>
                <a:latin typeface="SimHei" pitchFamily="49" charset="0"/>
                <a:ea typeface="SimHei" pitchFamily="49" charset="0"/>
                <a:cs typeface="SimHei" pitchFamily="49" charset="0"/>
              </a:rPr>
              <a:t>分析</a:t>
            </a:r>
          </a:p>
          <a:p>
            <a:pPr marL="0" marR="0" indent="0" eaLnBrk="0">
              <a:lnSpc>
                <a:spcPct val="84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输入输出</a:t>
            </a:r>
            <a:r>
              <a:rPr lang="en-US" altLang="zh-CN" sz="1100" kern="0" spc="0" baseline="0" noProof="0" dirty="0">
                <a:solidFill>
                  <a:srgbClr val="64748B"/>
                </a:solidFill>
                <a:latin typeface="SimHei" pitchFamily="49" charset="0"/>
                <a:ea typeface="SimHei" pitchFamily="49" charset="0"/>
                <a:cs typeface="SimHei" pitchFamily="49" charset="0"/>
              </a:rPr>
              <a:t>Tensor的Shape范围</a:t>
            </a:r>
          </a:p>
        </p:txBody>
      </p:sp>
      <p:sp>
        <p:nvSpPr>
          <p:cNvPr id="603" name="TextBox603"/>
          <p:cNvSpPr txBox="1"/>
          <p:nvPr/>
        </p:nvSpPr>
        <p:spPr>
          <a:xfrm>
            <a:off x="6941820" y="5210175"/>
            <a:ext cx="658812"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1E293B"/>
                </a:solidFill>
                <a:latin typeface="SimHei" pitchFamily="49" charset="0"/>
                <a:ea typeface="SimHei" pitchFamily="49" charset="0"/>
                <a:cs typeface="SimHei" pitchFamily="49" charset="0"/>
              </a:rPr>
              <a:t>性能要求</a:t>
            </a:r>
          </a:p>
        </p:txBody>
      </p:sp>
      <p:sp>
        <p:nvSpPr>
          <p:cNvPr id="604" name="VectorPath 604"/>
          <p:cNvSpPr/>
          <p:nvPr/>
        </p:nvSpPr>
        <p:spPr>
          <a:xfrm>
            <a:off x="6440170" y="2058035"/>
            <a:ext cx="36830" cy="838200"/>
          </a:xfrm>
          <a:custGeom>
            <a:avLst/>
            <a:gdLst/>
            <a:ahLst/>
            <a:cxnLst/>
            <a:rect l="l" t="t" r="r" b="b"/>
            <a:pathLst>
              <a:path w="36449" h="837692">
                <a:moveTo>
                  <a:pt x="36449" y="0"/>
                </a:moveTo>
                <a:lnTo>
                  <a:pt x="36449" y="0"/>
                </a:lnTo>
                <a:lnTo>
                  <a:pt x="36449" y="837692"/>
                </a:lnTo>
                <a:lnTo>
                  <a:pt x="36449" y="837692"/>
                </a:lnTo>
                <a:cubicBezTo>
                  <a:pt x="16256" y="837692"/>
                  <a:pt x="0" y="821309"/>
                  <a:pt x="0" y="801243"/>
                </a:cubicBezTo>
                <a:lnTo>
                  <a:pt x="0" y="36449"/>
                </a:lnTo>
                <a:cubicBezTo>
                  <a:pt x="0" y="16256"/>
                  <a:pt x="16256" y="0"/>
                  <a:pt x="36449" y="0"/>
                </a:cubicBezTo>
              </a:path>
            </a:pathLst>
          </a:custGeom>
          <a:solidFill>
            <a:srgbClr val="0EA5E9">
              <a:alpha val="100000"/>
            </a:srgbClr>
          </a:solidFill>
        </p:spPr>
      </p:sp>
      <p:sp>
        <p:nvSpPr>
          <p:cNvPr id="605" name="VectorPath 605"/>
          <p:cNvSpPr/>
          <p:nvPr/>
        </p:nvSpPr>
        <p:spPr>
          <a:xfrm>
            <a:off x="6440170" y="3041650"/>
            <a:ext cx="36830" cy="837565"/>
          </a:xfrm>
          <a:custGeom>
            <a:avLst/>
            <a:gdLst/>
            <a:ahLst/>
            <a:cxnLst/>
            <a:rect l="l" t="t" r="r" b="b"/>
            <a:pathLst>
              <a:path w="36449" h="837565">
                <a:moveTo>
                  <a:pt x="36449" y="0"/>
                </a:moveTo>
                <a:lnTo>
                  <a:pt x="36449" y="0"/>
                </a:lnTo>
                <a:lnTo>
                  <a:pt x="36449" y="837692"/>
                </a:lnTo>
                <a:lnTo>
                  <a:pt x="36449" y="837692"/>
                </a:lnTo>
                <a:cubicBezTo>
                  <a:pt x="16256" y="837692"/>
                  <a:pt x="0" y="821436"/>
                  <a:pt x="0" y="801243"/>
                </a:cubicBezTo>
                <a:lnTo>
                  <a:pt x="0" y="36449"/>
                </a:lnTo>
                <a:cubicBezTo>
                  <a:pt x="0" y="16256"/>
                  <a:pt x="16256" y="0"/>
                  <a:pt x="36449" y="0"/>
                </a:cubicBezTo>
              </a:path>
            </a:pathLst>
          </a:custGeom>
          <a:solidFill>
            <a:srgbClr val="0EA5E9">
              <a:alpha val="100000"/>
            </a:srgbClr>
          </a:solidFill>
        </p:spPr>
      </p:sp>
      <p:sp>
        <p:nvSpPr>
          <p:cNvPr id="606" name="VectorPath 606"/>
          <p:cNvSpPr/>
          <p:nvPr/>
        </p:nvSpPr>
        <p:spPr>
          <a:xfrm>
            <a:off x="6440170" y="4025265"/>
            <a:ext cx="36830" cy="837565"/>
          </a:xfrm>
          <a:custGeom>
            <a:avLst/>
            <a:gdLst/>
            <a:ahLst/>
            <a:cxnLst/>
            <a:rect l="l" t="t" r="r" b="b"/>
            <a:pathLst>
              <a:path w="36449" h="837438">
                <a:moveTo>
                  <a:pt x="36449" y="-254"/>
                </a:moveTo>
                <a:lnTo>
                  <a:pt x="36449" y="-254"/>
                </a:lnTo>
                <a:lnTo>
                  <a:pt x="36449" y="837438"/>
                </a:lnTo>
                <a:lnTo>
                  <a:pt x="36449" y="837438"/>
                </a:lnTo>
                <a:cubicBezTo>
                  <a:pt x="16256" y="837438"/>
                  <a:pt x="0" y="821182"/>
                  <a:pt x="0" y="800989"/>
                </a:cubicBezTo>
                <a:lnTo>
                  <a:pt x="0" y="36195"/>
                </a:lnTo>
                <a:cubicBezTo>
                  <a:pt x="0" y="16002"/>
                  <a:pt x="16256" y="-254"/>
                  <a:pt x="36449" y="-254"/>
                </a:cubicBezTo>
              </a:path>
            </a:pathLst>
          </a:custGeom>
          <a:solidFill>
            <a:srgbClr val="0EA5E9">
              <a:alpha val="100000"/>
            </a:srgbClr>
          </a:solidFill>
        </p:spPr>
      </p:sp>
      <p:sp>
        <p:nvSpPr>
          <p:cNvPr id="607" name="VectorPath 607"/>
          <p:cNvSpPr/>
          <p:nvPr/>
        </p:nvSpPr>
        <p:spPr>
          <a:xfrm>
            <a:off x="6440170" y="5008245"/>
            <a:ext cx="36830" cy="837565"/>
          </a:xfrm>
          <a:custGeom>
            <a:avLst/>
            <a:gdLst/>
            <a:ahLst/>
            <a:cxnLst/>
            <a:rect l="l" t="t" r="r" b="b"/>
            <a:pathLst>
              <a:path w="36449" h="837438">
                <a:moveTo>
                  <a:pt x="36449" y="0"/>
                </a:moveTo>
                <a:lnTo>
                  <a:pt x="36449" y="0"/>
                </a:lnTo>
                <a:lnTo>
                  <a:pt x="36449" y="837705"/>
                </a:lnTo>
                <a:lnTo>
                  <a:pt x="36449" y="837705"/>
                </a:lnTo>
                <a:cubicBezTo>
                  <a:pt x="16256" y="837705"/>
                  <a:pt x="0" y="821398"/>
                  <a:pt x="0" y="801281"/>
                </a:cubicBezTo>
                <a:lnTo>
                  <a:pt x="0" y="36449"/>
                </a:lnTo>
                <a:cubicBezTo>
                  <a:pt x="0" y="16383"/>
                  <a:pt x="16256" y="0"/>
                  <a:pt x="36449" y="0"/>
                </a:cubicBezTo>
              </a:path>
            </a:pathLst>
          </a:custGeom>
          <a:solidFill>
            <a:srgbClr val="0EA5E9">
              <a:alpha val="100000"/>
            </a:srgbClr>
          </a:solidFill>
        </p:spPr>
      </p:sp>
    </p:spTree>
    <p:extLst>
      <p:ext uri="{50BD2CFC-6339-448A-0B48-303BB7B321E6}"/>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 name="TextBox608"/>
          <p:cNvSpPr txBox="1"/>
          <p:nvPr/>
        </p:nvSpPr>
        <p:spPr>
          <a:xfrm>
            <a:off x="339090" y="245110"/>
            <a:ext cx="4714875" cy="419100"/>
          </a:xfrm>
          <a:prstGeom prst="rect">
            <a:avLst/>
          </a:prstGeom>
          <a:noFill/>
        </p:spPr>
        <p:txBody>
          <a:bodyPr wrap="square" lIns="0" tIns="0" rIns="0" bIns="0" rtlCol="0">
            <a:spAutoFit/>
          </a:bodyPr>
          <a:lstStyle/>
          <a:p>
            <a:pPr marL="0" marR="0" indent="0" eaLnBrk="0">
              <a:lnSpc>
                <a:spcPct val="99848"/>
              </a:lnSpc>
            </a:pPr>
            <a:r>
              <a:rPr lang="en-US" altLang="zh-CN" sz="2750" b="1" kern="0" spc="-75" baseline="0" noProof="0" dirty="0">
                <a:solidFill>
                  <a:srgbClr val="1E293B"/>
                </a:solidFill>
                <a:latin typeface="SimHei" pitchFamily="49" charset="0"/>
                <a:ea typeface="SimHei" pitchFamily="49" charset="0"/>
                <a:cs typeface="SimHei" pitchFamily="49" charset="0"/>
              </a:rPr>
              <a:t>阶段</a:t>
            </a:r>
            <a:r>
              <a:rPr lang="en-US" altLang="zh-CN" sz="2750" b="1" kern="0" spc="-40" baseline="0" noProof="0" dirty="0">
                <a:solidFill>
                  <a:srgbClr val="1E293B"/>
                </a:solidFill>
                <a:latin typeface="SimHei" pitchFamily="49" charset="0"/>
                <a:ea typeface="SimHei" pitchFamily="49" charset="0"/>
                <a:cs typeface="SimHei" pitchFamily="49" charset="0"/>
              </a:rPr>
              <a:t>3</a:t>
            </a:r>
            <a:r>
              <a:rPr lang="en-US" altLang="zh-CN" sz="2750" b="1" kern="0" spc="-65" baseline="0" noProof="0" dirty="0">
                <a:solidFill>
                  <a:srgbClr val="1E293B"/>
                </a:solidFill>
                <a:latin typeface="SimHei" pitchFamily="49" charset="0"/>
                <a:ea typeface="SimHei" pitchFamily="49" charset="0"/>
                <a:cs typeface="SimHei" pitchFamily="49" charset="0"/>
              </a:rPr>
              <a:t>：算子实现</a:t>
            </a:r>
            <a:r>
              <a:rPr lang="en-US" altLang="zh-CN" sz="2750" b="1" kern="0" spc="-425" baseline="0" noProof="0" dirty="0">
                <a:latin typeface="SimHei" pitchFamily="49" charset="0"/>
                <a:ea typeface="SimHei" pitchFamily="49" charset="0"/>
                <a:cs typeface="SimHei" pitchFamily="49" charset="0"/>
              </a:rPr>
              <a:t> </a:t>
            </a:r>
            <a:r>
              <a:rPr lang="en-US" altLang="zh-CN" sz="2750" b="1" kern="0" spc="-25" baseline="0" noProof="0" dirty="0">
                <a:solidFill>
                  <a:srgbClr val="1E293B"/>
                </a:solidFill>
                <a:latin typeface="SimHei" pitchFamily="49" charset="0"/>
                <a:ea typeface="SimHei" pitchFamily="49" charset="0"/>
                <a:cs typeface="SimHei" pitchFamily="49" charset="0"/>
              </a:rPr>
              <a:t>-</a:t>
            </a:r>
            <a:r>
              <a:rPr lang="en-US" altLang="zh-CN" sz="2750" b="1" kern="0" spc="-425" baseline="0" noProof="0" dirty="0">
                <a:latin typeface="SimHei" pitchFamily="49" charset="0"/>
                <a:ea typeface="SimHei" pitchFamily="49" charset="0"/>
                <a:cs typeface="SimHei" pitchFamily="49" charset="0"/>
              </a:rPr>
              <a:t> </a:t>
            </a:r>
            <a:r>
              <a:rPr lang="en-US" altLang="zh-CN" sz="2750" b="1" kern="0" spc="-25" baseline="0" noProof="0" dirty="0">
                <a:solidFill>
                  <a:srgbClr val="1E293B"/>
                </a:solidFill>
                <a:latin typeface="SimHei" pitchFamily="49" charset="0"/>
                <a:ea typeface="SimHei" pitchFamily="49" charset="0"/>
                <a:cs typeface="SimHei" pitchFamily="49" charset="0"/>
              </a:rPr>
              <a:t>Tiling</a:t>
            </a:r>
            <a:r>
              <a:rPr lang="en-US" altLang="zh-CN" sz="2750" b="1" kern="0" spc="-65" baseline="0" noProof="0" dirty="0">
                <a:solidFill>
                  <a:srgbClr val="1E293B"/>
                </a:solidFill>
                <a:latin typeface="SimHei" pitchFamily="49" charset="0"/>
                <a:ea typeface="SimHei" pitchFamily="49" charset="0"/>
                <a:cs typeface="SimHei" pitchFamily="49" charset="0"/>
              </a:rPr>
              <a:t>设计</a:t>
            </a:r>
          </a:p>
        </p:txBody>
      </p:sp>
      <p:pic>
        <p:nvPicPr>
          <p:cNvPr id="609" name="B4EF5A70-7130-42B6-5850-A1500B88BBF9"/>
          <p:cNvPicPr>
            <a:picLocks noChangeAspect="1"/>
          </p:cNvPicPr>
          <p:nvPr/>
        </p:nvPicPr>
        <p:blipFill>
          <a:blip r:embed="rId3" cstate="print">
            <a:extLst>
              <a:ext uri="{17F4B95D-679B-4381-610A-C1E9C0F48271}"/>
            </a:extLst>
          </a:blip>
          <a:srcRect/>
          <a:stretch>
            <a:fillRect/>
          </a:stretch>
        </p:blipFill>
        <p:spPr>
          <a:xfrm>
            <a:off x="370205" y="1197610"/>
            <a:ext cx="7662333" cy="1282700"/>
          </a:xfrm>
          <a:prstGeom prst="rect">
            <a:avLst/>
          </a:prstGeom>
        </p:spPr>
      </p:pic>
      <p:grpSp>
        <p:nvGrpSpPr>
          <p:cNvPr id="610" name="Combination 610"/>
          <p:cNvGrpSpPr/>
          <p:nvPr/>
        </p:nvGrpSpPr>
        <p:grpSpPr>
          <a:xfrm>
            <a:off x="400050" y="1219200"/>
            <a:ext cx="7600950" cy="1219200"/>
            <a:chOff x="400050" y="1219200"/>
            <a:chExt cx="7600950" cy="1219200"/>
          </a:xfrm>
        </p:grpSpPr>
        <p:sp>
          <p:nvSpPr>
            <p:cNvPr id="611" name="VectorPath 611"/>
            <p:cNvSpPr/>
            <p:nvPr/>
          </p:nvSpPr>
          <p:spPr>
            <a:xfrm>
              <a:off x="400050" y="1219200"/>
              <a:ext cx="7600950" cy="1219200"/>
            </a:xfrm>
            <a:custGeom>
              <a:avLst/>
              <a:gdLst/>
              <a:ahLst/>
              <a:cxnLst/>
              <a:rect l="l" t="t" r="r" b="b"/>
              <a:pathLst>
                <a:path w="7600950" h="1219200">
                  <a:moveTo>
                    <a:pt x="38100" y="0"/>
                  </a:moveTo>
                  <a:lnTo>
                    <a:pt x="7486650" y="0"/>
                  </a:lnTo>
                  <a:cubicBezTo>
                    <a:pt x="7549769" y="0"/>
                    <a:pt x="7600950" y="51181"/>
                    <a:pt x="7600950" y="114300"/>
                  </a:cubicBezTo>
                  <a:lnTo>
                    <a:pt x="7600950" y="1104900"/>
                  </a:lnTo>
                  <a:cubicBezTo>
                    <a:pt x="7600950" y="1168019"/>
                    <a:pt x="7549769" y="1219200"/>
                    <a:pt x="7486650" y="1219200"/>
                  </a:cubicBezTo>
                  <a:lnTo>
                    <a:pt x="38100" y="1219200"/>
                  </a:lnTo>
                  <a:cubicBezTo>
                    <a:pt x="17069" y="1219200"/>
                    <a:pt x="0" y="1202182"/>
                    <a:pt x="0" y="1181100"/>
                  </a:cubicBezTo>
                  <a:lnTo>
                    <a:pt x="0" y="38100"/>
                  </a:lnTo>
                  <a:cubicBezTo>
                    <a:pt x="0" y="17018"/>
                    <a:pt x="17069" y="0"/>
                    <a:pt x="38100" y="0"/>
                  </a:cubicBezTo>
                </a:path>
              </a:pathLst>
            </a:custGeom>
            <a:solidFill>
              <a:srgbClr val="FFFFFF">
                <a:alpha val="100000"/>
              </a:srgbClr>
            </a:solidFill>
          </p:spPr>
        </p:sp>
        <p:sp>
          <p:nvSpPr>
            <p:cNvPr id="612" name="VectorPath 612"/>
            <p:cNvSpPr/>
            <p:nvPr/>
          </p:nvSpPr>
          <p:spPr>
            <a:xfrm>
              <a:off x="609600" y="1409700"/>
              <a:ext cx="457200" cy="457200"/>
            </a:xfrm>
            <a:custGeom>
              <a:avLst/>
              <a:gdLst/>
              <a:ahLst/>
              <a:cxnLst/>
              <a:rect l="l" t="t" r="r" b="b"/>
              <a:pathLst>
                <a:path w="457200" h="457200">
                  <a:moveTo>
                    <a:pt x="76200" y="0"/>
                  </a:moveTo>
                  <a:lnTo>
                    <a:pt x="381000" y="0"/>
                  </a:lnTo>
                  <a:cubicBezTo>
                    <a:pt x="423050" y="0"/>
                    <a:pt x="457200" y="34163"/>
                    <a:pt x="457200" y="76200"/>
                  </a:cubicBezTo>
                  <a:lnTo>
                    <a:pt x="457200" y="381000"/>
                  </a:lnTo>
                  <a:cubicBezTo>
                    <a:pt x="457200" y="423037"/>
                    <a:pt x="423050" y="457200"/>
                    <a:pt x="381000" y="457200"/>
                  </a:cubicBezTo>
                  <a:lnTo>
                    <a:pt x="76200" y="457200"/>
                  </a:lnTo>
                  <a:cubicBezTo>
                    <a:pt x="34150" y="457200"/>
                    <a:pt x="0" y="423037"/>
                    <a:pt x="0" y="381000"/>
                  </a:cubicBezTo>
                  <a:lnTo>
                    <a:pt x="0" y="76200"/>
                  </a:lnTo>
                  <a:cubicBezTo>
                    <a:pt x="0" y="34163"/>
                    <a:pt x="34150" y="0"/>
                    <a:pt x="76200" y="0"/>
                  </a:cubicBezTo>
                </a:path>
              </a:pathLst>
            </a:custGeom>
            <a:solidFill>
              <a:srgbClr val="10B981">
                <a:alpha val="10000"/>
              </a:srgbClr>
            </a:solidFill>
          </p:spPr>
        </p:sp>
        <p:sp>
          <p:nvSpPr>
            <p:cNvPr id="613" name="VectorPath 613"/>
            <p:cNvSpPr/>
            <p:nvPr/>
          </p:nvSpPr>
          <p:spPr>
            <a:xfrm>
              <a:off x="738188" y="1538351"/>
              <a:ext cx="200025" cy="200025"/>
            </a:xfrm>
            <a:custGeom>
              <a:avLst/>
              <a:gdLst/>
              <a:ahLst/>
              <a:cxnLst/>
              <a:rect l="l" t="t" r="r" b="b"/>
              <a:pathLst>
                <a:path w="200025" h="200025">
                  <a:moveTo>
                    <a:pt x="171450" y="28575"/>
                  </a:moveTo>
                  <a:lnTo>
                    <a:pt x="171450" y="57150"/>
                  </a:lnTo>
                  <a:lnTo>
                    <a:pt x="142875" y="57150"/>
                  </a:lnTo>
                  <a:lnTo>
                    <a:pt x="142875" y="28575"/>
                  </a:lnTo>
                  <a:lnTo>
                    <a:pt x="171450" y="28575"/>
                  </a:lnTo>
                  <a:close/>
                  <a:moveTo>
                    <a:pt x="171450" y="85725"/>
                  </a:moveTo>
                  <a:lnTo>
                    <a:pt x="171450" y="114300"/>
                  </a:lnTo>
                  <a:lnTo>
                    <a:pt x="142875" y="114300"/>
                  </a:lnTo>
                  <a:lnTo>
                    <a:pt x="142875" y="85725"/>
                  </a:lnTo>
                  <a:lnTo>
                    <a:pt x="171450" y="85725"/>
                  </a:lnTo>
                  <a:close/>
                  <a:moveTo>
                    <a:pt x="171450" y="142875"/>
                  </a:moveTo>
                  <a:lnTo>
                    <a:pt x="171450" y="171450"/>
                  </a:lnTo>
                  <a:lnTo>
                    <a:pt x="142875" y="171450"/>
                  </a:lnTo>
                  <a:lnTo>
                    <a:pt x="142875" y="142875"/>
                  </a:lnTo>
                  <a:lnTo>
                    <a:pt x="171450" y="142875"/>
                  </a:lnTo>
                  <a:close/>
                  <a:moveTo>
                    <a:pt x="114300" y="114300"/>
                  </a:moveTo>
                  <a:lnTo>
                    <a:pt x="85725" y="114300"/>
                  </a:lnTo>
                  <a:lnTo>
                    <a:pt x="85725" y="85725"/>
                  </a:lnTo>
                  <a:lnTo>
                    <a:pt x="114300" y="85725"/>
                  </a:lnTo>
                  <a:lnTo>
                    <a:pt x="114300" y="114300"/>
                  </a:lnTo>
                  <a:close/>
                  <a:moveTo>
                    <a:pt x="85725" y="142875"/>
                  </a:moveTo>
                  <a:lnTo>
                    <a:pt x="114300" y="142875"/>
                  </a:lnTo>
                  <a:lnTo>
                    <a:pt x="114300" y="171450"/>
                  </a:lnTo>
                  <a:lnTo>
                    <a:pt x="85725" y="171450"/>
                  </a:lnTo>
                  <a:lnTo>
                    <a:pt x="85725" y="142875"/>
                  </a:lnTo>
                  <a:close/>
                  <a:moveTo>
                    <a:pt x="57150" y="114300"/>
                  </a:moveTo>
                  <a:lnTo>
                    <a:pt x="28575" y="114300"/>
                  </a:lnTo>
                  <a:lnTo>
                    <a:pt x="28575" y="85725"/>
                  </a:lnTo>
                  <a:lnTo>
                    <a:pt x="57150" y="85725"/>
                  </a:lnTo>
                  <a:lnTo>
                    <a:pt x="57150" y="114300"/>
                  </a:lnTo>
                  <a:close/>
                  <a:moveTo>
                    <a:pt x="28575" y="142875"/>
                  </a:moveTo>
                  <a:lnTo>
                    <a:pt x="57150" y="142875"/>
                  </a:lnTo>
                  <a:lnTo>
                    <a:pt x="57150" y="171450"/>
                  </a:lnTo>
                  <a:lnTo>
                    <a:pt x="28575" y="171450"/>
                  </a:lnTo>
                  <a:lnTo>
                    <a:pt x="28575" y="142875"/>
                  </a:lnTo>
                  <a:close/>
                  <a:moveTo>
                    <a:pt x="28575" y="57150"/>
                  </a:moveTo>
                  <a:lnTo>
                    <a:pt x="28575" y="28575"/>
                  </a:lnTo>
                  <a:lnTo>
                    <a:pt x="57150" y="28575"/>
                  </a:lnTo>
                  <a:lnTo>
                    <a:pt x="57150" y="57150"/>
                  </a:lnTo>
                  <a:lnTo>
                    <a:pt x="28575" y="57150"/>
                  </a:lnTo>
                  <a:close/>
                  <a:moveTo>
                    <a:pt x="85725" y="57150"/>
                  </a:moveTo>
                  <a:lnTo>
                    <a:pt x="85725" y="28575"/>
                  </a:lnTo>
                  <a:lnTo>
                    <a:pt x="114300" y="28575"/>
                  </a:lnTo>
                  <a:lnTo>
                    <a:pt x="114300" y="57150"/>
                  </a:lnTo>
                  <a:lnTo>
                    <a:pt x="85725" y="57150"/>
                  </a:lnTo>
                  <a:close/>
                  <a:moveTo>
                    <a:pt x="28575" y="0"/>
                  </a:moveTo>
                  <a:cubicBezTo>
                    <a:pt x="12814" y="0"/>
                    <a:pt x="0" y="12700"/>
                    <a:pt x="0" y="28575"/>
                  </a:cubicBezTo>
                  <a:lnTo>
                    <a:pt x="0" y="171450"/>
                  </a:lnTo>
                  <a:cubicBezTo>
                    <a:pt x="0" y="187198"/>
                    <a:pt x="12814" y="200025"/>
                    <a:pt x="28575" y="200025"/>
                  </a:cubicBezTo>
                  <a:lnTo>
                    <a:pt x="171450" y="200025"/>
                  </a:lnTo>
                  <a:cubicBezTo>
                    <a:pt x="187211" y="200025"/>
                    <a:pt x="200025" y="187198"/>
                    <a:pt x="200025" y="171450"/>
                  </a:cubicBezTo>
                  <a:lnTo>
                    <a:pt x="200025" y="28575"/>
                  </a:lnTo>
                  <a:cubicBezTo>
                    <a:pt x="200025" y="12700"/>
                    <a:pt x="187211" y="0"/>
                    <a:pt x="171450" y="0"/>
                  </a:cubicBezTo>
                  <a:lnTo>
                    <a:pt x="28575" y="0"/>
                  </a:lnTo>
                  <a:close/>
                </a:path>
              </a:pathLst>
            </a:custGeom>
            <a:solidFill>
              <a:srgbClr val="10B981">
                <a:alpha val="100000"/>
              </a:srgbClr>
            </a:solidFill>
          </p:spPr>
        </p:sp>
      </p:grpSp>
      <p:pic>
        <p:nvPicPr>
          <p:cNvPr id="614" name="E0E32850-3B86-4730-FD2D-0D67AA1579C6"/>
          <p:cNvPicPr>
            <a:picLocks noChangeAspect="1"/>
          </p:cNvPicPr>
          <p:nvPr/>
        </p:nvPicPr>
        <p:blipFill>
          <a:blip r:embed="rId4" cstate="print">
            <a:extLst>
              <a:ext uri="{341445A8-6F4D-4262-3EF9-3F800AE7C49F}"/>
            </a:extLst>
          </a:blip>
          <a:srcRect/>
          <a:stretch>
            <a:fillRect/>
          </a:stretch>
        </p:blipFill>
        <p:spPr>
          <a:xfrm>
            <a:off x="370205" y="2569210"/>
            <a:ext cx="7662333" cy="2616200"/>
          </a:xfrm>
          <a:prstGeom prst="rect">
            <a:avLst/>
          </a:prstGeom>
        </p:spPr>
      </p:pic>
      <p:grpSp>
        <p:nvGrpSpPr>
          <p:cNvPr id="615" name="Combination 615"/>
          <p:cNvGrpSpPr/>
          <p:nvPr/>
        </p:nvGrpSpPr>
        <p:grpSpPr>
          <a:xfrm>
            <a:off x="400050" y="2590800"/>
            <a:ext cx="7600950" cy="2552700"/>
            <a:chOff x="400050" y="2590800"/>
            <a:chExt cx="7600950" cy="2552700"/>
          </a:xfrm>
        </p:grpSpPr>
        <p:sp>
          <p:nvSpPr>
            <p:cNvPr id="616" name="VectorPath 616"/>
            <p:cNvSpPr/>
            <p:nvPr/>
          </p:nvSpPr>
          <p:spPr>
            <a:xfrm>
              <a:off x="400050" y="2590800"/>
              <a:ext cx="7600950" cy="2552700"/>
            </a:xfrm>
            <a:custGeom>
              <a:avLst/>
              <a:gdLst/>
              <a:ahLst/>
              <a:cxnLst/>
              <a:rect l="l" t="t" r="r" b="b"/>
              <a:pathLst>
                <a:path w="7600950" h="2552700">
                  <a:moveTo>
                    <a:pt x="38100" y="0"/>
                  </a:moveTo>
                  <a:lnTo>
                    <a:pt x="7486650" y="0"/>
                  </a:lnTo>
                  <a:cubicBezTo>
                    <a:pt x="7549769" y="0"/>
                    <a:pt x="7600950" y="51181"/>
                    <a:pt x="7600950" y="114300"/>
                  </a:cubicBezTo>
                  <a:lnTo>
                    <a:pt x="7600950" y="2438400"/>
                  </a:lnTo>
                  <a:cubicBezTo>
                    <a:pt x="7600950" y="2501519"/>
                    <a:pt x="7549769" y="2552700"/>
                    <a:pt x="7486650" y="2552700"/>
                  </a:cubicBezTo>
                  <a:lnTo>
                    <a:pt x="38100" y="2552700"/>
                  </a:lnTo>
                  <a:cubicBezTo>
                    <a:pt x="17069" y="2552700"/>
                    <a:pt x="0" y="2535682"/>
                    <a:pt x="0" y="2514600"/>
                  </a:cubicBezTo>
                  <a:lnTo>
                    <a:pt x="0" y="38100"/>
                  </a:lnTo>
                  <a:cubicBezTo>
                    <a:pt x="0" y="17018"/>
                    <a:pt x="17069" y="0"/>
                    <a:pt x="38100" y="0"/>
                  </a:cubicBezTo>
                </a:path>
              </a:pathLst>
            </a:custGeom>
            <a:solidFill>
              <a:srgbClr val="FFFFFF">
                <a:alpha val="100000"/>
              </a:srgbClr>
            </a:solidFill>
          </p:spPr>
        </p:sp>
        <p:sp>
          <p:nvSpPr>
            <p:cNvPr id="617" name="VectorPath 617"/>
            <p:cNvSpPr/>
            <p:nvPr/>
          </p:nvSpPr>
          <p:spPr>
            <a:xfrm>
              <a:off x="609600" y="3181350"/>
              <a:ext cx="3543300" cy="819150"/>
            </a:xfrm>
            <a:custGeom>
              <a:avLst/>
              <a:gdLst/>
              <a:ahLst/>
              <a:cxnLst/>
              <a:rect l="l" t="t" r="r" b="b"/>
              <a:pathLst>
                <a:path w="3543300" h="819150">
                  <a:moveTo>
                    <a:pt x="38100" y="0"/>
                  </a:moveTo>
                  <a:lnTo>
                    <a:pt x="3505200" y="0"/>
                  </a:lnTo>
                  <a:cubicBezTo>
                    <a:pt x="3526282" y="0"/>
                    <a:pt x="3543300" y="17018"/>
                    <a:pt x="3543300" y="38100"/>
                  </a:cubicBezTo>
                  <a:lnTo>
                    <a:pt x="3543300" y="742950"/>
                  </a:lnTo>
                  <a:cubicBezTo>
                    <a:pt x="3543300" y="784987"/>
                    <a:pt x="3509137" y="819150"/>
                    <a:pt x="3467100" y="819150"/>
                  </a:cubicBezTo>
                  <a:lnTo>
                    <a:pt x="76200" y="819150"/>
                  </a:lnTo>
                  <a:cubicBezTo>
                    <a:pt x="34112" y="819150"/>
                    <a:pt x="0" y="784987"/>
                    <a:pt x="0" y="742950"/>
                  </a:cubicBezTo>
                  <a:lnTo>
                    <a:pt x="0" y="38100"/>
                  </a:lnTo>
                  <a:cubicBezTo>
                    <a:pt x="0" y="17018"/>
                    <a:pt x="17069" y="0"/>
                    <a:pt x="38100" y="0"/>
                  </a:cubicBezTo>
                </a:path>
              </a:pathLst>
            </a:custGeom>
            <a:solidFill>
              <a:srgbClr val="8B5CF6">
                <a:alpha val="5000"/>
              </a:srgbClr>
            </a:solidFill>
          </p:spPr>
        </p:sp>
        <p:sp>
          <p:nvSpPr>
            <p:cNvPr id="618" name="VectorPath 618"/>
            <p:cNvSpPr/>
            <p:nvPr/>
          </p:nvSpPr>
          <p:spPr>
            <a:xfrm>
              <a:off x="723900" y="3314700"/>
              <a:ext cx="304800" cy="304800"/>
            </a:xfrm>
            <a:custGeom>
              <a:avLst/>
              <a:gdLst/>
              <a:ahLst/>
              <a:cxnLst/>
              <a:rect l="l" t="t" r="r" b="b"/>
              <a:pathLst>
                <a:path w="304800" h="304800">
                  <a:moveTo>
                    <a:pt x="152400" y="0"/>
                  </a:moveTo>
                  <a:lnTo>
                    <a:pt x="152400" y="0"/>
                  </a:lnTo>
                  <a:cubicBezTo>
                    <a:pt x="236512" y="0"/>
                    <a:pt x="304800" y="68326"/>
                    <a:pt x="304800" y="152400"/>
                  </a:cubicBezTo>
                  <a:lnTo>
                    <a:pt x="304800" y="152400"/>
                  </a:lnTo>
                  <a:cubicBezTo>
                    <a:pt x="304800" y="236474"/>
                    <a:pt x="236512" y="304800"/>
                    <a:pt x="152400" y="304800"/>
                  </a:cubicBezTo>
                  <a:lnTo>
                    <a:pt x="152400" y="304800"/>
                  </a:lnTo>
                  <a:cubicBezTo>
                    <a:pt x="68288" y="304800"/>
                    <a:pt x="0" y="236474"/>
                    <a:pt x="0" y="152400"/>
                  </a:cubicBezTo>
                  <a:lnTo>
                    <a:pt x="0" y="152400"/>
                  </a:lnTo>
                  <a:cubicBezTo>
                    <a:pt x="0" y="68326"/>
                    <a:pt x="68288" y="0"/>
                    <a:pt x="152400" y="0"/>
                  </a:cubicBezTo>
                </a:path>
              </a:pathLst>
            </a:custGeom>
            <a:solidFill>
              <a:srgbClr val="8B5CF6">
                <a:alpha val="100000"/>
              </a:srgbClr>
            </a:solidFill>
          </p:spPr>
        </p:sp>
        <p:sp>
          <p:nvSpPr>
            <p:cNvPr id="619" name="VectorPath 619"/>
            <p:cNvSpPr/>
            <p:nvPr/>
          </p:nvSpPr>
          <p:spPr>
            <a:xfrm>
              <a:off x="4267200" y="3181350"/>
              <a:ext cx="3543300" cy="819150"/>
            </a:xfrm>
            <a:custGeom>
              <a:avLst/>
              <a:gdLst/>
              <a:ahLst/>
              <a:cxnLst/>
              <a:rect l="l" t="t" r="r" b="b"/>
              <a:pathLst>
                <a:path w="3543300" h="819150">
                  <a:moveTo>
                    <a:pt x="38100" y="0"/>
                  </a:moveTo>
                  <a:lnTo>
                    <a:pt x="3505200" y="0"/>
                  </a:lnTo>
                  <a:cubicBezTo>
                    <a:pt x="3526282" y="0"/>
                    <a:pt x="3543300" y="17018"/>
                    <a:pt x="3543300" y="38100"/>
                  </a:cubicBezTo>
                  <a:lnTo>
                    <a:pt x="3543300" y="742950"/>
                  </a:lnTo>
                  <a:cubicBezTo>
                    <a:pt x="3543300" y="784987"/>
                    <a:pt x="3509137" y="819150"/>
                    <a:pt x="3467100" y="819150"/>
                  </a:cubicBezTo>
                  <a:lnTo>
                    <a:pt x="76200" y="819150"/>
                  </a:lnTo>
                  <a:cubicBezTo>
                    <a:pt x="34163" y="819150"/>
                    <a:pt x="0" y="784987"/>
                    <a:pt x="0" y="742950"/>
                  </a:cubicBezTo>
                  <a:lnTo>
                    <a:pt x="0" y="38100"/>
                  </a:lnTo>
                  <a:cubicBezTo>
                    <a:pt x="0" y="17018"/>
                    <a:pt x="17018" y="0"/>
                    <a:pt x="38100" y="0"/>
                  </a:cubicBezTo>
                </a:path>
              </a:pathLst>
            </a:custGeom>
            <a:solidFill>
              <a:srgbClr val="8B5CF6">
                <a:alpha val="5000"/>
              </a:srgbClr>
            </a:solidFill>
          </p:spPr>
        </p:sp>
        <p:sp>
          <p:nvSpPr>
            <p:cNvPr id="620" name="VectorPath 620"/>
            <p:cNvSpPr/>
            <p:nvPr/>
          </p:nvSpPr>
          <p:spPr>
            <a:xfrm>
              <a:off x="4381500" y="3314700"/>
              <a:ext cx="304800" cy="304800"/>
            </a:xfrm>
            <a:custGeom>
              <a:avLst/>
              <a:gdLst/>
              <a:ahLst/>
              <a:cxnLst/>
              <a:rect l="l" t="t" r="r" b="b"/>
              <a:pathLst>
                <a:path w="304800" h="304800">
                  <a:moveTo>
                    <a:pt x="152400" y="0"/>
                  </a:moveTo>
                  <a:lnTo>
                    <a:pt x="152400" y="0"/>
                  </a:lnTo>
                  <a:cubicBezTo>
                    <a:pt x="236474" y="0"/>
                    <a:pt x="304800" y="68326"/>
                    <a:pt x="304800" y="152400"/>
                  </a:cubicBezTo>
                  <a:lnTo>
                    <a:pt x="304800" y="152400"/>
                  </a:lnTo>
                  <a:cubicBezTo>
                    <a:pt x="304800" y="236474"/>
                    <a:pt x="236474" y="304800"/>
                    <a:pt x="152400" y="304800"/>
                  </a:cubicBezTo>
                  <a:lnTo>
                    <a:pt x="152400" y="304800"/>
                  </a:lnTo>
                  <a:cubicBezTo>
                    <a:pt x="68326" y="304800"/>
                    <a:pt x="0" y="236474"/>
                    <a:pt x="0" y="152400"/>
                  </a:cubicBezTo>
                  <a:lnTo>
                    <a:pt x="0" y="152400"/>
                  </a:lnTo>
                  <a:cubicBezTo>
                    <a:pt x="0" y="68326"/>
                    <a:pt x="68326" y="0"/>
                    <a:pt x="152400" y="0"/>
                  </a:cubicBezTo>
                </a:path>
              </a:pathLst>
            </a:custGeom>
            <a:solidFill>
              <a:srgbClr val="8B5CF6">
                <a:alpha val="100000"/>
              </a:srgbClr>
            </a:solidFill>
          </p:spPr>
        </p:sp>
        <p:sp>
          <p:nvSpPr>
            <p:cNvPr id="621" name="VectorPath 621"/>
            <p:cNvSpPr/>
            <p:nvPr/>
          </p:nvSpPr>
          <p:spPr>
            <a:xfrm>
              <a:off x="609600" y="4133850"/>
              <a:ext cx="3543300" cy="819150"/>
            </a:xfrm>
            <a:custGeom>
              <a:avLst/>
              <a:gdLst/>
              <a:ahLst/>
              <a:cxnLst/>
              <a:rect l="l" t="t" r="r" b="b"/>
              <a:pathLst>
                <a:path w="3543300" h="819150">
                  <a:moveTo>
                    <a:pt x="38100" y="0"/>
                  </a:moveTo>
                  <a:lnTo>
                    <a:pt x="3505200" y="0"/>
                  </a:lnTo>
                  <a:cubicBezTo>
                    <a:pt x="3526282" y="0"/>
                    <a:pt x="3543300" y="17018"/>
                    <a:pt x="3543300" y="38100"/>
                  </a:cubicBezTo>
                  <a:lnTo>
                    <a:pt x="3543300" y="742950"/>
                  </a:lnTo>
                  <a:cubicBezTo>
                    <a:pt x="3543300" y="784987"/>
                    <a:pt x="3509137" y="819150"/>
                    <a:pt x="3467100" y="819150"/>
                  </a:cubicBezTo>
                  <a:lnTo>
                    <a:pt x="76200" y="819150"/>
                  </a:lnTo>
                  <a:cubicBezTo>
                    <a:pt x="34112" y="819150"/>
                    <a:pt x="0" y="784987"/>
                    <a:pt x="0" y="742950"/>
                  </a:cubicBezTo>
                  <a:lnTo>
                    <a:pt x="0" y="38100"/>
                  </a:lnTo>
                  <a:cubicBezTo>
                    <a:pt x="0" y="17018"/>
                    <a:pt x="17069" y="0"/>
                    <a:pt x="38100" y="0"/>
                  </a:cubicBezTo>
                </a:path>
              </a:pathLst>
            </a:custGeom>
            <a:solidFill>
              <a:srgbClr val="8B5CF6">
                <a:alpha val="5000"/>
              </a:srgbClr>
            </a:solidFill>
          </p:spPr>
        </p:sp>
        <p:sp>
          <p:nvSpPr>
            <p:cNvPr id="622" name="VectorPath 622"/>
            <p:cNvSpPr/>
            <p:nvPr/>
          </p:nvSpPr>
          <p:spPr>
            <a:xfrm>
              <a:off x="723900" y="4267200"/>
              <a:ext cx="304800" cy="304800"/>
            </a:xfrm>
            <a:custGeom>
              <a:avLst/>
              <a:gdLst/>
              <a:ahLst/>
              <a:cxnLst/>
              <a:rect l="l" t="t" r="r" b="b"/>
              <a:pathLst>
                <a:path w="304800" h="304800">
                  <a:moveTo>
                    <a:pt x="152400" y="0"/>
                  </a:moveTo>
                  <a:lnTo>
                    <a:pt x="152400" y="0"/>
                  </a:lnTo>
                  <a:cubicBezTo>
                    <a:pt x="236512" y="0"/>
                    <a:pt x="304800" y="68326"/>
                    <a:pt x="304800" y="152400"/>
                  </a:cubicBezTo>
                  <a:lnTo>
                    <a:pt x="304800" y="152400"/>
                  </a:lnTo>
                  <a:cubicBezTo>
                    <a:pt x="304800" y="236474"/>
                    <a:pt x="236512" y="304800"/>
                    <a:pt x="152400" y="304800"/>
                  </a:cubicBezTo>
                  <a:lnTo>
                    <a:pt x="152400" y="304800"/>
                  </a:lnTo>
                  <a:cubicBezTo>
                    <a:pt x="68288" y="304800"/>
                    <a:pt x="0" y="236474"/>
                    <a:pt x="0" y="152400"/>
                  </a:cubicBezTo>
                  <a:lnTo>
                    <a:pt x="0" y="152400"/>
                  </a:lnTo>
                  <a:cubicBezTo>
                    <a:pt x="0" y="68326"/>
                    <a:pt x="68288" y="0"/>
                    <a:pt x="152400" y="0"/>
                  </a:cubicBezTo>
                </a:path>
              </a:pathLst>
            </a:custGeom>
            <a:solidFill>
              <a:srgbClr val="8B5CF6">
                <a:alpha val="100000"/>
              </a:srgbClr>
            </a:solidFill>
          </p:spPr>
        </p:sp>
        <p:sp>
          <p:nvSpPr>
            <p:cNvPr id="623" name="VectorPath 623"/>
            <p:cNvSpPr/>
            <p:nvPr/>
          </p:nvSpPr>
          <p:spPr>
            <a:xfrm>
              <a:off x="4267200" y="4133850"/>
              <a:ext cx="3543300" cy="819150"/>
            </a:xfrm>
            <a:custGeom>
              <a:avLst/>
              <a:gdLst/>
              <a:ahLst/>
              <a:cxnLst/>
              <a:rect l="l" t="t" r="r" b="b"/>
              <a:pathLst>
                <a:path w="3543300" h="819150">
                  <a:moveTo>
                    <a:pt x="38100" y="0"/>
                  </a:moveTo>
                  <a:lnTo>
                    <a:pt x="3505200" y="0"/>
                  </a:lnTo>
                  <a:cubicBezTo>
                    <a:pt x="3526282" y="0"/>
                    <a:pt x="3543300" y="17018"/>
                    <a:pt x="3543300" y="38100"/>
                  </a:cubicBezTo>
                  <a:lnTo>
                    <a:pt x="3543300" y="742950"/>
                  </a:lnTo>
                  <a:cubicBezTo>
                    <a:pt x="3543300" y="784987"/>
                    <a:pt x="3509137" y="819150"/>
                    <a:pt x="3467100" y="819150"/>
                  </a:cubicBezTo>
                  <a:lnTo>
                    <a:pt x="76200" y="819150"/>
                  </a:lnTo>
                  <a:cubicBezTo>
                    <a:pt x="34163" y="819150"/>
                    <a:pt x="0" y="784987"/>
                    <a:pt x="0" y="742950"/>
                  </a:cubicBezTo>
                  <a:lnTo>
                    <a:pt x="0" y="38100"/>
                  </a:lnTo>
                  <a:cubicBezTo>
                    <a:pt x="0" y="17018"/>
                    <a:pt x="17018" y="0"/>
                    <a:pt x="38100" y="0"/>
                  </a:cubicBezTo>
                </a:path>
              </a:pathLst>
            </a:custGeom>
            <a:solidFill>
              <a:srgbClr val="8B5CF6">
                <a:alpha val="5000"/>
              </a:srgbClr>
            </a:solidFill>
          </p:spPr>
        </p:sp>
        <p:sp>
          <p:nvSpPr>
            <p:cNvPr id="624" name="VectorPath 624"/>
            <p:cNvSpPr/>
            <p:nvPr/>
          </p:nvSpPr>
          <p:spPr>
            <a:xfrm>
              <a:off x="4381500" y="4267200"/>
              <a:ext cx="304800" cy="304800"/>
            </a:xfrm>
            <a:custGeom>
              <a:avLst/>
              <a:gdLst/>
              <a:ahLst/>
              <a:cxnLst/>
              <a:rect l="l" t="t" r="r" b="b"/>
              <a:pathLst>
                <a:path w="304800" h="304800">
                  <a:moveTo>
                    <a:pt x="152400" y="0"/>
                  </a:moveTo>
                  <a:lnTo>
                    <a:pt x="152400" y="0"/>
                  </a:lnTo>
                  <a:cubicBezTo>
                    <a:pt x="236474" y="0"/>
                    <a:pt x="304800" y="68326"/>
                    <a:pt x="304800" y="152400"/>
                  </a:cubicBezTo>
                  <a:lnTo>
                    <a:pt x="304800" y="152400"/>
                  </a:lnTo>
                  <a:cubicBezTo>
                    <a:pt x="304800" y="236474"/>
                    <a:pt x="236474" y="304800"/>
                    <a:pt x="152400" y="304800"/>
                  </a:cubicBezTo>
                  <a:lnTo>
                    <a:pt x="152400" y="304800"/>
                  </a:lnTo>
                  <a:cubicBezTo>
                    <a:pt x="68326" y="304800"/>
                    <a:pt x="0" y="236474"/>
                    <a:pt x="0" y="152400"/>
                  </a:cubicBezTo>
                  <a:lnTo>
                    <a:pt x="0" y="152400"/>
                  </a:lnTo>
                  <a:cubicBezTo>
                    <a:pt x="0" y="68326"/>
                    <a:pt x="68326" y="0"/>
                    <a:pt x="152400" y="0"/>
                  </a:cubicBezTo>
                </a:path>
              </a:pathLst>
            </a:custGeom>
            <a:solidFill>
              <a:srgbClr val="8B5CF6">
                <a:alpha val="100000"/>
              </a:srgbClr>
            </a:solidFill>
          </p:spPr>
        </p:sp>
      </p:grpSp>
      <p:sp>
        <p:nvSpPr>
          <p:cNvPr id="625" name="VectorPath 625"/>
          <p:cNvSpPr/>
          <p:nvPr/>
        </p:nvSpPr>
        <p:spPr>
          <a:xfrm>
            <a:off x="400050" y="1219200"/>
            <a:ext cx="38100" cy="1219200"/>
          </a:xfrm>
          <a:custGeom>
            <a:avLst/>
            <a:gdLst/>
            <a:ahLst/>
            <a:cxnLst/>
            <a:rect l="l" t="t" r="r" b="b"/>
            <a:pathLst>
              <a:path w="38100" h="1219200">
                <a:moveTo>
                  <a:pt x="38100" y="0"/>
                </a:moveTo>
                <a:lnTo>
                  <a:pt x="38100" y="0"/>
                </a:lnTo>
                <a:lnTo>
                  <a:pt x="38100" y="1219200"/>
                </a:lnTo>
                <a:lnTo>
                  <a:pt x="38100" y="1219200"/>
                </a:lnTo>
                <a:cubicBezTo>
                  <a:pt x="17069" y="1219200"/>
                  <a:pt x="0" y="1202182"/>
                  <a:pt x="0" y="1181100"/>
                </a:cubicBezTo>
                <a:lnTo>
                  <a:pt x="0" y="38100"/>
                </a:lnTo>
                <a:cubicBezTo>
                  <a:pt x="0" y="17018"/>
                  <a:pt x="17069" y="0"/>
                  <a:pt x="38100" y="0"/>
                </a:cubicBezTo>
              </a:path>
            </a:pathLst>
          </a:custGeom>
          <a:solidFill>
            <a:srgbClr val="10B981">
              <a:alpha val="100000"/>
            </a:srgbClr>
          </a:solidFill>
        </p:spPr>
      </p:sp>
      <p:sp>
        <p:nvSpPr>
          <p:cNvPr id="626" name="VectorPath 626"/>
          <p:cNvSpPr/>
          <p:nvPr/>
        </p:nvSpPr>
        <p:spPr>
          <a:xfrm>
            <a:off x="400050" y="2590800"/>
            <a:ext cx="38100" cy="2552700"/>
          </a:xfrm>
          <a:custGeom>
            <a:avLst/>
            <a:gdLst/>
            <a:ahLst/>
            <a:cxnLst/>
            <a:rect l="l" t="t" r="r" b="b"/>
            <a:pathLst>
              <a:path w="38100" h="2552700">
                <a:moveTo>
                  <a:pt x="38100" y="0"/>
                </a:moveTo>
                <a:lnTo>
                  <a:pt x="38100" y="0"/>
                </a:lnTo>
                <a:lnTo>
                  <a:pt x="38100" y="2552700"/>
                </a:lnTo>
                <a:lnTo>
                  <a:pt x="38100" y="2552700"/>
                </a:lnTo>
                <a:cubicBezTo>
                  <a:pt x="17069" y="2552700"/>
                  <a:pt x="0" y="2535682"/>
                  <a:pt x="0" y="2514600"/>
                </a:cubicBezTo>
                <a:lnTo>
                  <a:pt x="0" y="38100"/>
                </a:lnTo>
                <a:cubicBezTo>
                  <a:pt x="0" y="17018"/>
                  <a:pt x="17069" y="0"/>
                  <a:pt x="38100" y="0"/>
                </a:cubicBezTo>
              </a:path>
            </a:pathLst>
          </a:custGeom>
          <a:solidFill>
            <a:srgbClr val="8B5CF6">
              <a:alpha val="100000"/>
            </a:srgbClr>
          </a:solidFill>
        </p:spPr>
      </p:sp>
      <p:sp>
        <p:nvSpPr>
          <p:cNvPr id="627" name="TextBox627"/>
          <p:cNvSpPr txBox="1"/>
          <p:nvPr/>
        </p:nvSpPr>
        <p:spPr>
          <a:xfrm>
            <a:off x="1219200" y="1445260"/>
            <a:ext cx="6534150" cy="801687"/>
          </a:xfrm>
          <a:prstGeom prst="rect">
            <a:avLst/>
          </a:prstGeom>
          <a:noFill/>
        </p:spPr>
        <p:txBody>
          <a:bodyPr wrap="square" lIns="0" tIns="17145" rIns="0" bIns="0" rtlCol="0">
            <a:spAutoFit/>
          </a:bodyPr>
          <a:lstStyle/>
          <a:p>
            <a:pPr marL="0" marR="0" indent="0" eaLnBrk="0">
              <a:lnSpc>
                <a:spcPct val="94166"/>
              </a:lnSpc>
              <a:spcBef>
                <a:spcPts val="135"/>
              </a:spcBef>
              <a:spcAft>
                <a:spcPts val="39"/>
              </a:spcAft>
            </a:pPr>
            <a:r>
              <a:rPr lang="en-US" altLang="zh-CN" sz="1500" b="1" kern="0" spc="-90" baseline="0" noProof="0" dirty="0">
                <a:solidFill>
                  <a:srgbClr val="1E293B"/>
                </a:solidFill>
                <a:latin typeface="SimHei" pitchFamily="49" charset="0"/>
                <a:ea typeface="SimHei" pitchFamily="49" charset="0"/>
                <a:cs typeface="SimHei" pitchFamily="49" charset="0"/>
              </a:rPr>
              <a:t>什么是</a:t>
            </a:r>
            <a:r>
              <a:rPr lang="en-US" altLang="zh-CN" sz="1500" b="1" kern="0" spc="-40" baseline="0" noProof="0" dirty="0">
                <a:solidFill>
                  <a:srgbClr val="1E293B"/>
                </a:solidFill>
                <a:latin typeface="SimHei" pitchFamily="49" charset="0"/>
                <a:ea typeface="SimHei" pitchFamily="49" charset="0"/>
                <a:cs typeface="SimHei" pitchFamily="49" charset="0"/>
              </a:rPr>
              <a:t>Tiling</a:t>
            </a:r>
            <a:r>
              <a:rPr lang="en-US" altLang="zh-CN" sz="1500" b="1" kern="0" spc="-75" baseline="0" noProof="0" dirty="0">
                <a:solidFill>
                  <a:srgbClr val="1E293B"/>
                </a:solidFill>
                <a:latin typeface="SimHei" pitchFamily="49" charset="0"/>
                <a:ea typeface="SimHei" pitchFamily="49" charset="0"/>
                <a:cs typeface="SimHei" pitchFamily="49" charset="0"/>
              </a:rPr>
              <a:t>？</a:t>
            </a:r>
          </a:p>
          <a:p>
            <a:pPr marL="0" marR="0" indent="0" eaLnBrk="0">
              <a:lnSpc>
                <a:spcPct val="87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20138"/>
              </a:lnSpc>
            </a:pPr>
            <a:r>
              <a:rPr lang="en-US" altLang="zh-CN" sz="1200" kern="0" spc="-25" baseline="0" noProof="0" dirty="0">
                <a:solidFill>
                  <a:srgbClr val="64748B"/>
                </a:solidFill>
                <a:latin typeface="SimHei" pitchFamily="49" charset="0"/>
                <a:ea typeface="SimHei" pitchFamily="49" charset="0"/>
                <a:cs typeface="SimHei" pitchFamily="49" charset="0"/>
              </a:rPr>
              <a:t>Tiling</a:t>
            </a:r>
            <a:r>
              <a:rPr lang="en-US" altLang="zh-CN" sz="1200" kern="0" spc="-40" baseline="0" noProof="0" dirty="0">
                <a:solidFill>
                  <a:srgbClr val="64748B"/>
                </a:solidFill>
                <a:latin typeface="SimHei" pitchFamily="49" charset="0"/>
                <a:ea typeface="SimHei" pitchFamily="49" charset="0"/>
                <a:cs typeface="SimHei" pitchFamily="49" charset="0"/>
              </a:rPr>
              <a:t>是将大规模数据计算任务</a:t>
            </a:r>
            <a:r>
              <a:rPr lang="en-US" altLang="zh-CN" sz="1200" kern="0" spc="-190" baseline="0" noProof="0" dirty="0">
                <a:latin typeface="SimHei" pitchFamily="49" charset="0"/>
                <a:ea typeface="SimHei" pitchFamily="49" charset="0"/>
                <a:cs typeface="SimHei" pitchFamily="49" charset="0"/>
              </a:rPr>
              <a:t> </a:t>
            </a:r>
            <a:r>
              <a:rPr lang="en-US" altLang="zh-CN" sz="1200" b="1" kern="0" spc="-40" baseline="0" noProof="0" dirty="0">
                <a:solidFill>
                  <a:srgbClr val="10B981"/>
                </a:solidFill>
                <a:latin typeface="SimHei" pitchFamily="49" charset="0"/>
                <a:ea typeface="SimHei" pitchFamily="49" charset="0"/>
                <a:cs typeface="SimHei" pitchFamily="49" charset="0"/>
              </a:rPr>
              <a:t>切分成小块</a:t>
            </a:r>
            <a:r>
              <a:rPr lang="en-US" altLang="zh-CN" sz="1200" b="1" kern="0" spc="-190" baseline="0" noProof="0" dirty="0">
                <a:latin typeface="SimHei" pitchFamily="49" charset="0"/>
                <a:ea typeface="SimHei" pitchFamily="49" charset="0"/>
                <a:cs typeface="SimHei" pitchFamily="49" charset="0"/>
              </a:rPr>
              <a:t> </a:t>
            </a:r>
            <a:r>
              <a:rPr lang="en-US" altLang="zh-CN" sz="1200" kern="0" spc="-40" baseline="0" noProof="0" dirty="0">
                <a:solidFill>
                  <a:srgbClr val="64748B"/>
                </a:solidFill>
                <a:latin typeface="SimHei" pitchFamily="49" charset="0"/>
                <a:ea typeface="SimHei" pitchFamily="49" charset="0"/>
                <a:cs typeface="SimHei" pitchFamily="49" charset="0"/>
              </a:rPr>
              <a:t>，分配到多个</a:t>
            </a:r>
            <a:r>
              <a:rPr lang="en-US" altLang="zh-CN" sz="1200" kern="0" spc="-15" baseline="0" noProof="0" dirty="0">
                <a:solidFill>
                  <a:srgbClr val="64748B"/>
                </a:solidFill>
                <a:latin typeface="SimHei" pitchFamily="49" charset="0"/>
                <a:ea typeface="SimHei" pitchFamily="49" charset="0"/>
                <a:cs typeface="SimHei" pitchFamily="49" charset="0"/>
              </a:rPr>
              <a:t>AI</a:t>
            </a:r>
            <a:r>
              <a:rPr lang="en-US" altLang="zh-CN" sz="1200" kern="0" spc="-190" baseline="0" noProof="0" dirty="0">
                <a:latin typeface="SimHei" pitchFamily="49" charset="0"/>
                <a:ea typeface="SimHei" pitchFamily="49" charset="0"/>
                <a:cs typeface="SimHei" pitchFamily="49" charset="0"/>
              </a:rPr>
              <a:t> </a:t>
            </a:r>
            <a:r>
              <a:rPr lang="en-US" altLang="zh-CN" sz="1200" kern="0" spc="-15" baseline="0" noProof="0" dirty="0">
                <a:solidFill>
                  <a:srgbClr val="64748B"/>
                </a:solidFill>
                <a:latin typeface="SimHei" pitchFamily="49" charset="0"/>
                <a:ea typeface="SimHei" pitchFamily="49" charset="0"/>
                <a:cs typeface="SimHei" pitchFamily="49" charset="0"/>
              </a:rPr>
              <a:t>Core</a:t>
            </a:r>
            <a:r>
              <a:rPr lang="en-US" altLang="zh-CN" sz="1200" kern="0" spc="-25" baseline="0" noProof="0" dirty="0">
                <a:solidFill>
                  <a:srgbClr val="64748B"/>
                </a:solidFill>
                <a:latin typeface="SimHei" pitchFamily="49" charset="0"/>
                <a:ea typeface="SimHei" pitchFamily="49" charset="0"/>
                <a:cs typeface="SimHei" pitchFamily="49" charset="0"/>
              </a:rPr>
              <a:t>并行执行的技术。合理的</a:t>
            </a:r>
            <a:r>
              <a:rPr lang="en-US" altLang="zh-CN" sz="1200" kern="0" spc="-15" baseline="0" noProof="0" dirty="0">
                <a:solidFill>
                  <a:srgbClr val="64748B"/>
                </a:solidFill>
                <a:latin typeface="SimHei" pitchFamily="49" charset="0"/>
                <a:ea typeface="SimHei" pitchFamily="49" charset="0"/>
                <a:cs typeface="SimHei" pitchFamily="49" charset="0"/>
              </a:rPr>
              <a:t>Tiling</a:t>
            </a:r>
            <a:r>
              <a:rPr lang="en-US" altLang="zh-CN" sz="1200" kern="0" spc="-25" baseline="0" noProof="0" dirty="0">
                <a:solidFill>
                  <a:srgbClr val="64748B"/>
                </a:solidFill>
                <a:latin typeface="SimHei" pitchFamily="49" charset="0"/>
                <a:ea typeface="SimHei" pitchFamily="49" charset="0"/>
                <a:cs typeface="SimHei" pitchFamily="49" charset="0"/>
              </a:rPr>
              <a:t>策</a:t>
            </a:r>
            <a:r>
              <a:rPr lang="en-US" altLang="zh-CN" sz="1200" kern="0" spc="0" baseline="0" noProof="0" dirty="0">
                <a:latin typeface="SimHei" pitchFamily="49" charset="0"/>
                <a:ea typeface="SimHei" pitchFamily="49" charset="0"/>
                <a:cs typeface="SimHei" pitchFamily="49" charset="0"/>
              </a:rPr>
              <a:t> </a:t>
            </a:r>
            <a:br>
              <a:rPr lang="en-US" altLang="zh-CN" sz="1200" kern="0" dirty="0">
                <a:latin typeface="SimHei" pitchFamily="49" charset="0"/>
                <a:ea typeface="SimHei" pitchFamily="49" charset="0"/>
                <a:cs typeface="SimHei" pitchFamily="49" charset="0"/>
              </a:rPr>
            </a:br>
            <a:r>
              <a:rPr lang="en-US" altLang="zh-CN" sz="1200" kern="0" spc="-40" baseline="0" noProof="0" dirty="0">
                <a:solidFill>
                  <a:srgbClr val="64748B"/>
                </a:solidFill>
                <a:latin typeface="SimHei" pitchFamily="49" charset="0"/>
                <a:ea typeface="SimHei" pitchFamily="49" charset="0"/>
                <a:cs typeface="SimHei" pitchFamily="49" charset="0"/>
              </a:rPr>
              <a:t>略能显著提升算子性能。</a:t>
            </a:r>
            <a:r>
              <a:rPr lang="en-US" altLang="zh-CN" sz="1200" kern="0" spc="0" baseline="0" noProof="0" dirty="0">
                <a:latin typeface="SimHei" pitchFamily="49" charset="0"/>
                <a:ea typeface="SimHei" pitchFamily="49" charset="0"/>
                <a:cs typeface="SimHei" pitchFamily="49" charset="0"/>
              </a:rPr>
              <a:t> </a:t>
            </a:r>
          </a:p>
        </p:txBody>
      </p:sp>
      <p:sp>
        <p:nvSpPr>
          <p:cNvPr id="628" name="TextBox628"/>
          <p:cNvSpPr txBox="1"/>
          <p:nvPr/>
        </p:nvSpPr>
        <p:spPr>
          <a:xfrm>
            <a:off x="609600" y="2817495"/>
            <a:ext cx="1460500" cy="228600"/>
          </a:xfrm>
          <a:prstGeom prst="rect">
            <a:avLst/>
          </a:prstGeom>
          <a:noFill/>
        </p:spPr>
        <p:txBody>
          <a:bodyPr wrap="square" lIns="0" tIns="635" rIns="0" bIns="0" rtlCol="0">
            <a:spAutoFit/>
          </a:bodyPr>
          <a:lstStyle/>
          <a:p>
            <a:pPr marL="0" marR="0" indent="0" eaLnBrk="0">
              <a:lnSpc>
                <a:spcPct val="99722"/>
              </a:lnSpc>
              <a:spcBef>
                <a:spcPts val="4"/>
              </a:spcBef>
            </a:pPr>
            <a:r>
              <a:rPr lang="en-US" altLang="zh-CN" sz="1500" b="1" kern="0" spc="-40" baseline="0" noProof="0" dirty="0">
                <a:solidFill>
                  <a:srgbClr val="1E293B"/>
                </a:solidFill>
                <a:latin typeface="SimHei" pitchFamily="49" charset="0"/>
                <a:ea typeface="SimHei" pitchFamily="49" charset="0"/>
                <a:cs typeface="SimHei" pitchFamily="49" charset="0"/>
              </a:rPr>
              <a:t>Tiling</a:t>
            </a:r>
            <a:r>
              <a:rPr lang="en-US" altLang="zh-CN" sz="1500" b="1" kern="0" spc="-65" baseline="0" noProof="0" dirty="0">
                <a:solidFill>
                  <a:srgbClr val="1E293B"/>
                </a:solidFill>
                <a:latin typeface="SimHei" pitchFamily="49" charset="0"/>
                <a:ea typeface="SimHei" pitchFamily="49" charset="0"/>
                <a:cs typeface="SimHei" pitchFamily="49" charset="0"/>
              </a:rPr>
              <a:t>设计方法论</a:t>
            </a:r>
          </a:p>
        </p:txBody>
      </p:sp>
      <p:sp>
        <p:nvSpPr>
          <p:cNvPr id="629" name="VectorPath 629"/>
          <p:cNvSpPr/>
          <p:nvPr/>
        </p:nvSpPr>
        <p:spPr>
          <a:xfrm>
            <a:off x="609600" y="3181350"/>
            <a:ext cx="3543300" cy="38100"/>
          </a:xfrm>
          <a:custGeom>
            <a:avLst/>
            <a:gdLst/>
            <a:ahLst/>
            <a:cxnLst/>
            <a:rect l="l" t="t" r="r" b="b"/>
            <a:pathLst>
              <a:path w="3543300" h="38100">
                <a:moveTo>
                  <a:pt x="38100" y="0"/>
                </a:moveTo>
                <a:lnTo>
                  <a:pt x="3505200" y="0"/>
                </a:lnTo>
                <a:cubicBezTo>
                  <a:pt x="3526282" y="0"/>
                  <a:pt x="3543300" y="17018"/>
                  <a:pt x="3543300" y="38100"/>
                </a:cubicBezTo>
                <a:lnTo>
                  <a:pt x="3543300" y="38100"/>
                </a:lnTo>
                <a:lnTo>
                  <a:pt x="0" y="38100"/>
                </a:lnTo>
                <a:lnTo>
                  <a:pt x="0" y="38100"/>
                </a:lnTo>
                <a:cubicBezTo>
                  <a:pt x="0" y="17018"/>
                  <a:pt x="17069" y="0"/>
                  <a:pt x="38100" y="0"/>
                </a:cubicBezTo>
              </a:path>
            </a:pathLst>
          </a:custGeom>
          <a:solidFill>
            <a:srgbClr val="8B5CF6">
              <a:alpha val="100000"/>
            </a:srgbClr>
          </a:solidFill>
        </p:spPr>
      </p:sp>
      <p:sp>
        <p:nvSpPr>
          <p:cNvPr id="630" name="VectorPath 630"/>
          <p:cNvSpPr/>
          <p:nvPr/>
        </p:nvSpPr>
        <p:spPr>
          <a:xfrm>
            <a:off x="4267200" y="3181350"/>
            <a:ext cx="3543300" cy="38100"/>
          </a:xfrm>
          <a:custGeom>
            <a:avLst/>
            <a:gdLst/>
            <a:ahLst/>
            <a:cxnLst/>
            <a:rect l="l" t="t" r="r" b="b"/>
            <a:pathLst>
              <a:path w="3543300" h="38100">
                <a:moveTo>
                  <a:pt x="38100" y="0"/>
                </a:moveTo>
                <a:lnTo>
                  <a:pt x="3505200" y="0"/>
                </a:lnTo>
                <a:cubicBezTo>
                  <a:pt x="3526282" y="0"/>
                  <a:pt x="3543300" y="17018"/>
                  <a:pt x="3543300" y="38100"/>
                </a:cubicBezTo>
                <a:lnTo>
                  <a:pt x="3543300" y="38100"/>
                </a:lnTo>
                <a:lnTo>
                  <a:pt x="0" y="38100"/>
                </a:lnTo>
                <a:lnTo>
                  <a:pt x="0" y="38100"/>
                </a:lnTo>
                <a:cubicBezTo>
                  <a:pt x="0" y="17018"/>
                  <a:pt x="17018" y="0"/>
                  <a:pt x="38100" y="0"/>
                </a:cubicBezTo>
              </a:path>
            </a:pathLst>
          </a:custGeom>
          <a:solidFill>
            <a:srgbClr val="8B5CF6">
              <a:alpha val="100000"/>
            </a:srgbClr>
          </a:solidFill>
        </p:spPr>
      </p:sp>
      <p:sp>
        <p:nvSpPr>
          <p:cNvPr id="631" name="TextBox631"/>
          <p:cNvSpPr txBox="1"/>
          <p:nvPr/>
        </p:nvSpPr>
        <p:spPr>
          <a:xfrm>
            <a:off x="723900" y="3388995"/>
            <a:ext cx="2654300" cy="495300"/>
          </a:xfrm>
          <a:prstGeom prst="rect">
            <a:avLst/>
          </a:prstGeom>
          <a:noFill/>
        </p:spPr>
        <p:txBody>
          <a:bodyPr wrap="square" lIns="0" tIns="15240" rIns="0" bIns="0" rtlCol="0">
            <a:spAutoFit/>
          </a:bodyPr>
          <a:lstStyle/>
          <a:p>
            <a:pPr marL="106680" marR="0" indent="0" eaLnBrk="0">
              <a:lnSpc>
                <a:spcPct val="96875"/>
              </a:lnSpc>
              <a:spcBef>
                <a:spcPts val="119"/>
              </a:spcBef>
              <a:spcAft>
                <a:spcPts val="29"/>
              </a:spcAft>
            </a:pPr>
            <a:r>
              <a:rPr lang="en-US" altLang="zh-CN" sz="1200" b="1" kern="0" spc="10" baseline="0" noProof="0" dirty="0">
                <a:solidFill>
                  <a:srgbClr val="FFFFFF"/>
                </a:solidFill>
                <a:latin typeface="Arial" pitchFamily="34" charset="0"/>
                <a:ea typeface="Arial" pitchFamily="34" charset="0"/>
                <a:cs typeface="Arial" pitchFamily="34" charset="0"/>
              </a:rPr>
              <a:t>1</a:t>
            </a:r>
            <a:r>
              <a:rPr lang="en-US" altLang="zh-CN" sz="1200" b="1" kern="0" spc="1140" baseline="0" noProof="0" dirty="0">
                <a:latin typeface="Arial" pitchFamily="34" charset="0"/>
                <a:ea typeface="Arial" pitchFamily="34" charset="0"/>
                <a:cs typeface="Arial" pitchFamily="34" charset="0"/>
              </a:rPr>
              <a:t> </a:t>
            </a:r>
            <a:r>
              <a:rPr lang="en-US" altLang="zh-CN" sz="1200" b="1" kern="0" spc="-15" baseline="0" noProof="0" dirty="0">
                <a:solidFill>
                  <a:srgbClr val="1E293B"/>
                </a:solidFill>
                <a:latin typeface="SimHei" pitchFamily="49" charset="0"/>
                <a:ea typeface="SimHei" pitchFamily="49" charset="0"/>
                <a:cs typeface="SimHei" pitchFamily="49" charset="0"/>
              </a:rPr>
              <a:t>分析数据特征</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050" kern="0" spc="-15" baseline="0" noProof="0" dirty="0">
                <a:solidFill>
                  <a:srgbClr val="64748B"/>
                </a:solidFill>
                <a:latin typeface="SimHei" pitchFamily="49" charset="0"/>
                <a:ea typeface="SimHei" pitchFamily="49" charset="0"/>
                <a:cs typeface="SimHei" pitchFamily="49" charset="0"/>
              </a:rPr>
              <a:t>理解输入数据的</a:t>
            </a:r>
            <a:r>
              <a:rPr lang="en-US" altLang="zh-CN" sz="1050" kern="0" spc="0" baseline="0" noProof="0" dirty="0">
                <a:solidFill>
                  <a:srgbClr val="64748B"/>
                </a:solidFill>
                <a:latin typeface="SimHei" pitchFamily="49" charset="0"/>
                <a:ea typeface="SimHei" pitchFamily="49" charset="0"/>
                <a:cs typeface="SimHei" pitchFamily="49" charset="0"/>
              </a:rPr>
              <a:t>Shape、数据类型、访问模式</a:t>
            </a:r>
          </a:p>
        </p:txBody>
      </p:sp>
      <p:sp>
        <p:nvSpPr>
          <p:cNvPr id="632" name="TextBox632"/>
          <p:cNvSpPr txBox="1"/>
          <p:nvPr/>
        </p:nvSpPr>
        <p:spPr>
          <a:xfrm>
            <a:off x="4382135" y="3388995"/>
            <a:ext cx="2111375" cy="495300"/>
          </a:xfrm>
          <a:prstGeom prst="rect">
            <a:avLst/>
          </a:prstGeom>
          <a:noFill/>
        </p:spPr>
        <p:txBody>
          <a:bodyPr wrap="square" lIns="0" tIns="15240" rIns="0" bIns="0" rtlCol="0">
            <a:spAutoFit/>
          </a:bodyPr>
          <a:lstStyle/>
          <a:p>
            <a:pPr marL="106680" marR="0" indent="0" eaLnBrk="0">
              <a:lnSpc>
                <a:spcPct val="96875"/>
              </a:lnSpc>
              <a:spcBef>
                <a:spcPts val="119"/>
              </a:spcBef>
              <a:spcAft>
                <a:spcPts val="29"/>
              </a:spcAft>
            </a:pPr>
            <a:r>
              <a:rPr lang="en-US" altLang="zh-CN" sz="1200" b="1" kern="0" spc="10" baseline="0" noProof="0" dirty="0">
                <a:solidFill>
                  <a:srgbClr val="FFFFFF"/>
                </a:solidFill>
                <a:latin typeface="Arial" pitchFamily="34" charset="0"/>
                <a:ea typeface="Arial" pitchFamily="34" charset="0"/>
                <a:cs typeface="Arial" pitchFamily="34" charset="0"/>
              </a:rPr>
              <a:t>2</a:t>
            </a:r>
            <a:r>
              <a:rPr lang="en-US" altLang="zh-CN" sz="1200" b="1" kern="0" spc="1140" baseline="0" noProof="0" dirty="0">
                <a:latin typeface="Arial" pitchFamily="34" charset="0"/>
                <a:ea typeface="Arial" pitchFamily="34" charset="0"/>
                <a:cs typeface="Arial" pitchFamily="34" charset="0"/>
              </a:rPr>
              <a:t> </a:t>
            </a:r>
            <a:r>
              <a:rPr lang="en-US" altLang="zh-CN" sz="1200" b="1" kern="0" spc="-15" baseline="0" noProof="0" dirty="0">
                <a:solidFill>
                  <a:srgbClr val="1E293B"/>
                </a:solidFill>
                <a:latin typeface="SimHei" pitchFamily="49" charset="0"/>
                <a:ea typeface="SimHei" pitchFamily="49" charset="0"/>
                <a:cs typeface="SimHei" pitchFamily="49" charset="0"/>
              </a:rPr>
              <a:t>确定切分策略</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050" kern="0" spc="-15" baseline="0" noProof="0" dirty="0">
                <a:solidFill>
                  <a:srgbClr val="64748B"/>
                </a:solidFill>
                <a:latin typeface="SimHei" pitchFamily="49" charset="0"/>
                <a:ea typeface="SimHei" pitchFamily="49" charset="0"/>
                <a:cs typeface="SimHei" pitchFamily="49" charset="0"/>
              </a:rPr>
              <a:t>选择合适的切分</a:t>
            </a:r>
            <a:r>
              <a:rPr lang="en-US" altLang="zh-CN" sz="1050" kern="0" spc="0" baseline="0" noProof="0" dirty="0">
                <a:solidFill>
                  <a:srgbClr val="64748B"/>
                </a:solidFill>
                <a:latin typeface="SimHei" pitchFamily="49" charset="0"/>
                <a:ea typeface="SimHei" pitchFamily="49" charset="0"/>
                <a:cs typeface="SimHei" pitchFamily="49" charset="0"/>
              </a:rPr>
              <a:t>维度（N/H/W/C等）</a:t>
            </a:r>
          </a:p>
        </p:txBody>
      </p:sp>
      <p:sp>
        <p:nvSpPr>
          <p:cNvPr id="633" name="VectorPath 633"/>
          <p:cNvSpPr/>
          <p:nvPr/>
        </p:nvSpPr>
        <p:spPr>
          <a:xfrm>
            <a:off x="609600" y="4133850"/>
            <a:ext cx="3543300" cy="38100"/>
          </a:xfrm>
          <a:custGeom>
            <a:avLst/>
            <a:gdLst/>
            <a:ahLst/>
            <a:cxnLst/>
            <a:rect l="l" t="t" r="r" b="b"/>
            <a:pathLst>
              <a:path w="3543300" h="38100">
                <a:moveTo>
                  <a:pt x="38100" y="0"/>
                </a:moveTo>
                <a:lnTo>
                  <a:pt x="3505200" y="0"/>
                </a:lnTo>
                <a:cubicBezTo>
                  <a:pt x="3526282" y="0"/>
                  <a:pt x="3543300" y="17018"/>
                  <a:pt x="3543300" y="38100"/>
                </a:cubicBezTo>
                <a:lnTo>
                  <a:pt x="3543300" y="38100"/>
                </a:lnTo>
                <a:lnTo>
                  <a:pt x="0" y="38100"/>
                </a:lnTo>
                <a:lnTo>
                  <a:pt x="0" y="38100"/>
                </a:lnTo>
                <a:cubicBezTo>
                  <a:pt x="0" y="17018"/>
                  <a:pt x="17069" y="0"/>
                  <a:pt x="38100" y="0"/>
                </a:cubicBezTo>
              </a:path>
            </a:pathLst>
          </a:custGeom>
          <a:solidFill>
            <a:srgbClr val="8B5CF6">
              <a:alpha val="100000"/>
            </a:srgbClr>
          </a:solidFill>
        </p:spPr>
      </p:sp>
      <p:sp>
        <p:nvSpPr>
          <p:cNvPr id="634" name="VectorPath 634"/>
          <p:cNvSpPr/>
          <p:nvPr/>
        </p:nvSpPr>
        <p:spPr>
          <a:xfrm>
            <a:off x="4267200" y="4133850"/>
            <a:ext cx="3543300" cy="38100"/>
          </a:xfrm>
          <a:custGeom>
            <a:avLst/>
            <a:gdLst/>
            <a:ahLst/>
            <a:cxnLst/>
            <a:rect l="l" t="t" r="r" b="b"/>
            <a:pathLst>
              <a:path w="3543300" h="38100">
                <a:moveTo>
                  <a:pt x="38100" y="0"/>
                </a:moveTo>
                <a:lnTo>
                  <a:pt x="3505200" y="0"/>
                </a:lnTo>
                <a:cubicBezTo>
                  <a:pt x="3526282" y="0"/>
                  <a:pt x="3543300" y="17018"/>
                  <a:pt x="3543300" y="38100"/>
                </a:cubicBezTo>
                <a:lnTo>
                  <a:pt x="3543300" y="38100"/>
                </a:lnTo>
                <a:lnTo>
                  <a:pt x="0" y="38100"/>
                </a:lnTo>
                <a:lnTo>
                  <a:pt x="0" y="38100"/>
                </a:lnTo>
                <a:cubicBezTo>
                  <a:pt x="0" y="17018"/>
                  <a:pt x="17018" y="0"/>
                  <a:pt x="38100" y="0"/>
                </a:cubicBezTo>
              </a:path>
            </a:pathLst>
          </a:custGeom>
          <a:solidFill>
            <a:srgbClr val="8B5CF6">
              <a:alpha val="100000"/>
            </a:srgbClr>
          </a:solidFill>
        </p:spPr>
      </p:sp>
      <p:sp>
        <p:nvSpPr>
          <p:cNvPr id="635" name="TextBox635"/>
          <p:cNvSpPr txBox="1"/>
          <p:nvPr/>
        </p:nvSpPr>
        <p:spPr>
          <a:xfrm>
            <a:off x="723900" y="4341495"/>
            <a:ext cx="1885950" cy="495300"/>
          </a:xfrm>
          <a:prstGeom prst="rect">
            <a:avLst/>
          </a:prstGeom>
          <a:noFill/>
        </p:spPr>
        <p:txBody>
          <a:bodyPr wrap="square" lIns="0" tIns="15240" rIns="0" bIns="0" rtlCol="0">
            <a:spAutoFit/>
          </a:bodyPr>
          <a:lstStyle/>
          <a:p>
            <a:pPr marL="106680" marR="0" indent="0" eaLnBrk="0">
              <a:lnSpc>
                <a:spcPct val="96875"/>
              </a:lnSpc>
              <a:spcBef>
                <a:spcPts val="119"/>
              </a:spcBef>
              <a:spcAft>
                <a:spcPts val="30"/>
              </a:spcAft>
            </a:pPr>
            <a:r>
              <a:rPr lang="en-US" altLang="zh-CN" sz="1200" b="1" kern="0" spc="10" baseline="0" noProof="0" dirty="0">
                <a:solidFill>
                  <a:srgbClr val="FFFFFF"/>
                </a:solidFill>
                <a:latin typeface="Arial" pitchFamily="34" charset="0"/>
                <a:ea typeface="Arial" pitchFamily="34" charset="0"/>
                <a:cs typeface="Arial" pitchFamily="34" charset="0"/>
              </a:rPr>
              <a:t>3</a:t>
            </a:r>
            <a:r>
              <a:rPr lang="en-US" altLang="zh-CN" sz="1200" b="1" kern="0" spc="1140" baseline="0" noProof="0" dirty="0">
                <a:latin typeface="Arial" pitchFamily="34" charset="0"/>
                <a:ea typeface="Arial" pitchFamily="34" charset="0"/>
                <a:cs typeface="Arial" pitchFamily="34" charset="0"/>
              </a:rPr>
              <a:t> </a:t>
            </a:r>
            <a:r>
              <a:rPr lang="en-US" altLang="zh-CN" sz="1200" b="1" kern="0" spc="-15" baseline="0" noProof="0" dirty="0">
                <a:solidFill>
                  <a:srgbClr val="1E293B"/>
                </a:solidFill>
                <a:latin typeface="SimHei" pitchFamily="49" charset="0"/>
                <a:ea typeface="SimHei" pitchFamily="49" charset="0"/>
                <a:cs typeface="SimHei" pitchFamily="49" charset="0"/>
              </a:rPr>
              <a:t>计算</a:t>
            </a:r>
            <a:r>
              <a:rPr lang="en-US" altLang="zh-CN" sz="1200" b="1" kern="0" spc="0" baseline="0" noProof="0" dirty="0">
                <a:solidFill>
                  <a:srgbClr val="1E293B"/>
                </a:solidFill>
                <a:latin typeface="SimHei" pitchFamily="49" charset="0"/>
                <a:ea typeface="SimHei" pitchFamily="49" charset="0"/>
                <a:cs typeface="SimHei" pitchFamily="49" charset="0"/>
              </a:rPr>
              <a:t>Tiling参数</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050" kern="0" spc="-50" baseline="0" noProof="0" dirty="0">
                <a:solidFill>
                  <a:srgbClr val="64748B"/>
                </a:solidFill>
                <a:latin typeface="SimHei" pitchFamily="49" charset="0"/>
                <a:ea typeface="SimHei" pitchFamily="49" charset="0"/>
                <a:cs typeface="SimHei" pitchFamily="49" charset="0"/>
              </a:rPr>
              <a:t>b</a:t>
            </a:r>
            <a:r>
              <a:rPr lang="en-US" altLang="zh-CN" sz="1050" kern="0" spc="-40" baseline="0" noProof="0" dirty="0">
                <a:solidFill>
                  <a:srgbClr val="64748B"/>
                </a:solidFill>
                <a:latin typeface="SimHei" pitchFamily="49" charset="0"/>
                <a:ea typeface="SimHei" pitchFamily="49" charset="0"/>
                <a:cs typeface="SimHei" pitchFamily="49" charset="0"/>
              </a:rPr>
              <a:t>lock_</a:t>
            </a:r>
            <a:r>
              <a:rPr lang="en-US" altLang="zh-CN" sz="1050" kern="0" spc="-50" baseline="0" noProof="0" dirty="0">
                <a:solidFill>
                  <a:srgbClr val="64748B"/>
                </a:solidFill>
                <a:latin typeface="SimHei" pitchFamily="49" charset="0"/>
                <a:ea typeface="SimHei" pitchFamily="49" charset="0"/>
                <a:cs typeface="SimHei" pitchFamily="49" charset="0"/>
              </a:rPr>
              <a:t>d</a:t>
            </a:r>
            <a:r>
              <a:rPr lang="en-US" altLang="zh-CN" sz="1050" kern="0" spc="-40" baseline="0" noProof="0" dirty="0">
                <a:solidFill>
                  <a:srgbClr val="64748B"/>
                </a:solidFill>
                <a:latin typeface="SimHei" pitchFamily="49" charset="0"/>
                <a:ea typeface="SimHei" pitchFamily="49" charset="0"/>
                <a:cs typeface="SimHei" pitchFamily="49" charset="0"/>
              </a:rPr>
              <a:t>im</a:t>
            </a:r>
            <a:r>
              <a:rPr lang="en-US" altLang="zh-CN" sz="1050" kern="0" spc="-75" baseline="0" noProof="0" dirty="0">
                <a:solidFill>
                  <a:srgbClr val="64748B"/>
                </a:solidFill>
                <a:latin typeface="SimHei" pitchFamily="49" charset="0"/>
                <a:ea typeface="SimHei" pitchFamily="49" charset="0"/>
                <a:cs typeface="SimHei" pitchFamily="49" charset="0"/>
              </a:rPr>
              <a:t>、</a:t>
            </a:r>
            <a:r>
              <a:rPr lang="en-US" altLang="zh-CN" sz="1050" kern="0" spc="-25" baseline="0" noProof="0" dirty="0">
                <a:solidFill>
                  <a:srgbClr val="64748B"/>
                </a:solidFill>
                <a:latin typeface="SimHei" pitchFamily="49" charset="0"/>
                <a:ea typeface="SimHei" pitchFamily="49" charset="0"/>
                <a:cs typeface="SimHei" pitchFamily="49" charset="0"/>
              </a:rPr>
              <a:t>tile_size</a:t>
            </a:r>
            <a:r>
              <a:rPr lang="en-US" altLang="zh-CN" sz="1050" kern="0" spc="-50" baseline="0" noProof="0" dirty="0">
                <a:solidFill>
                  <a:srgbClr val="64748B"/>
                </a:solidFill>
                <a:latin typeface="SimHei" pitchFamily="49" charset="0"/>
                <a:ea typeface="SimHei" pitchFamily="49" charset="0"/>
                <a:cs typeface="SimHei" pitchFamily="49" charset="0"/>
              </a:rPr>
              <a:t>等参数计算</a:t>
            </a:r>
          </a:p>
        </p:txBody>
      </p:sp>
      <p:sp>
        <p:nvSpPr>
          <p:cNvPr id="636" name="TextBox636"/>
          <p:cNvSpPr txBox="1"/>
          <p:nvPr/>
        </p:nvSpPr>
        <p:spPr>
          <a:xfrm>
            <a:off x="4382135" y="4341495"/>
            <a:ext cx="1619250" cy="495300"/>
          </a:xfrm>
          <a:prstGeom prst="rect">
            <a:avLst/>
          </a:prstGeom>
          <a:noFill/>
        </p:spPr>
        <p:txBody>
          <a:bodyPr wrap="square" lIns="0" tIns="15240" rIns="0" bIns="0" rtlCol="0">
            <a:spAutoFit/>
          </a:bodyPr>
          <a:lstStyle/>
          <a:p>
            <a:pPr marL="106680" marR="0" indent="0" eaLnBrk="0">
              <a:lnSpc>
                <a:spcPct val="96875"/>
              </a:lnSpc>
              <a:spcBef>
                <a:spcPts val="119"/>
              </a:spcBef>
              <a:spcAft>
                <a:spcPts val="30"/>
              </a:spcAft>
            </a:pPr>
            <a:r>
              <a:rPr lang="en-US" altLang="zh-CN" sz="1200" b="1" kern="0" spc="10" baseline="0" noProof="0" dirty="0">
                <a:solidFill>
                  <a:srgbClr val="FFFFFF"/>
                </a:solidFill>
                <a:latin typeface="Arial" pitchFamily="34" charset="0"/>
                <a:ea typeface="Arial" pitchFamily="34" charset="0"/>
                <a:cs typeface="Arial" pitchFamily="34" charset="0"/>
              </a:rPr>
              <a:t>4</a:t>
            </a:r>
            <a:r>
              <a:rPr lang="en-US" altLang="zh-CN" sz="1200" b="1" kern="0" spc="1140" baseline="0" noProof="0" dirty="0">
                <a:latin typeface="Arial" pitchFamily="34" charset="0"/>
                <a:ea typeface="Arial" pitchFamily="34" charset="0"/>
                <a:cs typeface="Arial" pitchFamily="34" charset="0"/>
              </a:rPr>
              <a:t> </a:t>
            </a:r>
            <a:r>
              <a:rPr lang="en-US" altLang="zh-CN" sz="1200" b="1" kern="0" spc="-15" baseline="0" noProof="0" dirty="0">
                <a:solidFill>
                  <a:srgbClr val="1E293B"/>
                </a:solidFill>
                <a:latin typeface="Arial" pitchFamily="34" charset="0"/>
                <a:ea typeface="Arial" pitchFamily="34" charset="0"/>
                <a:cs typeface="Arial" pitchFamily="34" charset="0"/>
              </a:rPr>
              <a:t>Bu</a:t>
            </a:r>
            <a:r>
              <a:rPr lang="en-US" altLang="zh-CN" sz="1200" b="1" kern="0" spc="0" baseline="0" noProof="0" dirty="0">
                <a:solidFill>
                  <a:srgbClr val="1E293B"/>
                </a:solidFill>
                <a:latin typeface="Arial" pitchFamily="34" charset="0"/>
                <a:ea typeface="Arial" pitchFamily="34" charset="0"/>
                <a:cs typeface="Arial" pitchFamily="34" charset="0"/>
              </a:rPr>
              <a:t>ffer</a:t>
            </a:r>
            <a:r>
              <a:rPr lang="en-US" altLang="zh-CN" sz="1200" b="1" kern="0" spc="0" baseline="0" noProof="0" dirty="0">
                <a:solidFill>
                  <a:srgbClr val="1E293B"/>
                </a:solidFill>
                <a:latin typeface="SimHei" pitchFamily="49" charset="0"/>
                <a:ea typeface="SimHei" pitchFamily="49" charset="0"/>
                <a:cs typeface="SimHei" pitchFamily="49" charset="0"/>
              </a:rPr>
              <a:t>规划</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050" kern="0" spc="-15" baseline="0" noProof="0" dirty="0">
                <a:solidFill>
                  <a:srgbClr val="64748B"/>
                </a:solidFill>
                <a:latin typeface="SimHei" pitchFamily="49" charset="0"/>
                <a:ea typeface="SimHei" pitchFamily="49" charset="0"/>
                <a:cs typeface="SimHei" pitchFamily="49" charset="0"/>
              </a:rPr>
              <a:t>合理分配</a:t>
            </a:r>
            <a:r>
              <a:rPr lang="en-US" altLang="zh-CN" sz="1050" kern="0" spc="0" baseline="0" noProof="0" dirty="0">
                <a:solidFill>
                  <a:srgbClr val="64748B"/>
                </a:solidFill>
                <a:latin typeface="SimHei" pitchFamily="49" charset="0"/>
                <a:ea typeface="SimHei" pitchFamily="49" charset="0"/>
                <a:cs typeface="SimHei" pitchFamily="49" charset="0"/>
              </a:rPr>
              <a:t>GM、UB、L1内存</a:t>
            </a:r>
          </a:p>
        </p:txBody>
      </p:sp>
      <p:pic>
        <p:nvPicPr>
          <p:cNvPr id="637" name="7F974222-6ACA-4166-8F25-29F2F9583ABF"/>
          <p:cNvPicPr>
            <a:picLocks noChangeAspect="1"/>
          </p:cNvPicPr>
          <p:nvPr/>
        </p:nvPicPr>
        <p:blipFill>
          <a:blip r:embed="rId5" cstate="print">
            <a:extLst>
              <a:ext uri="{3BA7555E-AFBE-45D2-147B-794CB94AB398}"/>
            </a:extLst>
          </a:blip>
          <a:srcRect/>
          <a:stretch>
            <a:fillRect/>
          </a:stretch>
        </p:blipFill>
        <p:spPr>
          <a:xfrm>
            <a:off x="400050" y="5295900"/>
            <a:ext cx="7603068" cy="999067"/>
          </a:xfrm>
          <a:prstGeom prst="rect">
            <a:avLst/>
          </a:prstGeom>
        </p:spPr>
      </p:pic>
      <p:sp>
        <p:nvSpPr>
          <p:cNvPr id="638" name="VectorPath 638"/>
          <p:cNvSpPr/>
          <p:nvPr/>
        </p:nvSpPr>
        <p:spPr>
          <a:xfrm>
            <a:off x="400050" y="5295900"/>
            <a:ext cx="38100" cy="1000125"/>
          </a:xfrm>
          <a:custGeom>
            <a:avLst/>
            <a:gdLst/>
            <a:ahLst/>
            <a:cxnLst/>
            <a:rect l="l" t="t" r="r" b="b"/>
            <a:pathLst>
              <a:path w="38100" h="1000125">
                <a:moveTo>
                  <a:pt x="38100" y="0"/>
                </a:moveTo>
                <a:lnTo>
                  <a:pt x="38100" y="0"/>
                </a:lnTo>
                <a:lnTo>
                  <a:pt x="38100" y="1000125"/>
                </a:lnTo>
                <a:lnTo>
                  <a:pt x="38100" y="1000125"/>
                </a:lnTo>
                <a:cubicBezTo>
                  <a:pt x="17069" y="1000125"/>
                  <a:pt x="0" y="983056"/>
                  <a:pt x="0" y="962025"/>
                </a:cubicBezTo>
                <a:lnTo>
                  <a:pt x="0" y="38100"/>
                </a:lnTo>
                <a:cubicBezTo>
                  <a:pt x="0" y="17018"/>
                  <a:pt x="17069" y="0"/>
                  <a:pt x="38100" y="0"/>
                </a:cubicBezTo>
              </a:path>
            </a:pathLst>
          </a:custGeom>
          <a:solidFill>
            <a:srgbClr val="10B981">
              <a:alpha val="100000"/>
            </a:srgbClr>
          </a:solidFill>
        </p:spPr>
      </p:sp>
      <p:sp>
        <p:nvSpPr>
          <p:cNvPr id="639" name="VectorPath 639"/>
          <p:cNvSpPr/>
          <p:nvPr/>
        </p:nvSpPr>
        <p:spPr>
          <a:xfrm>
            <a:off x="590550" y="5476875"/>
            <a:ext cx="152400" cy="152400"/>
          </a:xfrm>
          <a:custGeom>
            <a:avLst/>
            <a:gdLst/>
            <a:ahLst/>
            <a:cxnLst/>
            <a:rect l="l" t="t" r="r" b="b"/>
            <a:pathLst>
              <a:path w="152400" h="152400">
                <a:moveTo>
                  <a:pt x="118618" y="3683"/>
                </a:moveTo>
                <a:lnTo>
                  <a:pt x="92367" y="29845"/>
                </a:lnTo>
                <a:lnTo>
                  <a:pt x="122517" y="60071"/>
                </a:lnTo>
                <a:lnTo>
                  <a:pt x="148768" y="33782"/>
                </a:lnTo>
                <a:cubicBezTo>
                  <a:pt x="151092" y="31369"/>
                  <a:pt x="152400" y="28321"/>
                  <a:pt x="152400" y="25019"/>
                </a:cubicBezTo>
                <a:cubicBezTo>
                  <a:pt x="152400" y="21717"/>
                  <a:pt x="151092" y="18542"/>
                  <a:pt x="148768" y="16256"/>
                </a:cubicBezTo>
                <a:lnTo>
                  <a:pt x="136182" y="3683"/>
                </a:lnTo>
                <a:cubicBezTo>
                  <a:pt x="133820" y="1270"/>
                  <a:pt x="130670" y="0"/>
                  <a:pt x="127394" y="0"/>
                </a:cubicBezTo>
                <a:cubicBezTo>
                  <a:pt x="124117" y="0"/>
                  <a:pt x="120968" y="1270"/>
                  <a:pt x="118618" y="3683"/>
                </a:cubicBezTo>
                <a:moveTo>
                  <a:pt x="82271" y="40005"/>
                </a:moveTo>
                <a:lnTo>
                  <a:pt x="3632" y="118618"/>
                </a:lnTo>
                <a:cubicBezTo>
                  <a:pt x="1308" y="120968"/>
                  <a:pt x="0" y="124117"/>
                  <a:pt x="0" y="127394"/>
                </a:cubicBezTo>
                <a:cubicBezTo>
                  <a:pt x="0" y="130670"/>
                  <a:pt x="1308" y="133820"/>
                  <a:pt x="3632" y="136182"/>
                </a:cubicBezTo>
                <a:lnTo>
                  <a:pt x="16218" y="148768"/>
                </a:lnTo>
                <a:cubicBezTo>
                  <a:pt x="18580" y="151092"/>
                  <a:pt x="21730" y="152400"/>
                  <a:pt x="25006" y="152400"/>
                </a:cubicBezTo>
                <a:cubicBezTo>
                  <a:pt x="28283" y="152400"/>
                  <a:pt x="31433" y="151092"/>
                  <a:pt x="33782" y="148768"/>
                </a:cubicBezTo>
                <a:lnTo>
                  <a:pt x="112420" y="70104"/>
                </a:lnTo>
                <a:lnTo>
                  <a:pt x="82271" y="40005"/>
                </a:lnTo>
                <a:close/>
              </a:path>
            </a:pathLst>
          </a:custGeom>
          <a:solidFill>
            <a:srgbClr val="10B981">
              <a:alpha val="100000"/>
            </a:srgbClr>
          </a:solidFill>
        </p:spPr>
      </p:sp>
      <p:sp>
        <p:nvSpPr>
          <p:cNvPr id="640" name="TextBox640"/>
          <p:cNvSpPr txBox="1"/>
          <p:nvPr/>
        </p:nvSpPr>
        <p:spPr>
          <a:xfrm>
            <a:off x="819150" y="5487670"/>
            <a:ext cx="6978650" cy="658812"/>
          </a:xfrm>
          <a:prstGeom prst="rect">
            <a:avLst/>
          </a:prstGeom>
          <a:noFill/>
        </p:spPr>
        <p:txBody>
          <a:bodyPr wrap="square" lIns="0" tIns="0" rIns="0" bIns="0" rtlCol="0">
            <a:spAutoFit/>
          </a:bodyPr>
          <a:lstStyle/>
          <a:p>
            <a:pPr marL="0" marR="0" indent="0" eaLnBrk="0">
              <a:lnSpc>
                <a:spcPct val="119907"/>
              </a:lnSpc>
            </a:pPr>
            <a:r>
              <a:rPr lang="en-US" altLang="zh-CN" sz="1800" b="1" kern="0" spc="-25" baseline="17269" noProof="0" dirty="0">
                <a:solidFill>
                  <a:srgbClr val="1E293B"/>
                </a:solidFill>
                <a:latin typeface="SimHei" pitchFamily="49" charset="0"/>
                <a:ea typeface="SimHei" pitchFamily="49" charset="0"/>
                <a:cs typeface="SimHei" pitchFamily="49" charset="0"/>
              </a:rPr>
              <a:t>自动</a:t>
            </a:r>
            <a:r>
              <a:rPr lang="en-US" altLang="zh-CN" sz="1800" b="1" kern="0" spc="0" baseline="17269" noProof="0" dirty="0">
                <a:solidFill>
                  <a:srgbClr val="1E293B"/>
                </a:solidFill>
                <a:latin typeface="SimHei" pitchFamily="49" charset="0"/>
                <a:ea typeface="SimHei" pitchFamily="49" charset="0"/>
                <a:cs typeface="SimHei" pitchFamily="49" charset="0"/>
              </a:rPr>
              <a:t>Tiling设计：</a:t>
            </a:r>
            <a:r>
              <a:rPr lang="en-US" altLang="zh-CN" sz="1800" kern="0" spc="0" baseline="17269" noProof="0" dirty="0">
                <a:solidFill>
                  <a:srgbClr val="1E293B"/>
                </a:solidFill>
                <a:latin typeface="SimHei" pitchFamily="49" charset="0"/>
                <a:ea typeface="SimHei" pitchFamily="49" charset="0"/>
                <a:cs typeface="SimHei" pitchFamily="49" charset="0"/>
              </a:rPr>
              <a:t>CANNBot根据算子类型自动选择合适的Tiling方案：Element-wise算子按数据块均匀切</a:t>
            </a:r>
            <a:r>
              <a:rPr lang="en-US" altLang="zh-CN" sz="1800" kern="0" spc="0" baseline="17269" noProof="0" dirty="0">
                <a:latin typeface="SimHei" pitchFamily="49" charset="0"/>
                <a:ea typeface="SimHei" pitchFamily="49" charset="0"/>
                <a:cs typeface="SimHei" pitchFamily="49" charset="0"/>
              </a:rPr>
              <a:t> </a:t>
            </a:r>
            <a:br>
              <a:rPr lang="en-US" altLang="zh-CN" sz="1800" kern="0" baseline="17269" dirty="0">
                <a:latin typeface="SimHei" pitchFamily="49" charset="0"/>
                <a:ea typeface="SimHei" pitchFamily="49" charset="0"/>
                <a:cs typeface="SimHei" pitchFamily="49" charset="0"/>
              </a:rPr>
            </a:br>
            <a:r>
              <a:rPr lang="en-US" altLang="zh-CN" sz="1800" kern="0" spc="0" baseline="7244" noProof="0" dirty="0">
                <a:solidFill>
                  <a:srgbClr val="1E293B"/>
                </a:solidFill>
                <a:latin typeface="SimHei" pitchFamily="49" charset="0"/>
                <a:ea typeface="SimHei" pitchFamily="49" charset="0"/>
                <a:cs typeface="SimHei" pitchFamily="49" charset="0"/>
              </a:rPr>
              <a:t>分，Reduc</a:t>
            </a:r>
            <a:r>
              <a:rPr lang="en-US" altLang="zh-CN" sz="1800" kern="0" spc="35" baseline="7244" noProof="0" dirty="0">
                <a:solidFill>
                  <a:srgbClr val="1E293B"/>
                </a:solidFill>
                <a:latin typeface="SimHei" pitchFamily="49" charset="0"/>
                <a:ea typeface="SimHei" pitchFamily="49" charset="0"/>
                <a:cs typeface="SimHei" pitchFamily="49" charset="0"/>
              </a:rPr>
              <a:t>e</a:t>
            </a:r>
            <a:r>
              <a:rPr lang="en-US" altLang="zh-CN" sz="1800" kern="0" spc="0" baseline="7244" noProof="0" dirty="0">
                <a:solidFill>
                  <a:srgbClr val="1E293B"/>
                </a:solidFill>
                <a:latin typeface="SimHei" pitchFamily="49" charset="0"/>
                <a:ea typeface="SimHei" pitchFamily="49" charset="0"/>
                <a:cs typeface="SimHei" pitchFamily="49" charset="0"/>
              </a:rPr>
              <a:t>算子按Reduc</a:t>
            </a:r>
            <a:r>
              <a:rPr lang="en-US" altLang="zh-CN" sz="1800" kern="0" spc="35" baseline="7244" noProof="0" dirty="0">
                <a:solidFill>
                  <a:srgbClr val="1E293B"/>
                </a:solidFill>
                <a:latin typeface="SimHei" pitchFamily="49" charset="0"/>
                <a:ea typeface="SimHei" pitchFamily="49" charset="0"/>
                <a:cs typeface="SimHei" pitchFamily="49" charset="0"/>
              </a:rPr>
              <a:t>e</a:t>
            </a:r>
            <a:r>
              <a:rPr lang="en-US" altLang="zh-CN" sz="1800" kern="0" spc="0" baseline="7244" noProof="0" dirty="0">
                <a:solidFill>
                  <a:srgbClr val="1E293B"/>
                </a:solidFill>
                <a:latin typeface="SimHei" pitchFamily="49" charset="0"/>
                <a:ea typeface="SimHei" pitchFamily="49" charset="0"/>
                <a:cs typeface="SimHei" pitchFamily="49" charset="0"/>
              </a:rPr>
              <a:t>轴切分，</a:t>
            </a:r>
            <a:r>
              <a:rPr lang="en-US" altLang="zh-CN" sz="1800" kern="0" spc="35" baseline="7244" noProof="0" dirty="0">
                <a:solidFill>
                  <a:srgbClr val="1E293B"/>
                </a:solidFill>
                <a:latin typeface="SimHei" pitchFamily="49" charset="0"/>
                <a:ea typeface="SimHei" pitchFamily="49" charset="0"/>
                <a:cs typeface="SimHei" pitchFamily="49" charset="0"/>
              </a:rPr>
              <a:t>Ma</a:t>
            </a:r>
            <a:r>
              <a:rPr lang="en-US" altLang="zh-CN" sz="1800" kern="0" spc="0" baseline="7244" noProof="0" dirty="0">
                <a:solidFill>
                  <a:srgbClr val="1E293B"/>
                </a:solidFill>
                <a:latin typeface="SimHei" pitchFamily="49" charset="0"/>
                <a:ea typeface="SimHei" pitchFamily="49" charset="0"/>
                <a:cs typeface="SimHei" pitchFamily="49" charset="0"/>
              </a:rPr>
              <a:t>tMu</a:t>
            </a:r>
            <a:r>
              <a:rPr lang="en-US" altLang="zh-CN" sz="1800" kern="0" spc="35" baseline="7244" noProof="0" dirty="0">
                <a:solidFill>
                  <a:srgbClr val="1E293B"/>
                </a:solidFill>
                <a:latin typeface="SimHei" pitchFamily="49" charset="0"/>
                <a:ea typeface="SimHei" pitchFamily="49" charset="0"/>
                <a:cs typeface="SimHei" pitchFamily="49" charset="0"/>
              </a:rPr>
              <a:t>l</a:t>
            </a:r>
            <a:r>
              <a:rPr lang="en-US" altLang="zh-CN" sz="1800" kern="0" spc="0" baseline="7244" noProof="0" dirty="0">
                <a:solidFill>
                  <a:srgbClr val="1E293B"/>
                </a:solidFill>
                <a:latin typeface="SimHei" pitchFamily="49" charset="0"/>
                <a:ea typeface="SimHei" pitchFamily="49" charset="0"/>
                <a:cs typeface="SimHei" pitchFamily="49" charset="0"/>
              </a:rPr>
              <a:t>算子采用分块矩阵乘法策略。调用</a:t>
            </a:r>
            <a:r>
              <a:rPr lang="en-US" altLang="zh-CN" sz="1800" kern="0" spc="185" baseline="7244" noProof="0" dirty="0">
                <a:latin typeface="SimHei" pitchFamily="49" charset="0"/>
                <a:ea typeface="SimHei" pitchFamily="49" charset="0"/>
                <a:cs typeface="SimHei" pitchFamily="49" charset="0"/>
              </a:rPr>
              <a:t> </a:t>
            </a:r>
            <a:r>
              <a:rPr lang="en-US" altLang="zh-CN" sz="1800" kern="0" spc="35" baseline="7244" noProof="0" dirty="0">
                <a:solidFill>
                  <a:srgbClr val="8B5CF6"/>
                </a:solidFill>
                <a:latin typeface="SimHei" pitchFamily="49" charset="0"/>
                <a:ea typeface="SimHei" pitchFamily="49" charset="0"/>
                <a:cs typeface="SimHei" pitchFamily="49" charset="0"/>
              </a:rPr>
              <a:t>asce</a:t>
            </a:r>
            <a:r>
              <a:rPr lang="en-US" altLang="zh-CN" sz="1800" kern="0" spc="0" baseline="7244" noProof="0" dirty="0">
                <a:solidFill>
                  <a:srgbClr val="8B5CF6"/>
                </a:solidFill>
                <a:latin typeface="SimHei" pitchFamily="49" charset="0"/>
                <a:ea typeface="SimHei" pitchFamily="49" charset="0"/>
                <a:cs typeface="SimHei" pitchFamily="49" charset="0"/>
              </a:rPr>
              <a:t>nd</a:t>
            </a:r>
            <a:r>
              <a:rPr lang="en-US" altLang="zh-CN" sz="1800" kern="0" spc="35" baseline="7244" noProof="0" dirty="0">
                <a:solidFill>
                  <a:srgbClr val="8B5CF6"/>
                </a:solidFill>
                <a:latin typeface="SimHei" pitchFamily="49" charset="0"/>
                <a:ea typeface="SimHei" pitchFamily="49" charset="0"/>
                <a:cs typeface="SimHei" pitchFamily="49" charset="0"/>
              </a:rPr>
              <a:t>c-</a:t>
            </a:r>
            <a:r>
              <a:rPr lang="en-US" altLang="zh-CN" sz="1800" kern="0" spc="0" baseline="7244" noProof="0" dirty="0">
                <a:solidFill>
                  <a:srgbClr val="8B5CF6"/>
                </a:solidFill>
                <a:latin typeface="SimHei" pitchFamily="49" charset="0"/>
                <a:ea typeface="SimHei" pitchFamily="49" charset="0"/>
                <a:cs typeface="SimHei" pitchFamily="49" charset="0"/>
              </a:rPr>
              <a:t>tiling</a:t>
            </a:r>
            <a:r>
              <a:rPr lang="en-US" altLang="zh-CN" sz="1800" kern="0" spc="35" baseline="7244" noProof="0" dirty="0">
                <a:solidFill>
                  <a:srgbClr val="8B5CF6"/>
                </a:solidFill>
                <a:latin typeface="SimHei" pitchFamily="49" charset="0"/>
                <a:ea typeface="SimHei" pitchFamily="49" charset="0"/>
                <a:cs typeface="SimHei" pitchFamily="49" charset="0"/>
              </a:rPr>
              <a:t>-des</a:t>
            </a:r>
            <a:r>
              <a:rPr lang="en-US" altLang="zh-CN" sz="1800" kern="0" spc="0" baseline="7244" noProof="0" dirty="0">
                <a:solidFill>
                  <a:srgbClr val="8B5CF6"/>
                </a:solidFill>
                <a:latin typeface="SimHei" pitchFamily="49" charset="0"/>
                <a:ea typeface="SimHei" pitchFamily="49" charset="0"/>
                <a:cs typeface="SimHei" pitchFamily="49" charset="0"/>
              </a:rPr>
              <a:t>ign</a:t>
            </a:r>
            <a:r>
              <a:rPr lang="en-US" altLang="zh-CN" sz="1800" kern="0" spc="-670" baseline="7244" noProof="0" dirty="0">
                <a:latin typeface="SimHei" pitchFamily="49" charset="0"/>
                <a:ea typeface="SimHei" pitchFamily="49" charset="0"/>
                <a:cs typeface="SimHei" pitchFamily="49" charset="0"/>
              </a:rPr>
              <a:t> </a:t>
            </a:r>
            <a:r>
              <a:rPr lang="en-US" altLang="zh-CN" sz="1800" kern="0" spc="1275" baseline="7244" noProof="0" dirty="0">
                <a:latin typeface="SimHei" pitchFamily="49" charset="0"/>
                <a:ea typeface="SimHei" pitchFamily="49" charset="0"/>
                <a:cs typeface="SimHei" pitchFamily="49" charset="0"/>
              </a:rPr>
              <a:t> </a:t>
            </a:r>
            <a:r>
              <a:rPr lang="en-US" altLang="zh-CN" sz="1800" kern="0" spc="-25" baseline="-2780" noProof="0" dirty="0">
                <a:solidFill>
                  <a:srgbClr val="1E293B"/>
                </a:solidFill>
                <a:latin typeface="SimHei" pitchFamily="49" charset="0"/>
                <a:ea typeface="SimHei" pitchFamily="49" charset="0"/>
                <a:cs typeface="SimHei" pitchFamily="49" charset="0"/>
              </a:rPr>
              <a:t>Skill</a:t>
            </a:r>
            <a:r>
              <a:rPr lang="en-US" altLang="zh-CN" sz="1800" kern="0" spc="-40" baseline="-2780" noProof="0" dirty="0">
                <a:solidFill>
                  <a:srgbClr val="1E293B"/>
                </a:solidFill>
                <a:latin typeface="SimHei" pitchFamily="49" charset="0"/>
                <a:ea typeface="SimHei" pitchFamily="49" charset="0"/>
                <a:cs typeface="SimHei" pitchFamily="49" charset="0"/>
              </a:rPr>
              <a:t>自动生成。</a:t>
            </a:r>
            <a:r>
              <a:rPr lang="en-US" altLang="zh-CN" sz="1800" kern="0" spc="0" baseline="-2780" noProof="0" dirty="0">
                <a:latin typeface="SimHei" pitchFamily="49" charset="0"/>
                <a:ea typeface="SimHei" pitchFamily="49" charset="0"/>
                <a:cs typeface="SimHei" pitchFamily="49" charset="0"/>
              </a:rPr>
              <a:t> </a:t>
            </a:r>
          </a:p>
        </p:txBody>
      </p:sp>
      <p:pic>
        <p:nvPicPr>
          <p:cNvPr id="641" name="03E290AF-B60F-4AE3-6CBF-D17FE474330C"/>
          <p:cNvPicPr>
            <a:picLocks noChangeAspect="1"/>
          </p:cNvPicPr>
          <p:nvPr/>
        </p:nvPicPr>
        <p:blipFill>
          <a:blip r:embed="rId6" cstate="print">
            <a:extLst>
              <a:ext uri="{853FBBCC-8973-4A04-F779-50F53D2F0DC4}"/>
            </a:extLst>
          </a:blip>
          <a:srcRect/>
          <a:stretch>
            <a:fillRect/>
          </a:stretch>
        </p:blipFill>
        <p:spPr>
          <a:xfrm>
            <a:off x="8142606" y="1197610"/>
            <a:ext cx="3699933" cy="2159000"/>
          </a:xfrm>
          <a:prstGeom prst="rect">
            <a:avLst/>
          </a:prstGeom>
        </p:spPr>
      </p:pic>
      <p:grpSp>
        <p:nvGrpSpPr>
          <p:cNvPr id="642" name="Combination 642"/>
          <p:cNvGrpSpPr/>
          <p:nvPr/>
        </p:nvGrpSpPr>
        <p:grpSpPr>
          <a:xfrm>
            <a:off x="8172450" y="1219200"/>
            <a:ext cx="3638550" cy="2095500"/>
            <a:chOff x="8172450" y="1219200"/>
            <a:chExt cx="3638550" cy="2095500"/>
          </a:xfrm>
        </p:grpSpPr>
        <p:sp>
          <p:nvSpPr>
            <p:cNvPr id="643" name="VectorPath 643"/>
            <p:cNvSpPr/>
            <p:nvPr/>
          </p:nvSpPr>
          <p:spPr>
            <a:xfrm>
              <a:off x="8172450" y="1219200"/>
              <a:ext cx="3638550" cy="2095500"/>
            </a:xfrm>
            <a:custGeom>
              <a:avLst/>
              <a:gdLst/>
              <a:ahLst/>
              <a:cxnLst/>
              <a:rect l="l" t="t" r="r" b="b"/>
              <a:pathLst>
                <a:path w="3638550" h="2095500">
                  <a:moveTo>
                    <a:pt x="38100" y="0"/>
                  </a:moveTo>
                  <a:lnTo>
                    <a:pt x="3524250" y="0"/>
                  </a:lnTo>
                  <a:cubicBezTo>
                    <a:pt x="3587370" y="0"/>
                    <a:pt x="3638550" y="51181"/>
                    <a:pt x="3638550" y="114300"/>
                  </a:cubicBezTo>
                  <a:lnTo>
                    <a:pt x="3638550" y="1981200"/>
                  </a:lnTo>
                  <a:cubicBezTo>
                    <a:pt x="3638550" y="2044319"/>
                    <a:pt x="3587370" y="2095500"/>
                    <a:pt x="3524250" y="2095500"/>
                  </a:cubicBezTo>
                  <a:lnTo>
                    <a:pt x="38100" y="2095500"/>
                  </a:lnTo>
                  <a:cubicBezTo>
                    <a:pt x="17018" y="2095500"/>
                    <a:pt x="0" y="2078482"/>
                    <a:pt x="0" y="2057400"/>
                  </a:cubicBezTo>
                  <a:lnTo>
                    <a:pt x="0" y="38100"/>
                  </a:lnTo>
                  <a:cubicBezTo>
                    <a:pt x="0" y="17018"/>
                    <a:pt x="17018" y="0"/>
                    <a:pt x="38100" y="0"/>
                  </a:cubicBezTo>
                </a:path>
              </a:pathLst>
            </a:custGeom>
            <a:solidFill>
              <a:srgbClr val="FFFFFF">
                <a:alpha val="100000"/>
              </a:srgbClr>
            </a:solidFill>
          </p:spPr>
        </p:sp>
        <p:sp>
          <p:nvSpPr>
            <p:cNvPr id="644" name="VectorPath 644"/>
            <p:cNvSpPr/>
            <p:nvPr/>
          </p:nvSpPr>
          <p:spPr>
            <a:xfrm>
              <a:off x="8382001" y="1790700"/>
              <a:ext cx="3238500" cy="1333500"/>
            </a:xfrm>
            <a:custGeom>
              <a:avLst/>
              <a:gdLst/>
              <a:ahLst/>
              <a:cxnLst/>
              <a:rect l="l" t="t" r="r" b="b"/>
              <a:pathLst>
                <a:path w="3238500" h="1333500">
                  <a:moveTo>
                    <a:pt x="76200" y="0"/>
                  </a:moveTo>
                  <a:lnTo>
                    <a:pt x="3162300" y="0"/>
                  </a:lnTo>
                  <a:cubicBezTo>
                    <a:pt x="3204337" y="0"/>
                    <a:pt x="3238500" y="34163"/>
                    <a:pt x="3238500" y="76200"/>
                  </a:cubicBezTo>
                  <a:lnTo>
                    <a:pt x="3238500" y="1257300"/>
                  </a:lnTo>
                  <a:cubicBezTo>
                    <a:pt x="3238500" y="1299337"/>
                    <a:pt x="3204337" y="1333500"/>
                    <a:pt x="3162300" y="1333500"/>
                  </a:cubicBezTo>
                  <a:lnTo>
                    <a:pt x="76200" y="1333500"/>
                  </a:lnTo>
                  <a:cubicBezTo>
                    <a:pt x="34163" y="1333500"/>
                    <a:pt x="0" y="1299337"/>
                    <a:pt x="0" y="1257300"/>
                  </a:cubicBezTo>
                  <a:lnTo>
                    <a:pt x="0" y="76200"/>
                  </a:lnTo>
                  <a:cubicBezTo>
                    <a:pt x="0" y="34163"/>
                    <a:pt x="34163" y="0"/>
                    <a:pt x="76200" y="0"/>
                  </a:cubicBezTo>
                </a:path>
              </a:pathLst>
            </a:custGeom>
            <a:solidFill>
              <a:srgbClr val="1E293B">
                <a:alpha val="100000"/>
              </a:srgbClr>
            </a:solidFill>
          </p:spPr>
        </p:sp>
      </p:grpSp>
      <p:pic>
        <p:nvPicPr>
          <p:cNvPr id="645" name="E46DD440-BA66-49E5-332C-4707BAAB5E74"/>
          <p:cNvPicPr>
            <a:picLocks noChangeAspect="1"/>
          </p:cNvPicPr>
          <p:nvPr/>
        </p:nvPicPr>
        <p:blipFill>
          <a:blip r:embed="rId7" cstate="print">
            <a:extLst>
              <a:ext uri="{6A701FD2-CF8F-4CFE-F08C-01D2B3E91188}"/>
            </a:extLst>
          </a:blip>
          <a:srcRect/>
          <a:stretch>
            <a:fillRect/>
          </a:stretch>
        </p:blipFill>
        <p:spPr>
          <a:xfrm>
            <a:off x="8142606" y="3445510"/>
            <a:ext cx="3699933" cy="3073400"/>
          </a:xfrm>
          <a:prstGeom prst="rect">
            <a:avLst/>
          </a:prstGeom>
        </p:spPr>
      </p:pic>
      <p:grpSp>
        <p:nvGrpSpPr>
          <p:cNvPr id="646" name="Combination 646"/>
          <p:cNvGrpSpPr/>
          <p:nvPr/>
        </p:nvGrpSpPr>
        <p:grpSpPr>
          <a:xfrm>
            <a:off x="8172450" y="3467100"/>
            <a:ext cx="3638550" cy="3009900"/>
            <a:chOff x="8172450" y="3467100"/>
            <a:chExt cx="3638550" cy="3009900"/>
          </a:xfrm>
        </p:grpSpPr>
        <p:sp>
          <p:nvSpPr>
            <p:cNvPr id="647" name="VectorPath 647"/>
            <p:cNvSpPr/>
            <p:nvPr/>
          </p:nvSpPr>
          <p:spPr>
            <a:xfrm>
              <a:off x="8172450" y="3467100"/>
              <a:ext cx="3638550" cy="3009900"/>
            </a:xfrm>
            <a:custGeom>
              <a:avLst/>
              <a:gdLst/>
              <a:ahLst/>
              <a:cxnLst/>
              <a:rect l="l" t="t" r="r" b="b"/>
              <a:pathLst>
                <a:path w="3638550" h="3009900">
                  <a:moveTo>
                    <a:pt x="38100" y="0"/>
                  </a:moveTo>
                  <a:lnTo>
                    <a:pt x="3524250" y="0"/>
                  </a:lnTo>
                  <a:cubicBezTo>
                    <a:pt x="3587370" y="0"/>
                    <a:pt x="3638550" y="51181"/>
                    <a:pt x="3638550" y="114300"/>
                  </a:cubicBezTo>
                  <a:lnTo>
                    <a:pt x="3638550" y="2895613"/>
                  </a:lnTo>
                  <a:cubicBezTo>
                    <a:pt x="3638550" y="2958732"/>
                    <a:pt x="3587370" y="3009900"/>
                    <a:pt x="3524250" y="3009900"/>
                  </a:cubicBezTo>
                  <a:lnTo>
                    <a:pt x="38100" y="3009900"/>
                  </a:lnTo>
                  <a:cubicBezTo>
                    <a:pt x="17018" y="3009900"/>
                    <a:pt x="0" y="2992844"/>
                    <a:pt x="0" y="2971800"/>
                  </a:cubicBezTo>
                  <a:lnTo>
                    <a:pt x="0" y="38100"/>
                  </a:lnTo>
                  <a:cubicBezTo>
                    <a:pt x="0" y="17018"/>
                    <a:pt x="17018" y="0"/>
                    <a:pt x="38100" y="0"/>
                  </a:cubicBezTo>
                </a:path>
              </a:pathLst>
            </a:custGeom>
            <a:solidFill>
              <a:srgbClr val="FFFFFF">
                <a:alpha val="100000"/>
              </a:srgbClr>
            </a:solidFill>
          </p:spPr>
        </p:sp>
        <p:sp>
          <p:nvSpPr>
            <p:cNvPr id="648" name="VectorPath 648"/>
            <p:cNvSpPr/>
            <p:nvPr/>
          </p:nvSpPr>
          <p:spPr>
            <a:xfrm>
              <a:off x="8382001" y="4038600"/>
              <a:ext cx="3238500" cy="723900"/>
            </a:xfrm>
            <a:custGeom>
              <a:avLst/>
              <a:gdLst/>
              <a:ahLst/>
              <a:cxnLst/>
              <a:rect l="l" t="t" r="r" b="b"/>
              <a:pathLst>
                <a:path w="3238500" h="723900">
                  <a:moveTo>
                    <a:pt x="76200" y="0"/>
                  </a:moveTo>
                  <a:lnTo>
                    <a:pt x="3162300" y="0"/>
                  </a:lnTo>
                  <a:cubicBezTo>
                    <a:pt x="3204337" y="0"/>
                    <a:pt x="3238500" y="34163"/>
                    <a:pt x="3238500" y="76200"/>
                  </a:cubicBezTo>
                  <a:lnTo>
                    <a:pt x="3238500" y="647700"/>
                  </a:lnTo>
                  <a:cubicBezTo>
                    <a:pt x="3238500" y="689737"/>
                    <a:pt x="3204337" y="723900"/>
                    <a:pt x="3162300" y="723900"/>
                  </a:cubicBezTo>
                  <a:lnTo>
                    <a:pt x="76200" y="723900"/>
                  </a:lnTo>
                  <a:cubicBezTo>
                    <a:pt x="34163" y="723900"/>
                    <a:pt x="0" y="689737"/>
                    <a:pt x="0" y="647700"/>
                  </a:cubicBezTo>
                  <a:lnTo>
                    <a:pt x="0" y="76200"/>
                  </a:lnTo>
                  <a:cubicBezTo>
                    <a:pt x="0" y="34163"/>
                    <a:pt x="34163" y="0"/>
                    <a:pt x="76200" y="0"/>
                  </a:cubicBezTo>
                </a:path>
              </a:pathLst>
            </a:custGeom>
            <a:solidFill>
              <a:srgbClr val="0EA5E9">
                <a:alpha val="5000"/>
              </a:srgbClr>
            </a:solidFill>
          </p:spPr>
        </p:sp>
        <p:sp>
          <p:nvSpPr>
            <p:cNvPr id="649" name="VectorPath 649"/>
            <p:cNvSpPr/>
            <p:nvPr/>
          </p:nvSpPr>
          <p:spPr>
            <a:xfrm>
              <a:off x="8520176" y="4171315"/>
              <a:ext cx="190500" cy="191770"/>
            </a:xfrm>
            <a:custGeom>
              <a:avLst/>
              <a:gdLst/>
              <a:ahLst/>
              <a:cxnLst/>
              <a:rect l="l" t="t" r="r" b="b"/>
              <a:pathLst>
                <a:path w="190500" h="191770">
                  <a:moveTo>
                    <a:pt x="86487" y="2540"/>
                  </a:moveTo>
                  <a:cubicBezTo>
                    <a:pt x="91948" y="0"/>
                    <a:pt x="98425" y="0"/>
                    <a:pt x="103886" y="2540"/>
                  </a:cubicBezTo>
                  <a:lnTo>
                    <a:pt x="185293" y="40132"/>
                  </a:lnTo>
                  <a:cubicBezTo>
                    <a:pt x="188468" y="41656"/>
                    <a:pt x="190500" y="44704"/>
                    <a:pt x="190500" y="48260"/>
                  </a:cubicBezTo>
                  <a:cubicBezTo>
                    <a:pt x="190500" y="51816"/>
                    <a:pt x="188468" y="54864"/>
                    <a:pt x="185293" y="56388"/>
                  </a:cubicBezTo>
                  <a:lnTo>
                    <a:pt x="103886" y="93980"/>
                  </a:lnTo>
                  <a:cubicBezTo>
                    <a:pt x="98425" y="96520"/>
                    <a:pt x="91948" y="96520"/>
                    <a:pt x="86487" y="93980"/>
                  </a:cubicBezTo>
                  <a:lnTo>
                    <a:pt x="5080" y="56388"/>
                  </a:lnTo>
                  <a:cubicBezTo>
                    <a:pt x="1905" y="54864"/>
                    <a:pt x="0" y="51689"/>
                    <a:pt x="0" y="48260"/>
                  </a:cubicBezTo>
                  <a:cubicBezTo>
                    <a:pt x="0" y="44831"/>
                    <a:pt x="1905" y="41656"/>
                    <a:pt x="5080" y="40132"/>
                  </a:cubicBezTo>
                  <a:lnTo>
                    <a:pt x="86487" y="2540"/>
                  </a:lnTo>
                  <a:close/>
                  <a:moveTo>
                    <a:pt x="17780" y="81915"/>
                  </a:moveTo>
                  <a:lnTo>
                    <a:pt x="78994" y="110109"/>
                  </a:lnTo>
                  <a:cubicBezTo>
                    <a:pt x="89281" y="114935"/>
                    <a:pt x="101092" y="114935"/>
                    <a:pt x="111506" y="110109"/>
                  </a:cubicBezTo>
                  <a:lnTo>
                    <a:pt x="172593" y="81915"/>
                  </a:lnTo>
                  <a:lnTo>
                    <a:pt x="185293" y="87757"/>
                  </a:lnTo>
                  <a:cubicBezTo>
                    <a:pt x="188468" y="89281"/>
                    <a:pt x="190500" y="92329"/>
                    <a:pt x="190500" y="95885"/>
                  </a:cubicBezTo>
                  <a:cubicBezTo>
                    <a:pt x="190500" y="99441"/>
                    <a:pt x="188468" y="102489"/>
                    <a:pt x="185293" y="104013"/>
                  </a:cubicBezTo>
                  <a:lnTo>
                    <a:pt x="103886" y="141605"/>
                  </a:lnTo>
                  <a:cubicBezTo>
                    <a:pt x="98425" y="144145"/>
                    <a:pt x="91948" y="144145"/>
                    <a:pt x="86487" y="141605"/>
                  </a:cubicBezTo>
                  <a:lnTo>
                    <a:pt x="5080" y="104013"/>
                  </a:lnTo>
                  <a:cubicBezTo>
                    <a:pt x="1905" y="102489"/>
                    <a:pt x="0" y="99314"/>
                    <a:pt x="0" y="95885"/>
                  </a:cubicBezTo>
                  <a:cubicBezTo>
                    <a:pt x="0" y="92456"/>
                    <a:pt x="1905" y="89281"/>
                    <a:pt x="5080" y="87757"/>
                  </a:cubicBezTo>
                  <a:lnTo>
                    <a:pt x="17780" y="81915"/>
                  </a:lnTo>
                  <a:close/>
                  <a:moveTo>
                    <a:pt x="5080" y="135382"/>
                  </a:moveTo>
                  <a:lnTo>
                    <a:pt x="17780" y="129540"/>
                  </a:lnTo>
                  <a:lnTo>
                    <a:pt x="78867" y="157734"/>
                  </a:lnTo>
                  <a:cubicBezTo>
                    <a:pt x="89281" y="162560"/>
                    <a:pt x="101092" y="162560"/>
                    <a:pt x="111378" y="157734"/>
                  </a:cubicBezTo>
                  <a:lnTo>
                    <a:pt x="172593" y="129540"/>
                  </a:lnTo>
                  <a:lnTo>
                    <a:pt x="185166" y="135382"/>
                  </a:lnTo>
                  <a:cubicBezTo>
                    <a:pt x="188341" y="136906"/>
                    <a:pt x="190373" y="139954"/>
                    <a:pt x="190373" y="143510"/>
                  </a:cubicBezTo>
                  <a:cubicBezTo>
                    <a:pt x="190373" y="147066"/>
                    <a:pt x="188341" y="150114"/>
                    <a:pt x="185166" y="151638"/>
                  </a:cubicBezTo>
                  <a:lnTo>
                    <a:pt x="103886" y="189230"/>
                  </a:lnTo>
                  <a:cubicBezTo>
                    <a:pt x="98298" y="191770"/>
                    <a:pt x="91948" y="191770"/>
                    <a:pt x="86360" y="189230"/>
                  </a:cubicBezTo>
                  <a:lnTo>
                    <a:pt x="5080" y="151638"/>
                  </a:lnTo>
                  <a:cubicBezTo>
                    <a:pt x="1905" y="150114"/>
                    <a:pt x="0" y="146939"/>
                    <a:pt x="0" y="143510"/>
                  </a:cubicBezTo>
                  <a:cubicBezTo>
                    <a:pt x="0" y="140081"/>
                    <a:pt x="1905" y="136906"/>
                    <a:pt x="5080" y="135382"/>
                  </a:cubicBezTo>
                </a:path>
              </a:pathLst>
            </a:custGeom>
            <a:solidFill>
              <a:srgbClr val="0EA5E9">
                <a:alpha val="100000"/>
              </a:srgbClr>
            </a:solidFill>
          </p:spPr>
        </p:sp>
        <p:sp>
          <p:nvSpPr>
            <p:cNvPr id="650" name="VectorPath 650"/>
            <p:cNvSpPr/>
            <p:nvPr/>
          </p:nvSpPr>
          <p:spPr>
            <a:xfrm>
              <a:off x="8382001" y="4876800"/>
              <a:ext cx="3238500" cy="723900"/>
            </a:xfrm>
            <a:custGeom>
              <a:avLst/>
              <a:gdLst/>
              <a:ahLst/>
              <a:cxnLst/>
              <a:rect l="l" t="t" r="r" b="b"/>
              <a:pathLst>
                <a:path w="3238500" h="723900">
                  <a:moveTo>
                    <a:pt x="76200" y="0"/>
                  </a:moveTo>
                  <a:lnTo>
                    <a:pt x="3162300" y="0"/>
                  </a:lnTo>
                  <a:cubicBezTo>
                    <a:pt x="3204337" y="0"/>
                    <a:pt x="3238500" y="34163"/>
                    <a:pt x="3238500" y="76200"/>
                  </a:cubicBezTo>
                  <a:lnTo>
                    <a:pt x="3238500" y="647700"/>
                  </a:lnTo>
                  <a:cubicBezTo>
                    <a:pt x="3238500" y="689737"/>
                    <a:pt x="3204337" y="723900"/>
                    <a:pt x="3162300" y="723900"/>
                  </a:cubicBezTo>
                  <a:lnTo>
                    <a:pt x="76200" y="723900"/>
                  </a:lnTo>
                  <a:cubicBezTo>
                    <a:pt x="34163" y="723900"/>
                    <a:pt x="0" y="689737"/>
                    <a:pt x="0" y="647700"/>
                  </a:cubicBezTo>
                  <a:lnTo>
                    <a:pt x="0" y="76200"/>
                  </a:lnTo>
                  <a:cubicBezTo>
                    <a:pt x="0" y="34163"/>
                    <a:pt x="34163" y="0"/>
                    <a:pt x="76200" y="0"/>
                  </a:cubicBezTo>
                </a:path>
              </a:pathLst>
            </a:custGeom>
            <a:solidFill>
              <a:srgbClr val="0EA5E9">
                <a:alpha val="5000"/>
              </a:srgbClr>
            </a:solidFill>
          </p:spPr>
        </p:sp>
        <p:sp>
          <p:nvSpPr>
            <p:cNvPr id="651" name="VectorPath 651"/>
            <p:cNvSpPr/>
            <p:nvPr/>
          </p:nvSpPr>
          <p:spPr>
            <a:xfrm>
              <a:off x="8520176" y="5033899"/>
              <a:ext cx="190500" cy="142875"/>
            </a:xfrm>
            <a:custGeom>
              <a:avLst/>
              <a:gdLst/>
              <a:ahLst/>
              <a:cxnLst/>
              <a:rect l="l" t="t" r="r" b="b"/>
              <a:pathLst>
                <a:path w="190500" h="142875">
                  <a:moveTo>
                    <a:pt x="23749" y="0"/>
                  </a:moveTo>
                  <a:cubicBezTo>
                    <a:pt x="10668" y="0"/>
                    <a:pt x="0" y="10795"/>
                    <a:pt x="0" y="23876"/>
                  </a:cubicBezTo>
                  <a:lnTo>
                    <a:pt x="0" y="26670"/>
                  </a:lnTo>
                  <a:cubicBezTo>
                    <a:pt x="0" y="29210"/>
                    <a:pt x="1524" y="31369"/>
                    <a:pt x="3683" y="32639"/>
                  </a:cubicBezTo>
                  <a:cubicBezTo>
                    <a:pt x="8636" y="35941"/>
                    <a:pt x="11811" y="41402"/>
                    <a:pt x="11811" y="47625"/>
                  </a:cubicBezTo>
                  <a:cubicBezTo>
                    <a:pt x="11811" y="53975"/>
                    <a:pt x="8636" y="59436"/>
                    <a:pt x="3683" y="62738"/>
                  </a:cubicBezTo>
                  <a:cubicBezTo>
                    <a:pt x="1524" y="64008"/>
                    <a:pt x="0" y="66167"/>
                    <a:pt x="0" y="68707"/>
                  </a:cubicBezTo>
                  <a:lnTo>
                    <a:pt x="0" y="89408"/>
                  </a:lnTo>
                  <a:lnTo>
                    <a:pt x="190500" y="89408"/>
                  </a:lnTo>
                  <a:lnTo>
                    <a:pt x="190500" y="68707"/>
                  </a:lnTo>
                  <a:cubicBezTo>
                    <a:pt x="190500" y="66167"/>
                    <a:pt x="188849" y="64008"/>
                    <a:pt x="186690" y="62738"/>
                  </a:cubicBezTo>
                  <a:cubicBezTo>
                    <a:pt x="181737" y="59436"/>
                    <a:pt x="178562" y="53975"/>
                    <a:pt x="178562" y="47625"/>
                  </a:cubicBezTo>
                  <a:cubicBezTo>
                    <a:pt x="178562" y="41402"/>
                    <a:pt x="181737" y="35941"/>
                    <a:pt x="186690" y="32639"/>
                  </a:cubicBezTo>
                  <a:cubicBezTo>
                    <a:pt x="188849" y="31369"/>
                    <a:pt x="190500" y="29210"/>
                    <a:pt x="190500" y="26670"/>
                  </a:cubicBezTo>
                  <a:lnTo>
                    <a:pt x="190500" y="23876"/>
                  </a:lnTo>
                  <a:cubicBezTo>
                    <a:pt x="190500" y="10795"/>
                    <a:pt x="179705" y="0"/>
                    <a:pt x="166624" y="0"/>
                  </a:cubicBezTo>
                  <a:lnTo>
                    <a:pt x="23749" y="0"/>
                  </a:lnTo>
                  <a:close/>
                  <a:moveTo>
                    <a:pt x="190500" y="131064"/>
                  </a:moveTo>
                  <a:lnTo>
                    <a:pt x="190500" y="107188"/>
                  </a:lnTo>
                  <a:lnTo>
                    <a:pt x="0" y="107188"/>
                  </a:lnTo>
                  <a:lnTo>
                    <a:pt x="0" y="131064"/>
                  </a:lnTo>
                  <a:cubicBezTo>
                    <a:pt x="0" y="137668"/>
                    <a:pt x="5207" y="142875"/>
                    <a:pt x="11811" y="142875"/>
                  </a:cubicBezTo>
                  <a:lnTo>
                    <a:pt x="35687" y="142875"/>
                  </a:lnTo>
                  <a:lnTo>
                    <a:pt x="35687" y="133985"/>
                  </a:lnTo>
                  <a:cubicBezTo>
                    <a:pt x="35687" y="129032"/>
                    <a:pt x="39624" y="125095"/>
                    <a:pt x="44577" y="125095"/>
                  </a:cubicBezTo>
                  <a:cubicBezTo>
                    <a:pt x="49530" y="125095"/>
                    <a:pt x="53467" y="129032"/>
                    <a:pt x="53467" y="133985"/>
                  </a:cubicBezTo>
                  <a:lnTo>
                    <a:pt x="53467" y="142875"/>
                  </a:lnTo>
                  <a:lnTo>
                    <a:pt x="86233" y="142875"/>
                  </a:lnTo>
                  <a:lnTo>
                    <a:pt x="86233" y="133985"/>
                  </a:lnTo>
                  <a:cubicBezTo>
                    <a:pt x="86233" y="129032"/>
                    <a:pt x="90298" y="125095"/>
                    <a:pt x="95250" y="125095"/>
                  </a:cubicBezTo>
                  <a:cubicBezTo>
                    <a:pt x="100076" y="125095"/>
                    <a:pt x="104140" y="129032"/>
                    <a:pt x="104140" y="133985"/>
                  </a:cubicBezTo>
                  <a:lnTo>
                    <a:pt x="104140" y="142875"/>
                  </a:lnTo>
                  <a:lnTo>
                    <a:pt x="136906" y="142875"/>
                  </a:lnTo>
                  <a:lnTo>
                    <a:pt x="136906" y="133985"/>
                  </a:lnTo>
                  <a:cubicBezTo>
                    <a:pt x="136906" y="129032"/>
                    <a:pt x="140843" y="125095"/>
                    <a:pt x="145796" y="125095"/>
                  </a:cubicBezTo>
                  <a:cubicBezTo>
                    <a:pt x="150749" y="125095"/>
                    <a:pt x="154686" y="129032"/>
                    <a:pt x="154686" y="133985"/>
                  </a:cubicBezTo>
                  <a:lnTo>
                    <a:pt x="154686" y="142875"/>
                  </a:lnTo>
                  <a:lnTo>
                    <a:pt x="178562" y="142875"/>
                  </a:lnTo>
                  <a:cubicBezTo>
                    <a:pt x="185166" y="142875"/>
                    <a:pt x="190500" y="137668"/>
                    <a:pt x="190500" y="131064"/>
                  </a:cubicBezTo>
                  <a:moveTo>
                    <a:pt x="59436" y="35814"/>
                  </a:moveTo>
                  <a:lnTo>
                    <a:pt x="59436" y="59563"/>
                  </a:lnTo>
                  <a:cubicBezTo>
                    <a:pt x="59436" y="66167"/>
                    <a:pt x="54101" y="71501"/>
                    <a:pt x="47625" y="71501"/>
                  </a:cubicBezTo>
                  <a:cubicBezTo>
                    <a:pt x="41021" y="71501"/>
                    <a:pt x="35687" y="66167"/>
                    <a:pt x="35687" y="59563"/>
                  </a:cubicBezTo>
                  <a:lnTo>
                    <a:pt x="35687" y="35814"/>
                  </a:lnTo>
                  <a:cubicBezTo>
                    <a:pt x="35687" y="29210"/>
                    <a:pt x="41021" y="23876"/>
                    <a:pt x="47625" y="23876"/>
                  </a:cubicBezTo>
                  <a:cubicBezTo>
                    <a:pt x="54101" y="23876"/>
                    <a:pt x="59436" y="29210"/>
                    <a:pt x="59436" y="35814"/>
                  </a:cubicBezTo>
                  <a:moveTo>
                    <a:pt x="107061" y="35814"/>
                  </a:moveTo>
                  <a:lnTo>
                    <a:pt x="107061" y="59563"/>
                  </a:lnTo>
                  <a:cubicBezTo>
                    <a:pt x="107061" y="66167"/>
                    <a:pt x="101727" y="71501"/>
                    <a:pt x="95250" y="71501"/>
                  </a:cubicBezTo>
                  <a:cubicBezTo>
                    <a:pt x="88646" y="71501"/>
                    <a:pt x="83312" y="66167"/>
                    <a:pt x="83312" y="59563"/>
                  </a:cubicBezTo>
                  <a:lnTo>
                    <a:pt x="83312" y="35814"/>
                  </a:lnTo>
                  <a:cubicBezTo>
                    <a:pt x="83312" y="29210"/>
                    <a:pt x="88646" y="23876"/>
                    <a:pt x="95250" y="23876"/>
                  </a:cubicBezTo>
                  <a:cubicBezTo>
                    <a:pt x="101727" y="23876"/>
                    <a:pt x="107061" y="29210"/>
                    <a:pt x="107061" y="35814"/>
                  </a:cubicBezTo>
                  <a:moveTo>
                    <a:pt x="154686" y="35814"/>
                  </a:moveTo>
                  <a:lnTo>
                    <a:pt x="154686" y="59563"/>
                  </a:lnTo>
                  <a:cubicBezTo>
                    <a:pt x="154686" y="66167"/>
                    <a:pt x="149351" y="71501"/>
                    <a:pt x="142875" y="71501"/>
                  </a:cubicBezTo>
                  <a:cubicBezTo>
                    <a:pt x="136271" y="71501"/>
                    <a:pt x="130937" y="66167"/>
                    <a:pt x="130937" y="59563"/>
                  </a:cubicBezTo>
                  <a:lnTo>
                    <a:pt x="130937" y="35814"/>
                  </a:lnTo>
                  <a:cubicBezTo>
                    <a:pt x="130937" y="29210"/>
                    <a:pt x="136271" y="23876"/>
                    <a:pt x="142875" y="23876"/>
                  </a:cubicBezTo>
                  <a:cubicBezTo>
                    <a:pt x="149351" y="23876"/>
                    <a:pt x="154686" y="29210"/>
                    <a:pt x="154686" y="35814"/>
                  </a:cubicBezTo>
                </a:path>
              </a:pathLst>
            </a:custGeom>
            <a:solidFill>
              <a:srgbClr val="0EA5E9">
                <a:alpha val="100000"/>
              </a:srgbClr>
            </a:solidFill>
          </p:spPr>
        </p:sp>
      </p:grpSp>
      <p:sp>
        <p:nvSpPr>
          <p:cNvPr id="652" name="VectorPath 652"/>
          <p:cNvSpPr/>
          <p:nvPr/>
        </p:nvSpPr>
        <p:spPr>
          <a:xfrm>
            <a:off x="8172450" y="1219200"/>
            <a:ext cx="38100" cy="2095500"/>
          </a:xfrm>
          <a:custGeom>
            <a:avLst/>
            <a:gdLst/>
            <a:ahLst/>
            <a:cxnLst/>
            <a:rect l="l" t="t" r="r" b="b"/>
            <a:pathLst>
              <a:path w="38100" h="2095500">
                <a:moveTo>
                  <a:pt x="38100" y="0"/>
                </a:moveTo>
                <a:lnTo>
                  <a:pt x="38100" y="0"/>
                </a:lnTo>
                <a:lnTo>
                  <a:pt x="38100" y="2095500"/>
                </a:lnTo>
                <a:lnTo>
                  <a:pt x="38100" y="2095500"/>
                </a:lnTo>
                <a:cubicBezTo>
                  <a:pt x="17018" y="2095500"/>
                  <a:pt x="0" y="2078482"/>
                  <a:pt x="0" y="2057400"/>
                </a:cubicBezTo>
                <a:lnTo>
                  <a:pt x="0" y="38100"/>
                </a:lnTo>
                <a:cubicBezTo>
                  <a:pt x="0" y="17018"/>
                  <a:pt x="17018" y="0"/>
                  <a:pt x="38100" y="0"/>
                </a:cubicBezTo>
              </a:path>
            </a:pathLst>
          </a:custGeom>
          <a:solidFill>
            <a:srgbClr val="F59E0B">
              <a:alpha val="100000"/>
            </a:srgbClr>
          </a:solidFill>
        </p:spPr>
      </p:sp>
      <p:sp>
        <p:nvSpPr>
          <p:cNvPr id="653" name="VectorPath 653"/>
          <p:cNvSpPr/>
          <p:nvPr/>
        </p:nvSpPr>
        <p:spPr>
          <a:xfrm>
            <a:off x="8172450" y="3467100"/>
            <a:ext cx="38100" cy="3009900"/>
          </a:xfrm>
          <a:custGeom>
            <a:avLst/>
            <a:gdLst/>
            <a:ahLst/>
            <a:cxnLst/>
            <a:rect l="l" t="t" r="r" b="b"/>
            <a:pathLst>
              <a:path w="38100" h="3009900">
                <a:moveTo>
                  <a:pt x="38100" y="0"/>
                </a:moveTo>
                <a:lnTo>
                  <a:pt x="38100" y="0"/>
                </a:lnTo>
                <a:lnTo>
                  <a:pt x="38100" y="3009900"/>
                </a:lnTo>
                <a:lnTo>
                  <a:pt x="38100" y="3009900"/>
                </a:lnTo>
                <a:cubicBezTo>
                  <a:pt x="17018" y="3009900"/>
                  <a:pt x="0" y="2992831"/>
                  <a:pt x="0" y="2971800"/>
                </a:cubicBezTo>
                <a:lnTo>
                  <a:pt x="0" y="38100"/>
                </a:lnTo>
                <a:cubicBezTo>
                  <a:pt x="0" y="17018"/>
                  <a:pt x="17018" y="0"/>
                  <a:pt x="38100" y="0"/>
                </a:cubicBezTo>
              </a:path>
            </a:pathLst>
          </a:custGeom>
          <a:solidFill>
            <a:srgbClr val="0EA5E9">
              <a:alpha val="100000"/>
            </a:srgbClr>
          </a:solidFill>
        </p:spPr>
      </p:sp>
      <p:sp>
        <p:nvSpPr>
          <p:cNvPr id="654" name="TextBox654"/>
          <p:cNvSpPr txBox="1"/>
          <p:nvPr/>
        </p:nvSpPr>
        <p:spPr>
          <a:xfrm>
            <a:off x="8382635" y="1436370"/>
            <a:ext cx="1270000" cy="238125"/>
          </a:xfrm>
          <a:prstGeom prst="rect">
            <a:avLst/>
          </a:prstGeom>
          <a:noFill/>
        </p:spPr>
        <p:txBody>
          <a:bodyPr wrap="square" lIns="0" tIns="635" rIns="0" bIns="0" rtlCol="0">
            <a:spAutoFit/>
          </a:bodyPr>
          <a:lstStyle/>
          <a:p>
            <a:pPr marL="0" marR="0" indent="0" eaLnBrk="0">
              <a:lnSpc>
                <a:spcPct val="103611"/>
              </a:lnSpc>
              <a:spcBef>
                <a:spcPts val="4"/>
              </a:spcBef>
            </a:pPr>
            <a:r>
              <a:rPr lang="en-US" altLang="zh-CN" sz="1500" b="1" kern="0" spc="-15" baseline="0" noProof="0" dirty="0">
                <a:solidFill>
                  <a:srgbClr val="1E293B"/>
                </a:solidFill>
                <a:latin typeface="Arial" pitchFamily="34" charset="0"/>
                <a:ea typeface="Arial" pitchFamily="34" charset="0"/>
                <a:cs typeface="Arial" pitchFamily="34" charset="0"/>
              </a:rPr>
              <a:t>Ti</a:t>
            </a:r>
            <a:r>
              <a:rPr lang="en-US" altLang="zh-CN" sz="1500" b="1" kern="0" spc="0" baseline="0" noProof="0" dirty="0">
                <a:solidFill>
                  <a:srgbClr val="1E293B"/>
                </a:solidFill>
                <a:latin typeface="Arial" pitchFamily="34" charset="0"/>
                <a:ea typeface="Arial" pitchFamily="34" charset="0"/>
                <a:cs typeface="Arial" pitchFamily="34" charset="0"/>
              </a:rPr>
              <a:t>ling</a:t>
            </a:r>
            <a:r>
              <a:rPr lang="en-US" altLang="zh-CN" sz="1500" b="1" kern="0" spc="0" baseline="0" noProof="0" dirty="0">
                <a:solidFill>
                  <a:srgbClr val="1E293B"/>
                </a:solidFill>
                <a:latin typeface="SimHei" pitchFamily="49" charset="0"/>
                <a:ea typeface="SimHei" pitchFamily="49" charset="0"/>
                <a:cs typeface="SimHei" pitchFamily="49" charset="0"/>
              </a:rPr>
              <a:t>数据结构</a:t>
            </a:r>
          </a:p>
        </p:txBody>
      </p:sp>
      <p:sp>
        <p:nvSpPr>
          <p:cNvPr id="655" name="TextBox655"/>
          <p:cNvSpPr txBox="1"/>
          <p:nvPr/>
        </p:nvSpPr>
        <p:spPr>
          <a:xfrm>
            <a:off x="8496936" y="1917065"/>
            <a:ext cx="1574800" cy="1090612"/>
          </a:xfrm>
          <a:prstGeom prst="rect">
            <a:avLst/>
          </a:prstGeom>
          <a:noFill/>
        </p:spPr>
        <p:txBody>
          <a:bodyPr wrap="square" lIns="0" tIns="10795" rIns="0" bIns="0" rtlCol="0">
            <a:spAutoFit/>
          </a:bodyPr>
          <a:lstStyle/>
          <a:p>
            <a:pPr marL="0" marR="0" indent="0" eaLnBrk="0">
              <a:lnSpc>
                <a:spcPct val="92592"/>
              </a:lnSpc>
              <a:spcBef>
                <a:spcPts val="84"/>
              </a:spcBef>
              <a:spcAft>
                <a:spcPts val="445"/>
              </a:spcAft>
            </a:pPr>
            <a:r>
              <a:rPr lang="en-US" altLang="zh-CN" sz="900" kern="0" spc="-50" baseline="0" noProof="0" dirty="0">
                <a:solidFill>
                  <a:srgbClr val="6A7282"/>
                </a:solidFill>
                <a:latin typeface="SimHei" pitchFamily="49" charset="0"/>
                <a:ea typeface="SimHei" pitchFamily="49" charset="0"/>
                <a:cs typeface="SimHei" pitchFamily="49" charset="0"/>
              </a:rPr>
              <a:t>//</a:t>
            </a:r>
            <a:r>
              <a:rPr lang="en-US" altLang="zh-CN" sz="900" kern="0" spc="-140" baseline="0" noProof="0" dirty="0">
                <a:latin typeface="SimHei" pitchFamily="49" charset="0"/>
                <a:ea typeface="SimHei" pitchFamily="49" charset="0"/>
                <a:cs typeface="SimHei" pitchFamily="49" charset="0"/>
              </a:rPr>
              <a:t> </a:t>
            </a:r>
            <a:r>
              <a:rPr lang="en-US" altLang="zh-CN" sz="900" kern="0" spc="-50" baseline="0" noProof="0" dirty="0">
                <a:solidFill>
                  <a:srgbClr val="6A7282"/>
                </a:solidFill>
                <a:latin typeface="SimHei" pitchFamily="49" charset="0"/>
                <a:ea typeface="SimHei" pitchFamily="49" charset="0"/>
                <a:cs typeface="SimHei" pitchFamily="49" charset="0"/>
              </a:rPr>
              <a:t>Tiling</a:t>
            </a:r>
            <a:r>
              <a:rPr lang="en-US" altLang="zh-CN" sz="900" kern="0" spc="-100" baseline="0" noProof="0" dirty="0">
                <a:solidFill>
                  <a:srgbClr val="6A7282"/>
                </a:solidFill>
                <a:latin typeface="SimHei" pitchFamily="49" charset="0"/>
                <a:ea typeface="SimHei" pitchFamily="49" charset="0"/>
                <a:cs typeface="SimHei" pitchFamily="49" charset="0"/>
              </a:rPr>
              <a:t>参数示例</a:t>
            </a:r>
          </a:p>
          <a:p>
            <a:pPr marL="0" marR="0" indent="0" eaLnBrk="0">
              <a:lnSpc>
                <a:spcPct val="90277"/>
              </a:lnSpc>
              <a:spcBef>
                <a:spcPts val="84"/>
              </a:spcBef>
              <a:spcAft>
                <a:spcPts val="220"/>
              </a:spcAft>
            </a:pPr>
            <a:r>
              <a:rPr lang="en-US" altLang="zh-CN" sz="900" kern="0" spc="-50" baseline="0" noProof="0" dirty="0">
                <a:solidFill>
                  <a:srgbClr val="05DF72"/>
                </a:solidFill>
                <a:latin typeface="SimHei" pitchFamily="49" charset="0"/>
                <a:ea typeface="SimHei" pitchFamily="49" charset="0"/>
                <a:cs typeface="SimHei" pitchFamily="49" charset="0"/>
              </a:rPr>
              <a:t>struct</a:t>
            </a:r>
            <a:r>
              <a:rPr lang="en-US" altLang="zh-CN" sz="900" kern="0" spc="-140" baseline="0" noProof="0" dirty="0">
                <a:latin typeface="SimHei" pitchFamily="49" charset="0"/>
                <a:ea typeface="SimHei" pitchFamily="49" charset="0"/>
                <a:cs typeface="SimHei" pitchFamily="49" charset="0"/>
              </a:rPr>
              <a:t> </a:t>
            </a:r>
            <a:r>
              <a:rPr lang="en-US" altLang="zh-CN" sz="900" kern="0" spc="-50" baseline="0" noProof="0" dirty="0">
                <a:solidFill>
                  <a:srgbClr val="05DF72"/>
                </a:solidFill>
                <a:latin typeface="SimHei" pitchFamily="49" charset="0"/>
                <a:ea typeface="SimHei" pitchFamily="49" charset="0"/>
                <a:cs typeface="SimHei" pitchFamily="49" charset="0"/>
              </a:rPr>
              <a:t>AddTiling</a:t>
            </a:r>
            <a:r>
              <a:rPr lang="en-US" altLang="zh-CN" sz="900" kern="0" spc="-140" baseline="0" noProof="0" dirty="0">
                <a:latin typeface="SimHei" pitchFamily="49" charset="0"/>
                <a:ea typeface="SimHei" pitchFamily="49" charset="0"/>
                <a:cs typeface="SimHei" pitchFamily="49" charset="0"/>
              </a:rPr>
              <a:t> </a:t>
            </a:r>
            <a:r>
              <a:rPr lang="en-US" altLang="zh-CN" sz="900" kern="0" spc="0" baseline="0" noProof="0" dirty="0">
                <a:solidFill>
                  <a:srgbClr val="05DF72"/>
                </a:solidFill>
                <a:latin typeface="SimHei" pitchFamily="49" charset="0"/>
                <a:ea typeface="SimHei" pitchFamily="49" charset="0"/>
                <a:cs typeface="SimHei" pitchFamily="49" charset="0"/>
              </a:rPr>
              <a:t>{</a:t>
            </a:r>
          </a:p>
          <a:p>
            <a:pPr marL="152400" marR="0" indent="0" eaLnBrk="0">
              <a:lnSpc>
                <a:spcPct val="108796"/>
              </a:lnSpc>
            </a:pPr>
            <a:r>
              <a:rPr lang="en-US" altLang="zh-CN" sz="900" kern="0" spc="-40" baseline="0" noProof="0" dirty="0">
                <a:solidFill>
                  <a:srgbClr val="05DF72"/>
                </a:solidFill>
                <a:latin typeface="SimHei" pitchFamily="49" charset="0"/>
                <a:ea typeface="SimHei" pitchFamily="49" charset="0"/>
                <a:cs typeface="SimHei" pitchFamily="49" charset="0"/>
              </a:rPr>
              <a:t>uint32_t</a:t>
            </a:r>
            <a:r>
              <a:rPr lang="en-US" altLang="zh-CN" sz="900" kern="0" spc="-140" baseline="0" noProof="0" dirty="0">
                <a:latin typeface="SimHei" pitchFamily="49" charset="0"/>
                <a:ea typeface="SimHei" pitchFamily="49" charset="0"/>
                <a:cs typeface="SimHei" pitchFamily="49" charset="0"/>
              </a:rPr>
              <a:t> </a:t>
            </a:r>
            <a:r>
              <a:rPr lang="en-US" altLang="zh-CN" sz="900" kern="0" spc="-40" baseline="0" noProof="0" dirty="0">
                <a:solidFill>
                  <a:srgbClr val="05DF72"/>
                </a:solidFill>
                <a:latin typeface="SimHei" pitchFamily="49" charset="0"/>
                <a:ea typeface="SimHei" pitchFamily="49" charset="0"/>
                <a:cs typeface="SimHei" pitchFamily="49" charset="0"/>
              </a:rPr>
              <a:t>b</a:t>
            </a:r>
            <a:r>
              <a:rPr lang="en-US" altLang="zh-CN" sz="900" kern="0" spc="-25" baseline="0" noProof="0" dirty="0">
                <a:solidFill>
                  <a:srgbClr val="05DF72"/>
                </a:solidFill>
                <a:latin typeface="SimHei" pitchFamily="49" charset="0"/>
                <a:ea typeface="SimHei" pitchFamily="49" charset="0"/>
                <a:cs typeface="SimHei" pitchFamily="49" charset="0"/>
              </a:rPr>
              <a:t>lockDim;</a:t>
            </a:r>
            <a:r>
              <a:rPr lang="en-US" altLang="zh-CN" sz="900" kern="0" spc="-140" baseline="0" noProof="0" dirty="0">
                <a:latin typeface="SimHei" pitchFamily="49" charset="0"/>
                <a:ea typeface="SimHei" pitchFamily="49" charset="0"/>
                <a:cs typeface="SimHei" pitchFamily="49" charset="0"/>
              </a:rPr>
              <a:t> </a:t>
            </a:r>
            <a:r>
              <a:rPr lang="en-US" altLang="zh-CN" sz="900" kern="0" spc="-25" baseline="0" noProof="0" dirty="0">
                <a:solidFill>
                  <a:srgbClr val="6A7282"/>
                </a:solidFill>
                <a:latin typeface="SimHei" pitchFamily="49" charset="0"/>
                <a:ea typeface="SimHei" pitchFamily="49" charset="0"/>
                <a:cs typeface="SimHei" pitchFamily="49" charset="0"/>
              </a:rPr>
              <a:t>//</a:t>
            </a:r>
            <a:r>
              <a:rPr lang="en-US" altLang="zh-CN" sz="900" kern="0" spc="-140" baseline="0" noProof="0" dirty="0">
                <a:latin typeface="SimHei" pitchFamily="49" charset="0"/>
                <a:ea typeface="SimHei" pitchFamily="49" charset="0"/>
                <a:cs typeface="SimHei" pitchFamily="49" charset="0"/>
              </a:rPr>
              <a:t> </a:t>
            </a:r>
            <a:r>
              <a:rPr lang="en-US" altLang="zh-CN" sz="900" kern="0" spc="-50" baseline="0" noProof="0" dirty="0">
                <a:solidFill>
                  <a:srgbClr val="6A7282"/>
                </a:solidFill>
                <a:latin typeface="SimHei" pitchFamily="49" charset="0"/>
                <a:ea typeface="SimHei" pitchFamily="49" charset="0"/>
                <a:cs typeface="SimHei" pitchFamily="49" charset="0"/>
              </a:rPr>
              <a:t>核数</a:t>
            </a:r>
            <a:r>
              <a:rPr lang="en-US" altLang="zh-CN" sz="900" kern="0" spc="135" baseline="0" noProof="0" dirty="0">
                <a:latin typeface="SimHei" pitchFamily="49" charset="0"/>
                <a:ea typeface="SimHei" pitchFamily="49" charset="0"/>
                <a:cs typeface="SimHei" pitchFamily="49" charset="0"/>
              </a:rPr>
              <a:t> </a:t>
            </a:r>
            <a:r>
              <a:rPr lang="en-US" altLang="zh-CN" sz="900" kern="0" spc="-75" baseline="0" noProof="0" dirty="0">
                <a:solidFill>
                  <a:srgbClr val="05DF72"/>
                </a:solidFill>
                <a:latin typeface="SimHei" pitchFamily="49" charset="0"/>
                <a:ea typeface="SimHei" pitchFamily="49" charset="0"/>
                <a:cs typeface="SimHei" pitchFamily="49" charset="0"/>
              </a:rPr>
              <a:t>uint32_t</a:t>
            </a:r>
            <a:r>
              <a:rPr lang="en-US" altLang="zh-CN" sz="900" kern="0" spc="-140" baseline="0" noProof="0" dirty="0">
                <a:latin typeface="SimHei" pitchFamily="49" charset="0"/>
                <a:ea typeface="SimHei" pitchFamily="49" charset="0"/>
                <a:cs typeface="SimHei" pitchFamily="49" charset="0"/>
              </a:rPr>
              <a:t> </a:t>
            </a:r>
            <a:r>
              <a:rPr lang="en-US" altLang="zh-CN" sz="900" kern="0" spc="-75" baseline="0" noProof="0" dirty="0">
                <a:solidFill>
                  <a:srgbClr val="05DF72"/>
                </a:solidFill>
                <a:latin typeface="SimHei" pitchFamily="49" charset="0"/>
                <a:ea typeface="SimHei" pitchFamily="49" charset="0"/>
                <a:cs typeface="SimHei" pitchFamily="49" charset="0"/>
              </a:rPr>
              <a:t>tileSiz</a:t>
            </a:r>
            <a:r>
              <a:rPr lang="en-US" altLang="zh-CN" sz="900" kern="0" spc="-65" baseline="0" noProof="0" dirty="0">
                <a:solidFill>
                  <a:srgbClr val="05DF72"/>
                </a:solidFill>
                <a:latin typeface="SimHei" pitchFamily="49" charset="0"/>
                <a:ea typeface="SimHei" pitchFamily="49" charset="0"/>
                <a:cs typeface="SimHei" pitchFamily="49" charset="0"/>
              </a:rPr>
              <a:t>e;</a:t>
            </a:r>
            <a:r>
              <a:rPr lang="en-US" altLang="zh-CN" sz="900" kern="0" spc="-140" baseline="0" noProof="0" dirty="0">
                <a:latin typeface="SimHei" pitchFamily="49" charset="0"/>
                <a:ea typeface="SimHei" pitchFamily="49" charset="0"/>
                <a:cs typeface="SimHei" pitchFamily="49" charset="0"/>
              </a:rPr>
              <a:t> </a:t>
            </a:r>
            <a:r>
              <a:rPr lang="en-US" altLang="zh-CN" sz="900" kern="0" spc="-65" baseline="0" noProof="0" dirty="0">
                <a:solidFill>
                  <a:srgbClr val="6A7282"/>
                </a:solidFill>
                <a:latin typeface="SimHei" pitchFamily="49" charset="0"/>
                <a:ea typeface="SimHei" pitchFamily="49" charset="0"/>
                <a:cs typeface="SimHei" pitchFamily="49" charset="0"/>
              </a:rPr>
              <a:t>//</a:t>
            </a:r>
            <a:r>
              <a:rPr lang="en-US" altLang="zh-CN" sz="900" kern="0" spc="-140" baseline="0" noProof="0" dirty="0">
                <a:latin typeface="SimHei" pitchFamily="49" charset="0"/>
                <a:ea typeface="SimHei" pitchFamily="49" charset="0"/>
                <a:cs typeface="SimHei" pitchFamily="49" charset="0"/>
              </a:rPr>
              <a:t> </a:t>
            </a:r>
            <a:r>
              <a:rPr lang="en-US" altLang="zh-CN" sz="900" kern="0" spc="-125" baseline="0" noProof="0" dirty="0">
                <a:solidFill>
                  <a:srgbClr val="6A7282"/>
                </a:solidFill>
                <a:latin typeface="SimHei" pitchFamily="49" charset="0"/>
                <a:ea typeface="SimHei" pitchFamily="49" charset="0"/>
                <a:cs typeface="SimHei" pitchFamily="49" charset="0"/>
              </a:rPr>
              <a:t>块大小</a:t>
            </a:r>
            <a:r>
              <a:rPr lang="en-US" altLang="zh-CN" sz="900" kern="0" spc="235" baseline="0" noProof="0" dirty="0">
                <a:latin typeface="SimHei" pitchFamily="49" charset="0"/>
                <a:ea typeface="SimHei" pitchFamily="49" charset="0"/>
                <a:cs typeface="SimHei" pitchFamily="49" charset="0"/>
              </a:rPr>
              <a:t> </a:t>
            </a:r>
            <a:r>
              <a:rPr lang="en-US" altLang="zh-CN" sz="900" kern="0" spc="-65" baseline="0" noProof="0" dirty="0">
                <a:solidFill>
                  <a:srgbClr val="05DF72"/>
                </a:solidFill>
                <a:latin typeface="SimHei" pitchFamily="49" charset="0"/>
                <a:ea typeface="SimHei" pitchFamily="49" charset="0"/>
                <a:cs typeface="SimHei" pitchFamily="49" charset="0"/>
              </a:rPr>
              <a:t>uint32_t</a:t>
            </a:r>
            <a:r>
              <a:rPr lang="en-US" altLang="zh-CN" sz="900" kern="0" spc="-140" baseline="0" noProof="0" dirty="0">
                <a:latin typeface="SimHei" pitchFamily="49" charset="0"/>
                <a:ea typeface="SimHei" pitchFamily="49" charset="0"/>
                <a:cs typeface="SimHei" pitchFamily="49" charset="0"/>
              </a:rPr>
              <a:t> </a:t>
            </a:r>
            <a:r>
              <a:rPr lang="en-US" altLang="zh-CN" sz="900" kern="0" spc="-65" baseline="0" noProof="0" dirty="0">
                <a:solidFill>
                  <a:srgbClr val="05DF72"/>
                </a:solidFill>
                <a:latin typeface="SimHei" pitchFamily="49" charset="0"/>
                <a:ea typeface="SimHei" pitchFamily="49" charset="0"/>
                <a:cs typeface="SimHei" pitchFamily="49" charset="0"/>
              </a:rPr>
              <a:t>t</a:t>
            </a:r>
            <a:r>
              <a:rPr lang="en-US" altLang="zh-CN" sz="900" kern="0" spc="-50" baseline="0" noProof="0" dirty="0">
                <a:solidFill>
                  <a:srgbClr val="05DF72"/>
                </a:solidFill>
                <a:latin typeface="SimHei" pitchFamily="49" charset="0"/>
                <a:ea typeface="SimHei" pitchFamily="49" charset="0"/>
                <a:cs typeface="SimHei" pitchFamily="49" charset="0"/>
              </a:rPr>
              <a:t>otalSize;</a:t>
            </a:r>
            <a:r>
              <a:rPr lang="en-US" altLang="zh-CN" sz="900" kern="0" spc="-140" baseline="0" noProof="0" dirty="0">
                <a:latin typeface="SimHei" pitchFamily="49" charset="0"/>
                <a:ea typeface="SimHei" pitchFamily="49" charset="0"/>
                <a:cs typeface="SimHei" pitchFamily="49" charset="0"/>
              </a:rPr>
              <a:t> </a:t>
            </a:r>
            <a:r>
              <a:rPr lang="en-US" altLang="zh-CN" sz="900" kern="0" spc="-50" baseline="0" noProof="0" dirty="0">
                <a:solidFill>
                  <a:srgbClr val="6A7282"/>
                </a:solidFill>
                <a:latin typeface="SimHei" pitchFamily="49" charset="0"/>
                <a:ea typeface="SimHei" pitchFamily="49" charset="0"/>
                <a:cs typeface="SimHei" pitchFamily="49" charset="0"/>
              </a:rPr>
              <a:t>//</a:t>
            </a:r>
            <a:r>
              <a:rPr lang="en-US" altLang="zh-CN" sz="900" kern="0" spc="-140" baseline="0" noProof="0" dirty="0">
                <a:latin typeface="SimHei" pitchFamily="49" charset="0"/>
                <a:ea typeface="SimHei" pitchFamily="49" charset="0"/>
                <a:cs typeface="SimHei" pitchFamily="49" charset="0"/>
              </a:rPr>
              <a:t> </a:t>
            </a:r>
            <a:r>
              <a:rPr lang="en-US" altLang="zh-CN" sz="900" kern="0" spc="-115" baseline="0" noProof="0" dirty="0">
                <a:solidFill>
                  <a:srgbClr val="6A7282"/>
                </a:solidFill>
                <a:latin typeface="SimHei" pitchFamily="49" charset="0"/>
                <a:ea typeface="SimHei" pitchFamily="49" charset="0"/>
                <a:cs typeface="SimHei" pitchFamily="49" charset="0"/>
              </a:rPr>
              <a:t>总大小</a:t>
            </a:r>
            <a:r>
              <a:rPr lang="en-US" altLang="zh-CN" sz="900" kern="0" spc="0" baseline="0" noProof="0" dirty="0">
                <a:latin typeface="SimHei" pitchFamily="49" charset="0"/>
                <a:ea typeface="SimHei" pitchFamily="49" charset="0"/>
                <a:cs typeface="SimHei" pitchFamily="49" charset="0"/>
              </a:rPr>
              <a:t> </a:t>
            </a:r>
          </a:p>
          <a:p>
            <a:pPr marL="0" marR="17145" indent="152400" eaLnBrk="0">
              <a:lnSpc>
                <a:spcPct val="100925"/>
              </a:lnSpc>
              <a:spcBef>
                <a:spcPts val="125"/>
              </a:spcBef>
            </a:pPr>
            <a:r>
              <a:rPr lang="en-US" altLang="zh-CN" sz="900" kern="0" spc="-65" baseline="0" noProof="0" dirty="0">
                <a:solidFill>
                  <a:srgbClr val="05DF72"/>
                </a:solidFill>
                <a:latin typeface="SimHei" pitchFamily="49" charset="0"/>
                <a:ea typeface="SimHei" pitchFamily="49" charset="0"/>
                <a:cs typeface="SimHei" pitchFamily="49" charset="0"/>
              </a:rPr>
              <a:t>uint32_t</a:t>
            </a:r>
            <a:r>
              <a:rPr lang="en-US" altLang="zh-CN" sz="900" kern="0" spc="-140" baseline="0" noProof="0" dirty="0">
                <a:latin typeface="SimHei" pitchFamily="49" charset="0"/>
                <a:ea typeface="SimHei" pitchFamily="49" charset="0"/>
                <a:cs typeface="SimHei" pitchFamily="49" charset="0"/>
              </a:rPr>
              <a:t> </a:t>
            </a:r>
            <a:r>
              <a:rPr lang="en-US" altLang="zh-CN" sz="900" kern="0" spc="-65" baseline="0" noProof="0" dirty="0">
                <a:solidFill>
                  <a:srgbClr val="05DF72"/>
                </a:solidFill>
                <a:latin typeface="SimHei" pitchFamily="49" charset="0"/>
                <a:ea typeface="SimHei" pitchFamily="49" charset="0"/>
                <a:cs typeface="SimHei" pitchFamily="49" charset="0"/>
              </a:rPr>
              <a:t>splitAxis;</a:t>
            </a:r>
            <a:r>
              <a:rPr lang="en-US" altLang="zh-CN" sz="900" kern="0" spc="-140" baseline="0" noProof="0" dirty="0">
                <a:latin typeface="SimHei" pitchFamily="49" charset="0"/>
                <a:ea typeface="SimHei" pitchFamily="49" charset="0"/>
                <a:cs typeface="SimHei" pitchFamily="49" charset="0"/>
              </a:rPr>
              <a:t> </a:t>
            </a:r>
            <a:r>
              <a:rPr lang="en-US" altLang="zh-CN" sz="900" kern="0" spc="-65" baseline="0" noProof="0" dirty="0">
                <a:solidFill>
                  <a:srgbClr val="6A7282"/>
                </a:solidFill>
                <a:latin typeface="SimHei" pitchFamily="49" charset="0"/>
                <a:ea typeface="SimHei" pitchFamily="49" charset="0"/>
                <a:cs typeface="SimHei" pitchFamily="49" charset="0"/>
              </a:rPr>
              <a:t>//</a:t>
            </a:r>
            <a:r>
              <a:rPr lang="en-US" altLang="zh-CN" sz="900" kern="0" spc="-140" baseline="0" noProof="0" dirty="0">
                <a:latin typeface="SimHei" pitchFamily="49" charset="0"/>
                <a:ea typeface="SimHei" pitchFamily="49" charset="0"/>
                <a:cs typeface="SimHei" pitchFamily="49" charset="0"/>
              </a:rPr>
              <a:t> </a:t>
            </a:r>
            <a:r>
              <a:rPr lang="en-US" altLang="zh-CN" sz="900" kern="0" spc="-125" baseline="0" noProof="0" dirty="0">
                <a:solidFill>
                  <a:srgbClr val="6A7282"/>
                </a:solidFill>
                <a:latin typeface="SimHei" pitchFamily="49" charset="0"/>
                <a:ea typeface="SimHei" pitchFamily="49" charset="0"/>
                <a:cs typeface="SimHei" pitchFamily="49" charset="0"/>
              </a:rPr>
              <a:t>切分轴</a:t>
            </a:r>
            <a:r>
              <a:rPr lang="en-US" altLang="zh-CN" sz="900" kern="0" spc="0" baseline="0" noProof="0" dirty="0">
                <a:latin typeface="SimHei" pitchFamily="49" charset="0"/>
                <a:ea typeface="SimHei" pitchFamily="49" charset="0"/>
                <a:cs typeface="SimHei" pitchFamily="49" charset="0"/>
              </a:rPr>
              <a:t> </a:t>
            </a:r>
            <a:br>
              <a:rPr lang="en-US" altLang="zh-CN" sz="900" kern="0" dirty="0">
                <a:latin typeface="SimHei" pitchFamily="49" charset="0"/>
                <a:ea typeface="SimHei" pitchFamily="49" charset="0"/>
                <a:cs typeface="SimHei" pitchFamily="49" charset="0"/>
              </a:rPr>
            </a:br>
            <a:r>
              <a:rPr lang="en-US" altLang="zh-CN" sz="900" kern="0" spc="-125" baseline="0" noProof="0" dirty="0">
                <a:solidFill>
                  <a:srgbClr val="05DF72"/>
                </a:solidFill>
                <a:latin typeface="SimHei" pitchFamily="49" charset="0"/>
                <a:ea typeface="SimHei" pitchFamily="49" charset="0"/>
                <a:cs typeface="SimHei" pitchFamily="49" charset="0"/>
              </a:rPr>
              <a:t>};</a:t>
            </a:r>
            <a:r>
              <a:rPr lang="en-US" altLang="zh-CN" sz="900" kern="0" spc="0" baseline="0" noProof="0" dirty="0">
                <a:latin typeface="SimHei" pitchFamily="49" charset="0"/>
                <a:ea typeface="SimHei" pitchFamily="49" charset="0"/>
                <a:cs typeface="SimHei" pitchFamily="49" charset="0"/>
              </a:rPr>
              <a:t> </a:t>
            </a:r>
          </a:p>
        </p:txBody>
      </p:sp>
      <p:sp>
        <p:nvSpPr>
          <p:cNvPr id="656" name="TextBox656"/>
          <p:cNvSpPr txBox="1"/>
          <p:nvPr/>
        </p:nvSpPr>
        <p:spPr>
          <a:xfrm>
            <a:off x="8382635" y="3693795"/>
            <a:ext cx="762000" cy="228600"/>
          </a:xfrm>
          <a:prstGeom prst="rect">
            <a:avLst/>
          </a:prstGeom>
          <a:noFill/>
        </p:spPr>
        <p:txBody>
          <a:bodyPr wrap="square" lIns="0" tIns="0" rIns="0" bIns="0" rtlCol="0">
            <a:spAutoFit/>
          </a:bodyPr>
          <a:lstStyle/>
          <a:p>
            <a:pPr marL="0" marR="0" indent="0" eaLnBrk="0">
              <a:lnSpc>
                <a:spcPct val="99722"/>
              </a:lnSpc>
            </a:pPr>
            <a:r>
              <a:rPr lang="en-US" altLang="zh-CN" sz="1500" b="1" kern="0" spc="-15" baseline="0" noProof="0" dirty="0">
                <a:solidFill>
                  <a:srgbClr val="1E293B"/>
                </a:solidFill>
                <a:latin typeface="SimHei" pitchFamily="49" charset="0"/>
                <a:ea typeface="SimHei" pitchFamily="49" charset="0"/>
                <a:cs typeface="SimHei" pitchFamily="49" charset="0"/>
              </a:rPr>
              <a:t>切分策略</a:t>
            </a:r>
          </a:p>
        </p:txBody>
      </p:sp>
      <p:sp>
        <p:nvSpPr>
          <p:cNvPr id="657" name="TextBox657"/>
          <p:cNvSpPr txBox="1"/>
          <p:nvPr/>
        </p:nvSpPr>
        <p:spPr>
          <a:xfrm>
            <a:off x="8496936" y="4196080"/>
            <a:ext cx="1517650" cy="450850"/>
          </a:xfrm>
          <a:prstGeom prst="rect">
            <a:avLst/>
          </a:prstGeom>
          <a:noFill/>
        </p:spPr>
        <p:txBody>
          <a:bodyPr wrap="square" lIns="0" tIns="14605" rIns="0" bIns="0" rtlCol="0">
            <a:spAutoFit/>
          </a:bodyPr>
          <a:lstStyle/>
          <a:p>
            <a:pPr marL="314960" marR="0" indent="0" eaLnBrk="0">
              <a:lnSpc>
                <a:spcPct val="93055"/>
              </a:lnSpc>
              <a:spcBef>
                <a:spcPts val="115"/>
              </a:spcBef>
              <a:spcAft>
                <a:spcPts val="30"/>
              </a:spcAft>
            </a:pPr>
            <a:r>
              <a:rPr lang="en-US" altLang="zh-CN" sz="1200" b="1" kern="0" spc="-15" baseline="0" noProof="0" dirty="0">
                <a:solidFill>
                  <a:srgbClr val="1E293B"/>
                </a:solidFill>
                <a:latin typeface="SimHei" pitchFamily="49" charset="0"/>
                <a:ea typeface="SimHei" pitchFamily="49" charset="0"/>
                <a:cs typeface="SimHei" pitchFamily="49" charset="0"/>
              </a:rPr>
              <a:t>多核切分</a:t>
            </a:r>
          </a:p>
          <a:p>
            <a:pPr marL="0" marR="0" indent="0" eaLnBrk="0">
              <a:lnSpc>
                <a:spcPct val="70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050" kern="0" spc="0" baseline="0" noProof="0" dirty="0">
                <a:solidFill>
                  <a:srgbClr val="64748B"/>
                </a:solidFill>
                <a:latin typeface="SimHei" pitchFamily="49" charset="0"/>
                <a:ea typeface="SimHei" pitchFamily="49" charset="0"/>
                <a:cs typeface="SimHei" pitchFamily="49" charset="0"/>
              </a:rPr>
              <a:t>将数据分配到多个AI</a:t>
            </a:r>
            <a:r>
              <a:rPr lang="en-US" altLang="zh-CN" sz="1050" kern="0" spc="-150" baseline="0" noProof="0" dirty="0">
                <a:latin typeface="SimHei" pitchFamily="49" charset="0"/>
                <a:ea typeface="SimHei" pitchFamily="49" charset="0"/>
                <a:cs typeface="SimHei" pitchFamily="49" charset="0"/>
              </a:rPr>
              <a:t> </a:t>
            </a:r>
            <a:r>
              <a:rPr lang="en-US" altLang="zh-CN" sz="1050" kern="0" spc="0" baseline="0" noProof="0" dirty="0">
                <a:solidFill>
                  <a:srgbClr val="64748B"/>
                </a:solidFill>
                <a:latin typeface="SimHei" pitchFamily="49" charset="0"/>
                <a:ea typeface="SimHei" pitchFamily="49" charset="0"/>
                <a:cs typeface="SimHei" pitchFamily="49" charset="0"/>
              </a:rPr>
              <a:t>Core</a:t>
            </a:r>
          </a:p>
        </p:txBody>
      </p:sp>
      <p:sp>
        <p:nvSpPr>
          <p:cNvPr id="658" name="TextBox658"/>
          <p:cNvSpPr txBox="1"/>
          <p:nvPr/>
        </p:nvSpPr>
        <p:spPr>
          <a:xfrm>
            <a:off x="8496936" y="5034280"/>
            <a:ext cx="1389062" cy="450850"/>
          </a:xfrm>
          <a:prstGeom prst="rect">
            <a:avLst/>
          </a:prstGeom>
          <a:noFill/>
        </p:spPr>
        <p:txBody>
          <a:bodyPr wrap="square" lIns="0" tIns="14605" rIns="0" bIns="0" rtlCol="0">
            <a:spAutoFit/>
          </a:bodyPr>
          <a:lstStyle/>
          <a:p>
            <a:pPr marL="314960" marR="0" indent="0" eaLnBrk="0">
              <a:lnSpc>
                <a:spcPct val="93055"/>
              </a:lnSpc>
              <a:spcBef>
                <a:spcPts val="115"/>
              </a:spcBef>
              <a:spcAft>
                <a:spcPts val="30"/>
              </a:spcAft>
            </a:pPr>
            <a:r>
              <a:rPr lang="en-US" altLang="zh-CN" sz="1200" b="1" kern="0" spc="-15" baseline="0" noProof="0" dirty="0">
                <a:solidFill>
                  <a:srgbClr val="1E293B"/>
                </a:solidFill>
                <a:latin typeface="SimHei" pitchFamily="49" charset="0"/>
                <a:ea typeface="SimHei" pitchFamily="49" charset="0"/>
                <a:cs typeface="SimHei" pitchFamily="49" charset="0"/>
              </a:rPr>
              <a:t>UB</a:t>
            </a:r>
            <a:r>
              <a:rPr lang="en-US" altLang="zh-CN" sz="1200" b="1" kern="0" spc="0" baseline="0" noProof="0" dirty="0">
                <a:solidFill>
                  <a:srgbClr val="1E293B"/>
                </a:solidFill>
                <a:latin typeface="SimHei" pitchFamily="49" charset="0"/>
                <a:ea typeface="SimHei" pitchFamily="49" charset="0"/>
                <a:cs typeface="SimHei" pitchFamily="49" charset="0"/>
              </a:rPr>
              <a:t>切分</a:t>
            </a:r>
          </a:p>
          <a:p>
            <a:pPr marL="0" marR="0" indent="0" eaLnBrk="0">
              <a:lnSpc>
                <a:spcPct val="70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050" kern="0" spc="-50" baseline="0" noProof="0" dirty="0">
                <a:solidFill>
                  <a:srgbClr val="64748B"/>
                </a:solidFill>
                <a:latin typeface="SimHei" pitchFamily="49" charset="0"/>
                <a:ea typeface="SimHei" pitchFamily="49" charset="0"/>
                <a:cs typeface="SimHei" pitchFamily="49" charset="0"/>
              </a:rPr>
              <a:t>适配</a:t>
            </a:r>
            <a:r>
              <a:rPr lang="en-US" altLang="zh-CN" sz="1050" kern="0" spc="-25" baseline="0" noProof="0" dirty="0">
                <a:solidFill>
                  <a:srgbClr val="64748B"/>
                </a:solidFill>
                <a:latin typeface="SimHei" pitchFamily="49" charset="0"/>
                <a:ea typeface="SimHei" pitchFamily="49" charset="0"/>
                <a:cs typeface="SimHei" pitchFamily="49" charset="0"/>
              </a:rPr>
              <a:t>Unified</a:t>
            </a:r>
            <a:r>
              <a:rPr lang="en-US" altLang="zh-CN" sz="1050" kern="0" spc="-165" baseline="0" noProof="0" dirty="0">
                <a:latin typeface="SimHei" pitchFamily="49" charset="0"/>
                <a:ea typeface="SimHei" pitchFamily="49" charset="0"/>
                <a:cs typeface="SimHei" pitchFamily="49" charset="0"/>
              </a:rPr>
              <a:t> </a:t>
            </a:r>
            <a:r>
              <a:rPr lang="en-US" altLang="zh-CN" sz="1050" kern="0" spc="-25" baseline="0" noProof="0" dirty="0">
                <a:solidFill>
                  <a:srgbClr val="64748B"/>
                </a:solidFill>
                <a:latin typeface="SimHei" pitchFamily="49" charset="0"/>
                <a:ea typeface="SimHei" pitchFamily="49" charset="0"/>
                <a:cs typeface="SimHei" pitchFamily="49" charset="0"/>
              </a:rPr>
              <a:t>Buffer</a:t>
            </a:r>
            <a:r>
              <a:rPr lang="en-US" altLang="zh-CN" sz="1050" kern="0" spc="-50" baseline="0" noProof="0" dirty="0">
                <a:solidFill>
                  <a:srgbClr val="64748B"/>
                </a:solidFill>
                <a:latin typeface="SimHei" pitchFamily="49" charset="0"/>
                <a:ea typeface="SimHei" pitchFamily="49" charset="0"/>
                <a:cs typeface="SimHei" pitchFamily="49" charset="0"/>
              </a:rPr>
              <a:t>容量</a:t>
            </a:r>
          </a:p>
        </p:txBody>
      </p:sp>
    </p:spTree>
    <p:extLst>
      <p:ext uri="{EE2FE648-4A7F-4075-3EE6-713553123E7D}"/>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TextBox659"/>
          <p:cNvSpPr txBox="1"/>
          <p:nvPr/>
        </p:nvSpPr>
        <p:spPr>
          <a:xfrm>
            <a:off x="339090" y="245110"/>
            <a:ext cx="4902200" cy="419100"/>
          </a:xfrm>
          <a:prstGeom prst="rect">
            <a:avLst/>
          </a:prstGeom>
          <a:noFill/>
        </p:spPr>
        <p:txBody>
          <a:bodyPr wrap="square" lIns="0" tIns="635" rIns="0" bIns="0" rtlCol="0">
            <a:spAutoFit/>
          </a:bodyPr>
          <a:lstStyle/>
          <a:p>
            <a:pPr marL="0" marR="0" indent="0" eaLnBrk="0">
              <a:lnSpc>
                <a:spcPct val="99848"/>
              </a:lnSpc>
              <a:spcBef>
                <a:spcPts val="4"/>
              </a:spcBef>
            </a:pPr>
            <a:r>
              <a:rPr lang="en-US" altLang="zh-CN" sz="2750" b="1" kern="0" spc="0" baseline="0" noProof="0" dirty="0">
                <a:solidFill>
                  <a:srgbClr val="1E293B"/>
                </a:solidFill>
                <a:latin typeface="SimHei" pitchFamily="49" charset="0"/>
                <a:ea typeface="SimHei" pitchFamily="49" charset="0"/>
                <a:cs typeface="SimHei" pitchFamily="49" charset="0"/>
              </a:rPr>
              <a:t>阶段3：算子实现</a:t>
            </a:r>
            <a:r>
              <a:rPr lang="en-US" altLang="zh-CN" sz="2750" b="1" kern="0" spc="-90" baseline="0" noProof="0" dirty="0">
                <a:latin typeface="SimHei" pitchFamily="49" charset="0"/>
                <a:ea typeface="SimHei" pitchFamily="49" charset="0"/>
                <a:cs typeface="SimHei" pitchFamily="49" charset="0"/>
              </a:rPr>
              <a:t> </a:t>
            </a:r>
            <a:r>
              <a:rPr lang="en-US" altLang="zh-CN" sz="2750" b="1" kern="0" spc="0" baseline="0" noProof="0" dirty="0">
                <a:solidFill>
                  <a:srgbClr val="1E293B"/>
                </a:solidFill>
                <a:latin typeface="SimHei" pitchFamily="49" charset="0"/>
                <a:ea typeface="SimHei" pitchFamily="49" charset="0"/>
                <a:cs typeface="SimHei" pitchFamily="49" charset="0"/>
              </a:rPr>
              <a:t>-</a:t>
            </a:r>
            <a:r>
              <a:rPr lang="en-US" altLang="zh-CN" sz="2750" b="1" kern="0" spc="-90" baseline="0" noProof="0" dirty="0">
                <a:latin typeface="SimHei" pitchFamily="49" charset="0"/>
                <a:ea typeface="SimHei" pitchFamily="49" charset="0"/>
                <a:cs typeface="SimHei" pitchFamily="49" charset="0"/>
              </a:rPr>
              <a:t> </a:t>
            </a:r>
            <a:r>
              <a:rPr lang="en-US" altLang="zh-CN" sz="2750" b="1" kern="0" spc="0" baseline="0" noProof="0" dirty="0">
                <a:solidFill>
                  <a:srgbClr val="1E293B"/>
                </a:solidFill>
                <a:latin typeface="SimHei" pitchFamily="49" charset="0"/>
                <a:ea typeface="SimHei" pitchFamily="49" charset="0"/>
                <a:cs typeface="SimHei" pitchFamily="49" charset="0"/>
              </a:rPr>
              <a:t>Kernel开发</a:t>
            </a:r>
          </a:p>
        </p:txBody>
      </p:sp>
      <p:pic>
        <p:nvPicPr>
          <p:cNvPr id="660" name="F1809B97-776A-49E8-9A41-0A5B40A37427"/>
          <p:cNvPicPr>
            <a:picLocks noChangeAspect="1"/>
          </p:cNvPicPr>
          <p:nvPr/>
        </p:nvPicPr>
        <p:blipFill>
          <a:blip r:embed="rId3" cstate="print">
            <a:extLst>
              <a:ext uri="{4AD4EF65-D8A9-4DC4-98DE-F40B7B477CDA}"/>
            </a:extLst>
          </a:blip>
          <a:srcRect/>
          <a:stretch>
            <a:fillRect/>
          </a:stretch>
        </p:blipFill>
        <p:spPr>
          <a:xfrm>
            <a:off x="346075" y="1123315"/>
            <a:ext cx="7624234" cy="969433"/>
          </a:xfrm>
          <a:prstGeom prst="rect">
            <a:avLst/>
          </a:prstGeom>
        </p:spPr>
      </p:pic>
      <p:grpSp>
        <p:nvGrpSpPr>
          <p:cNvPr id="661" name="Combination 661"/>
          <p:cNvGrpSpPr/>
          <p:nvPr/>
        </p:nvGrpSpPr>
        <p:grpSpPr>
          <a:xfrm>
            <a:off x="375285" y="1143000"/>
            <a:ext cx="7565390" cy="911225"/>
            <a:chOff x="375285" y="1143000"/>
            <a:chExt cx="7565390" cy="911225"/>
          </a:xfrm>
        </p:grpSpPr>
        <p:sp>
          <p:nvSpPr>
            <p:cNvPr id="662" name="VectorPath 662"/>
            <p:cNvSpPr/>
            <p:nvPr/>
          </p:nvSpPr>
          <p:spPr>
            <a:xfrm>
              <a:off x="375133" y="1143254"/>
              <a:ext cx="7565289" cy="911098"/>
            </a:xfrm>
            <a:custGeom>
              <a:avLst/>
              <a:gdLst/>
              <a:ahLst/>
              <a:cxnLst/>
              <a:rect l="l" t="t" r="r" b="b"/>
              <a:pathLst>
                <a:path w="7565137" h="910971">
                  <a:moveTo>
                    <a:pt x="35585" y="0"/>
                  </a:moveTo>
                  <a:lnTo>
                    <a:pt x="7457949" y="0"/>
                  </a:lnTo>
                  <a:cubicBezTo>
                    <a:pt x="7517131" y="0"/>
                    <a:pt x="7565137" y="48006"/>
                    <a:pt x="7565137" y="107188"/>
                  </a:cubicBezTo>
                  <a:lnTo>
                    <a:pt x="7565137" y="803910"/>
                  </a:lnTo>
                  <a:cubicBezTo>
                    <a:pt x="7565137" y="863092"/>
                    <a:pt x="7517131" y="911098"/>
                    <a:pt x="7457949" y="911098"/>
                  </a:cubicBezTo>
                  <a:lnTo>
                    <a:pt x="35585" y="911098"/>
                  </a:lnTo>
                  <a:cubicBezTo>
                    <a:pt x="15850" y="911098"/>
                    <a:pt x="-152" y="895096"/>
                    <a:pt x="-152" y="875411"/>
                  </a:cubicBezTo>
                  <a:lnTo>
                    <a:pt x="-152" y="35814"/>
                  </a:lnTo>
                  <a:cubicBezTo>
                    <a:pt x="-152" y="16002"/>
                    <a:pt x="15850" y="0"/>
                    <a:pt x="35585" y="0"/>
                  </a:cubicBezTo>
                </a:path>
              </a:pathLst>
            </a:custGeom>
            <a:solidFill>
              <a:srgbClr val="FFFFFF">
                <a:alpha val="100000"/>
              </a:srgbClr>
            </a:solidFill>
          </p:spPr>
        </p:sp>
        <p:sp>
          <p:nvSpPr>
            <p:cNvPr id="663" name="VectorPath 663"/>
            <p:cNvSpPr/>
            <p:nvPr/>
          </p:nvSpPr>
          <p:spPr>
            <a:xfrm>
              <a:off x="571640" y="1321943"/>
              <a:ext cx="428727" cy="428752"/>
            </a:xfrm>
            <a:custGeom>
              <a:avLst/>
              <a:gdLst/>
              <a:ahLst/>
              <a:cxnLst/>
              <a:rect l="l" t="t" r="r" b="b"/>
              <a:pathLst>
                <a:path w="428727" h="428752">
                  <a:moveTo>
                    <a:pt x="71450" y="0"/>
                  </a:moveTo>
                  <a:lnTo>
                    <a:pt x="357276" y="0"/>
                  </a:lnTo>
                  <a:cubicBezTo>
                    <a:pt x="396710" y="0"/>
                    <a:pt x="428727" y="32004"/>
                    <a:pt x="428727" y="71374"/>
                  </a:cubicBezTo>
                  <a:lnTo>
                    <a:pt x="428727" y="357251"/>
                  </a:lnTo>
                  <a:cubicBezTo>
                    <a:pt x="428727" y="396748"/>
                    <a:pt x="396735" y="428752"/>
                    <a:pt x="357276" y="428752"/>
                  </a:cubicBezTo>
                  <a:lnTo>
                    <a:pt x="71450" y="428752"/>
                  </a:lnTo>
                  <a:cubicBezTo>
                    <a:pt x="32017" y="428752"/>
                    <a:pt x="0" y="396621"/>
                    <a:pt x="0" y="357251"/>
                  </a:cubicBezTo>
                  <a:lnTo>
                    <a:pt x="0" y="71374"/>
                  </a:lnTo>
                  <a:cubicBezTo>
                    <a:pt x="0" y="32004"/>
                    <a:pt x="31991" y="0"/>
                    <a:pt x="71450" y="0"/>
                  </a:cubicBezTo>
                </a:path>
              </a:pathLst>
            </a:custGeom>
            <a:solidFill>
              <a:srgbClr val="10B981">
                <a:alpha val="10000"/>
              </a:srgbClr>
            </a:solidFill>
          </p:spPr>
        </p:sp>
        <p:sp>
          <p:nvSpPr>
            <p:cNvPr id="664" name="VectorPath 664"/>
            <p:cNvSpPr/>
            <p:nvPr/>
          </p:nvSpPr>
          <p:spPr>
            <a:xfrm>
              <a:off x="664121" y="1427607"/>
              <a:ext cx="243802" cy="217424"/>
            </a:xfrm>
            <a:custGeom>
              <a:avLst/>
              <a:gdLst/>
              <a:ahLst/>
              <a:cxnLst/>
              <a:rect l="l" t="t" r="r" b="b"/>
              <a:pathLst>
                <a:path w="243802" h="217424">
                  <a:moveTo>
                    <a:pt x="152362" y="2032"/>
                  </a:moveTo>
                  <a:cubicBezTo>
                    <a:pt x="145250" y="0"/>
                    <a:pt x="137833" y="4064"/>
                    <a:pt x="135788" y="11176"/>
                  </a:cubicBezTo>
                  <a:lnTo>
                    <a:pt x="82194" y="198755"/>
                  </a:lnTo>
                  <a:cubicBezTo>
                    <a:pt x="80137" y="205867"/>
                    <a:pt x="84290" y="213360"/>
                    <a:pt x="91402" y="215392"/>
                  </a:cubicBezTo>
                  <a:cubicBezTo>
                    <a:pt x="98527" y="217424"/>
                    <a:pt x="105931" y="213233"/>
                    <a:pt x="107988" y="206121"/>
                  </a:cubicBezTo>
                  <a:lnTo>
                    <a:pt x="161569" y="18542"/>
                  </a:lnTo>
                  <a:cubicBezTo>
                    <a:pt x="163627" y="11430"/>
                    <a:pt x="159487" y="4064"/>
                    <a:pt x="152362" y="2032"/>
                  </a:cubicBezTo>
                  <a:moveTo>
                    <a:pt x="179413" y="58928"/>
                  </a:moveTo>
                  <a:cubicBezTo>
                    <a:pt x="174181" y="64262"/>
                    <a:pt x="174181" y="72771"/>
                    <a:pt x="179413" y="77978"/>
                  </a:cubicBezTo>
                  <a:lnTo>
                    <a:pt x="210147" y="108712"/>
                  </a:lnTo>
                  <a:lnTo>
                    <a:pt x="179413" y="139446"/>
                  </a:lnTo>
                  <a:cubicBezTo>
                    <a:pt x="174181" y="144653"/>
                    <a:pt x="174181" y="153162"/>
                    <a:pt x="179413" y="158369"/>
                  </a:cubicBezTo>
                  <a:cubicBezTo>
                    <a:pt x="184645" y="163576"/>
                    <a:pt x="193142" y="163576"/>
                    <a:pt x="198374" y="158369"/>
                  </a:cubicBezTo>
                  <a:lnTo>
                    <a:pt x="238570" y="118237"/>
                  </a:lnTo>
                  <a:cubicBezTo>
                    <a:pt x="243802" y="112903"/>
                    <a:pt x="243802" y="104394"/>
                    <a:pt x="238570" y="99187"/>
                  </a:cubicBezTo>
                  <a:lnTo>
                    <a:pt x="198374" y="59055"/>
                  </a:lnTo>
                  <a:cubicBezTo>
                    <a:pt x="193142" y="53848"/>
                    <a:pt x="184645" y="53848"/>
                    <a:pt x="179413" y="59055"/>
                  </a:cubicBezTo>
                  <a:lnTo>
                    <a:pt x="179413" y="58928"/>
                  </a:lnTo>
                  <a:close/>
                  <a:moveTo>
                    <a:pt x="64402" y="58928"/>
                  </a:moveTo>
                  <a:cubicBezTo>
                    <a:pt x="59169" y="53721"/>
                    <a:pt x="50660" y="53721"/>
                    <a:pt x="45428" y="58928"/>
                  </a:cubicBezTo>
                  <a:lnTo>
                    <a:pt x="5245" y="99187"/>
                  </a:lnTo>
                  <a:cubicBezTo>
                    <a:pt x="0" y="104394"/>
                    <a:pt x="0" y="112903"/>
                    <a:pt x="5245" y="118110"/>
                  </a:cubicBezTo>
                  <a:lnTo>
                    <a:pt x="45428" y="158369"/>
                  </a:lnTo>
                  <a:cubicBezTo>
                    <a:pt x="50660" y="163576"/>
                    <a:pt x="59169" y="163576"/>
                    <a:pt x="64402" y="158369"/>
                  </a:cubicBezTo>
                  <a:cubicBezTo>
                    <a:pt x="69634" y="153035"/>
                    <a:pt x="69634" y="144653"/>
                    <a:pt x="64402" y="139319"/>
                  </a:cubicBezTo>
                  <a:lnTo>
                    <a:pt x="33668" y="108712"/>
                  </a:lnTo>
                  <a:lnTo>
                    <a:pt x="64351" y="77978"/>
                  </a:lnTo>
                  <a:cubicBezTo>
                    <a:pt x="69596" y="72771"/>
                    <a:pt x="69596" y="64262"/>
                    <a:pt x="64351" y="58928"/>
                  </a:cubicBezTo>
                  <a:lnTo>
                    <a:pt x="64402" y="58928"/>
                  </a:lnTo>
                  <a:close/>
                </a:path>
              </a:pathLst>
            </a:custGeom>
            <a:solidFill>
              <a:srgbClr val="10B981">
                <a:alpha val="100000"/>
              </a:srgbClr>
            </a:solidFill>
          </p:spPr>
        </p:sp>
      </p:grpSp>
      <p:pic>
        <p:nvPicPr>
          <p:cNvPr id="665" name="738F7244-6ACF-40F3-D835-2155DE10A3D6"/>
          <p:cNvPicPr>
            <a:picLocks noChangeAspect="1"/>
          </p:cNvPicPr>
          <p:nvPr/>
        </p:nvPicPr>
        <p:blipFill>
          <a:blip r:embed="rId4" cstate="print">
            <a:extLst>
              <a:ext uri="{4F62C1FA-8E59-4A0D-0FCD-40DA4C14AD37}"/>
            </a:extLst>
          </a:blip>
          <a:srcRect/>
          <a:stretch>
            <a:fillRect/>
          </a:stretch>
        </p:blipFill>
        <p:spPr>
          <a:xfrm>
            <a:off x="346075" y="2178050"/>
            <a:ext cx="7624234" cy="2057400"/>
          </a:xfrm>
          <a:prstGeom prst="rect">
            <a:avLst/>
          </a:prstGeom>
        </p:spPr>
      </p:pic>
      <p:grpSp>
        <p:nvGrpSpPr>
          <p:cNvPr id="666" name="Combination 666"/>
          <p:cNvGrpSpPr/>
          <p:nvPr/>
        </p:nvGrpSpPr>
        <p:grpSpPr>
          <a:xfrm>
            <a:off x="375285" y="2197100"/>
            <a:ext cx="7565390" cy="2000885"/>
            <a:chOff x="375285" y="2197100"/>
            <a:chExt cx="7565390" cy="2000885"/>
          </a:xfrm>
        </p:grpSpPr>
        <p:sp>
          <p:nvSpPr>
            <p:cNvPr id="667" name="VectorPath 667"/>
            <p:cNvSpPr/>
            <p:nvPr/>
          </p:nvSpPr>
          <p:spPr>
            <a:xfrm>
              <a:off x="375133" y="2197227"/>
              <a:ext cx="7565289" cy="2000758"/>
            </a:xfrm>
            <a:custGeom>
              <a:avLst/>
              <a:gdLst/>
              <a:ahLst/>
              <a:cxnLst/>
              <a:rect l="l" t="t" r="r" b="b"/>
              <a:pathLst>
                <a:path w="7565137" h="2000758">
                  <a:moveTo>
                    <a:pt x="35585" y="0"/>
                  </a:moveTo>
                  <a:lnTo>
                    <a:pt x="7457949" y="0"/>
                  </a:lnTo>
                  <a:cubicBezTo>
                    <a:pt x="7517131" y="0"/>
                    <a:pt x="7565137" y="48006"/>
                    <a:pt x="7565137" y="107188"/>
                  </a:cubicBezTo>
                  <a:lnTo>
                    <a:pt x="7565137" y="1893570"/>
                  </a:lnTo>
                  <a:cubicBezTo>
                    <a:pt x="7565137" y="1952752"/>
                    <a:pt x="7517131" y="2000758"/>
                    <a:pt x="7457949" y="2000758"/>
                  </a:cubicBezTo>
                  <a:lnTo>
                    <a:pt x="35585" y="2000758"/>
                  </a:lnTo>
                  <a:cubicBezTo>
                    <a:pt x="15850" y="2000758"/>
                    <a:pt x="-152" y="1984756"/>
                    <a:pt x="-152" y="1965071"/>
                  </a:cubicBezTo>
                  <a:lnTo>
                    <a:pt x="-152" y="35687"/>
                  </a:lnTo>
                  <a:cubicBezTo>
                    <a:pt x="-152" y="16002"/>
                    <a:pt x="15862" y="0"/>
                    <a:pt x="35585" y="0"/>
                  </a:cubicBezTo>
                </a:path>
              </a:pathLst>
            </a:custGeom>
            <a:solidFill>
              <a:srgbClr val="FFFFFF">
                <a:alpha val="100000"/>
              </a:srgbClr>
            </a:solidFill>
          </p:spPr>
        </p:sp>
        <p:sp>
          <p:nvSpPr>
            <p:cNvPr id="668" name="VectorPath 668"/>
            <p:cNvSpPr/>
            <p:nvPr/>
          </p:nvSpPr>
          <p:spPr>
            <a:xfrm>
              <a:off x="571640" y="2751074"/>
              <a:ext cx="1714868" cy="1268222"/>
            </a:xfrm>
            <a:custGeom>
              <a:avLst/>
              <a:gdLst/>
              <a:ahLst/>
              <a:cxnLst/>
              <a:rect l="l" t="t" r="r" b="b"/>
              <a:pathLst>
                <a:path w="1714868" h="1268222">
                  <a:moveTo>
                    <a:pt x="35725" y="0"/>
                  </a:moveTo>
                  <a:lnTo>
                    <a:pt x="1679181" y="0"/>
                  </a:lnTo>
                  <a:cubicBezTo>
                    <a:pt x="1698866" y="0"/>
                    <a:pt x="1714868" y="15875"/>
                    <a:pt x="1714868" y="35687"/>
                  </a:cubicBezTo>
                  <a:lnTo>
                    <a:pt x="1714868" y="1196848"/>
                  </a:lnTo>
                  <a:cubicBezTo>
                    <a:pt x="1714868" y="1236218"/>
                    <a:pt x="1682864" y="1268222"/>
                    <a:pt x="1643494" y="1268222"/>
                  </a:cubicBezTo>
                  <a:lnTo>
                    <a:pt x="71463" y="1268222"/>
                  </a:lnTo>
                  <a:cubicBezTo>
                    <a:pt x="32017" y="1268222"/>
                    <a:pt x="0" y="1236218"/>
                    <a:pt x="0" y="1196848"/>
                  </a:cubicBezTo>
                  <a:lnTo>
                    <a:pt x="0" y="35687"/>
                  </a:lnTo>
                  <a:cubicBezTo>
                    <a:pt x="0" y="15875"/>
                    <a:pt x="16002" y="0"/>
                    <a:pt x="35725" y="0"/>
                  </a:cubicBezTo>
                </a:path>
              </a:pathLst>
            </a:custGeom>
            <a:solidFill>
              <a:srgbClr val="8B5CF6">
                <a:alpha val="5000"/>
              </a:srgbClr>
            </a:solidFill>
          </p:spPr>
        </p:sp>
        <p:sp>
          <p:nvSpPr>
            <p:cNvPr id="669" name="VectorPath 669"/>
            <p:cNvSpPr/>
            <p:nvPr/>
          </p:nvSpPr>
          <p:spPr>
            <a:xfrm>
              <a:off x="1251928" y="2876042"/>
              <a:ext cx="357289" cy="357251"/>
            </a:xfrm>
            <a:custGeom>
              <a:avLst/>
              <a:gdLst/>
              <a:ahLst/>
              <a:cxnLst/>
              <a:rect l="l" t="t" r="r" b="b"/>
              <a:pathLst>
                <a:path w="357289" h="357251">
                  <a:moveTo>
                    <a:pt x="178600" y="0"/>
                  </a:moveTo>
                  <a:lnTo>
                    <a:pt x="178600" y="0"/>
                  </a:lnTo>
                  <a:cubicBezTo>
                    <a:pt x="277279" y="0"/>
                    <a:pt x="357289" y="80010"/>
                    <a:pt x="357289" y="178689"/>
                  </a:cubicBezTo>
                  <a:lnTo>
                    <a:pt x="357289" y="178689"/>
                  </a:lnTo>
                  <a:cubicBezTo>
                    <a:pt x="357289" y="277241"/>
                    <a:pt x="277279" y="357251"/>
                    <a:pt x="178600" y="357251"/>
                  </a:cubicBezTo>
                  <a:lnTo>
                    <a:pt x="178600" y="357251"/>
                  </a:lnTo>
                  <a:cubicBezTo>
                    <a:pt x="80048" y="357251"/>
                    <a:pt x="0" y="277241"/>
                    <a:pt x="0" y="178689"/>
                  </a:cubicBezTo>
                  <a:lnTo>
                    <a:pt x="0" y="178689"/>
                  </a:lnTo>
                  <a:cubicBezTo>
                    <a:pt x="0" y="80010"/>
                    <a:pt x="80048" y="0"/>
                    <a:pt x="178600" y="0"/>
                  </a:cubicBezTo>
                </a:path>
              </a:pathLst>
            </a:custGeom>
            <a:solidFill>
              <a:srgbClr val="8B5CF6">
                <a:alpha val="100000"/>
              </a:srgbClr>
            </a:solidFill>
          </p:spPr>
        </p:sp>
        <p:sp>
          <p:nvSpPr>
            <p:cNvPr id="670" name="VectorPath 670"/>
            <p:cNvSpPr/>
            <p:nvPr/>
          </p:nvSpPr>
          <p:spPr>
            <a:xfrm>
              <a:off x="2396617" y="2751074"/>
              <a:ext cx="1715008" cy="1268222"/>
            </a:xfrm>
            <a:custGeom>
              <a:avLst/>
              <a:gdLst/>
              <a:ahLst/>
              <a:cxnLst/>
              <a:rect l="l" t="t" r="r" b="b"/>
              <a:pathLst>
                <a:path w="1715008" h="1268222">
                  <a:moveTo>
                    <a:pt x="35814" y="0"/>
                  </a:moveTo>
                  <a:lnTo>
                    <a:pt x="1679194" y="0"/>
                  </a:lnTo>
                  <a:cubicBezTo>
                    <a:pt x="1699006" y="0"/>
                    <a:pt x="1715008" y="15875"/>
                    <a:pt x="1715008" y="35687"/>
                  </a:cubicBezTo>
                  <a:lnTo>
                    <a:pt x="1715008" y="1196848"/>
                  </a:lnTo>
                  <a:cubicBezTo>
                    <a:pt x="1715008" y="1236218"/>
                    <a:pt x="1683004" y="1268222"/>
                    <a:pt x="1643507" y="1268222"/>
                  </a:cubicBezTo>
                  <a:lnTo>
                    <a:pt x="71501" y="1268222"/>
                  </a:lnTo>
                  <a:cubicBezTo>
                    <a:pt x="32131" y="1268222"/>
                    <a:pt x="0" y="1236218"/>
                    <a:pt x="0" y="1196848"/>
                  </a:cubicBezTo>
                  <a:lnTo>
                    <a:pt x="0" y="35687"/>
                  </a:lnTo>
                  <a:cubicBezTo>
                    <a:pt x="0" y="15875"/>
                    <a:pt x="16002" y="0"/>
                    <a:pt x="35814" y="0"/>
                  </a:cubicBezTo>
                </a:path>
              </a:pathLst>
            </a:custGeom>
            <a:solidFill>
              <a:srgbClr val="8B5CF6">
                <a:alpha val="5000"/>
              </a:srgbClr>
            </a:solidFill>
          </p:spPr>
        </p:sp>
        <p:sp>
          <p:nvSpPr>
            <p:cNvPr id="671" name="VectorPath 671"/>
            <p:cNvSpPr/>
            <p:nvPr/>
          </p:nvSpPr>
          <p:spPr>
            <a:xfrm>
              <a:off x="3076956" y="2876042"/>
              <a:ext cx="357251" cy="357251"/>
            </a:xfrm>
            <a:custGeom>
              <a:avLst/>
              <a:gdLst/>
              <a:ahLst/>
              <a:cxnLst/>
              <a:rect l="l" t="t" r="r" b="b"/>
              <a:pathLst>
                <a:path w="357251" h="357251">
                  <a:moveTo>
                    <a:pt x="178689" y="0"/>
                  </a:moveTo>
                  <a:lnTo>
                    <a:pt x="178689" y="0"/>
                  </a:lnTo>
                  <a:cubicBezTo>
                    <a:pt x="277241" y="0"/>
                    <a:pt x="357251" y="80010"/>
                    <a:pt x="357251" y="178689"/>
                  </a:cubicBezTo>
                  <a:lnTo>
                    <a:pt x="357251" y="178689"/>
                  </a:lnTo>
                  <a:cubicBezTo>
                    <a:pt x="357251" y="277241"/>
                    <a:pt x="277241" y="357251"/>
                    <a:pt x="178689" y="357251"/>
                  </a:cubicBezTo>
                  <a:lnTo>
                    <a:pt x="178689" y="357251"/>
                  </a:lnTo>
                  <a:cubicBezTo>
                    <a:pt x="80010" y="357251"/>
                    <a:pt x="0" y="277241"/>
                    <a:pt x="0" y="178689"/>
                  </a:cubicBezTo>
                  <a:lnTo>
                    <a:pt x="0" y="178689"/>
                  </a:lnTo>
                  <a:cubicBezTo>
                    <a:pt x="0" y="80010"/>
                    <a:pt x="80010" y="0"/>
                    <a:pt x="178689" y="0"/>
                  </a:cubicBezTo>
                </a:path>
              </a:pathLst>
            </a:custGeom>
            <a:solidFill>
              <a:srgbClr val="8B5CF6">
                <a:alpha val="100000"/>
              </a:srgbClr>
            </a:solidFill>
          </p:spPr>
        </p:sp>
        <p:sp>
          <p:nvSpPr>
            <p:cNvPr id="672" name="VectorPath 672"/>
            <p:cNvSpPr/>
            <p:nvPr/>
          </p:nvSpPr>
          <p:spPr>
            <a:xfrm>
              <a:off x="4221734" y="2751074"/>
              <a:ext cx="1715008" cy="1268222"/>
            </a:xfrm>
            <a:custGeom>
              <a:avLst/>
              <a:gdLst/>
              <a:ahLst/>
              <a:cxnLst/>
              <a:rect l="l" t="t" r="r" b="b"/>
              <a:pathLst>
                <a:path w="1715008" h="1268222">
                  <a:moveTo>
                    <a:pt x="35814" y="0"/>
                  </a:moveTo>
                  <a:lnTo>
                    <a:pt x="1679194" y="0"/>
                  </a:lnTo>
                  <a:cubicBezTo>
                    <a:pt x="1699006" y="0"/>
                    <a:pt x="1715008" y="15875"/>
                    <a:pt x="1715008" y="35687"/>
                  </a:cubicBezTo>
                  <a:lnTo>
                    <a:pt x="1715008" y="1196848"/>
                  </a:lnTo>
                  <a:cubicBezTo>
                    <a:pt x="1715008" y="1236218"/>
                    <a:pt x="1682877" y="1268222"/>
                    <a:pt x="1643507" y="1268222"/>
                  </a:cubicBezTo>
                  <a:lnTo>
                    <a:pt x="71501" y="1268222"/>
                  </a:lnTo>
                  <a:cubicBezTo>
                    <a:pt x="32004" y="1268222"/>
                    <a:pt x="0" y="1236218"/>
                    <a:pt x="0" y="1196848"/>
                  </a:cubicBezTo>
                  <a:lnTo>
                    <a:pt x="0" y="35687"/>
                  </a:lnTo>
                  <a:cubicBezTo>
                    <a:pt x="0" y="15875"/>
                    <a:pt x="16002" y="0"/>
                    <a:pt x="35814" y="0"/>
                  </a:cubicBezTo>
                </a:path>
              </a:pathLst>
            </a:custGeom>
            <a:solidFill>
              <a:srgbClr val="8B5CF6">
                <a:alpha val="5000"/>
              </a:srgbClr>
            </a:solidFill>
          </p:spPr>
        </p:sp>
        <p:sp>
          <p:nvSpPr>
            <p:cNvPr id="673" name="VectorPath 673"/>
            <p:cNvSpPr/>
            <p:nvPr/>
          </p:nvSpPr>
          <p:spPr>
            <a:xfrm>
              <a:off x="4902073" y="2876042"/>
              <a:ext cx="357251" cy="357251"/>
            </a:xfrm>
            <a:custGeom>
              <a:avLst/>
              <a:gdLst/>
              <a:ahLst/>
              <a:cxnLst/>
              <a:rect l="l" t="t" r="r" b="b"/>
              <a:pathLst>
                <a:path w="357251" h="357251">
                  <a:moveTo>
                    <a:pt x="178562" y="0"/>
                  </a:moveTo>
                  <a:lnTo>
                    <a:pt x="178562" y="0"/>
                  </a:lnTo>
                  <a:cubicBezTo>
                    <a:pt x="277241" y="0"/>
                    <a:pt x="357251" y="80010"/>
                    <a:pt x="357251" y="178689"/>
                  </a:cubicBezTo>
                  <a:lnTo>
                    <a:pt x="357251" y="178689"/>
                  </a:lnTo>
                  <a:cubicBezTo>
                    <a:pt x="357251" y="277241"/>
                    <a:pt x="277241" y="357251"/>
                    <a:pt x="178562" y="357251"/>
                  </a:cubicBezTo>
                  <a:lnTo>
                    <a:pt x="178562" y="357251"/>
                  </a:lnTo>
                  <a:cubicBezTo>
                    <a:pt x="80010" y="357251"/>
                    <a:pt x="0" y="277241"/>
                    <a:pt x="0" y="178689"/>
                  </a:cubicBezTo>
                  <a:lnTo>
                    <a:pt x="0" y="178689"/>
                  </a:lnTo>
                  <a:cubicBezTo>
                    <a:pt x="0" y="80010"/>
                    <a:pt x="80010" y="0"/>
                    <a:pt x="178562" y="0"/>
                  </a:cubicBezTo>
                </a:path>
              </a:pathLst>
            </a:custGeom>
            <a:solidFill>
              <a:srgbClr val="8B5CF6">
                <a:alpha val="100000"/>
              </a:srgbClr>
            </a:solidFill>
          </p:spPr>
        </p:sp>
        <p:sp>
          <p:nvSpPr>
            <p:cNvPr id="674" name="VectorPath 674"/>
            <p:cNvSpPr/>
            <p:nvPr/>
          </p:nvSpPr>
          <p:spPr>
            <a:xfrm>
              <a:off x="6046852" y="2751074"/>
              <a:ext cx="1714881" cy="1268222"/>
            </a:xfrm>
            <a:custGeom>
              <a:avLst/>
              <a:gdLst/>
              <a:ahLst/>
              <a:cxnLst/>
              <a:rect l="l" t="t" r="r" b="b"/>
              <a:pathLst>
                <a:path w="1714881" h="1268222">
                  <a:moveTo>
                    <a:pt x="35687" y="0"/>
                  </a:moveTo>
                  <a:lnTo>
                    <a:pt x="1679194" y="0"/>
                  </a:lnTo>
                  <a:cubicBezTo>
                    <a:pt x="1698879" y="0"/>
                    <a:pt x="1714881" y="15875"/>
                    <a:pt x="1714881" y="35687"/>
                  </a:cubicBezTo>
                  <a:lnTo>
                    <a:pt x="1714881" y="1196848"/>
                  </a:lnTo>
                  <a:cubicBezTo>
                    <a:pt x="1714881" y="1236218"/>
                    <a:pt x="1682876" y="1268222"/>
                    <a:pt x="1643380" y="1268222"/>
                  </a:cubicBezTo>
                  <a:lnTo>
                    <a:pt x="71374" y="1268222"/>
                  </a:lnTo>
                  <a:cubicBezTo>
                    <a:pt x="32004" y="1268222"/>
                    <a:pt x="0" y="1236218"/>
                    <a:pt x="0" y="1196848"/>
                  </a:cubicBezTo>
                  <a:lnTo>
                    <a:pt x="0" y="35687"/>
                  </a:lnTo>
                  <a:cubicBezTo>
                    <a:pt x="0" y="15875"/>
                    <a:pt x="16002" y="0"/>
                    <a:pt x="35687" y="0"/>
                  </a:cubicBezTo>
                </a:path>
              </a:pathLst>
            </a:custGeom>
            <a:solidFill>
              <a:srgbClr val="8B5CF6">
                <a:alpha val="5000"/>
              </a:srgbClr>
            </a:solidFill>
          </p:spPr>
        </p:sp>
        <p:sp>
          <p:nvSpPr>
            <p:cNvPr id="675" name="VectorPath 675"/>
            <p:cNvSpPr/>
            <p:nvPr/>
          </p:nvSpPr>
          <p:spPr>
            <a:xfrm>
              <a:off x="6727063" y="2876042"/>
              <a:ext cx="357251" cy="357251"/>
            </a:xfrm>
            <a:custGeom>
              <a:avLst/>
              <a:gdLst/>
              <a:ahLst/>
              <a:cxnLst/>
              <a:rect l="l" t="t" r="r" b="b"/>
              <a:pathLst>
                <a:path w="357251" h="357251">
                  <a:moveTo>
                    <a:pt x="178689" y="0"/>
                  </a:moveTo>
                  <a:lnTo>
                    <a:pt x="178689" y="0"/>
                  </a:lnTo>
                  <a:cubicBezTo>
                    <a:pt x="277241" y="0"/>
                    <a:pt x="357251" y="80010"/>
                    <a:pt x="357251" y="178689"/>
                  </a:cubicBezTo>
                  <a:lnTo>
                    <a:pt x="357251" y="178689"/>
                  </a:lnTo>
                  <a:cubicBezTo>
                    <a:pt x="357251" y="277241"/>
                    <a:pt x="277241" y="357251"/>
                    <a:pt x="178689" y="357251"/>
                  </a:cubicBezTo>
                  <a:lnTo>
                    <a:pt x="178689" y="357251"/>
                  </a:lnTo>
                  <a:cubicBezTo>
                    <a:pt x="80137" y="357251"/>
                    <a:pt x="0" y="277241"/>
                    <a:pt x="0" y="178689"/>
                  </a:cubicBezTo>
                  <a:lnTo>
                    <a:pt x="0" y="178689"/>
                  </a:lnTo>
                  <a:cubicBezTo>
                    <a:pt x="0" y="80010"/>
                    <a:pt x="80137" y="0"/>
                    <a:pt x="178689" y="0"/>
                  </a:cubicBezTo>
                </a:path>
              </a:pathLst>
            </a:custGeom>
            <a:solidFill>
              <a:srgbClr val="8B5CF6">
                <a:alpha val="100000"/>
              </a:srgbClr>
            </a:solidFill>
          </p:spPr>
        </p:sp>
      </p:grpSp>
      <p:sp>
        <p:nvSpPr>
          <p:cNvPr id="676" name="VectorPath 676"/>
          <p:cNvSpPr/>
          <p:nvPr/>
        </p:nvSpPr>
        <p:spPr>
          <a:xfrm>
            <a:off x="375285" y="1143000"/>
            <a:ext cx="35560" cy="911225"/>
          </a:xfrm>
          <a:custGeom>
            <a:avLst/>
            <a:gdLst/>
            <a:ahLst/>
            <a:cxnLst/>
            <a:rect l="l" t="t" r="r" b="b"/>
            <a:pathLst>
              <a:path w="35560" h="910971">
                <a:moveTo>
                  <a:pt x="35585" y="0"/>
                </a:moveTo>
                <a:lnTo>
                  <a:pt x="35585" y="0"/>
                </a:lnTo>
                <a:lnTo>
                  <a:pt x="35585" y="911098"/>
                </a:lnTo>
                <a:lnTo>
                  <a:pt x="35585" y="911098"/>
                </a:lnTo>
                <a:cubicBezTo>
                  <a:pt x="15850" y="911098"/>
                  <a:pt x="-152" y="895096"/>
                  <a:pt x="-152" y="875411"/>
                </a:cubicBezTo>
                <a:lnTo>
                  <a:pt x="-152" y="35814"/>
                </a:lnTo>
                <a:cubicBezTo>
                  <a:pt x="-152" y="16002"/>
                  <a:pt x="15850" y="0"/>
                  <a:pt x="35585" y="0"/>
                </a:cubicBezTo>
              </a:path>
            </a:pathLst>
          </a:custGeom>
          <a:solidFill>
            <a:srgbClr val="10B981">
              <a:alpha val="100000"/>
            </a:srgbClr>
          </a:solidFill>
        </p:spPr>
      </p:sp>
      <p:sp>
        <p:nvSpPr>
          <p:cNvPr id="677" name="VectorPath 677"/>
          <p:cNvSpPr/>
          <p:nvPr/>
        </p:nvSpPr>
        <p:spPr>
          <a:xfrm>
            <a:off x="375285" y="2197100"/>
            <a:ext cx="35560" cy="2000885"/>
          </a:xfrm>
          <a:custGeom>
            <a:avLst/>
            <a:gdLst/>
            <a:ahLst/>
            <a:cxnLst/>
            <a:rect l="l" t="t" r="r" b="b"/>
            <a:pathLst>
              <a:path w="35560" h="2000758">
                <a:moveTo>
                  <a:pt x="35585" y="0"/>
                </a:moveTo>
                <a:lnTo>
                  <a:pt x="35585" y="0"/>
                </a:lnTo>
                <a:lnTo>
                  <a:pt x="35585" y="2000758"/>
                </a:lnTo>
                <a:lnTo>
                  <a:pt x="35585" y="2000758"/>
                </a:lnTo>
                <a:cubicBezTo>
                  <a:pt x="15850" y="2000758"/>
                  <a:pt x="-152" y="1984756"/>
                  <a:pt x="-152" y="1965071"/>
                </a:cubicBezTo>
                <a:lnTo>
                  <a:pt x="-152" y="35687"/>
                </a:lnTo>
                <a:cubicBezTo>
                  <a:pt x="-152" y="16002"/>
                  <a:pt x="15850" y="0"/>
                  <a:pt x="35585" y="0"/>
                </a:cubicBezTo>
              </a:path>
            </a:pathLst>
          </a:custGeom>
          <a:solidFill>
            <a:srgbClr val="8B5CF6">
              <a:alpha val="100000"/>
            </a:srgbClr>
          </a:solidFill>
        </p:spPr>
      </p:sp>
      <p:sp>
        <p:nvSpPr>
          <p:cNvPr id="678" name="TextBox678"/>
          <p:cNvSpPr txBox="1"/>
          <p:nvPr/>
        </p:nvSpPr>
        <p:spPr>
          <a:xfrm>
            <a:off x="1143000" y="1346835"/>
            <a:ext cx="6484937" cy="523875"/>
          </a:xfrm>
          <a:prstGeom prst="rect">
            <a:avLst/>
          </a:prstGeom>
          <a:noFill/>
        </p:spPr>
        <p:txBody>
          <a:bodyPr wrap="square" lIns="0" tIns="17145" rIns="0" bIns="0" rtlCol="0">
            <a:spAutoFit/>
          </a:bodyPr>
          <a:lstStyle/>
          <a:p>
            <a:pPr marL="0" marR="0" indent="0" eaLnBrk="0">
              <a:lnSpc>
                <a:spcPct val="97916"/>
              </a:lnSpc>
              <a:spcBef>
                <a:spcPts val="135"/>
              </a:spcBef>
              <a:spcAft>
                <a:spcPts val="35"/>
              </a:spcAft>
            </a:pPr>
            <a:r>
              <a:rPr lang="en-US" altLang="zh-CN" sz="1400" b="1" kern="0" spc="-15" baseline="0" noProof="0" dirty="0">
                <a:solidFill>
                  <a:srgbClr val="1E293B"/>
                </a:solidFill>
                <a:latin typeface="Arial" pitchFamily="34" charset="0"/>
                <a:ea typeface="Arial" pitchFamily="34" charset="0"/>
                <a:cs typeface="Arial" pitchFamily="34" charset="0"/>
              </a:rPr>
              <a:t>Kernel</a:t>
            </a:r>
            <a:r>
              <a:rPr lang="en-US" altLang="zh-CN" sz="1400" b="1" kern="0" spc="0" baseline="0" noProof="0" dirty="0">
                <a:solidFill>
                  <a:srgbClr val="1E293B"/>
                </a:solidFill>
                <a:latin typeface="SimHei" pitchFamily="49" charset="0"/>
                <a:ea typeface="SimHei" pitchFamily="49" charset="0"/>
                <a:cs typeface="SimHei" pitchFamily="49" charset="0"/>
              </a:rPr>
              <a:t>代码生成</a:t>
            </a:r>
          </a:p>
          <a:p>
            <a:pPr marL="0" marR="0" indent="0" eaLnBrk="0">
              <a:lnSpc>
                <a:spcPct val="87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0" baseline="0" noProof="0" dirty="0">
                <a:solidFill>
                  <a:srgbClr val="64748B"/>
                </a:solidFill>
                <a:latin typeface="SimHei" pitchFamily="49" charset="0"/>
                <a:ea typeface="SimHei" pitchFamily="49" charset="0"/>
                <a:cs typeface="SimHei" pitchFamily="49" charset="0"/>
              </a:rPr>
              <a:t>CANNBot自动生成符合</a:t>
            </a:r>
            <a:r>
              <a:rPr lang="en-US" altLang="zh-CN" sz="1100" kern="0" spc="-15" baseline="0" noProof="0" dirty="0">
                <a:latin typeface="SimHei" pitchFamily="49" charset="0"/>
                <a:ea typeface="SimHei" pitchFamily="49" charset="0"/>
                <a:cs typeface="SimHei" pitchFamily="49" charset="0"/>
              </a:rPr>
              <a:t> </a:t>
            </a:r>
            <a:r>
              <a:rPr lang="en-US" altLang="zh-CN" sz="1100" b="1" kern="0" spc="0" baseline="0" noProof="0" dirty="0">
                <a:solidFill>
                  <a:srgbClr val="10B981"/>
                </a:solidFill>
                <a:latin typeface="SimHei" pitchFamily="49" charset="0"/>
                <a:ea typeface="SimHei" pitchFamily="49" charset="0"/>
                <a:cs typeface="SimHei" pitchFamily="49" charset="0"/>
              </a:rPr>
              <a:t>Ascend</a:t>
            </a:r>
            <a:r>
              <a:rPr lang="en-US" altLang="zh-CN" sz="1100" b="1" kern="0" spc="-15" baseline="0" noProof="0" dirty="0">
                <a:latin typeface="SimHei" pitchFamily="49" charset="0"/>
                <a:ea typeface="SimHei" pitchFamily="49" charset="0"/>
                <a:cs typeface="SimHei" pitchFamily="49" charset="0"/>
              </a:rPr>
              <a:t> </a:t>
            </a:r>
            <a:r>
              <a:rPr lang="en-US" altLang="zh-CN" sz="1100" b="1" kern="0" spc="0" baseline="0" noProof="0" dirty="0">
                <a:solidFill>
                  <a:srgbClr val="10B981"/>
                </a:solidFill>
                <a:latin typeface="SimHei" pitchFamily="49" charset="0"/>
                <a:ea typeface="SimHei" pitchFamily="49" charset="0"/>
                <a:cs typeface="SimHei" pitchFamily="49" charset="0"/>
              </a:rPr>
              <a:t>C规范</a:t>
            </a:r>
            <a:r>
              <a:rPr lang="en-US" altLang="zh-CN" sz="1100" b="1" kern="0" spc="-15" baseline="0" noProof="0" dirty="0">
                <a:latin typeface="SimHei" pitchFamily="49" charset="0"/>
                <a:ea typeface="SimHei" pitchFamily="49" charset="0"/>
                <a:cs typeface="SimHei" pitchFamily="49" charset="0"/>
              </a:rPr>
              <a:t> </a:t>
            </a:r>
            <a:r>
              <a:rPr lang="en-US" altLang="zh-CN" sz="1100" kern="0" spc="0" baseline="0" noProof="0" dirty="0">
                <a:solidFill>
                  <a:srgbClr val="64748B"/>
                </a:solidFill>
                <a:latin typeface="SimHei" pitchFamily="49" charset="0"/>
                <a:ea typeface="SimHei" pitchFamily="49" charset="0"/>
                <a:cs typeface="SimHei" pitchFamily="49" charset="0"/>
              </a:rPr>
              <a:t>的Kernel代码，包括数据搬入、计算、数据搬出三个核心步骤。</a:t>
            </a:r>
          </a:p>
        </p:txBody>
      </p:sp>
      <p:sp>
        <p:nvSpPr>
          <p:cNvPr id="679" name="TextBox679"/>
          <p:cNvSpPr txBox="1"/>
          <p:nvPr/>
        </p:nvSpPr>
        <p:spPr>
          <a:xfrm>
            <a:off x="571500" y="2409190"/>
            <a:ext cx="1069975" cy="214312"/>
          </a:xfrm>
          <a:prstGeom prst="rect">
            <a:avLst/>
          </a:prstGeom>
          <a:noFill/>
        </p:spPr>
        <p:txBody>
          <a:bodyPr wrap="square" lIns="0" tIns="0" rIns="0" bIns="0" rtlCol="0">
            <a:spAutoFit/>
          </a:bodyPr>
          <a:lstStyle/>
          <a:p>
            <a:pPr marL="0" marR="0" indent="0" eaLnBrk="0">
              <a:lnSpc>
                <a:spcPct val="100000"/>
              </a:lnSpc>
            </a:pPr>
            <a:r>
              <a:rPr lang="en-US" altLang="zh-CN" sz="1400" b="1" kern="0" spc="-15" baseline="0" noProof="0" dirty="0">
                <a:solidFill>
                  <a:srgbClr val="1E293B"/>
                </a:solidFill>
                <a:latin typeface="SimHei" pitchFamily="49" charset="0"/>
                <a:ea typeface="SimHei" pitchFamily="49" charset="0"/>
                <a:cs typeface="SimHei" pitchFamily="49" charset="0"/>
              </a:rPr>
              <a:t>代码生成流程</a:t>
            </a:r>
          </a:p>
        </p:txBody>
      </p:sp>
      <p:grpSp>
        <p:nvGrpSpPr>
          <p:cNvPr id="680" name="Combination 680"/>
          <p:cNvGrpSpPr/>
          <p:nvPr/>
        </p:nvGrpSpPr>
        <p:grpSpPr>
          <a:xfrm>
            <a:off x="571500" y="2750820"/>
            <a:ext cx="7190106" cy="36195"/>
            <a:chOff x="571500" y="2750820"/>
            <a:chExt cx="7190106" cy="36195"/>
          </a:xfrm>
        </p:grpSpPr>
        <p:sp>
          <p:nvSpPr>
            <p:cNvPr id="681" name="VectorPath 681"/>
            <p:cNvSpPr/>
            <p:nvPr/>
          </p:nvSpPr>
          <p:spPr>
            <a:xfrm>
              <a:off x="571640" y="2751074"/>
              <a:ext cx="1714868" cy="35687"/>
            </a:xfrm>
            <a:custGeom>
              <a:avLst/>
              <a:gdLst/>
              <a:ahLst/>
              <a:cxnLst/>
              <a:rect l="l" t="t" r="r" b="b"/>
              <a:pathLst>
                <a:path w="1714868" h="35687">
                  <a:moveTo>
                    <a:pt x="35725" y="0"/>
                  </a:moveTo>
                  <a:lnTo>
                    <a:pt x="1679181" y="0"/>
                  </a:lnTo>
                  <a:cubicBezTo>
                    <a:pt x="1698866" y="0"/>
                    <a:pt x="1714868" y="15875"/>
                    <a:pt x="1714868" y="35687"/>
                  </a:cubicBezTo>
                  <a:lnTo>
                    <a:pt x="1714868" y="35687"/>
                  </a:lnTo>
                  <a:lnTo>
                    <a:pt x="0" y="35687"/>
                  </a:lnTo>
                  <a:lnTo>
                    <a:pt x="0" y="35687"/>
                  </a:lnTo>
                  <a:cubicBezTo>
                    <a:pt x="0" y="15875"/>
                    <a:pt x="16002" y="0"/>
                    <a:pt x="35725" y="0"/>
                  </a:cubicBezTo>
                </a:path>
              </a:pathLst>
            </a:custGeom>
            <a:solidFill>
              <a:srgbClr val="8B5CF6">
                <a:alpha val="100000"/>
              </a:srgbClr>
            </a:solidFill>
          </p:spPr>
        </p:sp>
        <p:sp>
          <p:nvSpPr>
            <p:cNvPr id="682" name="VectorPath 682"/>
            <p:cNvSpPr/>
            <p:nvPr/>
          </p:nvSpPr>
          <p:spPr>
            <a:xfrm>
              <a:off x="2396617" y="2751074"/>
              <a:ext cx="1715008" cy="35687"/>
            </a:xfrm>
            <a:custGeom>
              <a:avLst/>
              <a:gdLst/>
              <a:ahLst/>
              <a:cxnLst/>
              <a:rect l="l" t="t" r="r" b="b"/>
              <a:pathLst>
                <a:path w="1715008" h="35687">
                  <a:moveTo>
                    <a:pt x="35814" y="0"/>
                  </a:moveTo>
                  <a:lnTo>
                    <a:pt x="1679194" y="0"/>
                  </a:lnTo>
                  <a:cubicBezTo>
                    <a:pt x="1699006" y="0"/>
                    <a:pt x="1715008" y="15875"/>
                    <a:pt x="1715008" y="35687"/>
                  </a:cubicBezTo>
                  <a:lnTo>
                    <a:pt x="1715008" y="35687"/>
                  </a:lnTo>
                  <a:lnTo>
                    <a:pt x="0" y="35687"/>
                  </a:lnTo>
                  <a:lnTo>
                    <a:pt x="0" y="35687"/>
                  </a:lnTo>
                  <a:cubicBezTo>
                    <a:pt x="0" y="15875"/>
                    <a:pt x="16002" y="0"/>
                    <a:pt x="35814" y="0"/>
                  </a:cubicBezTo>
                </a:path>
              </a:pathLst>
            </a:custGeom>
            <a:solidFill>
              <a:srgbClr val="8B5CF6">
                <a:alpha val="100000"/>
              </a:srgbClr>
            </a:solidFill>
          </p:spPr>
        </p:sp>
        <p:sp>
          <p:nvSpPr>
            <p:cNvPr id="683" name="VectorPath 683"/>
            <p:cNvSpPr/>
            <p:nvPr/>
          </p:nvSpPr>
          <p:spPr>
            <a:xfrm>
              <a:off x="4221734" y="2751074"/>
              <a:ext cx="1715008" cy="35687"/>
            </a:xfrm>
            <a:custGeom>
              <a:avLst/>
              <a:gdLst/>
              <a:ahLst/>
              <a:cxnLst/>
              <a:rect l="l" t="t" r="r" b="b"/>
              <a:pathLst>
                <a:path w="1715008" h="35687">
                  <a:moveTo>
                    <a:pt x="35814" y="0"/>
                  </a:moveTo>
                  <a:lnTo>
                    <a:pt x="1679194" y="0"/>
                  </a:lnTo>
                  <a:cubicBezTo>
                    <a:pt x="1699006" y="0"/>
                    <a:pt x="1715008" y="15875"/>
                    <a:pt x="1715008" y="35687"/>
                  </a:cubicBezTo>
                  <a:lnTo>
                    <a:pt x="1715008" y="35687"/>
                  </a:lnTo>
                  <a:lnTo>
                    <a:pt x="0" y="35687"/>
                  </a:lnTo>
                  <a:lnTo>
                    <a:pt x="0" y="35687"/>
                  </a:lnTo>
                  <a:cubicBezTo>
                    <a:pt x="0" y="15875"/>
                    <a:pt x="16002" y="0"/>
                    <a:pt x="35814" y="0"/>
                  </a:cubicBezTo>
                </a:path>
              </a:pathLst>
            </a:custGeom>
            <a:solidFill>
              <a:srgbClr val="8B5CF6">
                <a:alpha val="100000"/>
              </a:srgbClr>
            </a:solidFill>
          </p:spPr>
        </p:sp>
        <p:sp>
          <p:nvSpPr>
            <p:cNvPr id="684" name="VectorPath 684"/>
            <p:cNvSpPr/>
            <p:nvPr/>
          </p:nvSpPr>
          <p:spPr>
            <a:xfrm>
              <a:off x="6046852" y="2751074"/>
              <a:ext cx="1714881" cy="35687"/>
            </a:xfrm>
            <a:custGeom>
              <a:avLst/>
              <a:gdLst/>
              <a:ahLst/>
              <a:cxnLst/>
              <a:rect l="l" t="t" r="r" b="b"/>
              <a:pathLst>
                <a:path w="1714754" h="35687">
                  <a:moveTo>
                    <a:pt x="35687" y="0"/>
                  </a:moveTo>
                  <a:lnTo>
                    <a:pt x="1679194" y="0"/>
                  </a:lnTo>
                  <a:cubicBezTo>
                    <a:pt x="1698879" y="0"/>
                    <a:pt x="1714881" y="15875"/>
                    <a:pt x="1714881" y="35687"/>
                  </a:cubicBezTo>
                  <a:lnTo>
                    <a:pt x="1714881" y="35687"/>
                  </a:lnTo>
                  <a:lnTo>
                    <a:pt x="0" y="35687"/>
                  </a:lnTo>
                  <a:lnTo>
                    <a:pt x="0" y="35687"/>
                  </a:lnTo>
                  <a:cubicBezTo>
                    <a:pt x="0" y="15875"/>
                    <a:pt x="16002" y="0"/>
                    <a:pt x="35687" y="0"/>
                  </a:cubicBezTo>
                </a:path>
              </a:pathLst>
            </a:custGeom>
            <a:solidFill>
              <a:srgbClr val="8B5CF6">
                <a:alpha val="100000"/>
              </a:srgbClr>
            </a:solidFill>
          </p:spPr>
        </p:sp>
      </p:grpSp>
      <p:sp>
        <p:nvSpPr>
          <p:cNvPr id="685" name="TextBox685"/>
          <p:cNvSpPr txBox="1"/>
          <p:nvPr/>
        </p:nvSpPr>
        <p:spPr>
          <a:xfrm>
            <a:off x="1381760" y="2973070"/>
            <a:ext cx="96837"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FFFFFF"/>
                </a:solidFill>
                <a:latin typeface="Arial" pitchFamily="34" charset="0"/>
                <a:ea typeface="Arial" pitchFamily="34" charset="0"/>
                <a:cs typeface="Arial" pitchFamily="34" charset="0"/>
              </a:rPr>
              <a:t>1</a:t>
            </a:r>
          </a:p>
        </p:txBody>
      </p:sp>
      <p:sp>
        <p:nvSpPr>
          <p:cNvPr id="686" name="TextBox686"/>
          <p:cNvSpPr txBox="1"/>
          <p:nvPr/>
        </p:nvSpPr>
        <p:spPr>
          <a:xfrm>
            <a:off x="741045" y="3341370"/>
            <a:ext cx="1374775" cy="388937"/>
          </a:xfrm>
          <a:prstGeom prst="rect">
            <a:avLst/>
          </a:prstGeom>
          <a:noFill/>
        </p:spPr>
        <p:txBody>
          <a:bodyPr wrap="square" lIns="0" tIns="13335" rIns="0" bIns="0" rtlCol="0">
            <a:spAutoFit/>
          </a:bodyPr>
          <a:lstStyle/>
          <a:p>
            <a:pPr marL="400685" marR="0" indent="0" eaLnBrk="0">
              <a:lnSpc>
                <a:spcPct val="92424"/>
              </a:lnSpc>
              <a:spcBef>
                <a:spcPts val="104"/>
              </a:spcBef>
              <a:spcAft>
                <a:spcPts val="629"/>
              </a:spcAft>
            </a:pPr>
            <a:r>
              <a:rPr lang="en-US" altLang="zh-CN" sz="1100" b="1" kern="0" spc="-15" baseline="0" noProof="0" dirty="0">
                <a:solidFill>
                  <a:srgbClr val="1E293B"/>
                </a:solidFill>
                <a:latin typeface="SimHei" pitchFamily="49" charset="0"/>
                <a:ea typeface="SimHei" pitchFamily="49" charset="0"/>
                <a:cs typeface="SimHei" pitchFamily="49" charset="0"/>
              </a:rPr>
              <a:t>分析需求</a:t>
            </a:r>
          </a:p>
          <a:p>
            <a:pPr marL="0" marR="0" indent="0" eaLnBrk="0">
              <a:lnSpc>
                <a:spcPct val="100000"/>
              </a:lnSpc>
            </a:pPr>
            <a:r>
              <a:rPr lang="en-US" altLang="zh-CN" sz="950" kern="0" spc="-15" baseline="0" noProof="0" dirty="0">
                <a:solidFill>
                  <a:srgbClr val="64748B"/>
                </a:solidFill>
                <a:latin typeface="SimHei" pitchFamily="49" charset="0"/>
                <a:ea typeface="SimHei" pitchFamily="49" charset="0"/>
                <a:cs typeface="SimHei" pitchFamily="49" charset="0"/>
              </a:rPr>
              <a:t>理解算子功能和数据特征</a:t>
            </a:r>
          </a:p>
        </p:txBody>
      </p:sp>
      <p:sp>
        <p:nvSpPr>
          <p:cNvPr id="687" name="TextBox687"/>
          <p:cNvSpPr txBox="1"/>
          <p:nvPr/>
        </p:nvSpPr>
        <p:spPr>
          <a:xfrm>
            <a:off x="3206750" y="2973070"/>
            <a:ext cx="96837"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FFFFFF"/>
                </a:solidFill>
                <a:latin typeface="Arial" pitchFamily="34" charset="0"/>
                <a:ea typeface="Arial" pitchFamily="34" charset="0"/>
                <a:cs typeface="Arial" pitchFamily="34" charset="0"/>
              </a:rPr>
              <a:t>2</a:t>
            </a:r>
          </a:p>
        </p:txBody>
      </p:sp>
      <p:sp>
        <p:nvSpPr>
          <p:cNvPr id="688" name="TextBox688"/>
          <p:cNvSpPr txBox="1"/>
          <p:nvPr/>
        </p:nvSpPr>
        <p:spPr>
          <a:xfrm>
            <a:off x="2503805" y="3341370"/>
            <a:ext cx="1500187" cy="388937"/>
          </a:xfrm>
          <a:prstGeom prst="rect">
            <a:avLst/>
          </a:prstGeom>
          <a:noFill/>
        </p:spPr>
        <p:txBody>
          <a:bodyPr wrap="square" lIns="0" tIns="13335" rIns="0" bIns="0" rtlCol="0">
            <a:spAutoFit/>
          </a:bodyPr>
          <a:lstStyle/>
          <a:p>
            <a:pPr marL="462915" marR="0" indent="0" eaLnBrk="0">
              <a:lnSpc>
                <a:spcPct val="92424"/>
              </a:lnSpc>
              <a:spcBef>
                <a:spcPts val="104"/>
              </a:spcBef>
              <a:spcAft>
                <a:spcPts val="629"/>
              </a:spcAft>
            </a:pPr>
            <a:r>
              <a:rPr lang="en-US" altLang="zh-CN" sz="1100" b="1" kern="0" spc="-15" baseline="0" noProof="0" dirty="0">
                <a:solidFill>
                  <a:srgbClr val="1E293B"/>
                </a:solidFill>
                <a:latin typeface="SimHei" pitchFamily="49" charset="0"/>
                <a:ea typeface="SimHei" pitchFamily="49" charset="0"/>
                <a:cs typeface="SimHei" pitchFamily="49" charset="0"/>
              </a:rPr>
              <a:t>选择模板</a:t>
            </a:r>
          </a:p>
          <a:p>
            <a:pPr marL="0" marR="0" indent="0" eaLnBrk="0">
              <a:lnSpc>
                <a:spcPct val="100000"/>
              </a:lnSpc>
            </a:pPr>
            <a:r>
              <a:rPr lang="en-US" altLang="zh-CN" sz="950" kern="0" spc="-15" baseline="0" noProof="0" dirty="0">
                <a:solidFill>
                  <a:srgbClr val="64748B"/>
                </a:solidFill>
                <a:latin typeface="SimHei" pitchFamily="49" charset="0"/>
                <a:ea typeface="SimHei" pitchFamily="49" charset="0"/>
                <a:cs typeface="SimHei" pitchFamily="49" charset="0"/>
              </a:rPr>
              <a:t>基于算子类型选择代码模板</a:t>
            </a:r>
          </a:p>
        </p:txBody>
      </p:sp>
      <p:sp>
        <p:nvSpPr>
          <p:cNvPr id="689" name="TextBox689"/>
          <p:cNvSpPr txBox="1"/>
          <p:nvPr/>
        </p:nvSpPr>
        <p:spPr>
          <a:xfrm>
            <a:off x="5032375" y="2973070"/>
            <a:ext cx="96837"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FFFFFF"/>
                </a:solidFill>
                <a:latin typeface="Arial" pitchFamily="34" charset="0"/>
                <a:ea typeface="Arial" pitchFamily="34" charset="0"/>
                <a:cs typeface="Arial" pitchFamily="34" charset="0"/>
              </a:rPr>
              <a:t>3</a:t>
            </a:r>
          </a:p>
        </p:txBody>
      </p:sp>
      <p:sp>
        <p:nvSpPr>
          <p:cNvPr id="690" name="TextBox690"/>
          <p:cNvSpPr txBox="1"/>
          <p:nvPr/>
        </p:nvSpPr>
        <p:spPr>
          <a:xfrm>
            <a:off x="4330700" y="3341370"/>
            <a:ext cx="1498600" cy="568325"/>
          </a:xfrm>
          <a:prstGeom prst="rect">
            <a:avLst/>
          </a:prstGeom>
          <a:noFill/>
        </p:spPr>
        <p:txBody>
          <a:bodyPr wrap="square" lIns="0" tIns="13335" rIns="0" bIns="0" rtlCol="0">
            <a:spAutoFit/>
          </a:bodyPr>
          <a:lstStyle/>
          <a:p>
            <a:pPr marL="461645" marR="0" indent="0" eaLnBrk="0">
              <a:lnSpc>
                <a:spcPct val="91666"/>
              </a:lnSpc>
              <a:spcBef>
                <a:spcPts val="104"/>
              </a:spcBef>
              <a:spcAft>
                <a:spcPts val="620"/>
              </a:spcAft>
            </a:pPr>
            <a:r>
              <a:rPr lang="en-US" altLang="zh-CN" sz="1100" b="1" kern="0" spc="-15" baseline="0" noProof="0" dirty="0">
                <a:solidFill>
                  <a:srgbClr val="1E293B"/>
                </a:solidFill>
                <a:latin typeface="SimHei" pitchFamily="49" charset="0"/>
                <a:ea typeface="SimHei" pitchFamily="49" charset="0"/>
                <a:cs typeface="SimHei" pitchFamily="49" charset="0"/>
              </a:rPr>
              <a:t>生成代码</a:t>
            </a:r>
          </a:p>
          <a:p>
            <a:pPr marL="686181" marR="0" indent="-686181" eaLnBrk="0">
              <a:lnSpc>
                <a:spcPct val="112280"/>
              </a:lnSpc>
            </a:pPr>
            <a:r>
              <a:rPr lang="en-US" altLang="zh-CN" sz="950" kern="0" spc="-15" baseline="0" noProof="0" dirty="0">
                <a:solidFill>
                  <a:srgbClr val="64748B"/>
                </a:solidFill>
                <a:latin typeface="SimHei" pitchFamily="49" charset="0"/>
                <a:ea typeface="SimHei" pitchFamily="49" charset="0"/>
                <a:cs typeface="SimHei" pitchFamily="49" charset="0"/>
              </a:rPr>
              <a:t>填充模板生成完整</a:t>
            </a:r>
            <a:r>
              <a:rPr lang="en-US" altLang="zh-CN" sz="950" kern="0" spc="0" baseline="0" noProof="0" dirty="0">
                <a:solidFill>
                  <a:srgbClr val="64748B"/>
                </a:solidFill>
                <a:latin typeface="SimHei" pitchFamily="49" charset="0"/>
                <a:ea typeface="SimHei" pitchFamily="49" charset="0"/>
                <a:cs typeface="SimHei" pitchFamily="49" charset="0"/>
              </a:rPr>
              <a:t>Kernel代</a:t>
            </a:r>
            <a:r>
              <a:rPr lang="en-US" altLang="zh-CN" sz="950" kern="0" spc="0" baseline="0" noProof="0" dirty="0">
                <a:latin typeface="SimHei" pitchFamily="49" charset="0"/>
                <a:ea typeface="SimHei" pitchFamily="49" charset="0"/>
                <a:cs typeface="SimHei" pitchFamily="49" charset="0"/>
              </a:rPr>
              <a:t> </a:t>
            </a:r>
            <a:r>
              <a:rPr lang="en-US" altLang="zh-CN" sz="950" kern="0" spc="-15" baseline="0" noProof="0" dirty="0">
                <a:solidFill>
                  <a:srgbClr val="64748B"/>
                </a:solidFill>
                <a:latin typeface="SimHei" pitchFamily="49" charset="0"/>
                <a:ea typeface="SimHei" pitchFamily="49" charset="0"/>
                <a:cs typeface="SimHei" pitchFamily="49" charset="0"/>
              </a:rPr>
              <a:t>码</a:t>
            </a:r>
            <a:r>
              <a:rPr lang="en-US" altLang="zh-CN" sz="950" kern="0" spc="0" baseline="0" noProof="0" dirty="0">
                <a:latin typeface="SimHei" pitchFamily="49" charset="0"/>
                <a:ea typeface="SimHei" pitchFamily="49" charset="0"/>
                <a:cs typeface="SimHei" pitchFamily="49" charset="0"/>
              </a:rPr>
              <a:t> </a:t>
            </a:r>
          </a:p>
        </p:txBody>
      </p:sp>
      <p:sp>
        <p:nvSpPr>
          <p:cNvPr id="691" name="TextBox691"/>
          <p:cNvSpPr txBox="1"/>
          <p:nvPr/>
        </p:nvSpPr>
        <p:spPr>
          <a:xfrm>
            <a:off x="6857365" y="2973070"/>
            <a:ext cx="96837"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FFFFFF"/>
                </a:solidFill>
                <a:latin typeface="Arial" pitchFamily="34" charset="0"/>
                <a:ea typeface="Arial" pitchFamily="34" charset="0"/>
                <a:cs typeface="Arial" pitchFamily="34" charset="0"/>
              </a:rPr>
              <a:t>4</a:t>
            </a:r>
          </a:p>
        </p:txBody>
      </p:sp>
      <p:sp>
        <p:nvSpPr>
          <p:cNvPr id="692" name="TextBox692"/>
          <p:cNvSpPr txBox="1"/>
          <p:nvPr/>
        </p:nvSpPr>
        <p:spPr>
          <a:xfrm>
            <a:off x="6217285" y="3341370"/>
            <a:ext cx="1374775" cy="388937"/>
          </a:xfrm>
          <a:prstGeom prst="rect">
            <a:avLst/>
          </a:prstGeom>
          <a:noFill/>
        </p:spPr>
        <p:txBody>
          <a:bodyPr wrap="square" lIns="0" tIns="13335" rIns="0" bIns="0" rtlCol="0">
            <a:spAutoFit/>
          </a:bodyPr>
          <a:lstStyle/>
          <a:p>
            <a:pPr marL="400050" marR="0" indent="0" eaLnBrk="0">
              <a:lnSpc>
                <a:spcPct val="92424"/>
              </a:lnSpc>
              <a:spcBef>
                <a:spcPts val="104"/>
              </a:spcBef>
              <a:spcAft>
                <a:spcPts val="629"/>
              </a:spcAft>
            </a:pPr>
            <a:r>
              <a:rPr lang="en-US" altLang="zh-CN" sz="1100" b="1" kern="0" spc="-15" baseline="0" noProof="0" dirty="0">
                <a:solidFill>
                  <a:srgbClr val="1E293B"/>
                </a:solidFill>
                <a:latin typeface="SimHei" pitchFamily="49" charset="0"/>
                <a:ea typeface="SimHei" pitchFamily="49" charset="0"/>
                <a:cs typeface="SimHei" pitchFamily="49" charset="0"/>
              </a:rPr>
              <a:t>优化调整</a:t>
            </a:r>
          </a:p>
          <a:p>
            <a:pPr marL="0" marR="0" indent="0" eaLnBrk="0">
              <a:lnSpc>
                <a:spcPct val="100000"/>
              </a:lnSpc>
            </a:pPr>
            <a:r>
              <a:rPr lang="en-US" altLang="zh-CN" sz="950" kern="0" spc="-15" baseline="0" noProof="0" dirty="0">
                <a:solidFill>
                  <a:srgbClr val="64748B"/>
                </a:solidFill>
                <a:latin typeface="SimHei" pitchFamily="49" charset="0"/>
                <a:ea typeface="SimHei" pitchFamily="49" charset="0"/>
                <a:cs typeface="SimHei" pitchFamily="49" charset="0"/>
              </a:rPr>
              <a:t>应用最佳实践和性能优化</a:t>
            </a:r>
          </a:p>
        </p:txBody>
      </p:sp>
      <p:pic>
        <p:nvPicPr>
          <p:cNvPr id="693" name="14EC88A9-6736-4751-3956-80E3CA7DB5E9"/>
          <p:cNvPicPr>
            <a:picLocks noChangeAspect="1"/>
          </p:cNvPicPr>
          <p:nvPr/>
        </p:nvPicPr>
        <p:blipFill>
          <a:blip r:embed="rId5" cstate="print">
            <a:extLst>
              <a:ext uri="{FFBB80FC-7233-4EF1-9C18-81504610BFE1}"/>
            </a:extLst>
          </a:blip>
          <a:srcRect/>
          <a:stretch>
            <a:fillRect/>
          </a:stretch>
        </p:blipFill>
        <p:spPr>
          <a:xfrm>
            <a:off x="8075930" y="1123315"/>
            <a:ext cx="3793066" cy="2417233"/>
          </a:xfrm>
          <a:prstGeom prst="rect">
            <a:avLst/>
          </a:prstGeom>
        </p:spPr>
      </p:pic>
      <p:grpSp>
        <p:nvGrpSpPr>
          <p:cNvPr id="694" name="Combination 694"/>
          <p:cNvGrpSpPr/>
          <p:nvPr/>
        </p:nvGrpSpPr>
        <p:grpSpPr>
          <a:xfrm>
            <a:off x="8103870" y="1143000"/>
            <a:ext cx="3733800" cy="2358390"/>
            <a:chOff x="8103870" y="1143000"/>
            <a:chExt cx="3733800" cy="2358390"/>
          </a:xfrm>
        </p:grpSpPr>
        <p:sp>
          <p:nvSpPr>
            <p:cNvPr id="695" name="VectorPath 695"/>
            <p:cNvSpPr/>
            <p:nvPr/>
          </p:nvSpPr>
          <p:spPr>
            <a:xfrm>
              <a:off x="8104124" y="1143254"/>
              <a:ext cx="3733546" cy="2358009"/>
            </a:xfrm>
            <a:custGeom>
              <a:avLst/>
              <a:gdLst/>
              <a:ahLst/>
              <a:cxnLst/>
              <a:rect l="l" t="t" r="r" b="b"/>
              <a:pathLst>
                <a:path w="3733546" h="2358009">
                  <a:moveTo>
                    <a:pt x="35688" y="0"/>
                  </a:moveTo>
                  <a:lnTo>
                    <a:pt x="3626358" y="0"/>
                  </a:lnTo>
                  <a:cubicBezTo>
                    <a:pt x="3685540" y="0"/>
                    <a:pt x="3733546" y="48006"/>
                    <a:pt x="3733546" y="107188"/>
                  </a:cubicBezTo>
                  <a:lnTo>
                    <a:pt x="3733546" y="2250821"/>
                  </a:lnTo>
                  <a:cubicBezTo>
                    <a:pt x="3733546" y="2310003"/>
                    <a:pt x="3685540" y="2358009"/>
                    <a:pt x="3626358" y="2358009"/>
                  </a:cubicBezTo>
                  <a:lnTo>
                    <a:pt x="35688" y="2358009"/>
                  </a:lnTo>
                  <a:cubicBezTo>
                    <a:pt x="16002" y="2358009"/>
                    <a:pt x="0" y="2342007"/>
                    <a:pt x="0" y="2322322"/>
                  </a:cubicBezTo>
                  <a:lnTo>
                    <a:pt x="0" y="35814"/>
                  </a:lnTo>
                  <a:cubicBezTo>
                    <a:pt x="0" y="16002"/>
                    <a:pt x="16002" y="0"/>
                    <a:pt x="35688" y="0"/>
                  </a:cubicBezTo>
                </a:path>
              </a:pathLst>
            </a:custGeom>
            <a:solidFill>
              <a:srgbClr val="FFFFFF">
                <a:alpha val="100000"/>
              </a:srgbClr>
            </a:solidFill>
          </p:spPr>
        </p:sp>
        <p:sp>
          <p:nvSpPr>
            <p:cNvPr id="696" name="VectorPath 696"/>
            <p:cNvSpPr/>
            <p:nvPr/>
          </p:nvSpPr>
          <p:spPr>
            <a:xfrm>
              <a:off x="8300594" y="1679194"/>
              <a:ext cx="3358388" cy="1643507"/>
            </a:xfrm>
            <a:custGeom>
              <a:avLst/>
              <a:gdLst/>
              <a:ahLst/>
              <a:cxnLst/>
              <a:rect l="l" t="t" r="r" b="b"/>
              <a:pathLst>
                <a:path w="3358388" h="1643507">
                  <a:moveTo>
                    <a:pt x="71501" y="0"/>
                  </a:moveTo>
                  <a:lnTo>
                    <a:pt x="3287014" y="0"/>
                  </a:lnTo>
                  <a:cubicBezTo>
                    <a:pt x="3326384" y="0"/>
                    <a:pt x="3358388" y="32004"/>
                    <a:pt x="3358388" y="71501"/>
                  </a:cubicBezTo>
                  <a:lnTo>
                    <a:pt x="3358388" y="1572006"/>
                  </a:lnTo>
                  <a:cubicBezTo>
                    <a:pt x="3358388" y="1611503"/>
                    <a:pt x="3326384" y="1643507"/>
                    <a:pt x="3287014" y="1643507"/>
                  </a:cubicBezTo>
                  <a:lnTo>
                    <a:pt x="71501" y="1643507"/>
                  </a:lnTo>
                  <a:cubicBezTo>
                    <a:pt x="32003" y="1643507"/>
                    <a:pt x="0" y="1611503"/>
                    <a:pt x="0" y="1572006"/>
                  </a:cubicBezTo>
                  <a:lnTo>
                    <a:pt x="0" y="71501"/>
                  </a:lnTo>
                  <a:cubicBezTo>
                    <a:pt x="0" y="32004"/>
                    <a:pt x="32003" y="0"/>
                    <a:pt x="71501" y="0"/>
                  </a:cubicBezTo>
                </a:path>
              </a:pathLst>
            </a:custGeom>
            <a:solidFill>
              <a:srgbClr val="1E293B">
                <a:alpha val="100000"/>
              </a:srgbClr>
            </a:solidFill>
          </p:spPr>
        </p:sp>
      </p:grpSp>
      <p:sp>
        <p:nvSpPr>
          <p:cNvPr id="697" name="VectorPath 697"/>
          <p:cNvSpPr/>
          <p:nvPr/>
        </p:nvSpPr>
        <p:spPr>
          <a:xfrm>
            <a:off x="8103870" y="1143000"/>
            <a:ext cx="36195" cy="2358390"/>
          </a:xfrm>
          <a:custGeom>
            <a:avLst/>
            <a:gdLst/>
            <a:ahLst/>
            <a:cxnLst/>
            <a:rect l="l" t="t" r="r" b="b"/>
            <a:pathLst>
              <a:path w="35688" h="2358009">
                <a:moveTo>
                  <a:pt x="35688" y="0"/>
                </a:moveTo>
                <a:lnTo>
                  <a:pt x="35688" y="0"/>
                </a:lnTo>
                <a:lnTo>
                  <a:pt x="35688" y="2358009"/>
                </a:lnTo>
                <a:lnTo>
                  <a:pt x="35688" y="2358009"/>
                </a:lnTo>
                <a:cubicBezTo>
                  <a:pt x="16002" y="2358009"/>
                  <a:pt x="0" y="2342007"/>
                  <a:pt x="0" y="2322322"/>
                </a:cubicBezTo>
                <a:lnTo>
                  <a:pt x="0" y="35814"/>
                </a:lnTo>
                <a:cubicBezTo>
                  <a:pt x="0" y="16002"/>
                  <a:pt x="16002" y="0"/>
                  <a:pt x="35688" y="0"/>
                </a:cubicBezTo>
              </a:path>
            </a:pathLst>
          </a:custGeom>
          <a:solidFill>
            <a:srgbClr val="2563EB">
              <a:alpha val="100000"/>
            </a:srgbClr>
          </a:solidFill>
        </p:spPr>
      </p:sp>
      <p:sp>
        <p:nvSpPr>
          <p:cNvPr id="698" name="TextBox698"/>
          <p:cNvSpPr txBox="1"/>
          <p:nvPr/>
        </p:nvSpPr>
        <p:spPr>
          <a:xfrm>
            <a:off x="8301355" y="1355090"/>
            <a:ext cx="892175" cy="214312"/>
          </a:xfrm>
          <a:prstGeom prst="rect">
            <a:avLst/>
          </a:prstGeom>
          <a:noFill/>
        </p:spPr>
        <p:txBody>
          <a:bodyPr wrap="square" lIns="0" tIns="0" rIns="0" bIns="0" rtlCol="0">
            <a:spAutoFit/>
          </a:bodyPr>
          <a:lstStyle/>
          <a:p>
            <a:pPr marL="0" marR="0" indent="0" eaLnBrk="0">
              <a:lnSpc>
                <a:spcPct val="100000"/>
              </a:lnSpc>
            </a:pPr>
            <a:r>
              <a:rPr lang="en-US" altLang="zh-CN" sz="1400" b="1" kern="0" spc="-15" baseline="0" noProof="0" dirty="0">
                <a:solidFill>
                  <a:srgbClr val="1E293B"/>
                </a:solidFill>
                <a:latin typeface="SimHei" pitchFamily="49" charset="0"/>
                <a:ea typeface="SimHei" pitchFamily="49" charset="0"/>
                <a:cs typeface="SimHei" pitchFamily="49" charset="0"/>
              </a:rPr>
              <a:t>产出物结构</a:t>
            </a:r>
          </a:p>
        </p:txBody>
      </p:sp>
      <p:sp>
        <p:nvSpPr>
          <p:cNvPr id="699" name="TextBox699"/>
          <p:cNvSpPr txBox="1"/>
          <p:nvPr/>
        </p:nvSpPr>
        <p:spPr>
          <a:xfrm>
            <a:off x="8408036" y="1798320"/>
            <a:ext cx="1384300" cy="1409700"/>
          </a:xfrm>
          <a:prstGeom prst="rect">
            <a:avLst/>
          </a:prstGeom>
          <a:noFill/>
        </p:spPr>
        <p:txBody>
          <a:bodyPr wrap="square" lIns="0" tIns="0" rIns="0" bIns="0" rtlCol="0">
            <a:spAutoFit/>
          </a:bodyPr>
          <a:lstStyle/>
          <a:p>
            <a:pPr marL="0" marR="0" indent="0" eaLnBrk="0">
              <a:lnSpc>
                <a:spcPct val="115572"/>
              </a:lnSpc>
            </a:pPr>
            <a:r>
              <a:rPr lang="en-US" altLang="zh-CN" sz="800" kern="0" spc="50" baseline="0" noProof="0" dirty="0">
                <a:solidFill>
                  <a:srgbClr val="05DF72"/>
                </a:solidFill>
                <a:latin typeface="Arial" pitchFamily="34" charset="0"/>
                <a:ea typeface="Arial" pitchFamily="34" charset="0"/>
                <a:cs typeface="Arial" pitchFamily="34" charset="0"/>
              </a:rPr>
              <a:t>op</a:t>
            </a:r>
            <a:r>
              <a:rPr lang="en-US" altLang="zh-CN" sz="800" kern="0" spc="35" baseline="0" noProof="0" dirty="0">
                <a:solidFill>
                  <a:srgbClr val="05DF72"/>
                </a:solidFill>
                <a:latin typeface="Arial" pitchFamily="34" charset="0"/>
                <a:ea typeface="Arial" pitchFamily="34" charset="0"/>
                <a:cs typeface="Arial" pitchFamily="34" charset="0"/>
              </a:rPr>
              <a:t>s/{o</a:t>
            </a:r>
            <a:r>
              <a:rPr lang="en-US" altLang="zh-CN" sz="800" kern="0" spc="50" baseline="0" noProof="0" dirty="0">
                <a:solidFill>
                  <a:srgbClr val="05DF72"/>
                </a:solidFill>
                <a:latin typeface="Arial" pitchFamily="34" charset="0"/>
                <a:ea typeface="Arial" pitchFamily="34" charset="0"/>
                <a:cs typeface="Arial" pitchFamily="34" charset="0"/>
              </a:rPr>
              <a:t>pe</a:t>
            </a:r>
            <a:r>
              <a:rPr lang="en-US" altLang="zh-CN" sz="800" kern="0" spc="35" baseline="0" noProof="0" dirty="0">
                <a:solidFill>
                  <a:srgbClr val="05DF72"/>
                </a:solidFill>
                <a:latin typeface="Arial" pitchFamily="34" charset="0"/>
                <a:ea typeface="Arial" pitchFamily="34" charset="0"/>
                <a:cs typeface="Arial" pitchFamily="34" charset="0"/>
              </a:rPr>
              <a:t>ra</a:t>
            </a:r>
            <a:r>
              <a:rPr lang="en-US" altLang="zh-CN" sz="800" kern="0" spc="50" baseline="0" noProof="0" dirty="0">
                <a:solidFill>
                  <a:srgbClr val="05DF72"/>
                </a:solidFill>
                <a:latin typeface="Arial" pitchFamily="34" charset="0"/>
                <a:ea typeface="Arial" pitchFamily="34" charset="0"/>
                <a:cs typeface="Arial" pitchFamily="34" charset="0"/>
              </a:rPr>
              <a:t>to</a:t>
            </a:r>
            <a:r>
              <a:rPr lang="en-US" altLang="zh-CN" sz="800" kern="0" spc="35" baseline="0" noProof="0" dirty="0">
                <a:solidFill>
                  <a:srgbClr val="05DF72"/>
                </a:solidFill>
                <a:latin typeface="Arial" pitchFamily="34" charset="0"/>
                <a:ea typeface="Arial" pitchFamily="34" charset="0"/>
                <a:cs typeface="Arial" pitchFamily="34" charset="0"/>
              </a:rPr>
              <a:t>r}/</a:t>
            </a:r>
            <a:r>
              <a:rPr lang="en-US" altLang="zh-CN" sz="800" kern="0" spc="4710"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800" baseline="0" noProof="0" dirty="0">
                <a:latin typeface="Arial" pitchFamily="34" charset="0"/>
                <a:ea typeface="Arial" pitchFamily="34" charset="0"/>
                <a:cs typeface="Arial" pitchFamily="34" charset="0"/>
              </a:rPr>
              <a:t> </a:t>
            </a:r>
            <a:r>
              <a:rPr lang="en-US" altLang="zh-CN" sz="800" kern="0" spc="10" baseline="0" noProof="0" dirty="0">
                <a:solidFill>
                  <a:srgbClr val="05DF72"/>
                </a:solidFill>
                <a:latin typeface="Arial" pitchFamily="34" charset="0"/>
                <a:ea typeface="Arial" pitchFamily="34" charset="0"/>
                <a:cs typeface="Arial" pitchFamily="34" charset="0"/>
              </a:rPr>
              <a:t>CMakeL</a:t>
            </a:r>
            <a:r>
              <a:rPr lang="en-US" altLang="zh-CN" sz="800" kern="0" spc="0" baseline="0" noProof="0" dirty="0">
                <a:solidFill>
                  <a:srgbClr val="05DF72"/>
                </a:solidFill>
                <a:latin typeface="Arial" pitchFamily="34" charset="0"/>
                <a:ea typeface="Arial" pitchFamily="34" charset="0"/>
                <a:cs typeface="Arial" pitchFamily="34" charset="0"/>
              </a:rPr>
              <a:t>is</a:t>
            </a:r>
            <a:r>
              <a:rPr lang="en-US" altLang="zh-CN" sz="800" kern="0" spc="10" baseline="0" noProof="0" dirty="0">
                <a:solidFill>
                  <a:srgbClr val="05DF72"/>
                </a:solidFill>
                <a:latin typeface="Arial" pitchFamily="34" charset="0"/>
                <a:ea typeface="Arial" pitchFamily="34" charset="0"/>
                <a:cs typeface="Arial" pitchFamily="34" charset="0"/>
              </a:rPr>
              <a:t>t</a:t>
            </a:r>
            <a:r>
              <a:rPr lang="en-US" altLang="zh-CN" sz="800" kern="0" spc="0" baseline="0" noProof="0" dirty="0">
                <a:solidFill>
                  <a:srgbClr val="05DF72"/>
                </a:solidFill>
                <a:latin typeface="Arial" pitchFamily="34" charset="0"/>
                <a:ea typeface="Arial" pitchFamily="34" charset="0"/>
                <a:cs typeface="Arial" pitchFamily="34" charset="0"/>
              </a:rPr>
              <a:t>s.txt</a:t>
            </a:r>
            <a:r>
              <a:rPr lang="en-US" altLang="zh-CN" sz="800" kern="0" spc="-120" baseline="0" noProof="0" dirty="0">
                <a:latin typeface="Arial" pitchFamily="34" charset="0"/>
                <a:ea typeface="Arial" pitchFamily="34" charset="0"/>
                <a:cs typeface="Arial" pitchFamily="34" charset="0"/>
              </a:rPr>
              <a:t> </a:t>
            </a:r>
            <a:r>
              <a:rPr lang="en-US" altLang="zh-CN" sz="800" kern="0" spc="2325"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800"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{op</a:t>
            </a:r>
            <a:r>
              <a:rPr lang="en-US" altLang="zh-CN" sz="800" kern="0" spc="10" baseline="0" noProof="0" dirty="0">
                <a:solidFill>
                  <a:srgbClr val="05DF72"/>
                </a:solidFill>
                <a:latin typeface="Arial" pitchFamily="34" charset="0"/>
                <a:ea typeface="Arial" pitchFamily="34" charset="0"/>
                <a:cs typeface="Arial" pitchFamily="34" charset="0"/>
              </a:rPr>
              <a:t>erator}_kernel.asc</a:t>
            </a:r>
            <a:r>
              <a:rPr lang="en-US" altLang="zh-CN" sz="800" kern="0" spc="0"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810" baseline="0" noProof="0" dirty="0">
                <a:latin typeface="Arial" pitchFamily="34" charset="0"/>
                <a:ea typeface="Arial" pitchFamily="34" charset="0"/>
                <a:cs typeface="Arial" pitchFamily="34" charset="0"/>
              </a:rPr>
              <a:t> </a:t>
            </a:r>
            <a:r>
              <a:rPr lang="en-US" altLang="zh-CN" sz="800" kern="0" spc="10" baseline="0" noProof="0" dirty="0">
                <a:solidFill>
                  <a:srgbClr val="05DF72"/>
                </a:solidFill>
                <a:latin typeface="Arial" pitchFamily="34" charset="0"/>
                <a:ea typeface="Arial" pitchFamily="34" charset="0"/>
                <a:cs typeface="Arial" pitchFamily="34" charset="0"/>
              </a:rPr>
              <a:t>bu</a:t>
            </a:r>
            <a:r>
              <a:rPr lang="en-US" altLang="zh-CN" sz="800" kern="0" spc="0" baseline="0" noProof="0" dirty="0">
                <a:solidFill>
                  <a:srgbClr val="05DF72"/>
                </a:solidFill>
                <a:latin typeface="Arial" pitchFamily="34" charset="0"/>
                <a:ea typeface="Arial" pitchFamily="34" charset="0"/>
                <a:cs typeface="Arial" pitchFamily="34" charset="0"/>
              </a:rPr>
              <a:t>il</a:t>
            </a:r>
            <a:r>
              <a:rPr lang="en-US" altLang="zh-CN" sz="800" kern="0" spc="10" baseline="0" noProof="0" dirty="0">
                <a:solidFill>
                  <a:srgbClr val="05DF72"/>
                </a:solidFill>
                <a:latin typeface="Arial" pitchFamily="34" charset="0"/>
                <a:ea typeface="Arial" pitchFamily="34" charset="0"/>
                <a:cs typeface="Arial" pitchFamily="34" charset="0"/>
              </a:rPr>
              <a:t>d</a:t>
            </a:r>
            <a:r>
              <a:rPr lang="en-US" altLang="zh-CN" sz="800" kern="0" spc="0" baseline="0" noProof="0" dirty="0">
                <a:solidFill>
                  <a:srgbClr val="05DF72"/>
                </a:solidFill>
                <a:latin typeface="Arial" pitchFamily="34" charset="0"/>
                <a:ea typeface="Arial" pitchFamily="34" charset="0"/>
                <a:cs typeface="Arial" pitchFamily="34" charset="0"/>
              </a:rPr>
              <a:t>.sh</a:t>
            </a:r>
            <a:r>
              <a:rPr lang="en-US" altLang="zh-CN" sz="800" kern="0" spc="4950"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800"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run.sh</a:t>
            </a:r>
            <a:r>
              <a:rPr lang="en-US" altLang="zh-CN" sz="800" kern="0" spc="5550"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10" baseline="0" noProof="0" dirty="0">
                <a:solidFill>
                  <a:srgbClr val="05DF72"/>
                </a:solidFill>
                <a:latin typeface="Arial" pitchFamily="34" charset="0"/>
                <a:ea typeface="Arial" pitchFamily="34" charset="0"/>
                <a:cs typeface="Arial" pitchFamily="34" charset="0"/>
              </a:rPr>
              <a:t>├──</a:t>
            </a:r>
            <a:r>
              <a:rPr lang="en-US" altLang="zh-CN" sz="800" kern="0" spc="810" baseline="0" noProof="0" dirty="0">
                <a:latin typeface="Arial" pitchFamily="34" charset="0"/>
                <a:ea typeface="Arial" pitchFamily="34" charset="0"/>
                <a:cs typeface="Arial" pitchFamily="34" charset="0"/>
              </a:rPr>
              <a:t> </a:t>
            </a:r>
            <a:r>
              <a:rPr lang="en-US" altLang="zh-CN" sz="800" kern="0" spc="10" baseline="0" noProof="0" dirty="0">
                <a:solidFill>
                  <a:srgbClr val="05DF72"/>
                </a:solidFill>
                <a:latin typeface="Arial" pitchFamily="34" charset="0"/>
                <a:ea typeface="Arial" pitchFamily="34" charset="0"/>
                <a:cs typeface="Arial" pitchFamily="34" charset="0"/>
              </a:rPr>
              <a:t>scrip</a:t>
            </a:r>
            <a:r>
              <a:rPr lang="en-US" altLang="zh-CN" sz="800" kern="0" spc="25" baseline="0" noProof="0" dirty="0">
                <a:solidFill>
                  <a:srgbClr val="05DF72"/>
                </a:solidFill>
                <a:latin typeface="Arial" pitchFamily="34" charset="0"/>
                <a:ea typeface="Arial" pitchFamily="34" charset="0"/>
                <a:cs typeface="Arial" pitchFamily="34" charset="0"/>
              </a:rPr>
              <a:t>t</a:t>
            </a:r>
            <a:r>
              <a:rPr lang="en-US" altLang="zh-CN" sz="800" kern="0" spc="10" baseline="0" noProof="0" dirty="0">
                <a:solidFill>
                  <a:srgbClr val="05DF72"/>
                </a:solidFill>
                <a:latin typeface="Arial" pitchFamily="34" charset="0"/>
                <a:ea typeface="Arial" pitchFamily="34" charset="0"/>
                <a:cs typeface="Arial" pitchFamily="34" charset="0"/>
              </a:rPr>
              <a:t>s/</a:t>
            </a:r>
            <a:r>
              <a:rPr lang="en-US" altLang="zh-CN" sz="800" kern="0" spc="5100"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800" baseline="0" noProof="0" dirty="0">
                <a:latin typeface="Arial" pitchFamily="34" charset="0"/>
                <a:ea typeface="Arial" pitchFamily="34" charset="0"/>
                <a:cs typeface="Arial" pitchFamily="34" charset="0"/>
              </a:rPr>
              <a:t> </a:t>
            </a:r>
            <a:r>
              <a:rPr lang="en-US" altLang="zh-CN" sz="800" kern="0" spc="10" baseline="0" noProof="0" dirty="0">
                <a:solidFill>
                  <a:srgbClr val="05DF72"/>
                </a:solidFill>
                <a:latin typeface="Arial" pitchFamily="34" charset="0"/>
                <a:ea typeface="Arial" pitchFamily="34" charset="0"/>
                <a:cs typeface="Arial" pitchFamily="34" charset="0"/>
              </a:rPr>
              <a:t>doc</a:t>
            </a:r>
            <a:r>
              <a:rPr lang="en-US" altLang="zh-CN" sz="800" kern="0" spc="0" baseline="0" noProof="0" dirty="0">
                <a:solidFill>
                  <a:srgbClr val="05DF72"/>
                </a:solidFill>
                <a:latin typeface="Arial" pitchFamily="34" charset="0"/>
                <a:ea typeface="Arial" pitchFamily="34" charset="0"/>
                <a:cs typeface="Arial" pitchFamily="34" charset="0"/>
              </a:rPr>
              <a:t>s/</a:t>
            </a:r>
            <a:r>
              <a:rPr lang="en-US" altLang="zh-CN" sz="800" kern="0" spc="-220" baseline="0" noProof="0" dirty="0">
                <a:latin typeface="Arial" pitchFamily="34" charset="0"/>
                <a:ea typeface="Arial" pitchFamily="34" charset="0"/>
                <a:cs typeface="Arial" pitchFamily="34" charset="0"/>
              </a:rPr>
              <a:t> </a:t>
            </a:r>
            <a:r>
              <a:rPr lang="en-US" altLang="zh-CN" sz="800" kern="0" spc="5825"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475"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475"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DESIGN.md</a:t>
            </a:r>
            <a:r>
              <a:rPr lang="en-US" altLang="zh-CN" sz="800" kern="0" spc="2375"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540"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535"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PLAN.md</a:t>
            </a:r>
            <a:r>
              <a:rPr lang="en-US" altLang="zh-CN" sz="800" kern="0" spc="3210" baseline="0" noProof="0" dirty="0">
                <a:latin typeface="Arial" pitchFamily="34" charset="0"/>
                <a:ea typeface="Arial" pitchFamily="34" charset="0"/>
                <a:cs typeface="Arial" pitchFamily="34" charset="0"/>
              </a:rPr>
              <a:t> </a:t>
            </a:r>
            <a:br>
              <a:rPr lang="en-US" altLang="zh-CN" sz="800" kern="0" dirty="0">
                <a:latin typeface="Arial" pitchFamily="34" charset="0"/>
                <a:ea typeface="Arial" pitchFamily="34" charset="0"/>
                <a:cs typeface="Arial" pitchFamily="34" charset="0"/>
              </a:rPr>
            </a:br>
            <a:r>
              <a:rPr lang="en-US" altLang="zh-CN" sz="800" kern="0" spc="0" baseline="0" noProof="0" dirty="0">
                <a:solidFill>
                  <a:srgbClr val="05DF72"/>
                </a:solidFill>
                <a:latin typeface="Arial" pitchFamily="34" charset="0"/>
                <a:ea typeface="Arial" pitchFamily="34" charset="0"/>
                <a:cs typeface="Arial" pitchFamily="34" charset="0"/>
              </a:rPr>
              <a:t>└──</a:t>
            </a:r>
            <a:r>
              <a:rPr lang="en-US" altLang="zh-CN" sz="800" kern="0" spc="-25" baseline="0" noProof="0" dirty="0">
                <a:latin typeface="Arial" pitchFamily="34" charset="0"/>
                <a:ea typeface="Arial" pitchFamily="34" charset="0"/>
                <a:cs typeface="Arial" pitchFamily="34" charset="0"/>
              </a:rPr>
              <a:t> </a:t>
            </a:r>
            <a:r>
              <a:rPr lang="en-US" altLang="zh-CN" sz="800" kern="0" spc="0" baseline="0" noProof="0" dirty="0">
                <a:solidFill>
                  <a:srgbClr val="05DF72"/>
                </a:solidFill>
                <a:latin typeface="Arial" pitchFamily="34" charset="0"/>
                <a:ea typeface="Arial" pitchFamily="34" charset="0"/>
                <a:cs typeface="Arial" pitchFamily="34" charset="0"/>
              </a:rPr>
              <a:t>tests/</a:t>
            </a:r>
            <a:r>
              <a:rPr lang="en-US" altLang="zh-CN" sz="800" kern="0" spc="0" baseline="0" noProof="0" dirty="0">
                <a:latin typeface="Arial" pitchFamily="34" charset="0"/>
                <a:ea typeface="Arial" pitchFamily="34" charset="0"/>
                <a:cs typeface="Arial" pitchFamily="34" charset="0"/>
              </a:rPr>
              <a:t> </a:t>
            </a:r>
          </a:p>
        </p:txBody>
      </p:sp>
      <p:pic>
        <p:nvPicPr>
          <p:cNvPr id="700" name="373028A7-10F0-484C-BBE1-CE59EF24C2F2"/>
          <p:cNvPicPr>
            <a:picLocks noChangeAspect="1"/>
          </p:cNvPicPr>
          <p:nvPr/>
        </p:nvPicPr>
        <p:blipFill>
          <a:blip r:embed="rId6" cstate="print">
            <a:extLst>
              <a:ext uri="{3DA13262-192A-4653-B762-2D3565609E7C}"/>
            </a:extLst>
          </a:blip>
          <a:srcRect/>
          <a:stretch>
            <a:fillRect/>
          </a:stretch>
        </p:blipFill>
        <p:spPr>
          <a:xfrm>
            <a:off x="375285" y="4340860"/>
            <a:ext cx="7569200" cy="1325033"/>
          </a:xfrm>
          <a:prstGeom prst="rect">
            <a:avLst/>
          </a:prstGeom>
        </p:spPr>
      </p:pic>
      <p:grpSp>
        <p:nvGrpSpPr>
          <p:cNvPr id="701" name="Combination 701"/>
          <p:cNvGrpSpPr/>
          <p:nvPr/>
        </p:nvGrpSpPr>
        <p:grpSpPr>
          <a:xfrm>
            <a:off x="535940" y="4841240"/>
            <a:ext cx="7261225" cy="678815"/>
            <a:chOff x="535940" y="4841240"/>
            <a:chExt cx="7261225" cy="678815"/>
          </a:xfrm>
        </p:grpSpPr>
        <p:sp>
          <p:nvSpPr>
            <p:cNvPr id="702" name="VectorPath 702"/>
            <p:cNvSpPr/>
            <p:nvPr/>
          </p:nvSpPr>
          <p:spPr>
            <a:xfrm>
              <a:off x="535915" y="4841113"/>
              <a:ext cx="1732813" cy="678815"/>
            </a:xfrm>
            <a:custGeom>
              <a:avLst/>
              <a:gdLst/>
              <a:ahLst/>
              <a:cxnLst/>
              <a:rect l="l" t="t" r="r" b="b"/>
              <a:pathLst>
                <a:path w="1732788" h="678688">
                  <a:moveTo>
                    <a:pt x="71425" y="-127"/>
                  </a:moveTo>
                  <a:lnTo>
                    <a:pt x="1661287" y="-127"/>
                  </a:lnTo>
                  <a:cubicBezTo>
                    <a:pt x="1700784" y="-127"/>
                    <a:pt x="1732788" y="31877"/>
                    <a:pt x="1732788" y="71247"/>
                  </a:cubicBezTo>
                  <a:lnTo>
                    <a:pt x="1732788" y="607187"/>
                  </a:lnTo>
                  <a:cubicBezTo>
                    <a:pt x="1732788" y="646684"/>
                    <a:pt x="1700784" y="678688"/>
                    <a:pt x="1661287" y="678688"/>
                  </a:cubicBezTo>
                  <a:lnTo>
                    <a:pt x="71425" y="678688"/>
                  </a:lnTo>
                  <a:cubicBezTo>
                    <a:pt x="31991" y="678688"/>
                    <a:pt x="-25" y="646684"/>
                    <a:pt x="-25" y="607187"/>
                  </a:cubicBezTo>
                  <a:lnTo>
                    <a:pt x="-25" y="71247"/>
                  </a:lnTo>
                  <a:cubicBezTo>
                    <a:pt x="-25" y="31877"/>
                    <a:pt x="31991" y="-127"/>
                    <a:pt x="71425" y="-127"/>
                  </a:cubicBezTo>
                </a:path>
              </a:pathLst>
            </a:custGeom>
            <a:solidFill>
              <a:srgbClr val="FFFFFF">
                <a:alpha val="100000"/>
              </a:srgbClr>
            </a:solidFill>
          </p:spPr>
        </p:sp>
        <p:sp>
          <p:nvSpPr>
            <p:cNvPr id="703" name="VectorPath 703"/>
            <p:cNvSpPr/>
            <p:nvPr/>
          </p:nvSpPr>
          <p:spPr>
            <a:xfrm>
              <a:off x="1296543" y="4948301"/>
              <a:ext cx="214376" cy="214376"/>
            </a:xfrm>
            <a:custGeom>
              <a:avLst/>
              <a:gdLst/>
              <a:ahLst/>
              <a:cxnLst/>
              <a:rect l="l" t="t" r="r" b="b"/>
              <a:pathLst>
                <a:path w="214376" h="214376">
                  <a:moveTo>
                    <a:pt x="107188" y="214376"/>
                  </a:moveTo>
                  <a:cubicBezTo>
                    <a:pt x="166370" y="214376"/>
                    <a:pt x="214376" y="166243"/>
                    <a:pt x="214376" y="107188"/>
                  </a:cubicBezTo>
                  <a:cubicBezTo>
                    <a:pt x="214376" y="48006"/>
                    <a:pt x="166370" y="0"/>
                    <a:pt x="107188" y="0"/>
                  </a:cubicBezTo>
                  <a:cubicBezTo>
                    <a:pt x="48133" y="0"/>
                    <a:pt x="0" y="48006"/>
                    <a:pt x="0" y="107188"/>
                  </a:cubicBezTo>
                  <a:cubicBezTo>
                    <a:pt x="0" y="166243"/>
                    <a:pt x="48133" y="214376"/>
                    <a:pt x="107188" y="214376"/>
                  </a:cubicBezTo>
                  <a:moveTo>
                    <a:pt x="142621" y="89027"/>
                  </a:moveTo>
                  <a:lnTo>
                    <a:pt x="109093" y="142621"/>
                  </a:lnTo>
                  <a:cubicBezTo>
                    <a:pt x="107315" y="145415"/>
                    <a:pt x="104267" y="147193"/>
                    <a:pt x="100965" y="147320"/>
                  </a:cubicBezTo>
                  <a:cubicBezTo>
                    <a:pt x="97663" y="147447"/>
                    <a:pt x="94488" y="146050"/>
                    <a:pt x="92583" y="143256"/>
                  </a:cubicBezTo>
                  <a:lnTo>
                    <a:pt x="72390" y="116459"/>
                  </a:lnTo>
                  <a:cubicBezTo>
                    <a:pt x="69088" y="112014"/>
                    <a:pt x="69977" y="105791"/>
                    <a:pt x="74422" y="102489"/>
                  </a:cubicBezTo>
                  <a:cubicBezTo>
                    <a:pt x="78867" y="99060"/>
                    <a:pt x="85217" y="100076"/>
                    <a:pt x="88519" y="104394"/>
                  </a:cubicBezTo>
                  <a:lnTo>
                    <a:pt x="99822" y="119507"/>
                  </a:lnTo>
                  <a:lnTo>
                    <a:pt x="125476" y="78359"/>
                  </a:lnTo>
                  <a:cubicBezTo>
                    <a:pt x="128397" y="73660"/>
                    <a:pt x="134620" y="72263"/>
                    <a:pt x="139319" y="75184"/>
                  </a:cubicBezTo>
                  <a:cubicBezTo>
                    <a:pt x="144145" y="78105"/>
                    <a:pt x="145542" y="84328"/>
                    <a:pt x="142621" y="89027"/>
                  </a:cubicBezTo>
                </a:path>
              </a:pathLst>
            </a:custGeom>
            <a:solidFill>
              <a:srgbClr val="10B981">
                <a:alpha val="100000"/>
              </a:srgbClr>
            </a:solidFill>
          </p:spPr>
        </p:sp>
        <p:sp>
          <p:nvSpPr>
            <p:cNvPr id="704" name="VectorPath 704"/>
            <p:cNvSpPr/>
            <p:nvPr/>
          </p:nvSpPr>
          <p:spPr>
            <a:xfrm>
              <a:off x="2378837" y="4841113"/>
              <a:ext cx="1732788" cy="678815"/>
            </a:xfrm>
            <a:custGeom>
              <a:avLst/>
              <a:gdLst/>
              <a:ahLst/>
              <a:cxnLst/>
              <a:rect l="l" t="t" r="r" b="b"/>
              <a:pathLst>
                <a:path w="1732788" h="678688">
                  <a:moveTo>
                    <a:pt x="71374" y="-127"/>
                  </a:moveTo>
                  <a:lnTo>
                    <a:pt x="1661287" y="-127"/>
                  </a:lnTo>
                  <a:cubicBezTo>
                    <a:pt x="1700784" y="-127"/>
                    <a:pt x="1732788" y="31877"/>
                    <a:pt x="1732788" y="71247"/>
                  </a:cubicBezTo>
                  <a:lnTo>
                    <a:pt x="1732788" y="607187"/>
                  </a:lnTo>
                  <a:cubicBezTo>
                    <a:pt x="1732788" y="646684"/>
                    <a:pt x="1700784" y="678688"/>
                    <a:pt x="1661287" y="678688"/>
                  </a:cubicBezTo>
                  <a:lnTo>
                    <a:pt x="71374" y="678688"/>
                  </a:lnTo>
                  <a:cubicBezTo>
                    <a:pt x="32004" y="678688"/>
                    <a:pt x="0" y="646684"/>
                    <a:pt x="0" y="607187"/>
                  </a:cubicBezTo>
                  <a:lnTo>
                    <a:pt x="0" y="71247"/>
                  </a:lnTo>
                  <a:cubicBezTo>
                    <a:pt x="0" y="31877"/>
                    <a:pt x="32004" y="-127"/>
                    <a:pt x="71374" y="-127"/>
                  </a:cubicBezTo>
                </a:path>
              </a:pathLst>
            </a:custGeom>
            <a:solidFill>
              <a:srgbClr val="FFFFFF">
                <a:alpha val="100000"/>
              </a:srgbClr>
            </a:solidFill>
          </p:spPr>
        </p:sp>
        <p:sp>
          <p:nvSpPr>
            <p:cNvPr id="705" name="VectorPath 705"/>
            <p:cNvSpPr/>
            <p:nvPr/>
          </p:nvSpPr>
          <p:spPr>
            <a:xfrm>
              <a:off x="3139440" y="4948301"/>
              <a:ext cx="214376" cy="214376"/>
            </a:xfrm>
            <a:custGeom>
              <a:avLst/>
              <a:gdLst/>
              <a:ahLst/>
              <a:cxnLst/>
              <a:rect l="l" t="t" r="r" b="b"/>
              <a:pathLst>
                <a:path w="214376" h="214376">
                  <a:moveTo>
                    <a:pt x="73787" y="10033"/>
                  </a:moveTo>
                  <a:cubicBezTo>
                    <a:pt x="73787" y="4445"/>
                    <a:pt x="69215" y="0"/>
                    <a:pt x="63627" y="0"/>
                  </a:cubicBezTo>
                  <a:cubicBezTo>
                    <a:pt x="58166" y="0"/>
                    <a:pt x="53594" y="4445"/>
                    <a:pt x="53594" y="10033"/>
                  </a:cubicBezTo>
                  <a:lnTo>
                    <a:pt x="53594" y="26797"/>
                  </a:lnTo>
                  <a:cubicBezTo>
                    <a:pt x="38862" y="26797"/>
                    <a:pt x="26797" y="38735"/>
                    <a:pt x="26797" y="53594"/>
                  </a:cubicBezTo>
                  <a:lnTo>
                    <a:pt x="10033" y="53594"/>
                  </a:lnTo>
                  <a:cubicBezTo>
                    <a:pt x="4572" y="53594"/>
                    <a:pt x="0" y="58039"/>
                    <a:pt x="0" y="63627"/>
                  </a:cubicBezTo>
                  <a:cubicBezTo>
                    <a:pt x="0" y="69215"/>
                    <a:pt x="4572" y="73660"/>
                    <a:pt x="10033" y="73660"/>
                  </a:cubicBezTo>
                  <a:lnTo>
                    <a:pt x="26797" y="73660"/>
                  </a:lnTo>
                  <a:lnTo>
                    <a:pt x="26797" y="97028"/>
                  </a:lnTo>
                  <a:lnTo>
                    <a:pt x="10033" y="97028"/>
                  </a:lnTo>
                  <a:cubicBezTo>
                    <a:pt x="4572" y="97028"/>
                    <a:pt x="0" y="101600"/>
                    <a:pt x="0" y="107188"/>
                  </a:cubicBezTo>
                  <a:cubicBezTo>
                    <a:pt x="0" y="112649"/>
                    <a:pt x="4572" y="117221"/>
                    <a:pt x="10033" y="117221"/>
                  </a:cubicBezTo>
                  <a:lnTo>
                    <a:pt x="26797" y="117221"/>
                  </a:lnTo>
                  <a:lnTo>
                    <a:pt x="26797" y="140589"/>
                  </a:lnTo>
                  <a:lnTo>
                    <a:pt x="10033" y="140589"/>
                  </a:lnTo>
                  <a:cubicBezTo>
                    <a:pt x="4572" y="140589"/>
                    <a:pt x="0" y="145161"/>
                    <a:pt x="0" y="150622"/>
                  </a:cubicBezTo>
                  <a:cubicBezTo>
                    <a:pt x="0" y="156210"/>
                    <a:pt x="4572" y="160782"/>
                    <a:pt x="10033" y="160782"/>
                  </a:cubicBezTo>
                  <a:lnTo>
                    <a:pt x="26797" y="160782"/>
                  </a:lnTo>
                  <a:cubicBezTo>
                    <a:pt x="26797" y="175514"/>
                    <a:pt x="38862" y="187579"/>
                    <a:pt x="53594" y="187579"/>
                  </a:cubicBezTo>
                  <a:lnTo>
                    <a:pt x="53594" y="204216"/>
                  </a:lnTo>
                  <a:cubicBezTo>
                    <a:pt x="53594" y="209804"/>
                    <a:pt x="58166" y="214376"/>
                    <a:pt x="63627" y="214376"/>
                  </a:cubicBezTo>
                  <a:cubicBezTo>
                    <a:pt x="69215" y="214376"/>
                    <a:pt x="73787" y="209804"/>
                    <a:pt x="73787" y="204216"/>
                  </a:cubicBezTo>
                  <a:lnTo>
                    <a:pt x="73787" y="187579"/>
                  </a:lnTo>
                  <a:lnTo>
                    <a:pt x="97155" y="187579"/>
                  </a:lnTo>
                  <a:lnTo>
                    <a:pt x="97155" y="204216"/>
                  </a:lnTo>
                  <a:cubicBezTo>
                    <a:pt x="97155" y="209804"/>
                    <a:pt x="101600" y="214376"/>
                    <a:pt x="107188" y="214376"/>
                  </a:cubicBezTo>
                  <a:cubicBezTo>
                    <a:pt x="112776" y="214376"/>
                    <a:pt x="117221" y="209804"/>
                    <a:pt x="117221" y="204216"/>
                  </a:cubicBezTo>
                  <a:lnTo>
                    <a:pt x="117221" y="187579"/>
                  </a:lnTo>
                  <a:lnTo>
                    <a:pt x="140716" y="187579"/>
                  </a:lnTo>
                  <a:lnTo>
                    <a:pt x="140716" y="204216"/>
                  </a:lnTo>
                  <a:cubicBezTo>
                    <a:pt x="140716" y="209804"/>
                    <a:pt x="145161" y="214376"/>
                    <a:pt x="150749" y="214376"/>
                  </a:cubicBezTo>
                  <a:cubicBezTo>
                    <a:pt x="156337" y="214376"/>
                    <a:pt x="160782" y="209804"/>
                    <a:pt x="160782" y="204216"/>
                  </a:cubicBezTo>
                  <a:lnTo>
                    <a:pt x="160782" y="187579"/>
                  </a:lnTo>
                  <a:cubicBezTo>
                    <a:pt x="175641" y="187579"/>
                    <a:pt x="187579" y="175514"/>
                    <a:pt x="187579" y="160782"/>
                  </a:cubicBezTo>
                  <a:lnTo>
                    <a:pt x="204343" y="160782"/>
                  </a:lnTo>
                  <a:cubicBezTo>
                    <a:pt x="209931" y="160782"/>
                    <a:pt x="214376" y="156210"/>
                    <a:pt x="214376" y="150622"/>
                  </a:cubicBezTo>
                  <a:cubicBezTo>
                    <a:pt x="214376" y="145161"/>
                    <a:pt x="209931" y="140589"/>
                    <a:pt x="204343" y="140589"/>
                  </a:cubicBezTo>
                  <a:lnTo>
                    <a:pt x="187579" y="140589"/>
                  </a:lnTo>
                  <a:lnTo>
                    <a:pt x="187579" y="117221"/>
                  </a:lnTo>
                  <a:lnTo>
                    <a:pt x="204343" y="117221"/>
                  </a:lnTo>
                  <a:cubicBezTo>
                    <a:pt x="209931" y="117221"/>
                    <a:pt x="214376" y="112649"/>
                    <a:pt x="214376" y="107188"/>
                  </a:cubicBezTo>
                  <a:cubicBezTo>
                    <a:pt x="214376" y="101600"/>
                    <a:pt x="209931" y="97028"/>
                    <a:pt x="204343" y="97028"/>
                  </a:cubicBezTo>
                  <a:lnTo>
                    <a:pt x="187579" y="97028"/>
                  </a:lnTo>
                  <a:lnTo>
                    <a:pt x="187579" y="73660"/>
                  </a:lnTo>
                  <a:lnTo>
                    <a:pt x="204343" y="73660"/>
                  </a:lnTo>
                  <a:cubicBezTo>
                    <a:pt x="209931" y="73660"/>
                    <a:pt x="214376" y="69215"/>
                    <a:pt x="214376" y="63627"/>
                  </a:cubicBezTo>
                  <a:cubicBezTo>
                    <a:pt x="214376" y="58039"/>
                    <a:pt x="209931" y="53594"/>
                    <a:pt x="204343" y="53594"/>
                  </a:cubicBezTo>
                  <a:lnTo>
                    <a:pt x="187579" y="53594"/>
                  </a:lnTo>
                  <a:cubicBezTo>
                    <a:pt x="187579" y="38735"/>
                    <a:pt x="175641" y="26797"/>
                    <a:pt x="160782" y="26797"/>
                  </a:cubicBezTo>
                  <a:lnTo>
                    <a:pt x="160782" y="10033"/>
                  </a:lnTo>
                  <a:cubicBezTo>
                    <a:pt x="160782" y="4445"/>
                    <a:pt x="156337" y="0"/>
                    <a:pt x="150749" y="0"/>
                  </a:cubicBezTo>
                  <a:cubicBezTo>
                    <a:pt x="145161" y="0"/>
                    <a:pt x="140716" y="4445"/>
                    <a:pt x="140716" y="10033"/>
                  </a:cubicBezTo>
                  <a:lnTo>
                    <a:pt x="140716" y="26797"/>
                  </a:lnTo>
                  <a:lnTo>
                    <a:pt x="117221" y="26797"/>
                  </a:lnTo>
                  <a:lnTo>
                    <a:pt x="117221" y="10033"/>
                  </a:lnTo>
                  <a:cubicBezTo>
                    <a:pt x="117221" y="4445"/>
                    <a:pt x="112776" y="0"/>
                    <a:pt x="107188" y="0"/>
                  </a:cubicBezTo>
                  <a:cubicBezTo>
                    <a:pt x="101600" y="0"/>
                    <a:pt x="97155" y="4445"/>
                    <a:pt x="97155" y="10033"/>
                  </a:cubicBezTo>
                  <a:lnTo>
                    <a:pt x="97155" y="26797"/>
                  </a:lnTo>
                  <a:lnTo>
                    <a:pt x="73787" y="26797"/>
                  </a:lnTo>
                  <a:lnTo>
                    <a:pt x="73787" y="10033"/>
                  </a:lnTo>
                  <a:close/>
                  <a:moveTo>
                    <a:pt x="67056" y="53594"/>
                  </a:moveTo>
                  <a:lnTo>
                    <a:pt x="147447" y="53594"/>
                  </a:lnTo>
                  <a:cubicBezTo>
                    <a:pt x="154813" y="53594"/>
                    <a:pt x="160782" y="59563"/>
                    <a:pt x="160782" y="66929"/>
                  </a:cubicBezTo>
                  <a:lnTo>
                    <a:pt x="160782" y="147320"/>
                  </a:lnTo>
                  <a:cubicBezTo>
                    <a:pt x="160782" y="154686"/>
                    <a:pt x="154813" y="160782"/>
                    <a:pt x="147447" y="160782"/>
                  </a:cubicBezTo>
                  <a:lnTo>
                    <a:pt x="67056" y="160782"/>
                  </a:lnTo>
                  <a:cubicBezTo>
                    <a:pt x="59563" y="160782"/>
                    <a:pt x="53594" y="154686"/>
                    <a:pt x="53594" y="147320"/>
                  </a:cubicBezTo>
                  <a:lnTo>
                    <a:pt x="53594" y="66929"/>
                  </a:lnTo>
                  <a:cubicBezTo>
                    <a:pt x="53594" y="59563"/>
                    <a:pt x="59563" y="53594"/>
                    <a:pt x="67056" y="53594"/>
                  </a:cubicBezTo>
                  <a:moveTo>
                    <a:pt x="73787" y="73660"/>
                  </a:moveTo>
                  <a:lnTo>
                    <a:pt x="73787" y="140589"/>
                  </a:lnTo>
                  <a:lnTo>
                    <a:pt x="140716" y="140589"/>
                  </a:lnTo>
                  <a:lnTo>
                    <a:pt x="140716" y="73660"/>
                  </a:lnTo>
                  <a:lnTo>
                    <a:pt x="73787" y="73660"/>
                  </a:lnTo>
                  <a:close/>
                </a:path>
              </a:pathLst>
            </a:custGeom>
            <a:solidFill>
              <a:srgbClr val="10B981">
                <a:alpha val="100000"/>
              </a:srgbClr>
            </a:solidFill>
          </p:spPr>
        </p:sp>
        <p:sp>
          <p:nvSpPr>
            <p:cNvPr id="706" name="VectorPath 706"/>
            <p:cNvSpPr/>
            <p:nvPr/>
          </p:nvSpPr>
          <p:spPr>
            <a:xfrm>
              <a:off x="4221734" y="4841113"/>
              <a:ext cx="1732788" cy="678815"/>
            </a:xfrm>
            <a:custGeom>
              <a:avLst/>
              <a:gdLst/>
              <a:ahLst/>
              <a:cxnLst/>
              <a:rect l="l" t="t" r="r" b="b"/>
              <a:pathLst>
                <a:path w="1732788" h="678688">
                  <a:moveTo>
                    <a:pt x="71501" y="-127"/>
                  </a:moveTo>
                  <a:lnTo>
                    <a:pt x="1661415" y="-127"/>
                  </a:lnTo>
                  <a:cubicBezTo>
                    <a:pt x="1700784" y="-127"/>
                    <a:pt x="1732788" y="31877"/>
                    <a:pt x="1732788" y="71247"/>
                  </a:cubicBezTo>
                  <a:lnTo>
                    <a:pt x="1732788" y="607187"/>
                  </a:lnTo>
                  <a:cubicBezTo>
                    <a:pt x="1732788" y="646684"/>
                    <a:pt x="1700784" y="678688"/>
                    <a:pt x="1661415" y="678688"/>
                  </a:cubicBezTo>
                  <a:lnTo>
                    <a:pt x="71501" y="678688"/>
                  </a:lnTo>
                  <a:cubicBezTo>
                    <a:pt x="32004" y="678688"/>
                    <a:pt x="0" y="646684"/>
                    <a:pt x="0" y="607187"/>
                  </a:cubicBezTo>
                  <a:lnTo>
                    <a:pt x="0" y="71247"/>
                  </a:lnTo>
                  <a:cubicBezTo>
                    <a:pt x="0" y="31877"/>
                    <a:pt x="32004" y="-127"/>
                    <a:pt x="71501" y="-127"/>
                  </a:cubicBezTo>
                </a:path>
              </a:pathLst>
            </a:custGeom>
            <a:solidFill>
              <a:srgbClr val="FFFFFF">
                <a:alpha val="100000"/>
              </a:srgbClr>
            </a:solidFill>
          </p:spPr>
        </p:sp>
        <p:sp>
          <p:nvSpPr>
            <p:cNvPr id="707" name="VectorPath 707"/>
            <p:cNvSpPr/>
            <p:nvPr/>
          </p:nvSpPr>
          <p:spPr>
            <a:xfrm>
              <a:off x="6064631" y="4841113"/>
              <a:ext cx="1732788" cy="678815"/>
            </a:xfrm>
            <a:custGeom>
              <a:avLst/>
              <a:gdLst/>
              <a:ahLst/>
              <a:cxnLst/>
              <a:rect l="l" t="t" r="r" b="b"/>
              <a:pathLst>
                <a:path w="1732534" h="678688">
                  <a:moveTo>
                    <a:pt x="71501" y="-127"/>
                  </a:moveTo>
                  <a:lnTo>
                    <a:pt x="1661414" y="-127"/>
                  </a:lnTo>
                  <a:cubicBezTo>
                    <a:pt x="1700784" y="-127"/>
                    <a:pt x="1732788" y="31877"/>
                    <a:pt x="1732788" y="71247"/>
                  </a:cubicBezTo>
                  <a:lnTo>
                    <a:pt x="1732788" y="607187"/>
                  </a:lnTo>
                  <a:cubicBezTo>
                    <a:pt x="1732788" y="646684"/>
                    <a:pt x="1700784" y="678688"/>
                    <a:pt x="1661414" y="678688"/>
                  </a:cubicBezTo>
                  <a:lnTo>
                    <a:pt x="71501" y="678688"/>
                  </a:lnTo>
                  <a:cubicBezTo>
                    <a:pt x="32004" y="678688"/>
                    <a:pt x="0" y="646684"/>
                    <a:pt x="0" y="607187"/>
                  </a:cubicBezTo>
                  <a:lnTo>
                    <a:pt x="0" y="71247"/>
                  </a:lnTo>
                  <a:cubicBezTo>
                    <a:pt x="0" y="31877"/>
                    <a:pt x="32004" y="-127"/>
                    <a:pt x="71501" y="-127"/>
                  </a:cubicBezTo>
                </a:path>
              </a:pathLst>
            </a:custGeom>
            <a:solidFill>
              <a:srgbClr val="FFFFFF">
                <a:alpha val="100000"/>
              </a:srgbClr>
            </a:solidFill>
          </p:spPr>
        </p:sp>
      </p:grpSp>
      <p:sp>
        <p:nvSpPr>
          <p:cNvPr id="708" name="VectorPath 708"/>
          <p:cNvSpPr/>
          <p:nvPr/>
        </p:nvSpPr>
        <p:spPr>
          <a:xfrm>
            <a:off x="375285" y="4340860"/>
            <a:ext cx="35560" cy="1322070"/>
          </a:xfrm>
          <a:custGeom>
            <a:avLst/>
            <a:gdLst/>
            <a:ahLst/>
            <a:cxnLst/>
            <a:rect l="l" t="t" r="r" b="b"/>
            <a:pathLst>
              <a:path w="35560" h="1321943">
                <a:moveTo>
                  <a:pt x="35585" y="0"/>
                </a:moveTo>
                <a:lnTo>
                  <a:pt x="35585" y="0"/>
                </a:lnTo>
                <a:lnTo>
                  <a:pt x="35585" y="1321943"/>
                </a:lnTo>
                <a:lnTo>
                  <a:pt x="35585" y="1321943"/>
                </a:lnTo>
                <a:cubicBezTo>
                  <a:pt x="15850" y="1321943"/>
                  <a:pt x="-152" y="1305954"/>
                  <a:pt x="-152" y="1286218"/>
                </a:cubicBezTo>
                <a:lnTo>
                  <a:pt x="-152" y="35814"/>
                </a:lnTo>
                <a:cubicBezTo>
                  <a:pt x="-152" y="16002"/>
                  <a:pt x="15850" y="0"/>
                  <a:pt x="35585" y="0"/>
                </a:cubicBezTo>
              </a:path>
            </a:pathLst>
          </a:custGeom>
          <a:solidFill>
            <a:srgbClr val="10B981">
              <a:alpha val="100000"/>
            </a:srgbClr>
          </a:solidFill>
        </p:spPr>
      </p:sp>
      <p:sp>
        <p:nvSpPr>
          <p:cNvPr id="709" name="TextBox709"/>
          <p:cNvSpPr txBox="1"/>
          <p:nvPr/>
        </p:nvSpPr>
        <p:spPr>
          <a:xfrm>
            <a:off x="535940" y="4535171"/>
            <a:ext cx="962025"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1E293B"/>
                </a:solidFill>
                <a:latin typeface="SimHei" pitchFamily="49" charset="0"/>
                <a:ea typeface="SimHei" pitchFamily="49" charset="0"/>
                <a:cs typeface="SimHei" pitchFamily="49" charset="0"/>
              </a:rPr>
              <a:t>代码质量保证</a:t>
            </a:r>
          </a:p>
        </p:txBody>
      </p:sp>
      <p:sp>
        <p:nvSpPr>
          <p:cNvPr id="710" name="TextBox710"/>
          <p:cNvSpPr txBox="1"/>
          <p:nvPr/>
        </p:nvSpPr>
        <p:spPr>
          <a:xfrm>
            <a:off x="930910" y="5264785"/>
            <a:ext cx="941387" cy="146050"/>
          </a:xfrm>
          <a:prstGeom prst="rect">
            <a:avLst/>
          </a:prstGeom>
          <a:noFill/>
        </p:spPr>
        <p:txBody>
          <a:bodyPr wrap="square" lIns="0" tIns="0" rIns="0" bIns="0" rtlCol="0">
            <a:spAutoFit/>
          </a:bodyPr>
          <a:lstStyle/>
          <a:p>
            <a:pPr marL="0" marR="0" indent="0" eaLnBrk="0">
              <a:lnSpc>
                <a:spcPct val="100000"/>
              </a:lnSpc>
            </a:pPr>
            <a:r>
              <a:rPr lang="en-US" altLang="zh-CN" sz="950" kern="0" spc="-15" baseline="0" noProof="0" dirty="0">
                <a:solidFill>
                  <a:srgbClr val="1E293B"/>
                </a:solidFill>
                <a:latin typeface="SimHei" pitchFamily="49" charset="0"/>
                <a:ea typeface="SimHei" pitchFamily="49" charset="0"/>
                <a:cs typeface="SimHei" pitchFamily="49" charset="0"/>
              </a:rPr>
              <a:t>遵循</a:t>
            </a:r>
            <a:r>
              <a:rPr lang="en-US" altLang="zh-CN" sz="950" kern="0" spc="0" baseline="0" noProof="0" dirty="0">
                <a:solidFill>
                  <a:srgbClr val="1E293B"/>
                </a:solidFill>
                <a:latin typeface="SimHei" pitchFamily="49" charset="0"/>
                <a:ea typeface="SimHei" pitchFamily="49" charset="0"/>
                <a:cs typeface="SimHei" pitchFamily="49" charset="0"/>
              </a:rPr>
              <a:t>API最佳实践</a:t>
            </a:r>
          </a:p>
        </p:txBody>
      </p:sp>
      <p:sp>
        <p:nvSpPr>
          <p:cNvPr id="711" name="VectorPath 711"/>
          <p:cNvSpPr/>
          <p:nvPr/>
        </p:nvSpPr>
        <p:spPr>
          <a:xfrm>
            <a:off x="4995545" y="4961891"/>
            <a:ext cx="187960" cy="187325"/>
          </a:xfrm>
          <a:custGeom>
            <a:avLst/>
            <a:gdLst/>
            <a:ahLst/>
            <a:cxnLst/>
            <a:rect l="l" t="t" r="r" b="b"/>
            <a:pathLst>
              <a:path w="187579" h="187325">
                <a:moveTo>
                  <a:pt x="147447" y="13208"/>
                </a:moveTo>
                <a:cubicBezTo>
                  <a:pt x="147447" y="5715"/>
                  <a:pt x="141478" y="-254"/>
                  <a:pt x="133985" y="-254"/>
                </a:cubicBezTo>
                <a:lnTo>
                  <a:pt x="53594" y="-254"/>
                </a:lnTo>
                <a:cubicBezTo>
                  <a:pt x="46228" y="-254"/>
                  <a:pt x="40259" y="5715"/>
                  <a:pt x="40259" y="13208"/>
                </a:cubicBezTo>
                <a:cubicBezTo>
                  <a:pt x="40259" y="20574"/>
                  <a:pt x="46228" y="26543"/>
                  <a:pt x="53594" y="26543"/>
                </a:cubicBezTo>
                <a:lnTo>
                  <a:pt x="133985" y="26543"/>
                </a:lnTo>
                <a:cubicBezTo>
                  <a:pt x="141478" y="26543"/>
                  <a:pt x="147447" y="20574"/>
                  <a:pt x="147447" y="13208"/>
                </a:cubicBezTo>
                <a:moveTo>
                  <a:pt x="187579" y="66802"/>
                </a:moveTo>
                <a:cubicBezTo>
                  <a:pt x="187579" y="59309"/>
                  <a:pt x="181610" y="53340"/>
                  <a:pt x="174244" y="53340"/>
                </a:cubicBezTo>
                <a:lnTo>
                  <a:pt x="13462" y="53340"/>
                </a:lnTo>
                <a:cubicBezTo>
                  <a:pt x="6096" y="53340"/>
                  <a:pt x="0" y="59309"/>
                  <a:pt x="0" y="66802"/>
                </a:cubicBezTo>
                <a:cubicBezTo>
                  <a:pt x="0" y="74168"/>
                  <a:pt x="6096" y="80137"/>
                  <a:pt x="13462" y="80137"/>
                </a:cubicBezTo>
                <a:lnTo>
                  <a:pt x="174244" y="80137"/>
                </a:lnTo>
                <a:cubicBezTo>
                  <a:pt x="181610" y="80137"/>
                  <a:pt x="187579" y="74168"/>
                  <a:pt x="187579" y="66802"/>
                </a:cubicBezTo>
                <a:moveTo>
                  <a:pt x="0" y="173990"/>
                </a:moveTo>
                <a:cubicBezTo>
                  <a:pt x="0" y="181356"/>
                  <a:pt x="6096" y="187325"/>
                  <a:pt x="13462" y="187325"/>
                </a:cubicBezTo>
                <a:lnTo>
                  <a:pt x="174244" y="187325"/>
                </a:lnTo>
                <a:cubicBezTo>
                  <a:pt x="181610" y="187325"/>
                  <a:pt x="187579" y="181356"/>
                  <a:pt x="187579" y="173990"/>
                </a:cubicBezTo>
                <a:cubicBezTo>
                  <a:pt x="187579" y="166497"/>
                  <a:pt x="181610" y="160528"/>
                  <a:pt x="174244" y="160528"/>
                </a:cubicBezTo>
                <a:lnTo>
                  <a:pt x="13462" y="160528"/>
                </a:lnTo>
                <a:cubicBezTo>
                  <a:pt x="6096" y="160528"/>
                  <a:pt x="0" y="166497"/>
                  <a:pt x="0" y="173990"/>
                </a:cubicBezTo>
                <a:moveTo>
                  <a:pt x="147447" y="120396"/>
                </a:moveTo>
                <a:cubicBezTo>
                  <a:pt x="147447" y="112903"/>
                  <a:pt x="141478" y="106934"/>
                  <a:pt x="133985" y="106934"/>
                </a:cubicBezTo>
                <a:lnTo>
                  <a:pt x="53594" y="106934"/>
                </a:lnTo>
                <a:cubicBezTo>
                  <a:pt x="46228" y="106934"/>
                  <a:pt x="40259" y="112903"/>
                  <a:pt x="40259" y="120396"/>
                </a:cubicBezTo>
                <a:cubicBezTo>
                  <a:pt x="40259" y="127762"/>
                  <a:pt x="46228" y="133731"/>
                  <a:pt x="53594" y="133731"/>
                </a:cubicBezTo>
                <a:lnTo>
                  <a:pt x="133985" y="133731"/>
                </a:lnTo>
                <a:cubicBezTo>
                  <a:pt x="141478" y="133731"/>
                  <a:pt x="147447" y="127762"/>
                  <a:pt x="147447" y="120396"/>
                </a:cubicBezTo>
              </a:path>
            </a:pathLst>
          </a:custGeom>
          <a:solidFill>
            <a:srgbClr val="10B981">
              <a:alpha val="100000"/>
            </a:srgbClr>
          </a:solidFill>
        </p:spPr>
      </p:sp>
      <p:sp>
        <p:nvSpPr>
          <p:cNvPr id="712" name="TextBox712"/>
          <p:cNvSpPr txBox="1"/>
          <p:nvPr/>
        </p:nvSpPr>
        <p:spPr>
          <a:xfrm>
            <a:off x="2740660" y="5264785"/>
            <a:ext cx="1009650" cy="146050"/>
          </a:xfrm>
          <a:prstGeom prst="rect">
            <a:avLst/>
          </a:prstGeom>
          <a:noFill/>
        </p:spPr>
        <p:txBody>
          <a:bodyPr wrap="square" lIns="0" tIns="0" rIns="0" bIns="0" rtlCol="0">
            <a:spAutoFit/>
          </a:bodyPr>
          <a:lstStyle/>
          <a:p>
            <a:pPr marL="0" marR="0" indent="0" eaLnBrk="0">
              <a:lnSpc>
                <a:spcPct val="100000"/>
              </a:lnSpc>
            </a:pPr>
            <a:r>
              <a:rPr lang="en-US" altLang="zh-CN" sz="950" kern="0" spc="-15" baseline="0" noProof="0" dirty="0">
                <a:solidFill>
                  <a:srgbClr val="1E293B"/>
                </a:solidFill>
                <a:latin typeface="SimHei" pitchFamily="49" charset="0"/>
                <a:ea typeface="SimHei" pitchFamily="49" charset="0"/>
                <a:cs typeface="SimHei" pitchFamily="49" charset="0"/>
              </a:rPr>
              <a:t>符合</a:t>
            </a:r>
            <a:r>
              <a:rPr lang="en-US" altLang="zh-CN" sz="950" kern="0" spc="0" baseline="0" noProof="0" dirty="0">
                <a:solidFill>
                  <a:srgbClr val="1E293B"/>
                </a:solidFill>
                <a:latin typeface="SimHei" pitchFamily="49" charset="0"/>
                <a:ea typeface="SimHei" pitchFamily="49" charset="0"/>
                <a:cs typeface="SimHei" pitchFamily="49" charset="0"/>
              </a:rPr>
              <a:t>NPU架构特性</a:t>
            </a:r>
          </a:p>
        </p:txBody>
      </p:sp>
      <p:sp>
        <p:nvSpPr>
          <p:cNvPr id="713" name="TextBox713"/>
          <p:cNvSpPr txBox="1"/>
          <p:nvPr/>
        </p:nvSpPr>
        <p:spPr>
          <a:xfrm>
            <a:off x="4713605" y="5264785"/>
            <a:ext cx="750887" cy="146050"/>
          </a:xfrm>
          <a:prstGeom prst="rect">
            <a:avLst/>
          </a:prstGeom>
          <a:noFill/>
        </p:spPr>
        <p:txBody>
          <a:bodyPr wrap="square" lIns="0" tIns="0" rIns="0" bIns="0" rtlCol="0">
            <a:spAutoFit/>
          </a:bodyPr>
          <a:lstStyle/>
          <a:p>
            <a:pPr marL="0" marR="0" indent="0" eaLnBrk="0">
              <a:lnSpc>
                <a:spcPct val="100000"/>
              </a:lnSpc>
            </a:pPr>
            <a:r>
              <a:rPr lang="en-US" altLang="zh-CN" sz="950" kern="0" spc="-15" baseline="0" noProof="0" dirty="0">
                <a:solidFill>
                  <a:srgbClr val="1E293B"/>
                </a:solidFill>
                <a:latin typeface="SimHei" pitchFamily="49" charset="0"/>
                <a:ea typeface="SimHei" pitchFamily="49" charset="0"/>
                <a:cs typeface="SimHei" pitchFamily="49" charset="0"/>
              </a:rPr>
              <a:t>自动内存对齐</a:t>
            </a:r>
          </a:p>
        </p:txBody>
      </p:sp>
      <p:pic>
        <p:nvPicPr>
          <p:cNvPr id="714" name="5E45A287-E1A3-47CA-B87D-BA8228B2680E"/>
          <p:cNvPicPr>
            <a:picLocks noChangeAspect="1"/>
          </p:cNvPicPr>
          <p:nvPr/>
        </p:nvPicPr>
        <p:blipFill>
          <a:blip r:embed="rId7" cstate="print">
            <a:extLst>
              <a:ext uri="{957A009D-E93D-4E19-B92C-5211983A19A4}"/>
            </a:extLst>
          </a:blip>
          <a:srcRect/>
          <a:stretch>
            <a:fillRect/>
          </a:stretch>
        </p:blipFill>
        <p:spPr>
          <a:xfrm>
            <a:off x="360680" y="5788025"/>
            <a:ext cx="7581901" cy="503767"/>
          </a:xfrm>
          <a:prstGeom prst="rect">
            <a:avLst/>
          </a:prstGeom>
        </p:spPr>
      </p:pic>
      <p:grpSp>
        <p:nvGrpSpPr>
          <p:cNvPr id="715" name="Combination 715"/>
          <p:cNvGrpSpPr/>
          <p:nvPr/>
        </p:nvGrpSpPr>
        <p:grpSpPr>
          <a:xfrm>
            <a:off x="3354070" y="5979795"/>
            <a:ext cx="200025" cy="142875"/>
            <a:chOff x="3354070" y="5979795"/>
            <a:chExt cx="200025" cy="142875"/>
          </a:xfrm>
        </p:grpSpPr>
        <p:sp>
          <p:nvSpPr>
            <p:cNvPr id="716" name="VectorPath 716"/>
            <p:cNvSpPr/>
            <p:nvPr/>
          </p:nvSpPr>
          <p:spPr>
            <a:xfrm>
              <a:off x="3383915" y="5979795"/>
              <a:ext cx="139700" cy="142875"/>
            </a:xfrm>
            <a:custGeom>
              <a:avLst/>
              <a:gdLst/>
              <a:ahLst/>
              <a:cxnLst/>
              <a:rect l="l" t="t" r="r" b="b"/>
              <a:pathLst>
                <a:path w="139700" h="142672">
                  <a:moveTo>
                    <a:pt x="79883" y="8776"/>
                  </a:moveTo>
                  <a:moveTo>
                    <a:pt x="79883" y="8776"/>
                  </a:moveTo>
                  <a:cubicBezTo>
                    <a:pt x="79883" y="3835"/>
                    <a:pt x="75438" y="-152"/>
                    <a:pt x="69977" y="-152"/>
                  </a:cubicBezTo>
                  <a:cubicBezTo>
                    <a:pt x="64389" y="-152"/>
                    <a:pt x="59944" y="3835"/>
                    <a:pt x="59944" y="8776"/>
                  </a:cubicBezTo>
                  <a:lnTo>
                    <a:pt x="59944" y="26632"/>
                  </a:lnTo>
                  <a:lnTo>
                    <a:pt x="29845" y="26632"/>
                  </a:lnTo>
                  <a:cubicBezTo>
                    <a:pt x="13335" y="26632"/>
                    <a:pt x="-127" y="38621"/>
                    <a:pt x="-127" y="53404"/>
                  </a:cubicBezTo>
                  <a:lnTo>
                    <a:pt x="-127" y="115887"/>
                  </a:lnTo>
                  <a:cubicBezTo>
                    <a:pt x="-127" y="130670"/>
                    <a:pt x="13335" y="142672"/>
                    <a:pt x="29845" y="142672"/>
                  </a:cubicBezTo>
                  <a:lnTo>
                    <a:pt x="109982" y="142672"/>
                  </a:lnTo>
                  <a:cubicBezTo>
                    <a:pt x="126492" y="142672"/>
                    <a:pt x="139954" y="130670"/>
                    <a:pt x="139954" y="115887"/>
                  </a:cubicBezTo>
                  <a:lnTo>
                    <a:pt x="139954" y="53404"/>
                  </a:lnTo>
                  <a:cubicBezTo>
                    <a:pt x="139954" y="38621"/>
                    <a:pt x="126492" y="26632"/>
                    <a:pt x="109982" y="26632"/>
                  </a:cubicBezTo>
                  <a:lnTo>
                    <a:pt x="79883" y="26632"/>
                  </a:lnTo>
                  <a:lnTo>
                    <a:pt x="79883" y="8776"/>
                  </a:lnTo>
                  <a:close/>
                  <a:moveTo>
                    <a:pt x="19939" y="111430"/>
                  </a:moveTo>
                  <a:moveTo>
                    <a:pt x="19939" y="111430"/>
                  </a:moveTo>
                  <a:cubicBezTo>
                    <a:pt x="19939" y="107721"/>
                    <a:pt x="23241" y="104737"/>
                    <a:pt x="27432" y="104737"/>
                  </a:cubicBezTo>
                  <a:lnTo>
                    <a:pt x="37338" y="104737"/>
                  </a:lnTo>
                  <a:cubicBezTo>
                    <a:pt x="41529" y="104737"/>
                    <a:pt x="44958" y="107721"/>
                    <a:pt x="44958" y="111430"/>
                  </a:cubicBezTo>
                  <a:cubicBezTo>
                    <a:pt x="44958" y="115138"/>
                    <a:pt x="41529" y="118123"/>
                    <a:pt x="37338" y="118123"/>
                  </a:cubicBezTo>
                  <a:lnTo>
                    <a:pt x="27432" y="118123"/>
                  </a:lnTo>
                  <a:cubicBezTo>
                    <a:pt x="23241" y="118123"/>
                    <a:pt x="19939" y="115138"/>
                    <a:pt x="19939" y="111430"/>
                  </a:cubicBezTo>
                  <a:moveTo>
                    <a:pt x="57404" y="111430"/>
                  </a:moveTo>
                  <a:moveTo>
                    <a:pt x="57404" y="111430"/>
                  </a:moveTo>
                  <a:cubicBezTo>
                    <a:pt x="57404" y="107721"/>
                    <a:pt x="60706" y="104737"/>
                    <a:pt x="64897" y="104737"/>
                  </a:cubicBezTo>
                  <a:lnTo>
                    <a:pt x="74930" y="104737"/>
                  </a:lnTo>
                  <a:cubicBezTo>
                    <a:pt x="79121" y="104737"/>
                    <a:pt x="82423" y="107721"/>
                    <a:pt x="82423" y="111430"/>
                  </a:cubicBezTo>
                  <a:cubicBezTo>
                    <a:pt x="82423" y="115138"/>
                    <a:pt x="79121" y="118123"/>
                    <a:pt x="74930" y="118123"/>
                  </a:cubicBezTo>
                  <a:lnTo>
                    <a:pt x="64897" y="118123"/>
                  </a:lnTo>
                  <a:cubicBezTo>
                    <a:pt x="60706" y="118123"/>
                    <a:pt x="57404" y="115138"/>
                    <a:pt x="57404" y="111430"/>
                  </a:cubicBezTo>
                  <a:moveTo>
                    <a:pt x="94996" y="111430"/>
                  </a:moveTo>
                  <a:moveTo>
                    <a:pt x="94996" y="111430"/>
                  </a:moveTo>
                  <a:cubicBezTo>
                    <a:pt x="94996" y="107721"/>
                    <a:pt x="98298" y="104737"/>
                    <a:pt x="102489" y="104737"/>
                  </a:cubicBezTo>
                  <a:lnTo>
                    <a:pt x="112395" y="104737"/>
                  </a:lnTo>
                  <a:cubicBezTo>
                    <a:pt x="116586" y="104737"/>
                    <a:pt x="120015" y="107721"/>
                    <a:pt x="120015" y="111430"/>
                  </a:cubicBezTo>
                  <a:cubicBezTo>
                    <a:pt x="120015" y="115138"/>
                    <a:pt x="116586" y="118123"/>
                    <a:pt x="112395" y="118123"/>
                  </a:cubicBezTo>
                  <a:lnTo>
                    <a:pt x="102489" y="118123"/>
                  </a:lnTo>
                  <a:cubicBezTo>
                    <a:pt x="98298" y="118123"/>
                    <a:pt x="94996" y="115138"/>
                    <a:pt x="94996" y="111430"/>
                  </a:cubicBezTo>
                  <a:moveTo>
                    <a:pt x="39878" y="57874"/>
                  </a:moveTo>
                  <a:moveTo>
                    <a:pt x="39878" y="57874"/>
                  </a:moveTo>
                  <a:cubicBezTo>
                    <a:pt x="48133" y="57874"/>
                    <a:pt x="54864" y="63868"/>
                    <a:pt x="54864" y="71260"/>
                  </a:cubicBezTo>
                  <a:cubicBezTo>
                    <a:pt x="54864" y="78651"/>
                    <a:pt x="48133" y="84645"/>
                    <a:pt x="39878" y="84645"/>
                  </a:cubicBezTo>
                  <a:cubicBezTo>
                    <a:pt x="31623" y="84645"/>
                    <a:pt x="24892" y="78651"/>
                    <a:pt x="24892" y="71260"/>
                  </a:cubicBezTo>
                  <a:cubicBezTo>
                    <a:pt x="24892" y="63868"/>
                    <a:pt x="31623" y="57874"/>
                    <a:pt x="39878" y="57874"/>
                  </a:cubicBezTo>
                  <a:moveTo>
                    <a:pt x="84963" y="71260"/>
                  </a:moveTo>
                  <a:moveTo>
                    <a:pt x="84963" y="71260"/>
                  </a:moveTo>
                  <a:cubicBezTo>
                    <a:pt x="84963" y="63868"/>
                    <a:pt x="91694" y="57874"/>
                    <a:pt x="99949" y="57874"/>
                  </a:cubicBezTo>
                  <a:cubicBezTo>
                    <a:pt x="108204" y="57874"/>
                    <a:pt x="114935" y="63868"/>
                    <a:pt x="114935" y="71260"/>
                  </a:cubicBezTo>
                  <a:cubicBezTo>
                    <a:pt x="114935" y="78651"/>
                    <a:pt x="108204" y="84645"/>
                    <a:pt x="99949" y="84645"/>
                  </a:cubicBezTo>
                  <a:cubicBezTo>
                    <a:pt x="91694" y="84645"/>
                    <a:pt x="84963" y="78651"/>
                    <a:pt x="84963" y="71260"/>
                  </a:cubicBezTo>
                </a:path>
              </a:pathLst>
            </a:custGeom>
            <a:solidFill>
              <a:srgbClr val="FFFFFF">
                <a:alpha val="100000"/>
              </a:srgbClr>
            </a:solidFill>
          </p:spPr>
        </p:sp>
        <p:sp>
          <p:nvSpPr>
            <p:cNvPr id="717" name="VectorPath 717"/>
            <p:cNvSpPr/>
            <p:nvPr/>
          </p:nvSpPr>
          <p:spPr>
            <a:xfrm>
              <a:off x="3354070" y="6042025"/>
              <a:ext cx="19685" cy="44450"/>
            </a:xfrm>
            <a:custGeom>
              <a:avLst/>
              <a:gdLst/>
              <a:ahLst/>
              <a:cxnLst/>
              <a:rect l="l" t="t" r="r" b="b"/>
              <a:pathLst>
                <a:path w="19685" h="44348">
                  <a:moveTo>
                    <a:pt x="19685" y="8928"/>
                  </a:moveTo>
                  <a:moveTo>
                    <a:pt x="19685" y="8928"/>
                  </a:moveTo>
                  <a:cubicBezTo>
                    <a:pt x="19685" y="3988"/>
                    <a:pt x="15240" y="0"/>
                    <a:pt x="9652" y="0"/>
                  </a:cubicBezTo>
                  <a:cubicBezTo>
                    <a:pt x="4191" y="0"/>
                    <a:pt x="-254" y="3988"/>
                    <a:pt x="-254" y="8928"/>
                  </a:cubicBezTo>
                  <a:lnTo>
                    <a:pt x="-254" y="35712"/>
                  </a:lnTo>
                  <a:cubicBezTo>
                    <a:pt x="-254" y="40640"/>
                    <a:pt x="4191" y="44628"/>
                    <a:pt x="9652" y="44628"/>
                  </a:cubicBezTo>
                  <a:cubicBezTo>
                    <a:pt x="15240" y="44628"/>
                    <a:pt x="19685" y="40640"/>
                    <a:pt x="19685" y="35712"/>
                  </a:cubicBezTo>
                  <a:lnTo>
                    <a:pt x="19685" y="8928"/>
                  </a:lnTo>
                  <a:close/>
                </a:path>
              </a:pathLst>
            </a:custGeom>
            <a:solidFill>
              <a:srgbClr val="FFFFFF">
                <a:alpha val="100000"/>
              </a:srgbClr>
            </a:solidFill>
          </p:spPr>
        </p:sp>
        <p:sp>
          <p:nvSpPr>
            <p:cNvPr id="718" name="VectorPath 718"/>
            <p:cNvSpPr/>
            <p:nvPr/>
          </p:nvSpPr>
          <p:spPr>
            <a:xfrm>
              <a:off x="3533775" y="6042025"/>
              <a:ext cx="20320" cy="44450"/>
            </a:xfrm>
            <a:custGeom>
              <a:avLst/>
              <a:gdLst/>
              <a:ahLst/>
              <a:cxnLst/>
              <a:rect l="l" t="t" r="r" b="b"/>
              <a:pathLst>
                <a:path w="20066" h="44348">
                  <a:moveTo>
                    <a:pt x="10033" y="0"/>
                  </a:moveTo>
                  <a:moveTo>
                    <a:pt x="10033" y="0"/>
                  </a:moveTo>
                  <a:cubicBezTo>
                    <a:pt x="4445" y="0"/>
                    <a:pt x="0" y="3988"/>
                    <a:pt x="0" y="8928"/>
                  </a:cubicBezTo>
                  <a:lnTo>
                    <a:pt x="0" y="35712"/>
                  </a:lnTo>
                  <a:cubicBezTo>
                    <a:pt x="0" y="40640"/>
                    <a:pt x="4445" y="44628"/>
                    <a:pt x="10033" y="44628"/>
                  </a:cubicBezTo>
                  <a:cubicBezTo>
                    <a:pt x="15494" y="44628"/>
                    <a:pt x="20066" y="40640"/>
                    <a:pt x="20066" y="35712"/>
                  </a:cubicBezTo>
                  <a:lnTo>
                    <a:pt x="20066" y="8928"/>
                  </a:lnTo>
                  <a:cubicBezTo>
                    <a:pt x="20066" y="3988"/>
                    <a:pt x="15494" y="0"/>
                    <a:pt x="10033" y="0"/>
                  </a:cubicBezTo>
                </a:path>
              </a:pathLst>
            </a:custGeom>
            <a:solidFill>
              <a:srgbClr val="FFFFFF">
                <a:alpha val="100000"/>
              </a:srgbClr>
            </a:solidFill>
          </p:spPr>
        </p:sp>
      </p:grpSp>
      <p:sp>
        <p:nvSpPr>
          <p:cNvPr id="719" name="TextBox719"/>
          <p:cNvSpPr txBox="1"/>
          <p:nvPr/>
        </p:nvSpPr>
        <p:spPr>
          <a:xfrm>
            <a:off x="3683000" y="5961380"/>
            <a:ext cx="1717675" cy="174625"/>
          </a:xfrm>
          <a:prstGeom prst="rect">
            <a:avLst/>
          </a:prstGeom>
          <a:noFill/>
        </p:spPr>
        <p:txBody>
          <a:bodyPr wrap="square" lIns="0" tIns="0" rIns="0" bIns="0" rtlCol="0">
            <a:spAutoFit/>
          </a:bodyPr>
          <a:lstStyle/>
          <a:p>
            <a:pPr marL="0" marR="0" indent="0" eaLnBrk="0">
              <a:lnSpc>
                <a:spcPct val="103787"/>
              </a:lnSpc>
            </a:pPr>
            <a:r>
              <a:rPr lang="en-US" altLang="zh-CN" sz="1650" b="1" kern="0" spc="0" baseline="2859" noProof="0" dirty="0">
                <a:solidFill>
                  <a:srgbClr val="FFFFFF"/>
                </a:solidFill>
                <a:latin typeface="Arial" pitchFamily="34" charset="0"/>
                <a:ea typeface="Arial" pitchFamily="34" charset="0"/>
                <a:cs typeface="Arial" pitchFamily="34" charset="0"/>
              </a:rPr>
              <a:t>developer</a:t>
            </a:r>
            <a:r>
              <a:rPr lang="en-US" altLang="zh-CN" sz="1650" b="1" kern="0" spc="-25" baseline="2859" noProof="0" dirty="0">
                <a:latin typeface="Arial" pitchFamily="34" charset="0"/>
                <a:ea typeface="Arial" pitchFamily="34" charset="0"/>
                <a:cs typeface="Arial" pitchFamily="34" charset="0"/>
              </a:rPr>
              <a:t> </a:t>
            </a:r>
            <a:r>
              <a:rPr lang="en-US" altLang="zh-CN" sz="1650" b="1" kern="0" spc="0" baseline="2859" noProof="0" dirty="0">
                <a:solidFill>
                  <a:srgbClr val="FFFFFF"/>
                </a:solidFill>
                <a:latin typeface="Arial" pitchFamily="34" charset="0"/>
                <a:ea typeface="Arial" pitchFamily="34" charset="0"/>
                <a:cs typeface="Arial" pitchFamily="34" charset="0"/>
              </a:rPr>
              <a:t>Agent</a:t>
            </a:r>
            <a:r>
              <a:rPr lang="en-US" altLang="zh-CN" sz="1650" b="1" kern="0" spc="0" baseline="2859" noProof="0" dirty="0">
                <a:solidFill>
                  <a:srgbClr val="FFFFFF"/>
                </a:solidFill>
                <a:latin typeface="SimHei" pitchFamily="49" charset="0"/>
                <a:ea typeface="SimHei" pitchFamily="49" charset="0"/>
                <a:cs typeface="SimHei" pitchFamily="49" charset="0"/>
              </a:rPr>
              <a:t>自动完成</a:t>
            </a:r>
          </a:p>
        </p:txBody>
      </p:sp>
      <p:grpSp>
        <p:nvGrpSpPr>
          <p:cNvPr id="720" name="Combination 720"/>
          <p:cNvGrpSpPr/>
          <p:nvPr/>
        </p:nvGrpSpPr>
        <p:grpSpPr>
          <a:xfrm>
            <a:off x="6825615" y="4975225"/>
            <a:ext cx="213995" cy="160655"/>
            <a:chOff x="6825615" y="4975225"/>
            <a:chExt cx="213995" cy="160655"/>
          </a:xfrm>
        </p:grpSpPr>
        <p:grpSp>
          <p:nvGrpSpPr>
            <p:cNvPr id="721" name="Combination 721"/>
            <p:cNvGrpSpPr/>
            <p:nvPr/>
          </p:nvGrpSpPr>
          <p:grpSpPr>
            <a:xfrm>
              <a:off x="6825615" y="4975225"/>
              <a:ext cx="213995" cy="93345"/>
              <a:chOff x="6825615" y="4975225"/>
              <a:chExt cx="213995" cy="93345"/>
            </a:xfrm>
          </p:grpSpPr>
          <p:sp>
            <p:nvSpPr>
              <p:cNvPr id="722" name="VectorPath 722"/>
              <p:cNvSpPr/>
              <p:nvPr/>
            </p:nvSpPr>
            <p:spPr>
              <a:xfrm>
                <a:off x="6825362" y="4975098"/>
                <a:ext cx="187578" cy="26797"/>
              </a:xfrm>
              <a:custGeom>
                <a:avLst/>
                <a:gdLst/>
                <a:ahLst/>
                <a:cxnLst/>
                <a:rect l="l" t="t" r="r" b="b"/>
                <a:pathLst>
                  <a:path w="187325" h="26670">
                    <a:moveTo>
                      <a:pt x="-253" y="13208"/>
                    </a:moveTo>
                    <a:moveTo>
                      <a:pt x="-253" y="13208"/>
                    </a:moveTo>
                    <a:cubicBezTo>
                      <a:pt x="-253" y="5842"/>
                      <a:pt x="5715" y="-127"/>
                      <a:pt x="13081" y="-127"/>
                    </a:cubicBezTo>
                    <a:lnTo>
                      <a:pt x="173862" y="-127"/>
                    </a:lnTo>
                    <a:cubicBezTo>
                      <a:pt x="181356" y="-127"/>
                      <a:pt x="187325" y="5842"/>
                      <a:pt x="187325" y="13208"/>
                    </a:cubicBezTo>
                    <a:cubicBezTo>
                      <a:pt x="187325" y="20574"/>
                      <a:pt x="181356" y="26670"/>
                      <a:pt x="173862" y="26670"/>
                    </a:cubicBezTo>
                    <a:lnTo>
                      <a:pt x="13081" y="26670"/>
                    </a:lnTo>
                    <a:cubicBezTo>
                      <a:pt x="5715" y="26670"/>
                      <a:pt x="-253" y="20574"/>
                      <a:pt x="-253" y="13208"/>
                    </a:cubicBezTo>
                  </a:path>
                </a:pathLst>
              </a:custGeom>
              <a:solidFill>
                <a:srgbClr val="10B981">
                  <a:alpha val="100000"/>
                </a:srgbClr>
              </a:solidFill>
            </p:spPr>
          </p:sp>
          <p:sp>
            <p:nvSpPr>
              <p:cNvPr id="723" name="VectorPath 723"/>
              <p:cNvSpPr/>
              <p:nvPr/>
            </p:nvSpPr>
            <p:spPr>
              <a:xfrm>
                <a:off x="6852158" y="5042028"/>
                <a:ext cx="187579" cy="26797"/>
              </a:xfrm>
              <a:custGeom>
                <a:avLst/>
                <a:gdLst/>
                <a:ahLst/>
                <a:cxnLst/>
                <a:rect l="l" t="t" r="r" b="b"/>
                <a:pathLst>
                  <a:path w="187452" h="26543">
                    <a:moveTo>
                      <a:pt x="0" y="13462"/>
                    </a:moveTo>
                    <a:moveTo>
                      <a:pt x="0" y="13462"/>
                    </a:moveTo>
                    <a:cubicBezTo>
                      <a:pt x="0" y="5969"/>
                      <a:pt x="5969" y="0"/>
                      <a:pt x="13336" y="0"/>
                    </a:cubicBezTo>
                    <a:lnTo>
                      <a:pt x="174117" y="0"/>
                    </a:lnTo>
                    <a:cubicBezTo>
                      <a:pt x="181610" y="0"/>
                      <a:pt x="187579" y="5969"/>
                      <a:pt x="187579" y="13462"/>
                    </a:cubicBezTo>
                    <a:cubicBezTo>
                      <a:pt x="187579" y="20828"/>
                      <a:pt x="181610" y="26797"/>
                      <a:pt x="174117" y="26797"/>
                    </a:cubicBezTo>
                    <a:lnTo>
                      <a:pt x="13336" y="26797"/>
                    </a:lnTo>
                    <a:cubicBezTo>
                      <a:pt x="5969" y="26797"/>
                      <a:pt x="0" y="20828"/>
                      <a:pt x="0" y="13462"/>
                    </a:cubicBezTo>
                  </a:path>
                </a:pathLst>
              </a:custGeom>
              <a:solidFill>
                <a:srgbClr val="10B981">
                  <a:alpha val="100000"/>
                </a:srgbClr>
              </a:solidFill>
            </p:spPr>
          </p:sp>
        </p:grpSp>
        <p:sp>
          <p:nvSpPr>
            <p:cNvPr id="724" name="VectorPath 724"/>
            <p:cNvSpPr/>
            <p:nvPr/>
          </p:nvSpPr>
          <p:spPr>
            <a:xfrm>
              <a:off x="6825615" y="5109210"/>
              <a:ext cx="187325" cy="26670"/>
            </a:xfrm>
            <a:custGeom>
              <a:avLst/>
              <a:gdLst/>
              <a:ahLst/>
              <a:cxnLst/>
              <a:rect l="l" t="t" r="r" b="b"/>
              <a:pathLst>
                <a:path w="187325" h="26670">
                  <a:moveTo>
                    <a:pt x="187325" y="13208"/>
                  </a:moveTo>
                  <a:moveTo>
                    <a:pt x="187325" y="13208"/>
                  </a:moveTo>
                  <a:cubicBezTo>
                    <a:pt x="187325" y="20574"/>
                    <a:pt x="181356" y="26670"/>
                    <a:pt x="173862" y="26670"/>
                  </a:cubicBezTo>
                  <a:lnTo>
                    <a:pt x="13081" y="26670"/>
                  </a:lnTo>
                  <a:cubicBezTo>
                    <a:pt x="5715" y="26670"/>
                    <a:pt x="-253" y="20574"/>
                    <a:pt x="-253" y="13208"/>
                  </a:cubicBezTo>
                  <a:cubicBezTo>
                    <a:pt x="-253" y="5842"/>
                    <a:pt x="5715" y="-127"/>
                    <a:pt x="13081" y="-127"/>
                  </a:cubicBezTo>
                  <a:lnTo>
                    <a:pt x="173862" y="-127"/>
                  </a:lnTo>
                  <a:cubicBezTo>
                    <a:pt x="181356" y="-127"/>
                    <a:pt x="187325" y="5842"/>
                    <a:pt x="187325" y="13208"/>
                  </a:cubicBezTo>
                </a:path>
              </a:pathLst>
            </a:custGeom>
            <a:solidFill>
              <a:srgbClr val="10B981">
                <a:alpha val="100000"/>
              </a:srgbClr>
            </a:solidFill>
          </p:spPr>
        </p:sp>
      </p:grpSp>
      <p:sp>
        <p:nvSpPr>
          <p:cNvPr id="725" name="TextBox725"/>
          <p:cNvSpPr txBox="1"/>
          <p:nvPr/>
        </p:nvSpPr>
        <p:spPr>
          <a:xfrm>
            <a:off x="6619241" y="5264785"/>
            <a:ext cx="625475" cy="146050"/>
          </a:xfrm>
          <a:prstGeom prst="rect">
            <a:avLst/>
          </a:prstGeom>
          <a:noFill/>
        </p:spPr>
        <p:txBody>
          <a:bodyPr wrap="square" lIns="0" tIns="0" rIns="0" bIns="0" rtlCol="0">
            <a:spAutoFit/>
          </a:bodyPr>
          <a:lstStyle/>
          <a:p>
            <a:pPr marL="0" marR="0" indent="0" eaLnBrk="0">
              <a:lnSpc>
                <a:spcPct val="100000"/>
              </a:lnSpc>
            </a:pPr>
            <a:r>
              <a:rPr lang="en-US" altLang="zh-CN" sz="950" kern="0" spc="-15" baseline="0" noProof="0" dirty="0">
                <a:solidFill>
                  <a:srgbClr val="1E293B"/>
                </a:solidFill>
                <a:latin typeface="SimHei" pitchFamily="49" charset="0"/>
                <a:ea typeface="SimHei" pitchFamily="49" charset="0"/>
                <a:cs typeface="SimHei" pitchFamily="49" charset="0"/>
              </a:rPr>
              <a:t>流水线优化</a:t>
            </a:r>
          </a:p>
        </p:txBody>
      </p:sp>
      <p:pic>
        <p:nvPicPr>
          <p:cNvPr id="726" name="BBFB3277-20DD-46E7-4D5C-2AA82140CF92"/>
          <p:cNvPicPr>
            <a:picLocks noChangeAspect="1"/>
          </p:cNvPicPr>
          <p:nvPr/>
        </p:nvPicPr>
        <p:blipFill>
          <a:blip r:embed="rId8" cstate="print">
            <a:extLst>
              <a:ext uri="{B969DA73-E06A-475D-E578-40D07AD26BB7}"/>
            </a:extLst>
          </a:blip>
          <a:srcRect/>
          <a:stretch>
            <a:fillRect/>
          </a:stretch>
        </p:blipFill>
        <p:spPr>
          <a:xfrm>
            <a:off x="8075930" y="3623945"/>
            <a:ext cx="3793066" cy="2628900"/>
          </a:xfrm>
          <a:prstGeom prst="rect">
            <a:avLst/>
          </a:prstGeom>
        </p:spPr>
      </p:pic>
      <p:grpSp>
        <p:nvGrpSpPr>
          <p:cNvPr id="727" name="Combination 727"/>
          <p:cNvGrpSpPr/>
          <p:nvPr/>
        </p:nvGrpSpPr>
        <p:grpSpPr>
          <a:xfrm>
            <a:off x="8103870" y="3644265"/>
            <a:ext cx="3733800" cy="2572385"/>
            <a:chOff x="8103870" y="3644265"/>
            <a:chExt cx="3733800" cy="2572385"/>
          </a:xfrm>
        </p:grpSpPr>
        <p:sp>
          <p:nvSpPr>
            <p:cNvPr id="728" name="VectorPath 728"/>
            <p:cNvSpPr/>
            <p:nvPr/>
          </p:nvSpPr>
          <p:spPr>
            <a:xfrm>
              <a:off x="8104124" y="3644265"/>
              <a:ext cx="3733546" cy="2572309"/>
            </a:xfrm>
            <a:custGeom>
              <a:avLst/>
              <a:gdLst/>
              <a:ahLst/>
              <a:cxnLst/>
              <a:rect l="l" t="t" r="r" b="b"/>
              <a:pathLst>
                <a:path w="3733546" h="2572309">
                  <a:moveTo>
                    <a:pt x="35688" y="0"/>
                  </a:moveTo>
                  <a:lnTo>
                    <a:pt x="3626358" y="0"/>
                  </a:lnTo>
                  <a:cubicBezTo>
                    <a:pt x="3685540" y="0"/>
                    <a:pt x="3733546" y="47879"/>
                    <a:pt x="3733546" y="107188"/>
                  </a:cubicBezTo>
                  <a:lnTo>
                    <a:pt x="3733546" y="2465121"/>
                  </a:lnTo>
                  <a:cubicBezTo>
                    <a:pt x="3733546" y="2524328"/>
                    <a:pt x="3685540" y="2572309"/>
                    <a:pt x="3626358" y="2572309"/>
                  </a:cubicBezTo>
                  <a:lnTo>
                    <a:pt x="35688" y="2572309"/>
                  </a:lnTo>
                  <a:cubicBezTo>
                    <a:pt x="16002" y="2572309"/>
                    <a:pt x="0" y="2556320"/>
                    <a:pt x="0" y="2536584"/>
                  </a:cubicBezTo>
                  <a:lnTo>
                    <a:pt x="0" y="35687"/>
                  </a:lnTo>
                  <a:cubicBezTo>
                    <a:pt x="0" y="15875"/>
                    <a:pt x="16002" y="0"/>
                    <a:pt x="35688" y="0"/>
                  </a:cubicBezTo>
                </a:path>
              </a:pathLst>
            </a:custGeom>
            <a:solidFill>
              <a:srgbClr val="FFFFFF">
                <a:alpha val="100000"/>
              </a:srgbClr>
            </a:solidFill>
          </p:spPr>
        </p:sp>
        <p:sp>
          <p:nvSpPr>
            <p:cNvPr id="729" name="VectorPath 729"/>
            <p:cNvSpPr/>
            <p:nvPr/>
          </p:nvSpPr>
          <p:spPr>
            <a:xfrm>
              <a:off x="8300594" y="4180078"/>
              <a:ext cx="3358388" cy="1857870"/>
            </a:xfrm>
            <a:custGeom>
              <a:avLst/>
              <a:gdLst/>
              <a:ahLst/>
              <a:cxnLst/>
              <a:rect l="l" t="t" r="r" b="b"/>
              <a:pathLst>
                <a:path w="3358388" h="1857870">
                  <a:moveTo>
                    <a:pt x="71501" y="0"/>
                  </a:moveTo>
                  <a:lnTo>
                    <a:pt x="3287014" y="0"/>
                  </a:lnTo>
                  <a:cubicBezTo>
                    <a:pt x="3326384" y="0"/>
                    <a:pt x="3358388" y="32004"/>
                    <a:pt x="3358388" y="71501"/>
                  </a:cubicBezTo>
                  <a:lnTo>
                    <a:pt x="3358388" y="1786407"/>
                  </a:lnTo>
                  <a:cubicBezTo>
                    <a:pt x="3358388" y="1825879"/>
                    <a:pt x="3326384" y="1857870"/>
                    <a:pt x="3287014" y="1857870"/>
                  </a:cubicBezTo>
                  <a:lnTo>
                    <a:pt x="71501" y="1857870"/>
                  </a:lnTo>
                  <a:cubicBezTo>
                    <a:pt x="32003" y="1857870"/>
                    <a:pt x="0" y="1825879"/>
                    <a:pt x="0" y="1786407"/>
                  </a:cubicBezTo>
                  <a:lnTo>
                    <a:pt x="0" y="71501"/>
                  </a:lnTo>
                  <a:cubicBezTo>
                    <a:pt x="0" y="32004"/>
                    <a:pt x="32003" y="0"/>
                    <a:pt x="71501" y="0"/>
                  </a:cubicBezTo>
                </a:path>
              </a:pathLst>
            </a:custGeom>
            <a:solidFill>
              <a:srgbClr val="1E293B">
                <a:alpha val="100000"/>
              </a:srgbClr>
            </a:solidFill>
          </p:spPr>
        </p:sp>
      </p:grpSp>
      <p:sp>
        <p:nvSpPr>
          <p:cNvPr id="730" name="VectorPath 730"/>
          <p:cNvSpPr/>
          <p:nvPr/>
        </p:nvSpPr>
        <p:spPr>
          <a:xfrm>
            <a:off x="8103870" y="3644265"/>
            <a:ext cx="36195" cy="2572385"/>
          </a:xfrm>
          <a:custGeom>
            <a:avLst/>
            <a:gdLst/>
            <a:ahLst/>
            <a:cxnLst/>
            <a:rect l="l" t="t" r="r" b="b"/>
            <a:pathLst>
              <a:path w="35688" h="2572309">
                <a:moveTo>
                  <a:pt x="35688" y="0"/>
                </a:moveTo>
                <a:lnTo>
                  <a:pt x="35688" y="0"/>
                </a:lnTo>
                <a:lnTo>
                  <a:pt x="35688" y="2572309"/>
                </a:lnTo>
                <a:lnTo>
                  <a:pt x="35688" y="2572309"/>
                </a:lnTo>
                <a:cubicBezTo>
                  <a:pt x="16002" y="2572309"/>
                  <a:pt x="0" y="2556320"/>
                  <a:pt x="0" y="2536584"/>
                </a:cubicBezTo>
                <a:lnTo>
                  <a:pt x="0" y="35687"/>
                </a:lnTo>
                <a:cubicBezTo>
                  <a:pt x="0" y="15875"/>
                  <a:pt x="16002" y="0"/>
                  <a:pt x="35688" y="0"/>
                </a:cubicBezTo>
              </a:path>
            </a:pathLst>
          </a:custGeom>
          <a:solidFill>
            <a:srgbClr val="0EA5E9">
              <a:alpha val="100000"/>
            </a:srgbClr>
          </a:solidFill>
        </p:spPr>
      </p:sp>
      <p:sp>
        <p:nvSpPr>
          <p:cNvPr id="731" name="TextBox731"/>
          <p:cNvSpPr txBox="1"/>
          <p:nvPr/>
        </p:nvSpPr>
        <p:spPr>
          <a:xfrm>
            <a:off x="8301355" y="3848100"/>
            <a:ext cx="1276350" cy="222250"/>
          </a:xfrm>
          <a:prstGeom prst="rect">
            <a:avLst/>
          </a:prstGeom>
          <a:noFill/>
        </p:spPr>
        <p:txBody>
          <a:bodyPr wrap="square" lIns="0" tIns="0" rIns="0" bIns="0" rtlCol="0">
            <a:spAutoFit/>
          </a:bodyPr>
          <a:lstStyle/>
          <a:p>
            <a:pPr marL="0" marR="0" indent="0" eaLnBrk="0">
              <a:lnSpc>
                <a:spcPct val="103869"/>
              </a:lnSpc>
            </a:pPr>
            <a:r>
              <a:rPr lang="en-US" altLang="zh-CN" sz="1400" b="1" kern="0" spc="-15" baseline="0" noProof="0" dirty="0">
                <a:solidFill>
                  <a:srgbClr val="1E293B"/>
                </a:solidFill>
                <a:latin typeface="Arial" pitchFamily="34" charset="0"/>
                <a:ea typeface="Arial" pitchFamily="34" charset="0"/>
                <a:cs typeface="Arial" pitchFamily="34" charset="0"/>
              </a:rPr>
              <a:t>Kernel</a:t>
            </a:r>
            <a:r>
              <a:rPr lang="en-US" altLang="zh-CN" sz="1400" b="1" kern="0" spc="0" baseline="0" noProof="0" dirty="0">
                <a:solidFill>
                  <a:srgbClr val="1E293B"/>
                </a:solidFill>
                <a:latin typeface="SimHei" pitchFamily="49" charset="0"/>
                <a:ea typeface="SimHei" pitchFamily="49" charset="0"/>
                <a:cs typeface="SimHei" pitchFamily="49" charset="0"/>
              </a:rPr>
              <a:t>函数结构</a:t>
            </a:r>
          </a:p>
        </p:txBody>
      </p:sp>
      <p:sp>
        <p:nvSpPr>
          <p:cNvPr id="732" name="TextBox732"/>
          <p:cNvSpPr txBox="1"/>
          <p:nvPr/>
        </p:nvSpPr>
        <p:spPr>
          <a:xfrm>
            <a:off x="8408670" y="4305300"/>
            <a:ext cx="1735137" cy="1624012"/>
          </a:xfrm>
          <a:prstGeom prst="rect">
            <a:avLst/>
          </a:prstGeom>
          <a:noFill/>
        </p:spPr>
        <p:txBody>
          <a:bodyPr wrap="square" lIns="0" tIns="9525" rIns="0" bIns="0" rtlCol="0">
            <a:spAutoFit/>
          </a:bodyPr>
          <a:lstStyle/>
          <a:p>
            <a:pPr marL="0" marR="0" indent="0" eaLnBrk="0">
              <a:lnSpc>
                <a:spcPct val="84375"/>
              </a:lnSpc>
              <a:spcBef>
                <a:spcPts val="75"/>
              </a:spcBef>
              <a:spcAft>
                <a:spcPts val="470"/>
              </a:spcAft>
            </a:pPr>
            <a:r>
              <a:rPr lang="en-US" altLang="zh-CN" sz="800" kern="0" spc="0" baseline="0" noProof="0" dirty="0">
                <a:solidFill>
                  <a:srgbClr val="6A7282"/>
                </a:solidFill>
                <a:latin typeface="SimHei" pitchFamily="49" charset="0"/>
                <a:ea typeface="SimHei" pitchFamily="49" charset="0"/>
                <a:cs typeface="SimHei" pitchFamily="49" charset="0"/>
              </a:rPr>
              <a:t>//</a:t>
            </a:r>
            <a:r>
              <a:rPr lang="en-US" altLang="zh-CN" sz="800" kern="0" spc="-100" baseline="0" noProof="0" dirty="0">
                <a:latin typeface="SimHei" pitchFamily="49" charset="0"/>
                <a:ea typeface="SimHei" pitchFamily="49" charset="0"/>
                <a:cs typeface="SimHei" pitchFamily="49" charset="0"/>
              </a:rPr>
              <a:t> </a:t>
            </a:r>
            <a:r>
              <a:rPr lang="en-US" altLang="zh-CN" sz="800" kern="0" spc="0" baseline="0" noProof="0" dirty="0">
                <a:solidFill>
                  <a:srgbClr val="6A7282"/>
                </a:solidFill>
                <a:latin typeface="SimHei" pitchFamily="49" charset="0"/>
                <a:ea typeface="SimHei" pitchFamily="49" charset="0"/>
                <a:cs typeface="SimHei" pitchFamily="49" charset="0"/>
              </a:rPr>
              <a:t>Kernel函数结构</a:t>
            </a:r>
          </a:p>
          <a:p>
            <a:pPr marL="0" marR="0" indent="0" eaLnBrk="0">
              <a:lnSpc>
                <a:spcPct val="116927"/>
              </a:lnSpc>
              <a:tabLst>
                <a:tab pos="600075" algn="l"/>
                <a:tab pos="988696" algn="l"/>
                <a:tab pos="1110615" algn="l"/>
                <a:tab pos="1496061" algn="l"/>
              </a:tabLst>
            </a:pPr>
            <a:r>
              <a:rPr lang="en-US" altLang="zh-CN" sz="800" kern="0" spc="-25" baseline="0" noProof="0" dirty="0">
                <a:solidFill>
                  <a:srgbClr val="05DF72"/>
                </a:solidFill>
                <a:latin typeface="SimHei" pitchFamily="49" charset="0"/>
                <a:ea typeface="SimHei" pitchFamily="49" charset="0"/>
                <a:cs typeface="SimHei" pitchFamily="49" charset="0"/>
              </a:rPr>
              <a:t>ext</a:t>
            </a:r>
            <a:r>
              <a:rPr lang="en-US" altLang="zh-CN" sz="800" kern="0" spc="-15" baseline="0" noProof="0" dirty="0">
                <a:solidFill>
                  <a:srgbClr val="05DF72"/>
                </a:solidFill>
                <a:latin typeface="SimHei" pitchFamily="49" charset="0"/>
                <a:ea typeface="SimHei" pitchFamily="49" charset="0"/>
                <a:cs typeface="SimHei" pitchFamily="49" charset="0"/>
              </a:rPr>
              <a:t>ern</a:t>
            </a:r>
            <a:r>
              <a:rPr lang="en-US" altLang="zh-CN" sz="800" kern="0" spc="-125" baseline="0" noProof="0" dirty="0">
                <a:latin typeface="SimHei" pitchFamily="49" charset="0"/>
                <a:ea typeface="SimHei" pitchFamily="49" charset="0"/>
                <a:cs typeface="SimHei" pitchFamily="49" charset="0"/>
              </a:rPr>
              <a:t> </a:t>
            </a:r>
            <a:r>
              <a:rPr lang="en-US" altLang="zh-CN" sz="800" kern="0" spc="-15" baseline="0" noProof="0" dirty="0">
                <a:solidFill>
                  <a:srgbClr val="05DF72"/>
                </a:solidFill>
                <a:latin typeface="SimHei" pitchFamily="49" charset="0"/>
                <a:ea typeface="SimHei" pitchFamily="49" charset="0"/>
                <a:cs typeface="SimHei" pitchFamily="49" charset="0"/>
              </a:rPr>
              <a:t>"C"</a:t>
            </a:r>
            <a:r>
              <a:rPr lang="en-US" altLang="zh-CN" sz="800" kern="0" spc="-125" baseline="0" noProof="0" dirty="0">
                <a:latin typeface="SimHei" pitchFamily="49" charset="0"/>
                <a:ea typeface="SimHei" pitchFamily="49" charset="0"/>
                <a:cs typeface="SimHei" pitchFamily="49" charset="0"/>
              </a:rPr>
              <a:t> </a:t>
            </a:r>
            <a:r>
              <a:rPr lang="en-US" altLang="zh-CN" sz="800" u="sng" kern="0" spc="0" baseline="0" noProof="0" dirty="0">
                <a:uFill>
                  <a:solidFill>
                    <a:srgbClr val="000000"/>
                  </a:solidFill>
                </a:uFill>
                <a:latin typeface="Arial" pitchFamily="34" charset="0"/>
                <a:ea typeface="Arial" pitchFamily="34" charset="0"/>
                <a:cs typeface="Arial" pitchFamily="34" charset="0"/>
              </a:rPr>
              <a:t> </a:t>
            </a:r>
            <a:r>
              <a:rPr sz="800" u="sng" kern="0" baseline="0" noProof="0" dirty="0">
                <a:solidFill>
                  <a:srgbClr val="05DF72"/>
                </a:solidFill>
                <a:uFill>
                  <a:solidFill>
                    <a:srgbClr val="000000"/>
                  </a:solidFill>
                </a:uFill>
                <a:latin typeface="Arial" pitchFamily="34" charset="0"/>
                <a:ea typeface="Arial" pitchFamily="34" charset="0"/>
                <a:cs typeface="Arial" pitchFamily="34" charset="0"/>
              </a:rPr>
              <a:t>	</a:t>
            </a:r>
            <a:r>
              <a:rPr lang="en-US" altLang="zh-CN" sz="800" kern="0" spc="-15" baseline="0" noProof="0" dirty="0">
                <a:solidFill>
                  <a:srgbClr val="05DF72"/>
                </a:solidFill>
                <a:latin typeface="SimHei" pitchFamily="49" charset="0"/>
                <a:ea typeface="SimHei" pitchFamily="49" charset="0"/>
                <a:cs typeface="SimHei" pitchFamily="49" charset="0"/>
              </a:rPr>
              <a:t>glo</a:t>
            </a:r>
            <a:r>
              <a:rPr lang="en-US" altLang="zh-CN" sz="800" kern="0" spc="0" baseline="0" noProof="0" dirty="0">
                <a:solidFill>
                  <a:srgbClr val="05DF72"/>
                </a:solidFill>
                <a:latin typeface="SimHei" pitchFamily="49" charset="0"/>
                <a:ea typeface="SimHei" pitchFamily="49" charset="0"/>
                <a:cs typeface="SimHei" pitchFamily="49" charset="0"/>
              </a:rPr>
              <a:t>bal</a:t>
            </a:r>
            <a:r>
              <a:rPr lang="en-US" altLang="zh-CN" sz="800" u="sng" kern="0" spc="0" baseline="0" noProof="0" dirty="0">
                <a:uFill>
                  <a:solidFill>
                    <a:srgbClr val="000000"/>
                  </a:solidFill>
                </a:uFill>
                <a:latin typeface="Arial" pitchFamily="34" charset="0"/>
                <a:ea typeface="Arial" pitchFamily="34" charset="0"/>
                <a:cs typeface="Arial" pitchFamily="34" charset="0"/>
              </a:rPr>
              <a:t> </a:t>
            </a:r>
            <a:r>
              <a:rPr sz="800" u="sng" kern="0" baseline="0" noProof="0" dirty="0">
                <a:solidFill>
                  <a:srgbClr val="05DF72"/>
                </a:solidFill>
                <a:uFill>
                  <a:solidFill>
                    <a:srgbClr val="000000"/>
                  </a:solidFill>
                </a:uFill>
                <a:latin typeface="Arial" pitchFamily="34" charset="0"/>
                <a:ea typeface="Arial" pitchFamily="34" charset="0"/>
                <a:cs typeface="Arial" pitchFamily="34" charset="0"/>
              </a:rPr>
              <a:t>	</a:t>
            </a:r>
            <a:r>
              <a:rPr lang="en-US" altLang="zh-CN" sz="800" kern="0" spc="-140" baseline="0" noProof="0" dirty="0">
                <a:latin typeface="SimHei" pitchFamily="49" charset="0"/>
                <a:ea typeface="SimHei" pitchFamily="49" charset="0"/>
                <a:cs typeface="SimHei" pitchFamily="49" charset="0"/>
              </a:rPr>
              <a:t> </a:t>
            </a:r>
            <a:r>
              <a:rPr lang="en-US" altLang="zh-CN" sz="800" u="sng" kern="0" spc="0" baseline="0" noProof="0" dirty="0">
                <a:uFill>
                  <a:solidFill>
                    <a:srgbClr val="000000"/>
                  </a:solidFill>
                </a:uFill>
                <a:latin typeface="Arial" pitchFamily="34" charset="0"/>
                <a:ea typeface="Arial" pitchFamily="34" charset="0"/>
                <a:cs typeface="Arial" pitchFamily="34" charset="0"/>
              </a:rPr>
              <a:t> </a:t>
            </a:r>
            <a:r>
              <a:rPr sz="800" u="sng" kern="0" baseline="0" noProof="0" dirty="0">
                <a:solidFill>
                  <a:srgbClr val="05DF72"/>
                </a:solidFill>
                <a:uFill>
                  <a:solidFill>
                    <a:srgbClr val="000000"/>
                  </a:solidFill>
                </a:uFill>
                <a:latin typeface="Arial" pitchFamily="34" charset="0"/>
                <a:ea typeface="Arial" pitchFamily="34" charset="0"/>
                <a:cs typeface="Arial" pitchFamily="34" charset="0"/>
              </a:rPr>
              <a:t>	</a:t>
            </a:r>
            <a:r>
              <a:rPr lang="en-US" altLang="zh-CN" sz="800" kern="0" spc="-15" baseline="0" noProof="0" dirty="0">
                <a:solidFill>
                  <a:srgbClr val="05DF72"/>
                </a:solidFill>
                <a:latin typeface="SimHei" pitchFamily="49" charset="0"/>
                <a:ea typeface="SimHei" pitchFamily="49" charset="0"/>
                <a:cs typeface="SimHei" pitchFamily="49" charset="0"/>
              </a:rPr>
              <a:t>aicore</a:t>
            </a:r>
            <a:r>
              <a:rPr lang="en-US" altLang="zh-CN" sz="800" u="sng" kern="0" spc="0" baseline="0" noProof="0" dirty="0">
                <a:uFill>
                  <a:solidFill>
                    <a:srgbClr val="000000"/>
                  </a:solidFill>
                </a:uFill>
                <a:latin typeface="Arial" pitchFamily="34" charset="0"/>
                <a:ea typeface="Arial" pitchFamily="34" charset="0"/>
                <a:cs typeface="Arial" pitchFamily="34" charset="0"/>
              </a:rPr>
              <a:t> </a:t>
            </a:r>
            <a:r>
              <a:rPr sz="800" u="sng" kern="0" baseline="0" noProof="0" dirty="0">
                <a:solidFill>
                  <a:srgbClr val="05DF72"/>
                </a:solidFill>
                <a:uFill>
                  <a:solidFill>
                    <a:srgbClr val="000000"/>
                  </a:solidFill>
                </a:uFill>
                <a:latin typeface="Arial" pitchFamily="34" charset="0"/>
                <a:ea typeface="Arial" pitchFamily="34" charset="0"/>
                <a:cs typeface="Arial" pitchFamily="34" charset="0"/>
              </a:rPr>
              <a:t>	</a:t>
            </a:r>
            <a:r>
              <a:rPr lang="en-US" altLang="zh-CN" sz="800" kern="0" spc="-15" baseline="0" noProof="0" dirty="0">
                <a:solidFill>
                  <a:srgbClr val="05DF72"/>
                </a:solidFill>
                <a:latin typeface="SimHei" pitchFamily="49" charset="0"/>
                <a:ea typeface="SimHei" pitchFamily="49" charset="0"/>
                <a:cs typeface="SimHei" pitchFamily="49" charset="0"/>
              </a:rPr>
              <a:t>void</a:t>
            </a:r>
            <a:r>
              <a:rPr lang="en-US" altLang="zh-CN" sz="800" kern="0" spc="0"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abs_kernel(...)</a:t>
            </a:r>
            <a:r>
              <a:rPr lang="en-US" altLang="zh-CN" sz="800" kern="0" spc="-90"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a:t>
            </a:r>
            <a:r>
              <a:rPr lang="en-US" altLang="zh-CN" sz="800" kern="0" spc="0" baseline="0" noProof="0" dirty="0">
                <a:latin typeface="SimHei" pitchFamily="49" charset="0"/>
                <a:ea typeface="SimHei" pitchFamily="49" charset="0"/>
                <a:cs typeface="SimHei" pitchFamily="49" charset="0"/>
              </a:rPr>
              <a:t> </a:t>
            </a:r>
          </a:p>
          <a:p>
            <a:pPr marL="142875" marR="0" indent="0" eaLnBrk="0">
              <a:lnSpc>
                <a:spcPct val="84375"/>
              </a:lnSpc>
              <a:spcBef>
                <a:spcPts val="75"/>
              </a:spcBef>
              <a:spcAft>
                <a:spcPts val="469"/>
              </a:spcAft>
            </a:pPr>
            <a:r>
              <a:rPr lang="en-US" altLang="zh-CN" sz="800" kern="0" spc="0" baseline="0" noProof="0" dirty="0">
                <a:solidFill>
                  <a:srgbClr val="6A7282"/>
                </a:solidFill>
                <a:latin typeface="SimHei" pitchFamily="49" charset="0"/>
                <a:ea typeface="SimHei" pitchFamily="49" charset="0"/>
                <a:cs typeface="SimHei" pitchFamily="49" charset="0"/>
              </a:rPr>
              <a:t>//</a:t>
            </a:r>
            <a:r>
              <a:rPr lang="en-US" altLang="zh-CN" sz="800" kern="0" spc="-15" baseline="0" noProof="0" dirty="0">
                <a:latin typeface="SimHei" pitchFamily="49" charset="0"/>
                <a:ea typeface="SimHei" pitchFamily="49" charset="0"/>
                <a:cs typeface="SimHei" pitchFamily="49" charset="0"/>
              </a:rPr>
              <a:t> </a:t>
            </a:r>
            <a:r>
              <a:rPr lang="en-US" altLang="zh-CN" sz="800" kern="0" spc="0" baseline="0" noProof="0" dirty="0">
                <a:solidFill>
                  <a:srgbClr val="6A7282"/>
                </a:solidFill>
                <a:latin typeface="SimHei" pitchFamily="49" charset="0"/>
                <a:ea typeface="SimHei" pitchFamily="49" charset="0"/>
                <a:cs typeface="SimHei" pitchFamily="49" charset="0"/>
              </a:rPr>
              <a:t>1.</a:t>
            </a:r>
            <a:r>
              <a:rPr lang="en-US" altLang="zh-CN" sz="800" kern="0" spc="-15" baseline="0" noProof="0" dirty="0">
                <a:latin typeface="SimHei" pitchFamily="49" charset="0"/>
                <a:ea typeface="SimHei" pitchFamily="49" charset="0"/>
                <a:cs typeface="SimHei" pitchFamily="49" charset="0"/>
              </a:rPr>
              <a:t> </a:t>
            </a:r>
            <a:r>
              <a:rPr lang="en-US" altLang="zh-CN" sz="800" kern="0" spc="0" baseline="0" noProof="0" dirty="0">
                <a:solidFill>
                  <a:srgbClr val="6A7282"/>
                </a:solidFill>
                <a:latin typeface="SimHei" pitchFamily="49" charset="0"/>
                <a:ea typeface="SimHei" pitchFamily="49" charset="0"/>
                <a:cs typeface="SimHei" pitchFamily="49" charset="0"/>
              </a:rPr>
              <a:t>数据从GM搬入UB</a:t>
            </a:r>
          </a:p>
          <a:p>
            <a:pPr marL="142875" marR="0" indent="0" eaLnBrk="0">
              <a:lnSpc>
                <a:spcPct val="83854"/>
              </a:lnSpc>
              <a:spcBef>
                <a:spcPts val="75"/>
              </a:spcBef>
              <a:spcAft>
                <a:spcPts val="464"/>
              </a:spcAft>
            </a:pPr>
            <a:r>
              <a:rPr lang="en-US" altLang="zh-CN" sz="800" kern="0" spc="0" baseline="0" noProof="0" dirty="0">
                <a:solidFill>
                  <a:srgbClr val="05DF72"/>
                </a:solidFill>
                <a:latin typeface="SimHei" pitchFamily="49" charset="0"/>
                <a:ea typeface="SimHei" pitchFamily="49" charset="0"/>
                <a:cs typeface="SimHei" pitchFamily="49" charset="0"/>
              </a:rPr>
              <a:t>DataCopy(xUB,</a:t>
            </a:r>
            <a:r>
              <a:rPr lang="en-US" altLang="zh-CN" sz="800" kern="0" spc="-15"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xGM,</a:t>
            </a:r>
            <a:r>
              <a:rPr lang="en-US" altLang="zh-CN" sz="800" kern="0" spc="-15"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size);</a:t>
            </a:r>
          </a:p>
          <a:p>
            <a:pPr marL="142875" marR="0" indent="0" eaLnBrk="0">
              <a:lnSpc>
                <a:spcPct val="84375"/>
              </a:lnSpc>
              <a:spcBef>
                <a:spcPts val="75"/>
              </a:spcBef>
              <a:spcAft>
                <a:spcPts val="470"/>
              </a:spcAft>
            </a:pPr>
            <a:r>
              <a:rPr lang="en-US" altLang="zh-CN" sz="800" kern="0" spc="-25" baseline="0" noProof="0" dirty="0">
                <a:solidFill>
                  <a:srgbClr val="6A7282"/>
                </a:solidFill>
                <a:latin typeface="SimHei" pitchFamily="49" charset="0"/>
                <a:ea typeface="SimHei" pitchFamily="49" charset="0"/>
                <a:cs typeface="SimHei" pitchFamily="49" charset="0"/>
              </a:rPr>
              <a:t>//</a:t>
            </a:r>
            <a:r>
              <a:rPr lang="en-US" altLang="zh-CN" sz="800" kern="0" spc="-125" baseline="0" noProof="0" dirty="0">
                <a:latin typeface="SimHei" pitchFamily="49" charset="0"/>
                <a:ea typeface="SimHei" pitchFamily="49" charset="0"/>
                <a:cs typeface="SimHei" pitchFamily="49" charset="0"/>
              </a:rPr>
              <a:t> </a:t>
            </a:r>
            <a:r>
              <a:rPr lang="en-US" altLang="zh-CN" sz="800" kern="0" spc="-25" baseline="0" noProof="0" dirty="0">
                <a:solidFill>
                  <a:srgbClr val="6A7282"/>
                </a:solidFill>
                <a:latin typeface="SimHei" pitchFamily="49" charset="0"/>
                <a:ea typeface="SimHei" pitchFamily="49" charset="0"/>
                <a:cs typeface="SimHei" pitchFamily="49" charset="0"/>
              </a:rPr>
              <a:t>2.</a:t>
            </a:r>
            <a:r>
              <a:rPr lang="en-US" altLang="zh-CN" sz="800" kern="0" spc="-125" baseline="0" noProof="0" dirty="0">
                <a:latin typeface="SimHei" pitchFamily="49" charset="0"/>
                <a:ea typeface="SimHei" pitchFamily="49" charset="0"/>
                <a:cs typeface="SimHei" pitchFamily="49" charset="0"/>
              </a:rPr>
              <a:t> </a:t>
            </a:r>
            <a:r>
              <a:rPr lang="en-US" altLang="zh-CN" sz="800" kern="0" spc="-40" baseline="0" noProof="0" dirty="0">
                <a:solidFill>
                  <a:srgbClr val="6A7282"/>
                </a:solidFill>
                <a:latin typeface="SimHei" pitchFamily="49" charset="0"/>
                <a:ea typeface="SimHei" pitchFamily="49" charset="0"/>
                <a:cs typeface="SimHei" pitchFamily="49" charset="0"/>
              </a:rPr>
              <a:t>执行计算（</a:t>
            </a:r>
            <a:r>
              <a:rPr lang="en-US" altLang="zh-CN" sz="800" kern="0" spc="-25" baseline="0" noProof="0" dirty="0">
                <a:solidFill>
                  <a:srgbClr val="6A7282"/>
                </a:solidFill>
                <a:latin typeface="SimHei" pitchFamily="49" charset="0"/>
                <a:ea typeface="SimHei" pitchFamily="49" charset="0"/>
                <a:cs typeface="SimHei" pitchFamily="49" charset="0"/>
              </a:rPr>
              <a:t>Ab</a:t>
            </a:r>
            <a:r>
              <a:rPr lang="en-US" altLang="zh-CN" sz="800" kern="0" spc="0" baseline="0" noProof="0" dirty="0">
                <a:solidFill>
                  <a:srgbClr val="6A7282"/>
                </a:solidFill>
                <a:latin typeface="SimHei" pitchFamily="49" charset="0"/>
                <a:ea typeface="SimHei" pitchFamily="49" charset="0"/>
                <a:cs typeface="SimHei" pitchFamily="49" charset="0"/>
              </a:rPr>
              <a:t>s）</a:t>
            </a:r>
          </a:p>
          <a:p>
            <a:pPr marL="142875" marR="0" indent="0" eaLnBrk="0">
              <a:lnSpc>
                <a:spcPct val="83854"/>
              </a:lnSpc>
              <a:spcBef>
                <a:spcPts val="75"/>
              </a:spcBef>
              <a:spcAft>
                <a:spcPts val="465"/>
              </a:spcAft>
            </a:pPr>
            <a:r>
              <a:rPr lang="en-US" altLang="zh-CN" sz="800" kern="0" spc="-15" baseline="0" noProof="0" dirty="0">
                <a:solidFill>
                  <a:srgbClr val="05DF72"/>
                </a:solidFill>
                <a:latin typeface="SimHei" pitchFamily="49" charset="0"/>
                <a:ea typeface="SimHei" pitchFamily="49" charset="0"/>
                <a:cs typeface="SimHei" pitchFamily="49" charset="0"/>
              </a:rPr>
              <a:t>Abs(zU</a:t>
            </a:r>
            <a:r>
              <a:rPr lang="en-US" altLang="zh-CN" sz="800" kern="0" spc="0" baseline="0" noProof="0" dirty="0">
                <a:solidFill>
                  <a:srgbClr val="05DF72"/>
                </a:solidFill>
                <a:latin typeface="SimHei" pitchFamily="49" charset="0"/>
                <a:ea typeface="SimHei" pitchFamily="49" charset="0"/>
                <a:cs typeface="SimHei" pitchFamily="49" charset="0"/>
              </a:rPr>
              <a:t>B,</a:t>
            </a:r>
            <a:r>
              <a:rPr lang="en-US" altLang="zh-CN" sz="800" kern="0" spc="-125"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xUB,</a:t>
            </a:r>
            <a:r>
              <a:rPr lang="en-US" altLang="zh-CN" sz="800" kern="0" spc="-125"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size);</a:t>
            </a:r>
          </a:p>
          <a:p>
            <a:pPr marL="142875" marR="0" indent="0" eaLnBrk="0">
              <a:lnSpc>
                <a:spcPct val="84375"/>
              </a:lnSpc>
              <a:spcBef>
                <a:spcPts val="75"/>
              </a:spcBef>
              <a:spcAft>
                <a:spcPts val="469"/>
              </a:spcAft>
            </a:pPr>
            <a:r>
              <a:rPr lang="en-US" altLang="zh-CN" sz="800" kern="0" spc="0" baseline="0" noProof="0" dirty="0">
                <a:solidFill>
                  <a:srgbClr val="6A7282"/>
                </a:solidFill>
                <a:latin typeface="SimHei" pitchFamily="49" charset="0"/>
                <a:ea typeface="SimHei" pitchFamily="49" charset="0"/>
                <a:cs typeface="SimHei" pitchFamily="49" charset="0"/>
              </a:rPr>
              <a:t>//</a:t>
            </a:r>
            <a:r>
              <a:rPr lang="en-US" altLang="zh-CN" sz="800" kern="0" spc="-15" baseline="0" noProof="0" dirty="0">
                <a:latin typeface="SimHei" pitchFamily="49" charset="0"/>
                <a:ea typeface="SimHei" pitchFamily="49" charset="0"/>
                <a:cs typeface="SimHei" pitchFamily="49" charset="0"/>
              </a:rPr>
              <a:t> </a:t>
            </a:r>
            <a:r>
              <a:rPr lang="en-US" altLang="zh-CN" sz="800" kern="0" spc="0" baseline="0" noProof="0" dirty="0">
                <a:solidFill>
                  <a:srgbClr val="6A7282"/>
                </a:solidFill>
                <a:latin typeface="SimHei" pitchFamily="49" charset="0"/>
                <a:ea typeface="SimHei" pitchFamily="49" charset="0"/>
                <a:cs typeface="SimHei" pitchFamily="49" charset="0"/>
              </a:rPr>
              <a:t>3.</a:t>
            </a:r>
            <a:r>
              <a:rPr lang="en-US" altLang="zh-CN" sz="800" kern="0" spc="-15" baseline="0" noProof="0" dirty="0">
                <a:latin typeface="SimHei" pitchFamily="49" charset="0"/>
                <a:ea typeface="SimHei" pitchFamily="49" charset="0"/>
                <a:cs typeface="SimHei" pitchFamily="49" charset="0"/>
              </a:rPr>
              <a:t> </a:t>
            </a:r>
            <a:r>
              <a:rPr lang="en-US" altLang="zh-CN" sz="800" kern="0" spc="0" baseline="0" noProof="0" dirty="0">
                <a:solidFill>
                  <a:srgbClr val="6A7282"/>
                </a:solidFill>
                <a:latin typeface="SimHei" pitchFamily="49" charset="0"/>
                <a:ea typeface="SimHei" pitchFamily="49" charset="0"/>
                <a:cs typeface="SimHei" pitchFamily="49" charset="0"/>
              </a:rPr>
              <a:t>数据从UB搬出到GM</a:t>
            </a:r>
          </a:p>
          <a:p>
            <a:pPr marL="0" marR="296545" indent="143002" eaLnBrk="0">
              <a:lnSpc>
                <a:spcPct val="92968"/>
              </a:lnSpc>
              <a:spcBef>
                <a:spcPts val="335"/>
              </a:spcBef>
              <a:spcAft>
                <a:spcPts val="20"/>
              </a:spcAft>
            </a:pPr>
            <a:r>
              <a:rPr lang="en-US" altLang="zh-CN" sz="800" kern="0" spc="0" baseline="0" noProof="0" dirty="0">
                <a:solidFill>
                  <a:srgbClr val="05DF72"/>
                </a:solidFill>
                <a:latin typeface="SimHei" pitchFamily="49" charset="0"/>
                <a:ea typeface="SimHei" pitchFamily="49" charset="0"/>
                <a:cs typeface="SimHei" pitchFamily="49" charset="0"/>
              </a:rPr>
              <a:t>DataCopy(zGM,</a:t>
            </a:r>
            <a:r>
              <a:rPr lang="en-US" altLang="zh-CN" sz="800" kern="0" spc="90"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zUB,</a:t>
            </a:r>
            <a:r>
              <a:rPr lang="en-US" altLang="zh-CN" sz="800" kern="0" spc="85" baseline="0" noProof="0" dirty="0">
                <a:latin typeface="SimHei" pitchFamily="49" charset="0"/>
                <a:ea typeface="SimHei" pitchFamily="49" charset="0"/>
                <a:cs typeface="SimHei" pitchFamily="49" charset="0"/>
              </a:rPr>
              <a:t> </a:t>
            </a:r>
            <a:r>
              <a:rPr lang="en-US" altLang="zh-CN" sz="800" kern="0" spc="0" baseline="0" noProof="0" dirty="0">
                <a:solidFill>
                  <a:srgbClr val="05DF72"/>
                </a:solidFill>
                <a:latin typeface="SimHei" pitchFamily="49" charset="0"/>
                <a:ea typeface="SimHei" pitchFamily="49" charset="0"/>
                <a:cs typeface="SimHei" pitchFamily="49" charset="0"/>
              </a:rPr>
              <a:t>size);</a:t>
            </a:r>
            <a:r>
              <a:rPr lang="en-US" altLang="zh-CN" sz="800" kern="0" spc="0" baseline="0" noProof="0" dirty="0">
                <a:latin typeface="SimHei" pitchFamily="49" charset="0"/>
                <a:ea typeface="SimHei" pitchFamily="49" charset="0"/>
                <a:cs typeface="SimHei" pitchFamily="49" charset="0"/>
              </a:rPr>
              <a:t> </a:t>
            </a:r>
            <a:br>
              <a:rPr lang="en-US" altLang="zh-CN" sz="800" kern="0" dirty="0">
                <a:latin typeface="SimHei" pitchFamily="49" charset="0"/>
                <a:ea typeface="SimHei" pitchFamily="49" charset="0"/>
                <a:cs typeface="SimHei" pitchFamily="49" charset="0"/>
              </a:rPr>
            </a:br>
            <a:r>
              <a:rPr lang="en-US" altLang="zh-CN" sz="800" kern="0" spc="-65" baseline="0" noProof="0" dirty="0">
                <a:solidFill>
                  <a:srgbClr val="05DF72"/>
                </a:solidFill>
                <a:latin typeface="SimHei" pitchFamily="49" charset="0"/>
                <a:ea typeface="SimHei" pitchFamily="49" charset="0"/>
                <a:cs typeface="SimHei" pitchFamily="49" charset="0"/>
              </a:rPr>
              <a:t>}</a:t>
            </a:r>
            <a:r>
              <a:rPr lang="en-US" altLang="zh-CN" sz="800" kern="0" spc="0" baseline="0" noProof="0" dirty="0">
                <a:latin typeface="SimHei" pitchFamily="49" charset="0"/>
                <a:ea typeface="SimHei" pitchFamily="49" charset="0"/>
                <a:cs typeface="SimHei" pitchFamily="49" charset="0"/>
              </a:rPr>
              <a:t> </a:t>
            </a:r>
          </a:p>
        </p:txBody>
      </p:sp>
    </p:spTree>
    <p:extLst>
      <p:ext uri="{C3AE6CBE-2AB2-4255-3D57-9BB4810F91DD}"/>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 name="TextBox733"/>
          <p:cNvSpPr txBox="1"/>
          <p:nvPr/>
        </p:nvSpPr>
        <p:spPr>
          <a:xfrm>
            <a:off x="339090" y="245110"/>
            <a:ext cx="4864100" cy="419100"/>
          </a:xfrm>
          <a:prstGeom prst="rect">
            <a:avLst/>
          </a:prstGeom>
          <a:noFill/>
        </p:spPr>
        <p:txBody>
          <a:bodyPr wrap="square" lIns="0" tIns="0" rIns="0" bIns="0" rtlCol="0">
            <a:spAutoFit/>
          </a:bodyPr>
          <a:lstStyle/>
          <a:p>
            <a:pPr marL="0" marR="0" indent="0" eaLnBrk="0">
              <a:lnSpc>
                <a:spcPct val="99848"/>
              </a:lnSpc>
            </a:pPr>
            <a:r>
              <a:rPr lang="en-US" altLang="zh-CN" sz="2750" b="1" kern="0" spc="-15" baseline="0" noProof="0" dirty="0">
                <a:solidFill>
                  <a:srgbClr val="1E293B"/>
                </a:solidFill>
                <a:latin typeface="SimHei" pitchFamily="49" charset="0"/>
                <a:ea typeface="SimHei" pitchFamily="49" charset="0"/>
                <a:cs typeface="SimHei" pitchFamily="49" charset="0"/>
              </a:rPr>
              <a:t>阶段</a:t>
            </a:r>
            <a:r>
              <a:rPr lang="en-US" altLang="zh-CN" sz="2750" b="1" kern="0" spc="0" baseline="0" noProof="0" dirty="0">
                <a:solidFill>
                  <a:srgbClr val="1E293B"/>
                </a:solidFill>
                <a:latin typeface="SimHei" pitchFamily="49" charset="0"/>
                <a:ea typeface="SimHei" pitchFamily="49" charset="0"/>
                <a:cs typeface="SimHei" pitchFamily="49" charset="0"/>
              </a:rPr>
              <a:t>4-5：验证优化与问题处理</a:t>
            </a:r>
          </a:p>
        </p:txBody>
      </p:sp>
      <p:pic>
        <p:nvPicPr>
          <p:cNvPr id="734" name="BE6EBC1C-32D6-41E5-FDA4-B3077E30764B"/>
          <p:cNvPicPr>
            <a:picLocks noChangeAspect="1"/>
          </p:cNvPicPr>
          <p:nvPr/>
        </p:nvPicPr>
        <p:blipFill>
          <a:blip r:embed="rId3" cstate="print">
            <a:extLst>
              <a:ext uri="{E3A88B44-AD8C-4C78-5741-E03A1D957062}"/>
            </a:extLst>
          </a:blip>
          <a:srcRect/>
          <a:stretch>
            <a:fillRect/>
          </a:stretch>
        </p:blipFill>
        <p:spPr>
          <a:xfrm>
            <a:off x="327660" y="1130935"/>
            <a:ext cx="5698067" cy="5041900"/>
          </a:xfrm>
          <a:prstGeom prst="rect">
            <a:avLst/>
          </a:prstGeom>
        </p:spPr>
      </p:pic>
      <p:grpSp>
        <p:nvGrpSpPr>
          <p:cNvPr id="735" name="Combination 735"/>
          <p:cNvGrpSpPr/>
          <p:nvPr/>
        </p:nvGrpSpPr>
        <p:grpSpPr>
          <a:xfrm>
            <a:off x="357505" y="1151255"/>
            <a:ext cx="5635625" cy="4984115"/>
            <a:chOff x="357505" y="1151255"/>
            <a:chExt cx="5635625" cy="4984115"/>
          </a:xfrm>
        </p:grpSpPr>
        <p:sp>
          <p:nvSpPr>
            <p:cNvPr id="736" name="VectorPath 736"/>
            <p:cNvSpPr/>
            <p:nvPr/>
          </p:nvSpPr>
          <p:spPr>
            <a:xfrm>
              <a:off x="357276" y="1151255"/>
              <a:ext cx="5635981" cy="4984039"/>
            </a:xfrm>
            <a:custGeom>
              <a:avLst/>
              <a:gdLst/>
              <a:ahLst/>
              <a:cxnLst/>
              <a:rect l="l" t="t" r="r" b="b"/>
              <a:pathLst>
                <a:path w="5635625" h="4984039">
                  <a:moveTo>
                    <a:pt x="35497" y="0"/>
                  </a:moveTo>
                  <a:lnTo>
                    <a:pt x="5600065" y="0"/>
                  </a:lnTo>
                  <a:cubicBezTo>
                    <a:pt x="5619750" y="0"/>
                    <a:pt x="5635752" y="16002"/>
                    <a:pt x="5635752" y="35814"/>
                  </a:cubicBezTo>
                  <a:lnTo>
                    <a:pt x="5635752" y="4876838"/>
                  </a:lnTo>
                  <a:cubicBezTo>
                    <a:pt x="5635752" y="4936045"/>
                    <a:pt x="5587747" y="4984039"/>
                    <a:pt x="5528564" y="4984039"/>
                  </a:cubicBezTo>
                  <a:lnTo>
                    <a:pt x="106972" y="4984039"/>
                  </a:lnTo>
                  <a:cubicBezTo>
                    <a:pt x="47765" y="4984039"/>
                    <a:pt x="-229" y="4936045"/>
                    <a:pt x="-229" y="4876838"/>
                  </a:cubicBezTo>
                  <a:lnTo>
                    <a:pt x="-229" y="35814"/>
                  </a:lnTo>
                  <a:cubicBezTo>
                    <a:pt x="-229" y="16002"/>
                    <a:pt x="15761" y="0"/>
                    <a:pt x="35497" y="0"/>
                  </a:cubicBezTo>
                </a:path>
              </a:pathLst>
            </a:custGeom>
            <a:solidFill>
              <a:srgbClr val="FFFFFF">
                <a:alpha val="100000"/>
              </a:srgbClr>
            </a:solidFill>
          </p:spPr>
        </p:sp>
        <p:sp>
          <p:nvSpPr>
            <p:cNvPr id="737" name="VectorPath 737"/>
            <p:cNvSpPr/>
            <p:nvPr/>
          </p:nvSpPr>
          <p:spPr>
            <a:xfrm>
              <a:off x="571640" y="1383538"/>
              <a:ext cx="500190" cy="500253"/>
            </a:xfrm>
            <a:custGeom>
              <a:avLst/>
              <a:gdLst/>
              <a:ahLst/>
              <a:cxnLst/>
              <a:rect l="l" t="t" r="r" b="b"/>
              <a:pathLst>
                <a:path w="500190" h="500253">
                  <a:moveTo>
                    <a:pt x="250088" y="0"/>
                  </a:moveTo>
                  <a:lnTo>
                    <a:pt x="250088" y="0"/>
                  </a:lnTo>
                  <a:cubicBezTo>
                    <a:pt x="388125" y="0"/>
                    <a:pt x="500190" y="112014"/>
                    <a:pt x="500190" y="250063"/>
                  </a:cubicBezTo>
                  <a:lnTo>
                    <a:pt x="500190" y="250063"/>
                  </a:lnTo>
                  <a:cubicBezTo>
                    <a:pt x="500190" y="388112"/>
                    <a:pt x="388125" y="500253"/>
                    <a:pt x="250088" y="500253"/>
                  </a:cubicBezTo>
                  <a:lnTo>
                    <a:pt x="250088" y="500253"/>
                  </a:lnTo>
                  <a:cubicBezTo>
                    <a:pt x="112065" y="500253"/>
                    <a:pt x="0" y="388112"/>
                    <a:pt x="0" y="250063"/>
                  </a:cubicBezTo>
                  <a:lnTo>
                    <a:pt x="0" y="250063"/>
                  </a:lnTo>
                  <a:cubicBezTo>
                    <a:pt x="0" y="112014"/>
                    <a:pt x="112065" y="0"/>
                    <a:pt x="250088" y="0"/>
                  </a:cubicBezTo>
                </a:path>
              </a:pathLst>
            </a:custGeom>
            <a:solidFill>
              <a:srgbClr val="8B5CF6">
                <a:alpha val="100000"/>
              </a:srgbClr>
            </a:solidFill>
          </p:spPr>
        </p:sp>
        <p:sp>
          <p:nvSpPr>
            <p:cNvPr id="738" name="VectorPath 738"/>
            <p:cNvSpPr/>
            <p:nvPr/>
          </p:nvSpPr>
          <p:spPr>
            <a:xfrm>
              <a:off x="589509" y="2062353"/>
              <a:ext cx="5189373" cy="893191"/>
            </a:xfrm>
            <a:custGeom>
              <a:avLst/>
              <a:gdLst/>
              <a:ahLst/>
              <a:cxnLst/>
              <a:rect l="l" t="t" r="r" b="b"/>
              <a:pathLst>
                <a:path w="5189373" h="893191">
                  <a:moveTo>
                    <a:pt x="35725" y="0"/>
                  </a:moveTo>
                  <a:lnTo>
                    <a:pt x="5117999" y="0"/>
                  </a:lnTo>
                  <a:cubicBezTo>
                    <a:pt x="5157369" y="0"/>
                    <a:pt x="5189373" y="32004"/>
                    <a:pt x="5189373" y="71501"/>
                  </a:cubicBezTo>
                  <a:lnTo>
                    <a:pt x="5189373" y="821690"/>
                  </a:lnTo>
                  <a:cubicBezTo>
                    <a:pt x="5189373" y="861187"/>
                    <a:pt x="5157369" y="893191"/>
                    <a:pt x="5117999" y="893191"/>
                  </a:cubicBezTo>
                  <a:lnTo>
                    <a:pt x="35725" y="893191"/>
                  </a:lnTo>
                  <a:cubicBezTo>
                    <a:pt x="15989" y="893191"/>
                    <a:pt x="0" y="877189"/>
                    <a:pt x="0" y="857504"/>
                  </a:cubicBezTo>
                  <a:lnTo>
                    <a:pt x="0" y="35687"/>
                  </a:lnTo>
                  <a:cubicBezTo>
                    <a:pt x="0" y="16003"/>
                    <a:pt x="15989" y="0"/>
                    <a:pt x="35725" y="0"/>
                  </a:cubicBezTo>
                </a:path>
              </a:pathLst>
            </a:custGeom>
            <a:solidFill>
              <a:srgbClr val="8B5CF6">
                <a:alpha val="5000"/>
              </a:srgbClr>
            </a:solidFill>
          </p:spPr>
        </p:sp>
        <p:sp>
          <p:nvSpPr>
            <p:cNvPr id="739" name="VectorPath 739"/>
            <p:cNvSpPr/>
            <p:nvPr/>
          </p:nvSpPr>
          <p:spPr>
            <a:xfrm>
              <a:off x="759244" y="2235454"/>
              <a:ext cx="207353" cy="186309"/>
            </a:xfrm>
            <a:custGeom>
              <a:avLst/>
              <a:gdLst/>
              <a:ahLst/>
              <a:cxnLst/>
              <a:rect l="l" t="t" r="r" b="b"/>
              <a:pathLst>
                <a:path w="207353" h="186309">
                  <a:moveTo>
                    <a:pt x="77178" y="11938"/>
                  </a:moveTo>
                  <a:lnTo>
                    <a:pt x="85585" y="6858"/>
                  </a:lnTo>
                  <a:cubicBezTo>
                    <a:pt x="93116" y="2286"/>
                    <a:pt x="101740" y="0"/>
                    <a:pt x="110528" y="0"/>
                  </a:cubicBezTo>
                  <a:cubicBezTo>
                    <a:pt x="123368" y="0"/>
                    <a:pt x="135725" y="5080"/>
                    <a:pt x="144793" y="14224"/>
                  </a:cubicBezTo>
                  <a:lnTo>
                    <a:pt x="167094" y="36449"/>
                  </a:lnTo>
                  <a:cubicBezTo>
                    <a:pt x="172326" y="41656"/>
                    <a:pt x="175247" y="48768"/>
                    <a:pt x="175247" y="56261"/>
                  </a:cubicBezTo>
                  <a:lnTo>
                    <a:pt x="175247" y="67056"/>
                  </a:lnTo>
                  <a:lnTo>
                    <a:pt x="182131" y="73914"/>
                  </a:lnTo>
                  <a:lnTo>
                    <a:pt x="182131" y="73914"/>
                  </a:lnTo>
                  <a:cubicBezTo>
                    <a:pt x="187566" y="68453"/>
                    <a:pt x="196393" y="68453"/>
                    <a:pt x="201879" y="73914"/>
                  </a:cubicBezTo>
                  <a:cubicBezTo>
                    <a:pt x="207353" y="79247"/>
                    <a:pt x="207315" y="88138"/>
                    <a:pt x="201879" y="93599"/>
                  </a:cubicBezTo>
                  <a:lnTo>
                    <a:pt x="179540" y="115951"/>
                  </a:lnTo>
                  <a:cubicBezTo>
                    <a:pt x="174104" y="121412"/>
                    <a:pt x="165278" y="121412"/>
                    <a:pt x="159791" y="115951"/>
                  </a:cubicBezTo>
                  <a:cubicBezTo>
                    <a:pt x="154318" y="110490"/>
                    <a:pt x="154356" y="101727"/>
                    <a:pt x="159791" y="96139"/>
                  </a:cubicBezTo>
                  <a:lnTo>
                    <a:pt x="152921" y="89281"/>
                  </a:lnTo>
                  <a:lnTo>
                    <a:pt x="142138" y="89281"/>
                  </a:lnTo>
                  <a:cubicBezTo>
                    <a:pt x="134747" y="89281"/>
                    <a:pt x="127622" y="86360"/>
                    <a:pt x="122390" y="81153"/>
                  </a:cubicBezTo>
                  <a:lnTo>
                    <a:pt x="105258" y="64008"/>
                  </a:lnTo>
                  <a:cubicBezTo>
                    <a:pt x="100025" y="58801"/>
                    <a:pt x="97104" y="51689"/>
                    <a:pt x="97104" y="44196"/>
                  </a:cubicBezTo>
                  <a:lnTo>
                    <a:pt x="97104" y="39751"/>
                  </a:lnTo>
                  <a:cubicBezTo>
                    <a:pt x="97104" y="35941"/>
                    <a:pt x="95034" y="32258"/>
                    <a:pt x="91694" y="30226"/>
                  </a:cubicBezTo>
                  <a:lnTo>
                    <a:pt x="77178" y="21590"/>
                  </a:lnTo>
                  <a:cubicBezTo>
                    <a:pt x="73546" y="19431"/>
                    <a:pt x="73546" y="14097"/>
                    <a:pt x="77178" y="11938"/>
                  </a:cubicBezTo>
                  <a:moveTo>
                    <a:pt x="8725" y="146050"/>
                  </a:moveTo>
                  <a:lnTo>
                    <a:pt x="86208" y="68580"/>
                  </a:lnTo>
                  <a:lnTo>
                    <a:pt x="117793" y="100076"/>
                  </a:lnTo>
                  <a:lnTo>
                    <a:pt x="40297" y="177673"/>
                  </a:lnTo>
                  <a:cubicBezTo>
                    <a:pt x="31572" y="186309"/>
                    <a:pt x="17450" y="186309"/>
                    <a:pt x="8725" y="177673"/>
                  </a:cubicBezTo>
                  <a:cubicBezTo>
                    <a:pt x="0" y="168910"/>
                    <a:pt x="0" y="154813"/>
                    <a:pt x="8725" y="146050"/>
                  </a:cubicBezTo>
                </a:path>
              </a:pathLst>
            </a:custGeom>
            <a:solidFill>
              <a:srgbClr val="8B5CF6">
                <a:alpha val="100000"/>
              </a:srgbClr>
            </a:solidFill>
          </p:spPr>
        </p:sp>
        <p:sp>
          <p:nvSpPr>
            <p:cNvPr id="740" name="VectorPath 740"/>
            <p:cNvSpPr/>
            <p:nvPr/>
          </p:nvSpPr>
          <p:spPr>
            <a:xfrm>
              <a:off x="589509" y="3098419"/>
              <a:ext cx="5189373" cy="893191"/>
            </a:xfrm>
            <a:custGeom>
              <a:avLst/>
              <a:gdLst/>
              <a:ahLst/>
              <a:cxnLst/>
              <a:rect l="l" t="t" r="r" b="b"/>
              <a:pathLst>
                <a:path w="5189373" h="893191">
                  <a:moveTo>
                    <a:pt x="35725" y="0"/>
                  </a:moveTo>
                  <a:lnTo>
                    <a:pt x="5117999" y="0"/>
                  </a:lnTo>
                  <a:cubicBezTo>
                    <a:pt x="5157369" y="0"/>
                    <a:pt x="5189373" y="32004"/>
                    <a:pt x="5189373" y="71501"/>
                  </a:cubicBezTo>
                  <a:lnTo>
                    <a:pt x="5189373" y="821817"/>
                  </a:lnTo>
                  <a:cubicBezTo>
                    <a:pt x="5189373" y="861187"/>
                    <a:pt x="5157369" y="893191"/>
                    <a:pt x="5117999" y="893191"/>
                  </a:cubicBezTo>
                  <a:lnTo>
                    <a:pt x="35725" y="893191"/>
                  </a:lnTo>
                  <a:cubicBezTo>
                    <a:pt x="15989" y="893191"/>
                    <a:pt x="0" y="877189"/>
                    <a:pt x="0" y="857504"/>
                  </a:cubicBezTo>
                  <a:lnTo>
                    <a:pt x="0" y="35814"/>
                  </a:lnTo>
                  <a:cubicBezTo>
                    <a:pt x="0" y="16002"/>
                    <a:pt x="15989" y="0"/>
                    <a:pt x="35725" y="0"/>
                  </a:cubicBezTo>
                </a:path>
              </a:pathLst>
            </a:custGeom>
            <a:solidFill>
              <a:srgbClr val="8B5CF6">
                <a:alpha val="5000"/>
              </a:srgbClr>
            </a:solidFill>
          </p:spPr>
        </p:sp>
        <p:sp>
          <p:nvSpPr>
            <p:cNvPr id="741" name="VectorPath 741"/>
            <p:cNvSpPr/>
            <p:nvPr/>
          </p:nvSpPr>
          <p:spPr>
            <a:xfrm>
              <a:off x="772605" y="3275965"/>
              <a:ext cx="179756" cy="179832"/>
            </a:xfrm>
            <a:custGeom>
              <a:avLst/>
              <a:gdLst/>
              <a:ahLst/>
              <a:cxnLst/>
              <a:rect l="l" t="t" r="r" b="b"/>
              <a:pathLst>
                <a:path w="179756" h="179832">
                  <a:moveTo>
                    <a:pt x="119532" y="4445"/>
                  </a:moveTo>
                  <a:cubicBezTo>
                    <a:pt x="115176" y="0"/>
                    <a:pt x="108090" y="0"/>
                    <a:pt x="103734" y="4445"/>
                  </a:cubicBezTo>
                  <a:cubicBezTo>
                    <a:pt x="99365" y="8763"/>
                    <a:pt x="99365" y="15875"/>
                    <a:pt x="103734" y="20193"/>
                  </a:cubicBezTo>
                  <a:lnTo>
                    <a:pt x="107010" y="23495"/>
                  </a:lnTo>
                  <a:lnTo>
                    <a:pt x="9804" y="120650"/>
                  </a:lnTo>
                  <a:cubicBezTo>
                    <a:pt x="3531" y="127000"/>
                    <a:pt x="0" y="135509"/>
                    <a:pt x="0" y="144399"/>
                  </a:cubicBezTo>
                  <a:lnTo>
                    <a:pt x="0" y="146304"/>
                  </a:lnTo>
                  <a:cubicBezTo>
                    <a:pt x="0" y="164719"/>
                    <a:pt x="15011" y="179832"/>
                    <a:pt x="33503" y="179832"/>
                  </a:cubicBezTo>
                  <a:lnTo>
                    <a:pt x="35420" y="179832"/>
                  </a:lnTo>
                  <a:cubicBezTo>
                    <a:pt x="44310" y="179832"/>
                    <a:pt x="52832" y="176276"/>
                    <a:pt x="59106" y="169926"/>
                  </a:cubicBezTo>
                  <a:lnTo>
                    <a:pt x="156312" y="72771"/>
                  </a:lnTo>
                  <a:lnTo>
                    <a:pt x="159588" y="76073"/>
                  </a:lnTo>
                  <a:cubicBezTo>
                    <a:pt x="163957" y="80391"/>
                    <a:pt x="171031" y="80391"/>
                    <a:pt x="175400" y="76073"/>
                  </a:cubicBezTo>
                  <a:cubicBezTo>
                    <a:pt x="179756" y="71628"/>
                    <a:pt x="179756" y="64643"/>
                    <a:pt x="175400" y="60198"/>
                  </a:cubicBezTo>
                  <a:lnTo>
                    <a:pt x="119571" y="4445"/>
                  </a:lnTo>
                  <a:lnTo>
                    <a:pt x="119532" y="4445"/>
                  </a:lnTo>
                  <a:close/>
                  <a:moveTo>
                    <a:pt x="71628" y="90424"/>
                  </a:moveTo>
                  <a:lnTo>
                    <a:pt x="122822" y="39243"/>
                  </a:lnTo>
                  <a:lnTo>
                    <a:pt x="140500" y="57023"/>
                  </a:lnTo>
                  <a:lnTo>
                    <a:pt x="107010" y="90424"/>
                  </a:lnTo>
                  <a:lnTo>
                    <a:pt x="71603" y="90424"/>
                  </a:lnTo>
                  <a:lnTo>
                    <a:pt x="71628" y="90424"/>
                  </a:lnTo>
                  <a:close/>
                </a:path>
              </a:pathLst>
            </a:custGeom>
            <a:solidFill>
              <a:srgbClr val="8B5CF6">
                <a:alpha val="100000"/>
              </a:srgbClr>
            </a:solidFill>
          </p:spPr>
        </p:sp>
        <p:sp>
          <p:nvSpPr>
            <p:cNvPr id="742" name="VectorPath 742"/>
            <p:cNvSpPr/>
            <p:nvPr/>
          </p:nvSpPr>
          <p:spPr>
            <a:xfrm>
              <a:off x="589509" y="4134612"/>
              <a:ext cx="5189373" cy="821690"/>
            </a:xfrm>
            <a:custGeom>
              <a:avLst/>
              <a:gdLst/>
              <a:ahLst/>
              <a:cxnLst/>
              <a:rect l="l" t="t" r="r" b="b"/>
              <a:pathLst>
                <a:path w="5189373" h="821690">
                  <a:moveTo>
                    <a:pt x="35725" y="0"/>
                  </a:moveTo>
                  <a:lnTo>
                    <a:pt x="5117999" y="0"/>
                  </a:lnTo>
                  <a:cubicBezTo>
                    <a:pt x="5157369" y="0"/>
                    <a:pt x="5189373" y="32004"/>
                    <a:pt x="5189373" y="71374"/>
                  </a:cubicBezTo>
                  <a:lnTo>
                    <a:pt x="5189373" y="750189"/>
                  </a:lnTo>
                  <a:cubicBezTo>
                    <a:pt x="5189373" y="789686"/>
                    <a:pt x="5157369" y="821690"/>
                    <a:pt x="5117999" y="821690"/>
                  </a:cubicBezTo>
                  <a:lnTo>
                    <a:pt x="35725" y="821690"/>
                  </a:lnTo>
                  <a:cubicBezTo>
                    <a:pt x="15989" y="821690"/>
                    <a:pt x="0" y="805688"/>
                    <a:pt x="0" y="786003"/>
                  </a:cubicBezTo>
                  <a:lnTo>
                    <a:pt x="0" y="35687"/>
                  </a:lnTo>
                  <a:cubicBezTo>
                    <a:pt x="0" y="16002"/>
                    <a:pt x="15989" y="0"/>
                    <a:pt x="35725" y="0"/>
                  </a:cubicBezTo>
                </a:path>
              </a:pathLst>
            </a:custGeom>
            <a:solidFill>
              <a:srgbClr val="8B5CF6">
                <a:alpha val="5000"/>
              </a:srgbClr>
            </a:solidFill>
          </p:spPr>
        </p:sp>
        <p:sp>
          <p:nvSpPr>
            <p:cNvPr id="743" name="VectorPath 743"/>
            <p:cNvSpPr/>
            <p:nvPr/>
          </p:nvSpPr>
          <p:spPr>
            <a:xfrm>
              <a:off x="772605" y="4324350"/>
              <a:ext cx="178638" cy="156337"/>
            </a:xfrm>
            <a:custGeom>
              <a:avLst/>
              <a:gdLst/>
              <a:ahLst/>
              <a:cxnLst/>
              <a:rect l="l" t="t" r="r" b="b"/>
              <a:pathLst>
                <a:path w="178638" h="156337">
                  <a:moveTo>
                    <a:pt x="22327" y="11176"/>
                  </a:moveTo>
                  <a:cubicBezTo>
                    <a:pt x="22327" y="4953"/>
                    <a:pt x="17348" y="0"/>
                    <a:pt x="11163" y="0"/>
                  </a:cubicBezTo>
                  <a:cubicBezTo>
                    <a:pt x="4991" y="0"/>
                    <a:pt x="0" y="4953"/>
                    <a:pt x="0" y="11176"/>
                  </a:cubicBezTo>
                  <a:lnTo>
                    <a:pt x="0" y="128397"/>
                  </a:lnTo>
                  <a:cubicBezTo>
                    <a:pt x="0" y="143891"/>
                    <a:pt x="12497" y="156337"/>
                    <a:pt x="27915" y="156337"/>
                  </a:cubicBezTo>
                  <a:lnTo>
                    <a:pt x="167475" y="156337"/>
                  </a:lnTo>
                  <a:cubicBezTo>
                    <a:pt x="173647" y="156337"/>
                    <a:pt x="178638" y="151384"/>
                    <a:pt x="178638" y="145161"/>
                  </a:cubicBezTo>
                  <a:cubicBezTo>
                    <a:pt x="178638" y="138938"/>
                    <a:pt x="173647" y="133985"/>
                    <a:pt x="167475" y="133985"/>
                  </a:cubicBezTo>
                  <a:lnTo>
                    <a:pt x="27915" y="133985"/>
                  </a:lnTo>
                  <a:cubicBezTo>
                    <a:pt x="24841" y="133985"/>
                    <a:pt x="22327" y="131445"/>
                    <a:pt x="22327" y="128397"/>
                  </a:cubicBezTo>
                  <a:lnTo>
                    <a:pt x="22327" y="11176"/>
                  </a:lnTo>
                  <a:close/>
                  <a:moveTo>
                    <a:pt x="164198" y="41402"/>
                  </a:moveTo>
                  <a:cubicBezTo>
                    <a:pt x="168554" y="37084"/>
                    <a:pt x="168554" y="29972"/>
                    <a:pt x="164198" y="25527"/>
                  </a:cubicBezTo>
                  <a:cubicBezTo>
                    <a:pt x="159829" y="21209"/>
                    <a:pt x="152756" y="21209"/>
                    <a:pt x="148387" y="25527"/>
                  </a:cubicBezTo>
                  <a:lnTo>
                    <a:pt x="111646" y="62357"/>
                  </a:lnTo>
                  <a:lnTo>
                    <a:pt x="91618" y="42418"/>
                  </a:lnTo>
                  <a:cubicBezTo>
                    <a:pt x="87262" y="37973"/>
                    <a:pt x="80175" y="37973"/>
                    <a:pt x="75819" y="42418"/>
                  </a:cubicBezTo>
                  <a:lnTo>
                    <a:pt x="42329" y="75819"/>
                  </a:lnTo>
                  <a:cubicBezTo>
                    <a:pt x="37960" y="80264"/>
                    <a:pt x="37960" y="87249"/>
                    <a:pt x="42329" y="91694"/>
                  </a:cubicBezTo>
                  <a:cubicBezTo>
                    <a:pt x="46685" y="96012"/>
                    <a:pt x="53772" y="96012"/>
                    <a:pt x="58128" y="91694"/>
                  </a:cubicBezTo>
                  <a:lnTo>
                    <a:pt x="83744" y="66040"/>
                  </a:lnTo>
                  <a:lnTo>
                    <a:pt x="103772" y="86106"/>
                  </a:lnTo>
                  <a:cubicBezTo>
                    <a:pt x="108128" y="90424"/>
                    <a:pt x="115214" y="90424"/>
                    <a:pt x="119571" y="86106"/>
                  </a:cubicBezTo>
                  <a:lnTo>
                    <a:pt x="164236" y="41402"/>
                  </a:lnTo>
                  <a:lnTo>
                    <a:pt x="164198" y="41402"/>
                  </a:lnTo>
                  <a:close/>
                </a:path>
              </a:pathLst>
            </a:custGeom>
            <a:solidFill>
              <a:srgbClr val="8B5CF6">
                <a:alpha val="100000"/>
              </a:srgbClr>
            </a:solidFill>
          </p:spPr>
        </p:sp>
        <p:sp>
          <p:nvSpPr>
            <p:cNvPr id="744" name="VectorPath 744"/>
            <p:cNvSpPr/>
            <p:nvPr/>
          </p:nvSpPr>
          <p:spPr>
            <a:xfrm>
              <a:off x="571640" y="5099178"/>
              <a:ext cx="5207242" cy="821753"/>
            </a:xfrm>
            <a:custGeom>
              <a:avLst/>
              <a:gdLst/>
              <a:ahLst/>
              <a:cxnLst/>
              <a:rect l="l" t="t" r="r" b="b"/>
              <a:pathLst>
                <a:path w="5207242" h="821753">
                  <a:moveTo>
                    <a:pt x="71463" y="0"/>
                  </a:moveTo>
                  <a:lnTo>
                    <a:pt x="5135868" y="0"/>
                  </a:lnTo>
                  <a:cubicBezTo>
                    <a:pt x="5175238" y="0"/>
                    <a:pt x="5207242" y="32004"/>
                    <a:pt x="5207242" y="71501"/>
                  </a:cubicBezTo>
                  <a:lnTo>
                    <a:pt x="5207242" y="750303"/>
                  </a:lnTo>
                  <a:cubicBezTo>
                    <a:pt x="5207242" y="789762"/>
                    <a:pt x="5175238" y="821753"/>
                    <a:pt x="5135868" y="821753"/>
                  </a:cubicBezTo>
                  <a:lnTo>
                    <a:pt x="71463" y="821753"/>
                  </a:lnTo>
                  <a:cubicBezTo>
                    <a:pt x="31991" y="821753"/>
                    <a:pt x="0" y="789762"/>
                    <a:pt x="0" y="750303"/>
                  </a:cubicBezTo>
                  <a:lnTo>
                    <a:pt x="0" y="71501"/>
                  </a:lnTo>
                  <a:cubicBezTo>
                    <a:pt x="0" y="32004"/>
                    <a:pt x="32017" y="0"/>
                    <a:pt x="71463" y="0"/>
                  </a:cubicBezTo>
                </a:path>
              </a:pathLst>
            </a:custGeom>
            <a:solidFill>
              <a:srgbClr val="1E293B">
                <a:alpha val="100000"/>
              </a:srgbClr>
            </a:solidFill>
          </p:spPr>
        </p:sp>
      </p:grpSp>
      <p:sp>
        <p:nvSpPr>
          <p:cNvPr id="745" name="VectorPath 745"/>
          <p:cNvSpPr/>
          <p:nvPr/>
        </p:nvSpPr>
        <p:spPr>
          <a:xfrm>
            <a:off x="357505" y="1151255"/>
            <a:ext cx="5635625" cy="35560"/>
          </a:xfrm>
          <a:custGeom>
            <a:avLst/>
            <a:gdLst/>
            <a:ahLst/>
            <a:cxnLst/>
            <a:rect l="l" t="t" r="r" b="b"/>
            <a:pathLst>
              <a:path w="5635625" h="35560">
                <a:moveTo>
                  <a:pt x="35497" y="0"/>
                </a:moveTo>
                <a:lnTo>
                  <a:pt x="5600065" y="0"/>
                </a:lnTo>
                <a:cubicBezTo>
                  <a:pt x="5619750" y="0"/>
                  <a:pt x="5635752" y="16002"/>
                  <a:pt x="5635752" y="35814"/>
                </a:cubicBezTo>
                <a:lnTo>
                  <a:pt x="5635752" y="35814"/>
                </a:lnTo>
                <a:lnTo>
                  <a:pt x="-229" y="35814"/>
                </a:lnTo>
                <a:lnTo>
                  <a:pt x="-229" y="35814"/>
                </a:lnTo>
                <a:cubicBezTo>
                  <a:pt x="-229" y="16002"/>
                  <a:pt x="15761" y="0"/>
                  <a:pt x="35497" y="0"/>
                </a:cubicBezTo>
              </a:path>
            </a:pathLst>
          </a:custGeom>
          <a:solidFill>
            <a:srgbClr val="8B5CF6">
              <a:alpha val="100000"/>
            </a:srgbClr>
          </a:solidFill>
        </p:spPr>
      </p:sp>
      <p:pic>
        <p:nvPicPr>
          <p:cNvPr id="746" name="7C231DE2-9211-45DF-4400-6465B2A66407"/>
          <p:cNvPicPr>
            <a:picLocks noChangeAspect="1"/>
          </p:cNvPicPr>
          <p:nvPr/>
        </p:nvPicPr>
        <p:blipFill>
          <a:blip r:embed="rId4" cstate="print">
            <a:extLst>
              <a:ext uri="{DE528E77-18D3-491B-142D-EDBCEC11E3F1}"/>
            </a:extLst>
          </a:blip>
          <a:srcRect/>
          <a:stretch>
            <a:fillRect/>
          </a:stretch>
        </p:blipFill>
        <p:spPr>
          <a:xfrm>
            <a:off x="375285" y="6278246"/>
            <a:ext cx="5659967" cy="503767"/>
          </a:xfrm>
          <a:prstGeom prst="rect">
            <a:avLst/>
          </a:prstGeom>
        </p:spPr>
      </p:pic>
      <p:sp>
        <p:nvSpPr>
          <p:cNvPr id="747" name="VectorPath 747"/>
          <p:cNvSpPr/>
          <p:nvPr/>
        </p:nvSpPr>
        <p:spPr>
          <a:xfrm>
            <a:off x="553720" y="6447155"/>
            <a:ext cx="142875" cy="144145"/>
          </a:xfrm>
          <a:custGeom>
            <a:avLst/>
            <a:gdLst/>
            <a:ahLst/>
            <a:cxnLst/>
            <a:rect l="l" t="t" r="r" b="b"/>
            <a:pathLst>
              <a:path w="142824" h="143916">
                <a:moveTo>
                  <a:pt x="134010" y="54127"/>
                </a:moveTo>
                <a:lnTo>
                  <a:pt x="136220" y="54127"/>
                </a:lnTo>
                <a:cubicBezTo>
                  <a:pt x="139929" y="54127"/>
                  <a:pt x="142913" y="51143"/>
                  <a:pt x="142913" y="47422"/>
                </a:cubicBezTo>
                <a:lnTo>
                  <a:pt x="142913" y="7226"/>
                </a:lnTo>
                <a:cubicBezTo>
                  <a:pt x="142913" y="4521"/>
                  <a:pt x="141300" y="2070"/>
                  <a:pt x="138786" y="1029"/>
                </a:cubicBezTo>
                <a:cubicBezTo>
                  <a:pt x="136271" y="0"/>
                  <a:pt x="133401" y="584"/>
                  <a:pt x="131470" y="2489"/>
                </a:cubicBezTo>
                <a:lnTo>
                  <a:pt x="117043" y="16942"/>
                </a:lnTo>
                <a:cubicBezTo>
                  <a:pt x="104673" y="6706"/>
                  <a:pt x="88760" y="533"/>
                  <a:pt x="71463" y="533"/>
                </a:cubicBezTo>
                <a:cubicBezTo>
                  <a:pt x="35458" y="533"/>
                  <a:pt x="5677" y="27165"/>
                  <a:pt x="737" y="61798"/>
                </a:cubicBezTo>
                <a:cubicBezTo>
                  <a:pt x="38" y="66688"/>
                  <a:pt x="3416" y="71209"/>
                  <a:pt x="8293" y="71907"/>
                </a:cubicBezTo>
                <a:cubicBezTo>
                  <a:pt x="13183" y="72606"/>
                  <a:pt x="17704" y="69202"/>
                  <a:pt x="18402" y="64338"/>
                </a:cubicBezTo>
                <a:cubicBezTo>
                  <a:pt x="22111" y="38354"/>
                  <a:pt x="44475" y="18402"/>
                  <a:pt x="71463" y="18402"/>
                </a:cubicBezTo>
                <a:cubicBezTo>
                  <a:pt x="83858" y="18402"/>
                  <a:pt x="95237" y="22581"/>
                  <a:pt x="104318" y="29642"/>
                </a:cubicBezTo>
                <a:lnTo>
                  <a:pt x="91275" y="42685"/>
                </a:lnTo>
                <a:cubicBezTo>
                  <a:pt x="89357" y="44602"/>
                  <a:pt x="88798" y="47485"/>
                  <a:pt x="89827" y="49987"/>
                </a:cubicBezTo>
                <a:cubicBezTo>
                  <a:pt x="90856" y="52502"/>
                  <a:pt x="93320" y="54127"/>
                  <a:pt x="96025" y="54127"/>
                </a:cubicBezTo>
                <a:lnTo>
                  <a:pt x="134010" y="54127"/>
                </a:lnTo>
                <a:close/>
                <a:moveTo>
                  <a:pt x="142215" y="82169"/>
                </a:moveTo>
                <a:cubicBezTo>
                  <a:pt x="142913" y="77292"/>
                  <a:pt x="139510" y="72771"/>
                  <a:pt x="134658" y="72072"/>
                </a:cubicBezTo>
                <a:cubicBezTo>
                  <a:pt x="129794" y="71374"/>
                  <a:pt x="125247" y="74778"/>
                  <a:pt x="124549" y="79629"/>
                </a:cubicBezTo>
                <a:cubicBezTo>
                  <a:pt x="120840" y="105588"/>
                  <a:pt x="98476" y="125552"/>
                  <a:pt x="71488" y="125552"/>
                </a:cubicBezTo>
                <a:cubicBezTo>
                  <a:pt x="59093" y="125552"/>
                  <a:pt x="47701" y="121361"/>
                  <a:pt x="38633" y="114300"/>
                </a:cubicBezTo>
                <a:lnTo>
                  <a:pt x="51638" y="101295"/>
                </a:lnTo>
                <a:cubicBezTo>
                  <a:pt x="53569" y="99365"/>
                  <a:pt x="54127" y="96495"/>
                  <a:pt x="53099" y="93980"/>
                </a:cubicBezTo>
                <a:cubicBezTo>
                  <a:pt x="52057" y="91465"/>
                  <a:pt x="49606" y="89852"/>
                  <a:pt x="46901" y="89852"/>
                </a:cubicBezTo>
                <a:lnTo>
                  <a:pt x="6706" y="89852"/>
                </a:lnTo>
                <a:cubicBezTo>
                  <a:pt x="2997" y="89852"/>
                  <a:pt x="0" y="92837"/>
                  <a:pt x="0" y="96545"/>
                </a:cubicBezTo>
                <a:lnTo>
                  <a:pt x="0" y="136741"/>
                </a:lnTo>
                <a:cubicBezTo>
                  <a:pt x="0" y="139446"/>
                  <a:pt x="1626" y="141910"/>
                  <a:pt x="4140" y="142938"/>
                </a:cubicBezTo>
                <a:cubicBezTo>
                  <a:pt x="6642" y="143967"/>
                  <a:pt x="9525" y="143383"/>
                  <a:pt x="11455" y="141491"/>
                </a:cubicBezTo>
                <a:lnTo>
                  <a:pt x="25908" y="127025"/>
                </a:lnTo>
                <a:cubicBezTo>
                  <a:pt x="38240" y="137274"/>
                  <a:pt x="54153" y="143446"/>
                  <a:pt x="71463" y="143446"/>
                </a:cubicBezTo>
                <a:cubicBezTo>
                  <a:pt x="107467" y="143446"/>
                  <a:pt x="137249" y="116815"/>
                  <a:pt x="142189" y="82169"/>
                </a:cubicBezTo>
                <a:lnTo>
                  <a:pt x="142215" y="82169"/>
                </a:lnTo>
                <a:close/>
              </a:path>
            </a:pathLst>
          </a:custGeom>
          <a:solidFill>
            <a:srgbClr val="8B5CF6">
              <a:alpha val="100000"/>
            </a:srgbClr>
          </a:solidFill>
        </p:spPr>
      </p:sp>
      <p:sp>
        <p:nvSpPr>
          <p:cNvPr id="748" name="VectorPath 748"/>
          <p:cNvSpPr/>
          <p:nvPr/>
        </p:nvSpPr>
        <p:spPr>
          <a:xfrm>
            <a:off x="375285" y="6278246"/>
            <a:ext cx="35560" cy="500380"/>
          </a:xfrm>
          <a:custGeom>
            <a:avLst/>
            <a:gdLst/>
            <a:ahLst/>
            <a:cxnLst/>
            <a:rect l="l" t="t" r="r" b="b"/>
            <a:pathLst>
              <a:path w="35560" h="500150">
                <a:moveTo>
                  <a:pt x="35585" y="-38"/>
                </a:moveTo>
                <a:lnTo>
                  <a:pt x="35585" y="-38"/>
                </a:lnTo>
                <a:lnTo>
                  <a:pt x="35585" y="500150"/>
                </a:lnTo>
                <a:lnTo>
                  <a:pt x="35585" y="500150"/>
                </a:lnTo>
                <a:cubicBezTo>
                  <a:pt x="15850" y="500150"/>
                  <a:pt x="-152" y="484155"/>
                  <a:pt x="-152" y="464421"/>
                </a:cubicBezTo>
                <a:lnTo>
                  <a:pt x="-152" y="35687"/>
                </a:lnTo>
                <a:cubicBezTo>
                  <a:pt x="-152" y="15964"/>
                  <a:pt x="15850" y="-38"/>
                  <a:pt x="35585" y="-38"/>
                </a:cubicBezTo>
              </a:path>
            </a:pathLst>
          </a:custGeom>
          <a:solidFill>
            <a:srgbClr val="8B5CF6">
              <a:alpha val="100000"/>
            </a:srgbClr>
          </a:solidFill>
        </p:spPr>
      </p:sp>
      <p:sp>
        <p:nvSpPr>
          <p:cNvPr id="749" name="VectorPath 749"/>
          <p:cNvSpPr/>
          <p:nvPr/>
        </p:nvSpPr>
        <p:spPr>
          <a:xfrm>
            <a:off x="589280" y="2062480"/>
            <a:ext cx="36195" cy="892810"/>
          </a:xfrm>
          <a:custGeom>
            <a:avLst/>
            <a:gdLst/>
            <a:ahLst/>
            <a:cxnLst/>
            <a:rect l="l" t="t" r="r" b="b"/>
            <a:pathLst>
              <a:path w="35725" h="892810">
                <a:moveTo>
                  <a:pt x="35725" y="-127"/>
                </a:moveTo>
                <a:lnTo>
                  <a:pt x="35725" y="-127"/>
                </a:lnTo>
                <a:lnTo>
                  <a:pt x="35725" y="893064"/>
                </a:lnTo>
                <a:lnTo>
                  <a:pt x="35725" y="893064"/>
                </a:lnTo>
                <a:cubicBezTo>
                  <a:pt x="15989" y="893064"/>
                  <a:pt x="0" y="877062"/>
                  <a:pt x="0" y="857377"/>
                </a:cubicBezTo>
                <a:lnTo>
                  <a:pt x="0" y="35560"/>
                </a:lnTo>
                <a:cubicBezTo>
                  <a:pt x="0" y="15875"/>
                  <a:pt x="15989" y="-127"/>
                  <a:pt x="35725" y="-127"/>
                </a:cubicBezTo>
              </a:path>
            </a:pathLst>
          </a:custGeom>
          <a:solidFill>
            <a:srgbClr val="8B5CF6">
              <a:alpha val="100000"/>
            </a:srgbClr>
          </a:solidFill>
        </p:spPr>
      </p:sp>
      <p:sp>
        <p:nvSpPr>
          <p:cNvPr id="750" name="VectorPath 750"/>
          <p:cNvSpPr/>
          <p:nvPr/>
        </p:nvSpPr>
        <p:spPr>
          <a:xfrm>
            <a:off x="589280" y="3098165"/>
            <a:ext cx="36195" cy="893445"/>
          </a:xfrm>
          <a:custGeom>
            <a:avLst/>
            <a:gdLst/>
            <a:ahLst/>
            <a:cxnLst/>
            <a:rect l="l" t="t" r="r" b="b"/>
            <a:pathLst>
              <a:path w="35725" h="893191">
                <a:moveTo>
                  <a:pt x="35725" y="0"/>
                </a:moveTo>
                <a:lnTo>
                  <a:pt x="35725" y="0"/>
                </a:lnTo>
                <a:lnTo>
                  <a:pt x="35725" y="893191"/>
                </a:lnTo>
                <a:lnTo>
                  <a:pt x="35725" y="893191"/>
                </a:lnTo>
                <a:cubicBezTo>
                  <a:pt x="15989" y="893191"/>
                  <a:pt x="0" y="877189"/>
                  <a:pt x="0" y="857504"/>
                </a:cubicBezTo>
                <a:lnTo>
                  <a:pt x="0" y="35814"/>
                </a:lnTo>
                <a:cubicBezTo>
                  <a:pt x="0" y="16002"/>
                  <a:pt x="15989" y="0"/>
                  <a:pt x="35725" y="0"/>
                </a:cubicBezTo>
              </a:path>
            </a:pathLst>
          </a:custGeom>
          <a:solidFill>
            <a:srgbClr val="8B5CF6">
              <a:alpha val="100000"/>
            </a:srgbClr>
          </a:solidFill>
        </p:spPr>
      </p:sp>
      <p:sp>
        <p:nvSpPr>
          <p:cNvPr id="751" name="VectorPath 751"/>
          <p:cNvSpPr/>
          <p:nvPr/>
        </p:nvSpPr>
        <p:spPr>
          <a:xfrm>
            <a:off x="589280" y="4134485"/>
            <a:ext cx="36195" cy="821690"/>
          </a:xfrm>
          <a:custGeom>
            <a:avLst/>
            <a:gdLst/>
            <a:ahLst/>
            <a:cxnLst/>
            <a:rect l="l" t="t" r="r" b="b"/>
            <a:pathLst>
              <a:path w="35725" h="821563">
                <a:moveTo>
                  <a:pt x="35725" y="0"/>
                </a:moveTo>
                <a:lnTo>
                  <a:pt x="35725" y="0"/>
                </a:lnTo>
                <a:lnTo>
                  <a:pt x="35725" y="821690"/>
                </a:lnTo>
                <a:lnTo>
                  <a:pt x="35725" y="821690"/>
                </a:lnTo>
                <a:cubicBezTo>
                  <a:pt x="15989" y="821690"/>
                  <a:pt x="0" y="805688"/>
                  <a:pt x="0" y="786003"/>
                </a:cubicBezTo>
                <a:lnTo>
                  <a:pt x="0" y="35687"/>
                </a:lnTo>
                <a:cubicBezTo>
                  <a:pt x="0" y="16002"/>
                  <a:pt x="15989" y="0"/>
                  <a:pt x="35725" y="0"/>
                </a:cubicBezTo>
              </a:path>
            </a:pathLst>
          </a:custGeom>
          <a:solidFill>
            <a:srgbClr val="8B5CF6">
              <a:alpha val="100000"/>
            </a:srgbClr>
          </a:solidFill>
        </p:spPr>
      </p:sp>
      <p:sp>
        <p:nvSpPr>
          <p:cNvPr id="752" name="TextBox752"/>
          <p:cNvSpPr txBox="1"/>
          <p:nvPr/>
        </p:nvSpPr>
        <p:spPr>
          <a:xfrm>
            <a:off x="1179195" y="1423035"/>
            <a:ext cx="1074737" cy="215900"/>
          </a:xfrm>
          <a:prstGeom prst="rect">
            <a:avLst/>
          </a:prstGeom>
          <a:noFill/>
        </p:spPr>
        <p:txBody>
          <a:bodyPr wrap="square" lIns="0" tIns="0" rIns="0" bIns="0" rtlCol="0">
            <a:spAutoFit/>
          </a:bodyPr>
          <a:lstStyle/>
          <a:p>
            <a:pPr marL="0" marR="0" indent="0" eaLnBrk="0">
              <a:lnSpc>
                <a:spcPct val="85353"/>
              </a:lnSpc>
            </a:pPr>
            <a:r>
              <a:rPr lang="en-US" altLang="zh-CN" sz="1650" b="1" kern="0" spc="-15" baseline="0" noProof="0" dirty="0">
                <a:solidFill>
                  <a:srgbClr val="1E293B"/>
                </a:solidFill>
                <a:latin typeface="SimHei" pitchFamily="49" charset="0"/>
                <a:ea typeface="SimHei" pitchFamily="49" charset="0"/>
                <a:cs typeface="SimHei" pitchFamily="49" charset="0"/>
              </a:rPr>
              <a:t>验证与优化</a:t>
            </a:r>
          </a:p>
        </p:txBody>
      </p:sp>
      <p:sp>
        <p:nvSpPr>
          <p:cNvPr id="753" name="TextBox753"/>
          <p:cNvSpPr txBox="1"/>
          <p:nvPr/>
        </p:nvSpPr>
        <p:spPr>
          <a:xfrm>
            <a:off x="756285" y="1529715"/>
            <a:ext cx="130175" cy="215900"/>
          </a:xfrm>
          <a:prstGeom prst="rect">
            <a:avLst/>
          </a:prstGeom>
          <a:noFill/>
        </p:spPr>
        <p:txBody>
          <a:bodyPr wrap="square" lIns="0" tIns="0" rIns="0" bIns="0" rtlCol="0">
            <a:spAutoFit/>
          </a:bodyPr>
          <a:lstStyle/>
          <a:p>
            <a:pPr marL="0" marR="0" indent="0" eaLnBrk="0">
              <a:lnSpc>
                <a:spcPct val="85606"/>
              </a:lnSpc>
            </a:pPr>
            <a:r>
              <a:rPr lang="en-US" altLang="zh-CN" sz="1650" b="1" kern="0" spc="-15" baseline="0" noProof="0" dirty="0">
                <a:solidFill>
                  <a:srgbClr val="FFFFFF"/>
                </a:solidFill>
                <a:latin typeface="Arial" pitchFamily="34" charset="0"/>
                <a:ea typeface="Arial" pitchFamily="34" charset="0"/>
                <a:cs typeface="Arial" pitchFamily="34" charset="0"/>
              </a:rPr>
              <a:t>4</a:t>
            </a:r>
          </a:p>
        </p:txBody>
      </p:sp>
      <p:sp>
        <p:nvSpPr>
          <p:cNvPr id="754" name="TextBox754"/>
          <p:cNvSpPr txBox="1"/>
          <p:nvPr/>
        </p:nvSpPr>
        <p:spPr>
          <a:xfrm>
            <a:off x="1179195" y="1705610"/>
            <a:ext cx="1433512" cy="168275"/>
          </a:xfrm>
          <a:prstGeom prst="rect">
            <a:avLst/>
          </a:prstGeom>
          <a:noFill/>
        </p:spPr>
        <p:txBody>
          <a:bodyPr wrap="square" lIns="0" tIns="0" rIns="0" bIns="0" rtlCol="0">
            <a:spAutoFit/>
          </a:bodyPr>
          <a:lstStyle/>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确保算子正确性和性能</a:t>
            </a:r>
          </a:p>
        </p:txBody>
      </p:sp>
      <p:sp>
        <p:nvSpPr>
          <p:cNvPr id="755" name="TextBox755"/>
          <p:cNvSpPr txBox="1"/>
          <p:nvPr/>
        </p:nvSpPr>
        <p:spPr>
          <a:xfrm>
            <a:off x="750570" y="2256155"/>
            <a:ext cx="2370137" cy="476250"/>
          </a:xfrm>
          <a:prstGeom prst="rect">
            <a:avLst/>
          </a:prstGeom>
          <a:noFill/>
        </p:spPr>
        <p:txBody>
          <a:bodyPr wrap="square" lIns="0" tIns="14605" rIns="0" bIns="0" rtlCol="0">
            <a:spAutoFit/>
          </a:bodyPr>
          <a:lstStyle/>
          <a:p>
            <a:pPr marL="33020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编译算子</a:t>
            </a:r>
          </a:p>
          <a:p>
            <a:pPr marL="0" marR="0" indent="0" eaLnBrk="0">
              <a:lnSpc>
                <a:spcPct val="76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使用bu</a:t>
            </a:r>
            <a:r>
              <a:rPr lang="en-US" altLang="zh-CN" sz="1100" kern="0" spc="0" baseline="0" noProof="0" dirty="0">
                <a:solidFill>
                  <a:srgbClr val="64748B"/>
                </a:solidFill>
                <a:latin typeface="SimHei" pitchFamily="49" charset="0"/>
                <a:ea typeface="SimHei" pitchFamily="49" charset="0"/>
                <a:cs typeface="SimHei" pitchFamily="49" charset="0"/>
              </a:rPr>
              <a:t>ild.sh编译生成算子二进制文件</a:t>
            </a:r>
          </a:p>
        </p:txBody>
      </p:sp>
      <p:sp>
        <p:nvSpPr>
          <p:cNvPr id="756" name="TextBox756"/>
          <p:cNvSpPr txBox="1"/>
          <p:nvPr/>
        </p:nvSpPr>
        <p:spPr>
          <a:xfrm>
            <a:off x="750570" y="3292475"/>
            <a:ext cx="1976437" cy="476250"/>
          </a:xfrm>
          <a:prstGeom prst="rect">
            <a:avLst/>
          </a:prstGeom>
          <a:noFill/>
        </p:spPr>
        <p:txBody>
          <a:bodyPr wrap="square" lIns="0" tIns="14605" rIns="0" bIns="0" rtlCol="0">
            <a:spAutoFit/>
          </a:bodyPr>
          <a:lstStyle/>
          <a:p>
            <a:pPr marL="33020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运行测试</a:t>
            </a:r>
          </a:p>
          <a:p>
            <a:pPr marL="0" marR="0" indent="0" eaLnBrk="0">
              <a:lnSpc>
                <a:spcPct val="76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执行</a:t>
            </a:r>
            <a:r>
              <a:rPr lang="en-US" altLang="zh-CN" sz="1100" kern="0" spc="0" baseline="0" noProof="0" dirty="0">
                <a:solidFill>
                  <a:srgbClr val="64748B"/>
                </a:solidFill>
                <a:latin typeface="SimHei" pitchFamily="49" charset="0"/>
                <a:ea typeface="SimHei" pitchFamily="49" charset="0"/>
                <a:cs typeface="SimHei" pitchFamily="49" charset="0"/>
              </a:rPr>
              <a:t>run.sh验证算子功能正确性</a:t>
            </a:r>
          </a:p>
        </p:txBody>
      </p:sp>
      <p:sp>
        <p:nvSpPr>
          <p:cNvPr id="757" name="TextBox757"/>
          <p:cNvSpPr txBox="1"/>
          <p:nvPr/>
        </p:nvSpPr>
        <p:spPr>
          <a:xfrm>
            <a:off x="750570" y="4328795"/>
            <a:ext cx="1981200" cy="476250"/>
          </a:xfrm>
          <a:prstGeom prst="rect">
            <a:avLst/>
          </a:prstGeom>
          <a:noFill/>
        </p:spPr>
        <p:txBody>
          <a:bodyPr wrap="square" lIns="0" tIns="14605" rIns="0" bIns="0" rtlCol="0">
            <a:spAutoFit/>
          </a:bodyPr>
          <a:lstStyle/>
          <a:p>
            <a:pPr marL="33020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性能分析</a:t>
            </a:r>
          </a:p>
          <a:p>
            <a:pPr marL="0" marR="0" indent="0" eaLnBrk="0">
              <a:lnSpc>
                <a:spcPct val="76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25" baseline="0" noProof="0" dirty="0">
                <a:solidFill>
                  <a:srgbClr val="64748B"/>
                </a:solidFill>
                <a:latin typeface="SimHei" pitchFamily="49" charset="0"/>
                <a:ea typeface="SimHei" pitchFamily="49" charset="0"/>
                <a:cs typeface="SimHei" pitchFamily="49" charset="0"/>
              </a:rPr>
              <a:t>使用</a:t>
            </a:r>
            <a:r>
              <a:rPr lang="en-US" altLang="zh-CN" sz="1100" kern="0" spc="-15" baseline="0" noProof="0" dirty="0">
                <a:solidFill>
                  <a:srgbClr val="64748B"/>
                </a:solidFill>
                <a:latin typeface="SimHei" pitchFamily="49" charset="0"/>
                <a:ea typeface="SimHei" pitchFamily="49" charset="0"/>
                <a:cs typeface="SimHei" pitchFamily="49" charset="0"/>
              </a:rPr>
              <a:t>profiling</a:t>
            </a:r>
            <a:r>
              <a:rPr lang="en-US" altLang="zh-CN" sz="1100" kern="0" spc="-25" baseline="0" noProof="0" dirty="0">
                <a:solidFill>
                  <a:srgbClr val="64748B"/>
                </a:solidFill>
                <a:latin typeface="SimHei" pitchFamily="49" charset="0"/>
                <a:ea typeface="SimHei" pitchFamily="49" charset="0"/>
                <a:cs typeface="SimHei" pitchFamily="49" charset="0"/>
              </a:rPr>
              <a:t>工具分析性能瓶颈</a:t>
            </a:r>
          </a:p>
        </p:txBody>
      </p:sp>
      <p:sp>
        <p:nvSpPr>
          <p:cNvPr id="758" name="TextBox758"/>
          <p:cNvSpPr txBox="1"/>
          <p:nvPr/>
        </p:nvSpPr>
        <p:spPr>
          <a:xfrm>
            <a:off x="678815" y="5236845"/>
            <a:ext cx="752475" cy="574675"/>
          </a:xfrm>
          <a:prstGeom prst="rect">
            <a:avLst/>
          </a:prstGeom>
          <a:noFill/>
        </p:spPr>
        <p:txBody>
          <a:bodyPr wrap="square" lIns="0" tIns="5715" rIns="0" bIns="0" rtlCol="0">
            <a:spAutoFit/>
          </a:bodyPr>
          <a:lstStyle/>
          <a:p>
            <a:pPr marL="0" marR="0" indent="0" eaLnBrk="0">
              <a:lnSpc>
                <a:spcPct val="95614"/>
              </a:lnSpc>
              <a:spcBef>
                <a:spcPts val="45"/>
              </a:spcBef>
              <a:spcAft>
                <a:spcPts val="565"/>
              </a:spcAft>
            </a:pPr>
            <a:r>
              <a:rPr lang="en-US" altLang="zh-CN" sz="950" kern="0" spc="0" baseline="0" noProof="0" dirty="0">
                <a:solidFill>
                  <a:srgbClr val="6A7282"/>
                </a:solidFill>
                <a:latin typeface="SimHei" pitchFamily="49" charset="0"/>
                <a:ea typeface="SimHei" pitchFamily="49" charset="0"/>
                <a:cs typeface="SimHei" pitchFamily="49" charset="0"/>
              </a:rPr>
              <a:t>#</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A7282"/>
                </a:solidFill>
                <a:latin typeface="SimHei" pitchFamily="49" charset="0"/>
                <a:ea typeface="SimHei" pitchFamily="49" charset="0"/>
                <a:cs typeface="SimHei" pitchFamily="49" charset="0"/>
              </a:rPr>
              <a:t>编译和测试</a:t>
            </a:r>
          </a:p>
          <a:p>
            <a:pPr marL="0" marR="0" indent="0" eaLnBrk="0">
              <a:lnSpc>
                <a:spcPct val="123903"/>
              </a:lnSpc>
            </a:pPr>
            <a:r>
              <a:rPr lang="en-US" altLang="zh-CN" sz="950" kern="0" spc="-15" baseline="0" noProof="0" dirty="0">
                <a:solidFill>
                  <a:srgbClr val="05DF72"/>
                </a:solidFill>
                <a:latin typeface="SimHei" pitchFamily="49" charset="0"/>
                <a:ea typeface="SimHei" pitchFamily="49" charset="0"/>
                <a:cs typeface="SimHei" pitchFamily="49" charset="0"/>
              </a:rPr>
              <a:t>bash</a:t>
            </a:r>
            <a:r>
              <a:rPr lang="en-US" altLang="zh-CN" sz="950" kern="0" spc="-150" baseline="0" noProof="0" dirty="0">
                <a:latin typeface="SimHei" pitchFamily="49" charset="0"/>
                <a:ea typeface="SimHei" pitchFamily="49" charset="0"/>
                <a:cs typeface="SimHei" pitchFamily="49" charset="0"/>
              </a:rPr>
              <a:t> </a:t>
            </a:r>
            <a:r>
              <a:rPr lang="en-US" altLang="zh-CN" sz="950" kern="0" spc="-15" baseline="0" noProof="0" dirty="0">
                <a:solidFill>
                  <a:srgbClr val="05DF72"/>
                </a:solidFill>
                <a:latin typeface="SimHei" pitchFamily="49" charset="0"/>
                <a:ea typeface="SimHei" pitchFamily="49" charset="0"/>
                <a:cs typeface="SimHei" pitchFamily="49" charset="0"/>
              </a:rPr>
              <a:t>build.</a:t>
            </a:r>
            <a:r>
              <a:rPr lang="en-US" altLang="zh-CN" sz="950" kern="0" spc="0" baseline="0" noProof="0" dirty="0">
                <a:solidFill>
                  <a:srgbClr val="05DF72"/>
                </a:solidFill>
                <a:latin typeface="SimHei" pitchFamily="49" charset="0"/>
                <a:ea typeface="SimHei" pitchFamily="49" charset="0"/>
                <a:cs typeface="SimHei" pitchFamily="49" charset="0"/>
              </a:rPr>
              <a:t>sh</a:t>
            </a:r>
            <a:r>
              <a:rPr lang="en-US" altLang="zh-CN" sz="950" kern="0" spc="0" baseline="0" noProof="0" dirty="0">
                <a:latin typeface="SimHei" pitchFamily="49" charset="0"/>
                <a:ea typeface="SimHei" pitchFamily="49" charset="0"/>
                <a:cs typeface="SimHei" pitchFamily="49" charset="0"/>
              </a:rPr>
              <a:t> </a:t>
            </a:r>
            <a:r>
              <a:rPr lang="en-US" altLang="zh-CN" sz="950" kern="0" spc="0" baseline="0" noProof="0" dirty="0">
                <a:solidFill>
                  <a:srgbClr val="05DF72"/>
                </a:solidFill>
                <a:latin typeface="SimHei" pitchFamily="49" charset="0"/>
                <a:ea typeface="SimHei" pitchFamily="49" charset="0"/>
                <a:cs typeface="SimHei" pitchFamily="49" charset="0"/>
              </a:rPr>
              <a:t>bash</a:t>
            </a:r>
            <a:r>
              <a:rPr lang="en-US" altLang="zh-CN" sz="950" kern="0" spc="-150" baseline="0" noProof="0" dirty="0">
                <a:latin typeface="SimHei" pitchFamily="49" charset="0"/>
                <a:ea typeface="SimHei" pitchFamily="49" charset="0"/>
                <a:cs typeface="SimHei" pitchFamily="49" charset="0"/>
              </a:rPr>
              <a:t> </a:t>
            </a:r>
            <a:r>
              <a:rPr lang="en-US" altLang="zh-CN" sz="950" kern="0" spc="0" baseline="0" noProof="0" dirty="0">
                <a:solidFill>
                  <a:srgbClr val="05DF72"/>
                </a:solidFill>
                <a:latin typeface="SimHei" pitchFamily="49" charset="0"/>
                <a:ea typeface="SimHei" pitchFamily="49" charset="0"/>
                <a:cs typeface="SimHei" pitchFamily="49" charset="0"/>
              </a:rPr>
              <a:t>run.sh</a:t>
            </a:r>
            <a:r>
              <a:rPr lang="en-US" altLang="zh-CN" sz="950" kern="0" spc="0" baseline="0" noProof="0" dirty="0">
                <a:latin typeface="SimHei" pitchFamily="49" charset="0"/>
                <a:ea typeface="SimHei" pitchFamily="49" charset="0"/>
                <a:cs typeface="SimHei" pitchFamily="49" charset="0"/>
              </a:rPr>
              <a:t> </a:t>
            </a:r>
          </a:p>
        </p:txBody>
      </p:sp>
      <p:sp>
        <p:nvSpPr>
          <p:cNvPr id="759" name="TextBox759"/>
          <p:cNvSpPr txBox="1"/>
          <p:nvPr/>
        </p:nvSpPr>
        <p:spPr>
          <a:xfrm>
            <a:off x="765175" y="6458585"/>
            <a:ext cx="3665537" cy="168275"/>
          </a:xfrm>
          <a:prstGeom prst="rect">
            <a:avLst/>
          </a:prstGeom>
          <a:noFill/>
        </p:spPr>
        <p:txBody>
          <a:bodyPr wrap="square" lIns="0" tIns="0" rIns="0" bIns="0" rtlCol="0">
            <a:spAutoFit/>
          </a:bodyPr>
          <a:lstStyle/>
          <a:p>
            <a:pPr marL="0" marR="0" indent="0" eaLnBrk="0">
              <a:lnSpc>
                <a:spcPct val="100000"/>
              </a:lnSpc>
            </a:pPr>
            <a:r>
              <a:rPr lang="en-US" altLang="zh-CN" sz="1100" b="1" kern="0" spc="-15" baseline="0" noProof="0" dirty="0">
                <a:solidFill>
                  <a:srgbClr val="1E293B"/>
                </a:solidFill>
                <a:latin typeface="SimHei" pitchFamily="49" charset="0"/>
                <a:ea typeface="SimHei" pitchFamily="49" charset="0"/>
                <a:cs typeface="SimHei" pitchFamily="49" charset="0"/>
              </a:rPr>
              <a:t>迭代优化：</a:t>
            </a:r>
            <a:r>
              <a:rPr lang="en-US" altLang="zh-CN" sz="1100" kern="0" spc="0" baseline="0" noProof="0" dirty="0">
                <a:solidFill>
                  <a:srgbClr val="1E293B"/>
                </a:solidFill>
                <a:latin typeface="SimHei" pitchFamily="49" charset="0"/>
                <a:ea typeface="SimHei" pitchFamily="49" charset="0"/>
                <a:cs typeface="SimHei" pitchFamily="49" charset="0"/>
              </a:rPr>
              <a:t>阶段4-5支持循环迭代，持续优化直到满足要求</a:t>
            </a:r>
          </a:p>
        </p:txBody>
      </p:sp>
      <p:pic>
        <p:nvPicPr>
          <p:cNvPr id="760" name="E13650D5-807E-48F4-70CF-1F549F24621C"/>
          <p:cNvPicPr>
            <a:picLocks noChangeAspect="1"/>
          </p:cNvPicPr>
          <p:nvPr/>
        </p:nvPicPr>
        <p:blipFill>
          <a:blip r:embed="rId5" cstate="print">
            <a:extLst>
              <a:ext uri="{4C9ED64D-B50E-4FD8-2623-BBFEFB7FD25F}"/>
            </a:extLst>
          </a:blip>
          <a:srcRect/>
          <a:stretch>
            <a:fillRect/>
          </a:stretch>
        </p:blipFill>
        <p:spPr>
          <a:xfrm>
            <a:off x="6175375" y="1130935"/>
            <a:ext cx="5698067" cy="5041900"/>
          </a:xfrm>
          <a:prstGeom prst="rect">
            <a:avLst/>
          </a:prstGeom>
        </p:spPr>
      </p:pic>
      <p:grpSp>
        <p:nvGrpSpPr>
          <p:cNvPr id="761" name="Combination 761"/>
          <p:cNvGrpSpPr/>
          <p:nvPr/>
        </p:nvGrpSpPr>
        <p:grpSpPr>
          <a:xfrm>
            <a:off x="6204585" y="1151255"/>
            <a:ext cx="5636260" cy="4984115"/>
            <a:chOff x="6204585" y="1151255"/>
            <a:chExt cx="5636260" cy="4984115"/>
          </a:xfrm>
        </p:grpSpPr>
        <p:sp>
          <p:nvSpPr>
            <p:cNvPr id="762" name="VectorPath 762"/>
            <p:cNvSpPr/>
            <p:nvPr/>
          </p:nvSpPr>
          <p:spPr>
            <a:xfrm>
              <a:off x="6204585" y="1151255"/>
              <a:ext cx="5636133" cy="4984039"/>
            </a:xfrm>
            <a:custGeom>
              <a:avLst/>
              <a:gdLst/>
              <a:ahLst/>
              <a:cxnLst/>
              <a:rect l="l" t="t" r="r" b="b"/>
              <a:pathLst>
                <a:path w="5636133" h="4984039">
                  <a:moveTo>
                    <a:pt x="35814" y="0"/>
                  </a:moveTo>
                  <a:lnTo>
                    <a:pt x="5600320" y="0"/>
                  </a:lnTo>
                  <a:cubicBezTo>
                    <a:pt x="5620131" y="0"/>
                    <a:pt x="5636133" y="16002"/>
                    <a:pt x="5636133" y="35814"/>
                  </a:cubicBezTo>
                  <a:lnTo>
                    <a:pt x="5636133" y="4876838"/>
                  </a:lnTo>
                  <a:cubicBezTo>
                    <a:pt x="5636133" y="4936045"/>
                    <a:pt x="5588127" y="4984039"/>
                    <a:pt x="5528818" y="4984039"/>
                  </a:cubicBezTo>
                  <a:lnTo>
                    <a:pt x="107315" y="4984039"/>
                  </a:lnTo>
                  <a:cubicBezTo>
                    <a:pt x="48006" y="4984039"/>
                    <a:pt x="0" y="4936045"/>
                    <a:pt x="0" y="4876838"/>
                  </a:cubicBezTo>
                  <a:lnTo>
                    <a:pt x="0" y="35814"/>
                  </a:lnTo>
                  <a:cubicBezTo>
                    <a:pt x="0" y="16002"/>
                    <a:pt x="16002" y="0"/>
                    <a:pt x="35814" y="0"/>
                  </a:cubicBezTo>
                </a:path>
              </a:pathLst>
            </a:custGeom>
            <a:solidFill>
              <a:srgbClr val="FFFFFF">
                <a:alpha val="100000"/>
              </a:srgbClr>
            </a:solidFill>
          </p:spPr>
        </p:sp>
        <p:sp>
          <p:nvSpPr>
            <p:cNvPr id="763" name="VectorPath 763"/>
            <p:cNvSpPr/>
            <p:nvPr/>
          </p:nvSpPr>
          <p:spPr>
            <a:xfrm>
              <a:off x="6418961" y="1383538"/>
              <a:ext cx="500253" cy="500253"/>
            </a:xfrm>
            <a:custGeom>
              <a:avLst/>
              <a:gdLst/>
              <a:ahLst/>
              <a:cxnLst/>
              <a:rect l="l" t="t" r="r" b="b"/>
              <a:pathLst>
                <a:path w="500253" h="500253">
                  <a:moveTo>
                    <a:pt x="250190" y="0"/>
                  </a:moveTo>
                  <a:lnTo>
                    <a:pt x="250190" y="0"/>
                  </a:lnTo>
                  <a:cubicBezTo>
                    <a:pt x="388113" y="0"/>
                    <a:pt x="500253" y="112014"/>
                    <a:pt x="500253" y="250063"/>
                  </a:cubicBezTo>
                  <a:lnTo>
                    <a:pt x="500253" y="250063"/>
                  </a:lnTo>
                  <a:cubicBezTo>
                    <a:pt x="500253" y="388112"/>
                    <a:pt x="388113" y="500253"/>
                    <a:pt x="250190" y="500253"/>
                  </a:cubicBezTo>
                  <a:lnTo>
                    <a:pt x="250190" y="500253"/>
                  </a:lnTo>
                  <a:cubicBezTo>
                    <a:pt x="112141" y="500253"/>
                    <a:pt x="0" y="388112"/>
                    <a:pt x="0" y="250063"/>
                  </a:cubicBezTo>
                  <a:lnTo>
                    <a:pt x="0" y="250063"/>
                  </a:lnTo>
                  <a:cubicBezTo>
                    <a:pt x="0" y="112014"/>
                    <a:pt x="112141" y="0"/>
                    <a:pt x="250190" y="0"/>
                  </a:cubicBezTo>
                </a:path>
              </a:pathLst>
            </a:custGeom>
            <a:solidFill>
              <a:srgbClr val="F59E0B">
                <a:alpha val="100000"/>
              </a:srgbClr>
            </a:solidFill>
          </p:spPr>
        </p:sp>
        <p:sp>
          <p:nvSpPr>
            <p:cNvPr id="764" name="VectorPath 764"/>
            <p:cNvSpPr/>
            <p:nvPr/>
          </p:nvSpPr>
          <p:spPr>
            <a:xfrm>
              <a:off x="6436868" y="2062353"/>
              <a:ext cx="5189475" cy="1036066"/>
            </a:xfrm>
            <a:custGeom>
              <a:avLst/>
              <a:gdLst/>
              <a:ahLst/>
              <a:cxnLst/>
              <a:rect l="l" t="t" r="r" b="b"/>
              <a:pathLst>
                <a:path w="5189475" h="1036066">
                  <a:moveTo>
                    <a:pt x="35687" y="0"/>
                  </a:moveTo>
                  <a:lnTo>
                    <a:pt x="5117973" y="0"/>
                  </a:lnTo>
                  <a:cubicBezTo>
                    <a:pt x="5157470" y="0"/>
                    <a:pt x="5189475" y="32004"/>
                    <a:pt x="5189475" y="71501"/>
                  </a:cubicBezTo>
                  <a:lnTo>
                    <a:pt x="5189475" y="964692"/>
                  </a:lnTo>
                  <a:cubicBezTo>
                    <a:pt x="5189475" y="1004062"/>
                    <a:pt x="5157470" y="1036066"/>
                    <a:pt x="5117973" y="1036066"/>
                  </a:cubicBezTo>
                  <a:lnTo>
                    <a:pt x="35687" y="1036066"/>
                  </a:lnTo>
                  <a:cubicBezTo>
                    <a:pt x="16002" y="1036066"/>
                    <a:pt x="0" y="1020064"/>
                    <a:pt x="0" y="1000379"/>
                  </a:cubicBezTo>
                  <a:lnTo>
                    <a:pt x="0" y="35687"/>
                  </a:lnTo>
                  <a:cubicBezTo>
                    <a:pt x="0" y="16003"/>
                    <a:pt x="16002" y="0"/>
                    <a:pt x="35687" y="0"/>
                  </a:cubicBezTo>
                </a:path>
              </a:pathLst>
            </a:custGeom>
            <a:solidFill>
              <a:srgbClr val="F59E0B">
                <a:alpha val="5000"/>
              </a:srgbClr>
            </a:solidFill>
          </p:spPr>
        </p:sp>
        <p:sp>
          <p:nvSpPr>
            <p:cNvPr id="765" name="VectorPath 765"/>
            <p:cNvSpPr/>
            <p:nvPr/>
          </p:nvSpPr>
          <p:spPr>
            <a:xfrm>
              <a:off x="6608826" y="2241042"/>
              <a:ext cx="200914" cy="177927"/>
            </a:xfrm>
            <a:custGeom>
              <a:avLst/>
              <a:gdLst/>
              <a:ahLst/>
              <a:cxnLst/>
              <a:rect l="l" t="t" r="r" b="b"/>
              <a:pathLst>
                <a:path w="200914" h="177927">
                  <a:moveTo>
                    <a:pt x="66928" y="33401"/>
                  </a:moveTo>
                  <a:cubicBezTo>
                    <a:pt x="66928" y="14986"/>
                    <a:pt x="82042" y="0"/>
                    <a:pt x="100457" y="0"/>
                  </a:cubicBezTo>
                  <a:cubicBezTo>
                    <a:pt x="118999" y="0"/>
                    <a:pt x="133986" y="14986"/>
                    <a:pt x="133986" y="33401"/>
                  </a:cubicBezTo>
                  <a:lnTo>
                    <a:pt x="133986" y="34671"/>
                  </a:lnTo>
                  <a:cubicBezTo>
                    <a:pt x="133986" y="40132"/>
                    <a:pt x="129540" y="44577"/>
                    <a:pt x="124078" y="44577"/>
                  </a:cubicBezTo>
                  <a:lnTo>
                    <a:pt x="76962" y="44577"/>
                  </a:lnTo>
                  <a:cubicBezTo>
                    <a:pt x="71501" y="44577"/>
                    <a:pt x="67056" y="40132"/>
                    <a:pt x="67056" y="34671"/>
                  </a:cubicBezTo>
                  <a:lnTo>
                    <a:pt x="67056" y="33401"/>
                  </a:lnTo>
                  <a:lnTo>
                    <a:pt x="66928" y="33401"/>
                  </a:lnTo>
                  <a:close/>
                  <a:moveTo>
                    <a:pt x="187578" y="37973"/>
                  </a:moveTo>
                  <a:cubicBezTo>
                    <a:pt x="191262" y="42799"/>
                    <a:pt x="190246" y="49911"/>
                    <a:pt x="185293" y="53594"/>
                  </a:cubicBezTo>
                  <a:lnTo>
                    <a:pt x="151257" y="79121"/>
                  </a:lnTo>
                  <a:cubicBezTo>
                    <a:pt x="153036" y="82296"/>
                    <a:pt x="154432" y="85598"/>
                    <a:pt x="155321" y="89281"/>
                  </a:cubicBezTo>
                  <a:lnTo>
                    <a:pt x="189738" y="89281"/>
                  </a:lnTo>
                  <a:cubicBezTo>
                    <a:pt x="195961" y="89281"/>
                    <a:pt x="200914" y="94234"/>
                    <a:pt x="200914" y="100457"/>
                  </a:cubicBezTo>
                  <a:cubicBezTo>
                    <a:pt x="200914" y="106680"/>
                    <a:pt x="195961" y="111633"/>
                    <a:pt x="189738" y="111633"/>
                  </a:cubicBezTo>
                  <a:lnTo>
                    <a:pt x="156337" y="111633"/>
                  </a:lnTo>
                  <a:lnTo>
                    <a:pt x="156337" y="122809"/>
                  </a:lnTo>
                  <a:cubicBezTo>
                    <a:pt x="156337" y="123698"/>
                    <a:pt x="156210" y="124587"/>
                    <a:pt x="156210" y="125476"/>
                  </a:cubicBezTo>
                  <a:lnTo>
                    <a:pt x="185293" y="147320"/>
                  </a:lnTo>
                  <a:cubicBezTo>
                    <a:pt x="190246" y="151003"/>
                    <a:pt x="191262" y="157988"/>
                    <a:pt x="187578" y="162941"/>
                  </a:cubicBezTo>
                  <a:cubicBezTo>
                    <a:pt x="183896" y="167894"/>
                    <a:pt x="176784" y="168910"/>
                    <a:pt x="171959" y="165227"/>
                  </a:cubicBezTo>
                  <a:lnTo>
                    <a:pt x="149860" y="148717"/>
                  </a:lnTo>
                  <a:cubicBezTo>
                    <a:pt x="141859" y="164084"/>
                    <a:pt x="126746" y="175260"/>
                    <a:pt x="108839" y="177927"/>
                  </a:cubicBezTo>
                  <a:lnTo>
                    <a:pt x="108839" y="97663"/>
                  </a:lnTo>
                  <a:cubicBezTo>
                    <a:pt x="108839" y="92964"/>
                    <a:pt x="105156" y="89281"/>
                    <a:pt x="100457" y="89281"/>
                  </a:cubicBezTo>
                  <a:cubicBezTo>
                    <a:pt x="95886" y="89281"/>
                    <a:pt x="92075" y="92964"/>
                    <a:pt x="92075" y="97663"/>
                  </a:cubicBezTo>
                  <a:lnTo>
                    <a:pt x="92075" y="177927"/>
                  </a:lnTo>
                  <a:cubicBezTo>
                    <a:pt x="74295" y="175260"/>
                    <a:pt x="59182" y="164084"/>
                    <a:pt x="51054" y="148717"/>
                  </a:cubicBezTo>
                  <a:lnTo>
                    <a:pt x="28956" y="165227"/>
                  </a:lnTo>
                  <a:cubicBezTo>
                    <a:pt x="24130" y="168910"/>
                    <a:pt x="17145" y="167894"/>
                    <a:pt x="13336" y="162941"/>
                  </a:cubicBezTo>
                  <a:cubicBezTo>
                    <a:pt x="9651" y="157988"/>
                    <a:pt x="10668" y="151003"/>
                    <a:pt x="15621" y="147320"/>
                  </a:cubicBezTo>
                  <a:lnTo>
                    <a:pt x="44704" y="125476"/>
                  </a:lnTo>
                  <a:cubicBezTo>
                    <a:pt x="44704" y="124587"/>
                    <a:pt x="44704" y="123698"/>
                    <a:pt x="44704" y="122809"/>
                  </a:cubicBezTo>
                  <a:lnTo>
                    <a:pt x="44704" y="111633"/>
                  </a:lnTo>
                  <a:lnTo>
                    <a:pt x="11176" y="111633"/>
                  </a:lnTo>
                  <a:cubicBezTo>
                    <a:pt x="4953" y="111633"/>
                    <a:pt x="0" y="106680"/>
                    <a:pt x="0" y="100457"/>
                  </a:cubicBezTo>
                  <a:cubicBezTo>
                    <a:pt x="0" y="94234"/>
                    <a:pt x="4953" y="89281"/>
                    <a:pt x="11176" y="89281"/>
                  </a:cubicBezTo>
                  <a:lnTo>
                    <a:pt x="45593" y="89281"/>
                  </a:lnTo>
                  <a:cubicBezTo>
                    <a:pt x="46482" y="85598"/>
                    <a:pt x="47878" y="82296"/>
                    <a:pt x="49784" y="79121"/>
                  </a:cubicBezTo>
                  <a:lnTo>
                    <a:pt x="15621" y="53594"/>
                  </a:lnTo>
                  <a:cubicBezTo>
                    <a:pt x="10668" y="49911"/>
                    <a:pt x="9651" y="42799"/>
                    <a:pt x="13336" y="37973"/>
                  </a:cubicBezTo>
                  <a:cubicBezTo>
                    <a:pt x="17145" y="33020"/>
                    <a:pt x="24130" y="32004"/>
                    <a:pt x="28956" y="35687"/>
                  </a:cubicBezTo>
                  <a:lnTo>
                    <a:pt x="66928" y="64135"/>
                  </a:lnTo>
                  <a:cubicBezTo>
                    <a:pt x="71248" y="62357"/>
                    <a:pt x="75946" y="61341"/>
                    <a:pt x="80899" y="61341"/>
                  </a:cubicBezTo>
                  <a:lnTo>
                    <a:pt x="120015" y="61341"/>
                  </a:lnTo>
                  <a:cubicBezTo>
                    <a:pt x="124968" y="61341"/>
                    <a:pt x="129667" y="62357"/>
                    <a:pt x="133986" y="64135"/>
                  </a:cubicBezTo>
                  <a:lnTo>
                    <a:pt x="171959" y="35687"/>
                  </a:lnTo>
                  <a:cubicBezTo>
                    <a:pt x="176784" y="32004"/>
                    <a:pt x="183896" y="33020"/>
                    <a:pt x="187578" y="37973"/>
                  </a:cubicBezTo>
                </a:path>
              </a:pathLst>
            </a:custGeom>
            <a:solidFill>
              <a:srgbClr val="F59E0B">
                <a:alpha val="100000"/>
              </a:srgbClr>
            </a:solidFill>
          </p:spPr>
        </p:sp>
        <p:sp>
          <p:nvSpPr>
            <p:cNvPr id="766" name="VectorPath 766"/>
            <p:cNvSpPr/>
            <p:nvPr/>
          </p:nvSpPr>
          <p:spPr>
            <a:xfrm>
              <a:off x="6436868" y="3241421"/>
              <a:ext cx="5189475" cy="1036066"/>
            </a:xfrm>
            <a:custGeom>
              <a:avLst/>
              <a:gdLst/>
              <a:ahLst/>
              <a:cxnLst/>
              <a:rect l="l" t="t" r="r" b="b"/>
              <a:pathLst>
                <a:path w="5189475" h="1036066">
                  <a:moveTo>
                    <a:pt x="35687" y="0"/>
                  </a:moveTo>
                  <a:lnTo>
                    <a:pt x="5117973" y="0"/>
                  </a:lnTo>
                  <a:cubicBezTo>
                    <a:pt x="5157470" y="0"/>
                    <a:pt x="5189475" y="32004"/>
                    <a:pt x="5189475" y="71374"/>
                  </a:cubicBezTo>
                  <a:lnTo>
                    <a:pt x="5189475" y="964565"/>
                  </a:lnTo>
                  <a:cubicBezTo>
                    <a:pt x="5189475" y="1004062"/>
                    <a:pt x="5157470" y="1036066"/>
                    <a:pt x="5117973" y="1036066"/>
                  </a:cubicBezTo>
                  <a:lnTo>
                    <a:pt x="35687" y="1036066"/>
                  </a:lnTo>
                  <a:cubicBezTo>
                    <a:pt x="16002" y="1036066"/>
                    <a:pt x="0" y="1020064"/>
                    <a:pt x="0" y="1000379"/>
                  </a:cubicBezTo>
                  <a:lnTo>
                    <a:pt x="0" y="35687"/>
                  </a:lnTo>
                  <a:cubicBezTo>
                    <a:pt x="0" y="16002"/>
                    <a:pt x="16002" y="0"/>
                    <a:pt x="35687" y="0"/>
                  </a:cubicBezTo>
                </a:path>
              </a:pathLst>
            </a:custGeom>
            <a:solidFill>
              <a:srgbClr val="F59E0B">
                <a:alpha val="5000"/>
              </a:srgbClr>
            </a:solidFill>
          </p:spPr>
        </p:sp>
        <p:sp>
          <p:nvSpPr>
            <p:cNvPr id="767" name="VectorPath 767"/>
            <p:cNvSpPr/>
            <p:nvPr/>
          </p:nvSpPr>
          <p:spPr>
            <a:xfrm>
              <a:off x="6619367" y="3419983"/>
              <a:ext cx="179959" cy="167513"/>
            </a:xfrm>
            <a:custGeom>
              <a:avLst/>
              <a:gdLst/>
              <a:ahLst/>
              <a:cxnLst/>
              <a:rect l="l" t="t" r="r" b="b"/>
              <a:pathLst>
                <a:path w="179959" h="167513">
                  <a:moveTo>
                    <a:pt x="89916" y="0"/>
                  </a:moveTo>
                  <a:cubicBezTo>
                    <a:pt x="95123" y="0"/>
                    <a:pt x="99822" y="2794"/>
                    <a:pt x="102235" y="7366"/>
                  </a:cubicBezTo>
                  <a:lnTo>
                    <a:pt x="177546" y="146939"/>
                  </a:lnTo>
                  <a:cubicBezTo>
                    <a:pt x="179959" y="151257"/>
                    <a:pt x="179832" y="156464"/>
                    <a:pt x="177292" y="160655"/>
                  </a:cubicBezTo>
                  <a:cubicBezTo>
                    <a:pt x="174752" y="164973"/>
                    <a:pt x="170180" y="167513"/>
                    <a:pt x="165354" y="167513"/>
                  </a:cubicBezTo>
                  <a:lnTo>
                    <a:pt x="14605" y="167513"/>
                  </a:lnTo>
                  <a:cubicBezTo>
                    <a:pt x="9652" y="167513"/>
                    <a:pt x="5080" y="164973"/>
                    <a:pt x="2540" y="160655"/>
                  </a:cubicBezTo>
                  <a:cubicBezTo>
                    <a:pt x="0" y="156464"/>
                    <a:pt x="0" y="151257"/>
                    <a:pt x="2286" y="146939"/>
                  </a:cubicBezTo>
                  <a:lnTo>
                    <a:pt x="77597" y="7366"/>
                  </a:lnTo>
                  <a:cubicBezTo>
                    <a:pt x="80137" y="2794"/>
                    <a:pt x="84836" y="0"/>
                    <a:pt x="89916" y="0"/>
                  </a:cubicBezTo>
                  <a:moveTo>
                    <a:pt x="89916" y="58674"/>
                  </a:moveTo>
                  <a:cubicBezTo>
                    <a:pt x="85344" y="58674"/>
                    <a:pt x="81534" y="62357"/>
                    <a:pt x="81534" y="67056"/>
                  </a:cubicBezTo>
                  <a:lnTo>
                    <a:pt x="81534" y="106045"/>
                  </a:lnTo>
                  <a:cubicBezTo>
                    <a:pt x="81534" y="110744"/>
                    <a:pt x="85344" y="114427"/>
                    <a:pt x="89916" y="114427"/>
                  </a:cubicBezTo>
                  <a:cubicBezTo>
                    <a:pt x="94614" y="114427"/>
                    <a:pt x="98298" y="110744"/>
                    <a:pt x="98298" y="106045"/>
                  </a:cubicBezTo>
                  <a:lnTo>
                    <a:pt x="98298" y="67056"/>
                  </a:lnTo>
                  <a:cubicBezTo>
                    <a:pt x="98298" y="62357"/>
                    <a:pt x="94614" y="58674"/>
                    <a:pt x="89916" y="58674"/>
                  </a:cubicBezTo>
                  <a:moveTo>
                    <a:pt x="99187" y="133985"/>
                  </a:moveTo>
                  <a:cubicBezTo>
                    <a:pt x="99440" y="130556"/>
                    <a:pt x="97790" y="127254"/>
                    <a:pt x="94742" y="125476"/>
                  </a:cubicBezTo>
                  <a:cubicBezTo>
                    <a:pt x="91821" y="123698"/>
                    <a:pt x="88137" y="123698"/>
                    <a:pt x="85090" y="125476"/>
                  </a:cubicBezTo>
                  <a:cubicBezTo>
                    <a:pt x="82169" y="127254"/>
                    <a:pt x="80390" y="130556"/>
                    <a:pt x="80645" y="133985"/>
                  </a:cubicBezTo>
                  <a:cubicBezTo>
                    <a:pt x="80390" y="137414"/>
                    <a:pt x="82169" y="140716"/>
                    <a:pt x="85090" y="142494"/>
                  </a:cubicBezTo>
                  <a:cubicBezTo>
                    <a:pt x="88137" y="144399"/>
                    <a:pt x="91821" y="144399"/>
                    <a:pt x="94742" y="142494"/>
                  </a:cubicBezTo>
                  <a:cubicBezTo>
                    <a:pt x="97790" y="140716"/>
                    <a:pt x="99440" y="137414"/>
                    <a:pt x="99187" y="133985"/>
                  </a:cubicBezTo>
                </a:path>
              </a:pathLst>
            </a:custGeom>
            <a:solidFill>
              <a:srgbClr val="F59E0B">
                <a:alpha val="100000"/>
              </a:srgbClr>
            </a:solidFill>
          </p:spPr>
        </p:sp>
        <p:sp>
          <p:nvSpPr>
            <p:cNvPr id="768" name="VectorPath 768"/>
            <p:cNvSpPr/>
            <p:nvPr/>
          </p:nvSpPr>
          <p:spPr>
            <a:xfrm>
              <a:off x="6436868" y="4420363"/>
              <a:ext cx="5189475" cy="821690"/>
            </a:xfrm>
            <a:custGeom>
              <a:avLst/>
              <a:gdLst/>
              <a:ahLst/>
              <a:cxnLst/>
              <a:rect l="l" t="t" r="r" b="b"/>
              <a:pathLst>
                <a:path w="5189475" h="821690">
                  <a:moveTo>
                    <a:pt x="35687" y="0"/>
                  </a:moveTo>
                  <a:lnTo>
                    <a:pt x="5117973" y="0"/>
                  </a:lnTo>
                  <a:cubicBezTo>
                    <a:pt x="5157470" y="0"/>
                    <a:pt x="5189475" y="32004"/>
                    <a:pt x="5189475" y="71501"/>
                  </a:cubicBezTo>
                  <a:lnTo>
                    <a:pt x="5189475" y="750316"/>
                  </a:lnTo>
                  <a:cubicBezTo>
                    <a:pt x="5189475" y="789813"/>
                    <a:pt x="5157470" y="821690"/>
                    <a:pt x="5117973" y="821690"/>
                  </a:cubicBezTo>
                  <a:lnTo>
                    <a:pt x="35687" y="821690"/>
                  </a:lnTo>
                  <a:cubicBezTo>
                    <a:pt x="16002" y="821690"/>
                    <a:pt x="0" y="805815"/>
                    <a:pt x="0" y="786003"/>
                  </a:cubicBezTo>
                  <a:lnTo>
                    <a:pt x="0" y="35687"/>
                  </a:lnTo>
                  <a:cubicBezTo>
                    <a:pt x="0" y="16002"/>
                    <a:pt x="16002" y="0"/>
                    <a:pt x="35687" y="0"/>
                  </a:cubicBezTo>
                </a:path>
              </a:pathLst>
            </a:custGeom>
            <a:solidFill>
              <a:srgbClr val="F59E0B">
                <a:alpha val="5000"/>
              </a:srgbClr>
            </a:solidFill>
          </p:spPr>
        </p:sp>
        <p:sp>
          <p:nvSpPr>
            <p:cNvPr id="769" name="VectorPath 769"/>
            <p:cNvSpPr/>
            <p:nvPr/>
          </p:nvSpPr>
          <p:spPr>
            <a:xfrm>
              <a:off x="6620002" y="4599051"/>
              <a:ext cx="178562" cy="178562"/>
            </a:xfrm>
            <a:custGeom>
              <a:avLst/>
              <a:gdLst/>
              <a:ahLst/>
              <a:cxnLst/>
              <a:rect l="l" t="t" r="r" b="b"/>
              <a:pathLst>
                <a:path w="178562" h="178562">
                  <a:moveTo>
                    <a:pt x="139065" y="4191"/>
                  </a:moveTo>
                  <a:lnTo>
                    <a:pt x="108204" y="35052"/>
                  </a:lnTo>
                  <a:lnTo>
                    <a:pt x="143637" y="70358"/>
                  </a:lnTo>
                  <a:lnTo>
                    <a:pt x="174372" y="39624"/>
                  </a:lnTo>
                  <a:cubicBezTo>
                    <a:pt x="177038" y="36830"/>
                    <a:pt x="178562" y="33147"/>
                    <a:pt x="178562" y="29337"/>
                  </a:cubicBezTo>
                  <a:cubicBezTo>
                    <a:pt x="178562" y="25400"/>
                    <a:pt x="177038" y="21717"/>
                    <a:pt x="174372" y="18923"/>
                  </a:cubicBezTo>
                  <a:lnTo>
                    <a:pt x="159639" y="4191"/>
                  </a:lnTo>
                  <a:cubicBezTo>
                    <a:pt x="156845" y="1524"/>
                    <a:pt x="153162" y="0"/>
                    <a:pt x="149352" y="0"/>
                  </a:cubicBezTo>
                  <a:cubicBezTo>
                    <a:pt x="145415" y="0"/>
                    <a:pt x="141732" y="1524"/>
                    <a:pt x="139065" y="4191"/>
                  </a:cubicBezTo>
                  <a:moveTo>
                    <a:pt x="96393" y="46863"/>
                  </a:moveTo>
                  <a:lnTo>
                    <a:pt x="4191" y="139065"/>
                  </a:lnTo>
                  <a:cubicBezTo>
                    <a:pt x="1524" y="141732"/>
                    <a:pt x="0" y="145415"/>
                    <a:pt x="0" y="149352"/>
                  </a:cubicBezTo>
                  <a:cubicBezTo>
                    <a:pt x="0" y="153162"/>
                    <a:pt x="1524" y="156845"/>
                    <a:pt x="4191" y="159639"/>
                  </a:cubicBezTo>
                  <a:lnTo>
                    <a:pt x="19050" y="174371"/>
                  </a:lnTo>
                  <a:cubicBezTo>
                    <a:pt x="21717" y="177038"/>
                    <a:pt x="25400" y="178562"/>
                    <a:pt x="29337" y="178562"/>
                  </a:cubicBezTo>
                  <a:cubicBezTo>
                    <a:pt x="33147" y="178562"/>
                    <a:pt x="36830" y="177038"/>
                    <a:pt x="39624" y="174371"/>
                  </a:cubicBezTo>
                  <a:lnTo>
                    <a:pt x="131699" y="82169"/>
                  </a:lnTo>
                  <a:lnTo>
                    <a:pt x="96393" y="46863"/>
                  </a:lnTo>
                  <a:close/>
                </a:path>
              </a:pathLst>
            </a:custGeom>
            <a:solidFill>
              <a:srgbClr val="F59E0B">
                <a:alpha val="100000"/>
              </a:srgbClr>
            </a:solidFill>
          </p:spPr>
        </p:sp>
      </p:grpSp>
      <p:sp>
        <p:nvSpPr>
          <p:cNvPr id="770" name="VectorPath 770"/>
          <p:cNvSpPr/>
          <p:nvPr/>
        </p:nvSpPr>
        <p:spPr>
          <a:xfrm>
            <a:off x="6204585" y="1151255"/>
            <a:ext cx="5636260" cy="35560"/>
          </a:xfrm>
          <a:custGeom>
            <a:avLst/>
            <a:gdLst/>
            <a:ahLst/>
            <a:cxnLst/>
            <a:rect l="l" t="t" r="r" b="b"/>
            <a:pathLst>
              <a:path w="5636133" h="35560">
                <a:moveTo>
                  <a:pt x="35814" y="0"/>
                </a:moveTo>
                <a:lnTo>
                  <a:pt x="5600320" y="0"/>
                </a:lnTo>
                <a:cubicBezTo>
                  <a:pt x="5620131" y="0"/>
                  <a:pt x="5636133" y="16002"/>
                  <a:pt x="5636133" y="35814"/>
                </a:cubicBezTo>
                <a:lnTo>
                  <a:pt x="5636133" y="35814"/>
                </a:lnTo>
                <a:lnTo>
                  <a:pt x="0" y="35814"/>
                </a:lnTo>
                <a:lnTo>
                  <a:pt x="0" y="35814"/>
                </a:lnTo>
                <a:cubicBezTo>
                  <a:pt x="0" y="16002"/>
                  <a:pt x="16002" y="0"/>
                  <a:pt x="35814" y="0"/>
                </a:cubicBezTo>
              </a:path>
            </a:pathLst>
          </a:custGeom>
          <a:solidFill>
            <a:srgbClr val="F59E0B">
              <a:alpha val="100000"/>
            </a:srgbClr>
          </a:solidFill>
        </p:spPr>
      </p:sp>
      <p:sp>
        <p:nvSpPr>
          <p:cNvPr id="771" name="VectorPath 771"/>
          <p:cNvSpPr/>
          <p:nvPr/>
        </p:nvSpPr>
        <p:spPr>
          <a:xfrm>
            <a:off x="6436995" y="2062480"/>
            <a:ext cx="35560" cy="1035685"/>
          </a:xfrm>
          <a:custGeom>
            <a:avLst/>
            <a:gdLst/>
            <a:ahLst/>
            <a:cxnLst/>
            <a:rect l="l" t="t" r="r" b="b"/>
            <a:pathLst>
              <a:path w="35560" h="1035685">
                <a:moveTo>
                  <a:pt x="35560" y="-127"/>
                </a:moveTo>
                <a:lnTo>
                  <a:pt x="35560" y="-127"/>
                </a:lnTo>
                <a:lnTo>
                  <a:pt x="35560" y="1035939"/>
                </a:lnTo>
                <a:lnTo>
                  <a:pt x="35560" y="1035939"/>
                </a:lnTo>
                <a:cubicBezTo>
                  <a:pt x="15875" y="1035939"/>
                  <a:pt x="-127" y="1019937"/>
                  <a:pt x="-127" y="1000252"/>
                </a:cubicBezTo>
                <a:lnTo>
                  <a:pt x="-127" y="35560"/>
                </a:lnTo>
                <a:cubicBezTo>
                  <a:pt x="-127" y="15875"/>
                  <a:pt x="15875" y="-127"/>
                  <a:pt x="35560" y="-127"/>
                </a:cubicBezTo>
              </a:path>
            </a:pathLst>
          </a:custGeom>
          <a:solidFill>
            <a:srgbClr val="F59E0B">
              <a:alpha val="100000"/>
            </a:srgbClr>
          </a:solidFill>
        </p:spPr>
      </p:sp>
      <p:sp>
        <p:nvSpPr>
          <p:cNvPr id="772" name="VectorPath 772"/>
          <p:cNvSpPr/>
          <p:nvPr/>
        </p:nvSpPr>
        <p:spPr>
          <a:xfrm>
            <a:off x="6436995" y="3241675"/>
            <a:ext cx="35560" cy="1035685"/>
          </a:xfrm>
          <a:custGeom>
            <a:avLst/>
            <a:gdLst/>
            <a:ahLst/>
            <a:cxnLst/>
            <a:rect l="l" t="t" r="r" b="b"/>
            <a:pathLst>
              <a:path w="35560" h="1035685">
                <a:moveTo>
                  <a:pt x="35560" y="-254"/>
                </a:moveTo>
                <a:lnTo>
                  <a:pt x="35560" y="-254"/>
                </a:lnTo>
                <a:lnTo>
                  <a:pt x="35560" y="1035812"/>
                </a:lnTo>
                <a:lnTo>
                  <a:pt x="35560" y="1035812"/>
                </a:lnTo>
                <a:cubicBezTo>
                  <a:pt x="15875" y="1035812"/>
                  <a:pt x="-127" y="1019810"/>
                  <a:pt x="-127" y="1000125"/>
                </a:cubicBezTo>
                <a:lnTo>
                  <a:pt x="-127" y="35433"/>
                </a:lnTo>
                <a:cubicBezTo>
                  <a:pt x="-127" y="15748"/>
                  <a:pt x="15875" y="-254"/>
                  <a:pt x="35560" y="-254"/>
                </a:cubicBezTo>
              </a:path>
            </a:pathLst>
          </a:custGeom>
          <a:solidFill>
            <a:srgbClr val="F59E0B">
              <a:alpha val="100000"/>
            </a:srgbClr>
          </a:solidFill>
        </p:spPr>
      </p:sp>
      <p:sp>
        <p:nvSpPr>
          <p:cNvPr id="773" name="VectorPath 773"/>
          <p:cNvSpPr/>
          <p:nvPr/>
        </p:nvSpPr>
        <p:spPr>
          <a:xfrm>
            <a:off x="6436995" y="4420235"/>
            <a:ext cx="35560" cy="821690"/>
          </a:xfrm>
          <a:custGeom>
            <a:avLst/>
            <a:gdLst/>
            <a:ahLst/>
            <a:cxnLst/>
            <a:rect l="l" t="t" r="r" b="b"/>
            <a:pathLst>
              <a:path w="35560" h="821563">
                <a:moveTo>
                  <a:pt x="35560" y="0"/>
                </a:moveTo>
                <a:lnTo>
                  <a:pt x="35560" y="0"/>
                </a:lnTo>
                <a:lnTo>
                  <a:pt x="35560" y="821690"/>
                </a:lnTo>
                <a:lnTo>
                  <a:pt x="35560" y="821690"/>
                </a:lnTo>
                <a:cubicBezTo>
                  <a:pt x="15875" y="821690"/>
                  <a:pt x="-127" y="805815"/>
                  <a:pt x="-127" y="786003"/>
                </a:cubicBezTo>
                <a:lnTo>
                  <a:pt x="-127" y="35687"/>
                </a:lnTo>
                <a:cubicBezTo>
                  <a:pt x="-127" y="16002"/>
                  <a:pt x="15875" y="0"/>
                  <a:pt x="35560" y="0"/>
                </a:cubicBezTo>
              </a:path>
            </a:pathLst>
          </a:custGeom>
          <a:solidFill>
            <a:srgbClr val="F59E0B">
              <a:alpha val="100000"/>
            </a:srgbClr>
          </a:solidFill>
        </p:spPr>
      </p:sp>
      <p:sp>
        <p:nvSpPr>
          <p:cNvPr id="774" name="TextBox774"/>
          <p:cNvSpPr txBox="1"/>
          <p:nvPr/>
        </p:nvSpPr>
        <p:spPr>
          <a:xfrm>
            <a:off x="7026910" y="1423035"/>
            <a:ext cx="860425" cy="215900"/>
          </a:xfrm>
          <a:prstGeom prst="rect">
            <a:avLst/>
          </a:prstGeom>
          <a:noFill/>
        </p:spPr>
        <p:txBody>
          <a:bodyPr wrap="square" lIns="0" tIns="0" rIns="0" bIns="0" rtlCol="0">
            <a:spAutoFit/>
          </a:bodyPr>
          <a:lstStyle/>
          <a:p>
            <a:pPr marL="0" marR="0" indent="0" eaLnBrk="0">
              <a:lnSpc>
                <a:spcPct val="85353"/>
              </a:lnSpc>
            </a:pPr>
            <a:r>
              <a:rPr lang="en-US" altLang="zh-CN" sz="1650" b="1" kern="0" spc="-15" baseline="0" noProof="0" dirty="0">
                <a:solidFill>
                  <a:srgbClr val="1E293B"/>
                </a:solidFill>
                <a:latin typeface="SimHei" pitchFamily="49" charset="0"/>
                <a:ea typeface="SimHei" pitchFamily="49" charset="0"/>
                <a:cs typeface="SimHei" pitchFamily="49" charset="0"/>
              </a:rPr>
              <a:t>问题处理</a:t>
            </a:r>
          </a:p>
        </p:txBody>
      </p:sp>
      <p:sp>
        <p:nvSpPr>
          <p:cNvPr id="775" name="TextBox775"/>
          <p:cNvSpPr txBox="1"/>
          <p:nvPr/>
        </p:nvSpPr>
        <p:spPr>
          <a:xfrm>
            <a:off x="6604635" y="1529715"/>
            <a:ext cx="130175" cy="215900"/>
          </a:xfrm>
          <a:prstGeom prst="rect">
            <a:avLst/>
          </a:prstGeom>
          <a:noFill/>
        </p:spPr>
        <p:txBody>
          <a:bodyPr wrap="square" lIns="0" tIns="0" rIns="0" bIns="0" rtlCol="0">
            <a:spAutoFit/>
          </a:bodyPr>
          <a:lstStyle/>
          <a:p>
            <a:pPr marL="0" marR="0" indent="0" eaLnBrk="0">
              <a:lnSpc>
                <a:spcPct val="85606"/>
              </a:lnSpc>
            </a:pPr>
            <a:r>
              <a:rPr lang="en-US" altLang="zh-CN" sz="1650" b="1" kern="0" spc="-15" baseline="0" noProof="0" dirty="0">
                <a:solidFill>
                  <a:srgbClr val="FFFFFF"/>
                </a:solidFill>
                <a:latin typeface="Arial" pitchFamily="34" charset="0"/>
                <a:ea typeface="Arial" pitchFamily="34" charset="0"/>
                <a:cs typeface="Arial" pitchFamily="34" charset="0"/>
              </a:rPr>
              <a:t>5</a:t>
            </a:r>
          </a:p>
        </p:txBody>
      </p:sp>
      <p:sp>
        <p:nvSpPr>
          <p:cNvPr id="776" name="TextBox776"/>
          <p:cNvSpPr txBox="1"/>
          <p:nvPr/>
        </p:nvSpPr>
        <p:spPr>
          <a:xfrm>
            <a:off x="7026910" y="1705610"/>
            <a:ext cx="1003300" cy="168275"/>
          </a:xfrm>
          <a:prstGeom prst="rect">
            <a:avLst/>
          </a:prstGeom>
          <a:noFill/>
        </p:spPr>
        <p:txBody>
          <a:bodyPr wrap="square" lIns="0" tIns="0" rIns="0" bIns="0" rtlCol="0">
            <a:spAutoFit/>
          </a:bodyPr>
          <a:lstStyle/>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调试和修复问题</a:t>
            </a:r>
          </a:p>
        </p:txBody>
      </p:sp>
      <p:sp>
        <p:nvSpPr>
          <p:cNvPr id="777" name="TextBox777"/>
          <p:cNvSpPr txBox="1"/>
          <p:nvPr/>
        </p:nvSpPr>
        <p:spPr>
          <a:xfrm>
            <a:off x="6598920" y="2256155"/>
            <a:ext cx="2297112" cy="695325"/>
          </a:xfrm>
          <a:prstGeom prst="rect">
            <a:avLst/>
          </a:prstGeom>
          <a:noFill/>
        </p:spPr>
        <p:txBody>
          <a:bodyPr wrap="square" lIns="0" tIns="14605" rIns="0" bIns="0" rtlCol="0">
            <a:spAutoFit/>
          </a:bodyPr>
          <a:lstStyle/>
          <a:p>
            <a:pPr marL="33020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精度调试</a:t>
            </a:r>
          </a:p>
          <a:p>
            <a:pPr marL="0" marR="0" indent="0" eaLnBrk="0">
              <a:lnSpc>
                <a:spcPct val="76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9621"/>
              </a:lnSpc>
              <a:spcAft>
                <a:spcPts val="595"/>
              </a:spcAft>
            </a:pPr>
            <a:r>
              <a:rPr lang="en-US" altLang="zh-CN" sz="1100" kern="0" spc="-15" baseline="0" noProof="0" dirty="0">
                <a:solidFill>
                  <a:srgbClr val="64748B"/>
                </a:solidFill>
                <a:latin typeface="SimHei" pitchFamily="49" charset="0"/>
                <a:ea typeface="SimHei" pitchFamily="49" charset="0"/>
                <a:cs typeface="SimHei" pitchFamily="49" charset="0"/>
              </a:rPr>
              <a:t>对比</a:t>
            </a:r>
            <a:r>
              <a:rPr lang="en-US" altLang="zh-CN" sz="1100" kern="0" spc="0" baseline="0" noProof="0" dirty="0">
                <a:solidFill>
                  <a:srgbClr val="64748B"/>
                </a:solidFill>
                <a:latin typeface="SimHei" pitchFamily="49" charset="0"/>
                <a:ea typeface="SimHei" pitchFamily="49" charset="0"/>
                <a:cs typeface="SimHei" pitchFamily="49" charset="0"/>
              </a:rPr>
              <a:t>CPU和NPU输出，定位精度问题</a:t>
            </a:r>
          </a:p>
          <a:p>
            <a:pPr marL="0" marR="0" indent="0" eaLnBrk="0">
              <a:lnSpc>
                <a:spcPct val="91228"/>
              </a:lnSpc>
              <a:spcBef>
                <a:spcPts val="89"/>
              </a:spcBef>
              <a:spcAft>
                <a:spcPts val="25"/>
              </a:spcAft>
            </a:pPr>
            <a:r>
              <a:rPr lang="en-US" altLang="zh-CN" sz="950" kern="0" spc="-15" baseline="0" noProof="0" dirty="0">
                <a:solidFill>
                  <a:srgbClr val="64748B"/>
                </a:solidFill>
                <a:latin typeface="SimHei" pitchFamily="49" charset="0"/>
                <a:ea typeface="SimHei" pitchFamily="49" charset="0"/>
                <a:cs typeface="SimHei" pitchFamily="49" charset="0"/>
              </a:rPr>
              <a:t>Ski</a:t>
            </a:r>
            <a:r>
              <a:rPr lang="en-US" altLang="zh-CN" sz="950" kern="0" spc="-25" baseline="0" noProof="0" dirty="0">
                <a:solidFill>
                  <a:srgbClr val="64748B"/>
                </a:solidFill>
                <a:latin typeface="SimHei" pitchFamily="49" charset="0"/>
                <a:ea typeface="SimHei" pitchFamily="49" charset="0"/>
                <a:cs typeface="SimHei" pitchFamily="49" charset="0"/>
              </a:rPr>
              <a:t>ll:</a:t>
            </a:r>
            <a:r>
              <a:rPr lang="en-US" altLang="zh-CN" sz="950" kern="0" spc="-150" baseline="0" noProof="0" dirty="0">
                <a:latin typeface="SimHei" pitchFamily="49" charset="0"/>
                <a:ea typeface="SimHei" pitchFamily="49" charset="0"/>
                <a:cs typeface="SimHei" pitchFamily="49" charset="0"/>
              </a:rPr>
              <a:t> </a:t>
            </a:r>
            <a:r>
              <a:rPr lang="en-US" altLang="zh-CN" sz="950" kern="0" spc="-15" baseline="0" noProof="0" dirty="0">
                <a:solidFill>
                  <a:srgbClr val="64748B"/>
                </a:solidFill>
                <a:latin typeface="SimHei" pitchFamily="49" charset="0"/>
                <a:ea typeface="SimHei" pitchFamily="49" charset="0"/>
                <a:cs typeface="SimHei" pitchFamily="49" charset="0"/>
              </a:rPr>
              <a:t>ascendc</a:t>
            </a:r>
            <a:r>
              <a:rPr lang="en-US" altLang="zh-CN" sz="950" kern="0" spc="0" baseline="0" noProof="0" dirty="0">
                <a:solidFill>
                  <a:srgbClr val="64748B"/>
                </a:solidFill>
                <a:latin typeface="SimHei" pitchFamily="49" charset="0"/>
                <a:ea typeface="SimHei" pitchFamily="49" charset="0"/>
                <a:cs typeface="SimHei" pitchFamily="49" charset="0"/>
              </a:rPr>
              <a:t>-precision-debug</a:t>
            </a:r>
          </a:p>
        </p:txBody>
      </p:sp>
      <p:sp>
        <p:nvSpPr>
          <p:cNvPr id="778" name="TextBox778"/>
          <p:cNvSpPr txBox="1"/>
          <p:nvPr/>
        </p:nvSpPr>
        <p:spPr>
          <a:xfrm>
            <a:off x="6598920" y="3435350"/>
            <a:ext cx="2286000" cy="696912"/>
          </a:xfrm>
          <a:prstGeom prst="rect">
            <a:avLst/>
          </a:prstGeom>
          <a:noFill/>
        </p:spPr>
        <p:txBody>
          <a:bodyPr wrap="square" lIns="0" tIns="14605" rIns="0" bIns="0" rtlCol="0">
            <a:spAutoFit/>
          </a:bodyPr>
          <a:lstStyle/>
          <a:p>
            <a:pPr marL="33020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运行时调试</a:t>
            </a:r>
          </a:p>
          <a:p>
            <a:pPr marL="0" marR="0" indent="0" eaLnBrk="0">
              <a:lnSpc>
                <a:spcPct val="76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spcAft>
                <a:spcPts val="600"/>
              </a:spcAft>
            </a:pPr>
            <a:r>
              <a:rPr lang="en-US" altLang="zh-CN" sz="1100" kern="0" spc="-15" baseline="0" noProof="0" dirty="0">
                <a:solidFill>
                  <a:srgbClr val="64748B"/>
                </a:solidFill>
                <a:latin typeface="SimHei" pitchFamily="49" charset="0"/>
                <a:ea typeface="SimHei" pitchFamily="49" charset="0"/>
                <a:cs typeface="SimHei" pitchFamily="49" charset="0"/>
              </a:rPr>
              <a:t>解析错误码，排查</a:t>
            </a:r>
            <a:r>
              <a:rPr lang="en-US" altLang="zh-CN" sz="1100" kern="0" spc="0" baseline="0" noProof="0" dirty="0">
                <a:solidFill>
                  <a:srgbClr val="64748B"/>
                </a:solidFill>
                <a:latin typeface="SimHei" pitchFamily="49" charset="0"/>
                <a:ea typeface="SimHei" pitchFamily="49" charset="0"/>
                <a:cs typeface="SimHei" pitchFamily="49" charset="0"/>
              </a:rPr>
              <a:t>Kernel挂起等问题</a:t>
            </a:r>
          </a:p>
          <a:p>
            <a:pPr marL="0" marR="0" indent="0" eaLnBrk="0">
              <a:lnSpc>
                <a:spcPct val="91228"/>
              </a:lnSpc>
              <a:spcBef>
                <a:spcPts val="90"/>
              </a:spcBef>
              <a:spcAft>
                <a:spcPts val="25"/>
              </a:spcAft>
            </a:pPr>
            <a:r>
              <a:rPr lang="en-US" altLang="zh-CN" sz="950" kern="0" spc="0" baseline="0" noProof="0" dirty="0">
                <a:solidFill>
                  <a:srgbClr val="64748B"/>
                </a:solidFill>
                <a:latin typeface="SimHei" pitchFamily="49" charset="0"/>
                <a:ea typeface="SimHei" pitchFamily="49" charset="0"/>
                <a:cs typeface="SimHei" pitchFamily="49" charset="0"/>
              </a:rPr>
              <a:t>Skill:</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ascendc-runtime-debug</a:t>
            </a:r>
          </a:p>
        </p:txBody>
      </p:sp>
      <p:sp>
        <p:nvSpPr>
          <p:cNvPr id="779" name="TextBox779"/>
          <p:cNvSpPr txBox="1"/>
          <p:nvPr/>
        </p:nvSpPr>
        <p:spPr>
          <a:xfrm>
            <a:off x="6598920" y="4614545"/>
            <a:ext cx="2208212" cy="476250"/>
          </a:xfrm>
          <a:prstGeom prst="rect">
            <a:avLst/>
          </a:prstGeom>
          <a:noFill/>
        </p:spPr>
        <p:txBody>
          <a:bodyPr wrap="square" lIns="0" tIns="14605" rIns="0" bIns="0" rtlCol="0">
            <a:spAutoFit/>
          </a:bodyPr>
          <a:lstStyle/>
          <a:p>
            <a:pPr marL="33020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自动修复</a:t>
            </a:r>
          </a:p>
          <a:p>
            <a:pPr marL="0" marR="0" indent="0" eaLnBrk="0">
              <a:lnSpc>
                <a:spcPct val="766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CA</a:t>
            </a:r>
            <a:r>
              <a:rPr lang="en-US" altLang="zh-CN" sz="1100" kern="0" spc="0" baseline="0" noProof="0" dirty="0">
                <a:solidFill>
                  <a:srgbClr val="64748B"/>
                </a:solidFill>
                <a:latin typeface="SimHei" pitchFamily="49" charset="0"/>
                <a:ea typeface="SimHei" pitchFamily="49" charset="0"/>
                <a:cs typeface="SimHei" pitchFamily="49" charset="0"/>
              </a:rPr>
              <a:t>NNBot自动诊断并提供修复建议</a:t>
            </a:r>
          </a:p>
        </p:txBody>
      </p:sp>
      <p:pic>
        <p:nvPicPr>
          <p:cNvPr id="780" name="2412E8B0-F8C3-4840-D574-7542D3A308FA"/>
          <p:cNvPicPr>
            <a:picLocks noChangeAspect="1"/>
          </p:cNvPicPr>
          <p:nvPr/>
        </p:nvPicPr>
        <p:blipFill>
          <a:blip r:embed="rId6" cstate="print">
            <a:extLst>
              <a:ext uri="{BE217DF8-5A31-4F59-E60D-FB3CF1C3E59B}"/>
            </a:extLst>
          </a:blip>
          <a:srcRect/>
          <a:stretch>
            <a:fillRect/>
          </a:stretch>
        </p:blipFill>
        <p:spPr>
          <a:xfrm>
            <a:off x="6186805" y="6278246"/>
            <a:ext cx="5659967" cy="503767"/>
          </a:xfrm>
          <a:prstGeom prst="rect">
            <a:avLst/>
          </a:prstGeom>
        </p:spPr>
      </p:pic>
      <p:sp>
        <p:nvSpPr>
          <p:cNvPr id="781" name="VectorPath 781"/>
          <p:cNvSpPr/>
          <p:nvPr/>
        </p:nvSpPr>
        <p:spPr>
          <a:xfrm>
            <a:off x="6186805" y="6278246"/>
            <a:ext cx="35560" cy="500380"/>
          </a:xfrm>
          <a:custGeom>
            <a:avLst/>
            <a:gdLst/>
            <a:ahLst/>
            <a:cxnLst/>
            <a:rect l="l" t="t" r="r" b="b"/>
            <a:pathLst>
              <a:path w="35560" h="500150">
                <a:moveTo>
                  <a:pt x="35687" y="-38"/>
                </a:moveTo>
                <a:lnTo>
                  <a:pt x="35687" y="-38"/>
                </a:lnTo>
                <a:lnTo>
                  <a:pt x="35687" y="500150"/>
                </a:lnTo>
                <a:lnTo>
                  <a:pt x="35687" y="500150"/>
                </a:lnTo>
                <a:cubicBezTo>
                  <a:pt x="16002" y="500150"/>
                  <a:pt x="0" y="484155"/>
                  <a:pt x="0" y="464421"/>
                </a:cubicBezTo>
                <a:lnTo>
                  <a:pt x="0" y="35687"/>
                </a:lnTo>
                <a:cubicBezTo>
                  <a:pt x="0" y="15964"/>
                  <a:pt x="16002" y="-38"/>
                  <a:pt x="35687" y="-38"/>
                </a:cubicBezTo>
              </a:path>
            </a:pathLst>
          </a:custGeom>
          <a:solidFill>
            <a:srgbClr val="F59E0B">
              <a:alpha val="100000"/>
            </a:srgbClr>
          </a:solidFill>
        </p:spPr>
      </p:sp>
      <p:sp>
        <p:nvSpPr>
          <p:cNvPr id="782" name="VectorPath 782"/>
          <p:cNvSpPr/>
          <p:nvPr/>
        </p:nvSpPr>
        <p:spPr>
          <a:xfrm>
            <a:off x="6367780" y="6447791"/>
            <a:ext cx="138430" cy="142875"/>
          </a:xfrm>
          <a:custGeom>
            <a:avLst/>
            <a:gdLst/>
            <a:ahLst/>
            <a:cxnLst/>
            <a:rect l="l" t="t" r="r" b="b"/>
            <a:pathLst>
              <a:path w="138304" h="142748">
                <a:moveTo>
                  <a:pt x="31115" y="15634"/>
                </a:moveTo>
                <a:cubicBezTo>
                  <a:pt x="31115" y="7010"/>
                  <a:pt x="38100" y="0"/>
                  <a:pt x="46736" y="0"/>
                </a:cubicBezTo>
                <a:lnTo>
                  <a:pt x="53467" y="0"/>
                </a:lnTo>
                <a:cubicBezTo>
                  <a:pt x="58420" y="0"/>
                  <a:pt x="62357" y="3988"/>
                  <a:pt x="62357" y="8928"/>
                </a:cubicBezTo>
                <a:lnTo>
                  <a:pt x="62357" y="133972"/>
                </a:lnTo>
                <a:cubicBezTo>
                  <a:pt x="62357" y="138913"/>
                  <a:pt x="58420" y="142913"/>
                  <a:pt x="53467" y="142913"/>
                </a:cubicBezTo>
                <a:lnTo>
                  <a:pt x="44577" y="142913"/>
                </a:lnTo>
                <a:cubicBezTo>
                  <a:pt x="36195" y="142913"/>
                  <a:pt x="29210" y="137211"/>
                  <a:pt x="27178" y="129515"/>
                </a:cubicBezTo>
                <a:cubicBezTo>
                  <a:pt x="27051" y="129515"/>
                  <a:pt x="26924" y="129515"/>
                  <a:pt x="26670" y="129515"/>
                </a:cubicBezTo>
                <a:cubicBezTo>
                  <a:pt x="14351" y="129515"/>
                  <a:pt x="4318" y="119520"/>
                  <a:pt x="4318" y="107175"/>
                </a:cubicBezTo>
                <a:cubicBezTo>
                  <a:pt x="4318" y="102159"/>
                  <a:pt x="5969" y="97523"/>
                  <a:pt x="8763" y="93790"/>
                </a:cubicBezTo>
                <a:cubicBezTo>
                  <a:pt x="3429" y="89713"/>
                  <a:pt x="-127" y="83236"/>
                  <a:pt x="-127" y="75921"/>
                </a:cubicBezTo>
                <a:cubicBezTo>
                  <a:pt x="-127" y="67297"/>
                  <a:pt x="4826" y="59792"/>
                  <a:pt x="11938" y="56071"/>
                </a:cubicBezTo>
                <a:cubicBezTo>
                  <a:pt x="9906" y="52730"/>
                  <a:pt x="8763" y="48819"/>
                  <a:pt x="8763" y="44653"/>
                </a:cubicBezTo>
                <a:cubicBezTo>
                  <a:pt x="8763" y="32322"/>
                  <a:pt x="18796" y="22327"/>
                  <a:pt x="31115" y="22327"/>
                </a:cubicBezTo>
                <a:lnTo>
                  <a:pt x="31115" y="15634"/>
                </a:lnTo>
                <a:close/>
                <a:moveTo>
                  <a:pt x="107061" y="15634"/>
                </a:moveTo>
                <a:lnTo>
                  <a:pt x="107061" y="22327"/>
                </a:lnTo>
                <a:cubicBezTo>
                  <a:pt x="119380" y="22327"/>
                  <a:pt x="129413" y="32322"/>
                  <a:pt x="129413" y="44653"/>
                </a:cubicBezTo>
                <a:cubicBezTo>
                  <a:pt x="129413" y="48844"/>
                  <a:pt x="128270" y="52756"/>
                  <a:pt x="126238" y="56071"/>
                </a:cubicBezTo>
                <a:cubicBezTo>
                  <a:pt x="133477" y="59792"/>
                  <a:pt x="138304" y="67272"/>
                  <a:pt x="138304" y="75921"/>
                </a:cubicBezTo>
                <a:cubicBezTo>
                  <a:pt x="138304" y="83236"/>
                  <a:pt x="134747" y="89713"/>
                  <a:pt x="129413" y="93790"/>
                </a:cubicBezTo>
                <a:cubicBezTo>
                  <a:pt x="132207" y="97523"/>
                  <a:pt x="133858" y="102159"/>
                  <a:pt x="133858" y="107175"/>
                </a:cubicBezTo>
                <a:cubicBezTo>
                  <a:pt x="133858" y="119520"/>
                  <a:pt x="123825" y="129515"/>
                  <a:pt x="111506" y="129515"/>
                </a:cubicBezTo>
                <a:cubicBezTo>
                  <a:pt x="111379" y="129515"/>
                  <a:pt x="111125" y="129515"/>
                  <a:pt x="110998" y="129515"/>
                </a:cubicBezTo>
                <a:cubicBezTo>
                  <a:pt x="108966" y="137211"/>
                  <a:pt x="101981" y="142913"/>
                  <a:pt x="93599" y="142913"/>
                </a:cubicBezTo>
                <a:lnTo>
                  <a:pt x="84709" y="142913"/>
                </a:lnTo>
                <a:cubicBezTo>
                  <a:pt x="79756" y="142913"/>
                  <a:pt x="75819" y="138913"/>
                  <a:pt x="75819" y="133972"/>
                </a:cubicBezTo>
                <a:lnTo>
                  <a:pt x="75819" y="8928"/>
                </a:lnTo>
                <a:cubicBezTo>
                  <a:pt x="75819" y="3988"/>
                  <a:pt x="79756" y="0"/>
                  <a:pt x="84709" y="0"/>
                </a:cubicBezTo>
                <a:lnTo>
                  <a:pt x="91440" y="0"/>
                </a:lnTo>
                <a:cubicBezTo>
                  <a:pt x="100076" y="0"/>
                  <a:pt x="107061" y="7010"/>
                  <a:pt x="107061" y="15634"/>
                </a:cubicBezTo>
              </a:path>
            </a:pathLst>
          </a:custGeom>
          <a:solidFill>
            <a:srgbClr val="F59E0B">
              <a:alpha val="100000"/>
            </a:srgbClr>
          </a:solidFill>
        </p:spPr>
      </p:sp>
      <p:sp>
        <p:nvSpPr>
          <p:cNvPr id="783" name="TextBox783"/>
          <p:cNvSpPr txBox="1"/>
          <p:nvPr/>
        </p:nvSpPr>
        <p:spPr>
          <a:xfrm>
            <a:off x="6577331" y="6458585"/>
            <a:ext cx="2971800" cy="168275"/>
          </a:xfrm>
          <a:prstGeom prst="rect">
            <a:avLst/>
          </a:prstGeom>
          <a:noFill/>
        </p:spPr>
        <p:txBody>
          <a:bodyPr wrap="square" lIns="0" tIns="0" rIns="0" bIns="0" rtlCol="0">
            <a:spAutoFit/>
          </a:bodyPr>
          <a:lstStyle/>
          <a:p>
            <a:pPr marL="0" marR="0" indent="0" eaLnBrk="0">
              <a:lnSpc>
                <a:spcPct val="100000"/>
              </a:lnSpc>
            </a:pPr>
            <a:r>
              <a:rPr lang="en-US" altLang="zh-CN" sz="1100" b="1" kern="0" spc="-15" baseline="0" noProof="0" dirty="0">
                <a:solidFill>
                  <a:srgbClr val="1E293B"/>
                </a:solidFill>
                <a:latin typeface="SimHei" pitchFamily="49" charset="0"/>
                <a:ea typeface="SimHei" pitchFamily="49" charset="0"/>
                <a:cs typeface="SimHei" pitchFamily="49" charset="0"/>
              </a:rPr>
              <a:t>智能诊断：</a:t>
            </a:r>
            <a:r>
              <a:rPr lang="en-US" altLang="zh-CN" sz="1100" kern="0" spc="0" baseline="0" noProof="0" dirty="0">
                <a:solidFill>
                  <a:srgbClr val="1E293B"/>
                </a:solidFill>
                <a:latin typeface="SimHei" pitchFamily="49" charset="0"/>
                <a:ea typeface="SimHei" pitchFamily="49" charset="0"/>
                <a:cs typeface="SimHei" pitchFamily="49" charset="0"/>
              </a:rPr>
              <a:t>Agent自动分析问题并提供解决方案</a:t>
            </a:r>
          </a:p>
        </p:txBody>
      </p:sp>
    </p:spTree>
    <p:extLst>
      <p:ext uri="{D2C40AFD-B5E8-43AF-669C-1C9B871D958E}"/>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4" name="TextBox784"/>
          <p:cNvSpPr txBox="1"/>
          <p:nvPr/>
        </p:nvSpPr>
        <p:spPr>
          <a:xfrm>
            <a:off x="339090" y="245110"/>
            <a:ext cx="4152900" cy="419100"/>
          </a:xfrm>
          <a:prstGeom prst="rect">
            <a:avLst/>
          </a:prstGeom>
          <a:noFill/>
        </p:spPr>
        <p:txBody>
          <a:bodyPr wrap="square" lIns="0" tIns="0" rIns="0" bIns="0" rtlCol="0">
            <a:spAutoFit/>
          </a:bodyPr>
          <a:lstStyle/>
          <a:p>
            <a:pPr marL="0" marR="0" indent="0" eaLnBrk="0">
              <a:lnSpc>
                <a:spcPct val="99848"/>
              </a:lnSpc>
            </a:pPr>
            <a:r>
              <a:rPr lang="en-US" altLang="zh-CN" sz="2750" b="1" kern="0" spc="-15" baseline="0" noProof="0" dirty="0">
                <a:solidFill>
                  <a:srgbClr val="1E293B"/>
                </a:solidFill>
                <a:latin typeface="SimHei" pitchFamily="49" charset="0"/>
                <a:ea typeface="SimHei" pitchFamily="49" charset="0"/>
                <a:cs typeface="SimHei" pitchFamily="49" charset="0"/>
              </a:rPr>
              <a:t>阶段</a:t>
            </a:r>
            <a:r>
              <a:rPr lang="en-US" altLang="zh-CN" sz="2750" b="1" kern="0" spc="0" baseline="0" noProof="0" dirty="0">
                <a:solidFill>
                  <a:srgbClr val="1E293B"/>
                </a:solidFill>
                <a:latin typeface="SimHei" pitchFamily="49" charset="0"/>
                <a:ea typeface="SimHei" pitchFamily="49" charset="0"/>
                <a:cs typeface="SimHei" pitchFamily="49" charset="0"/>
              </a:rPr>
              <a:t>6-7：性能验收与总结</a:t>
            </a:r>
          </a:p>
        </p:txBody>
      </p:sp>
      <p:pic>
        <p:nvPicPr>
          <p:cNvPr id="785" name="5CBA39BD-91F0-4453-CBED-3662218F45D4"/>
          <p:cNvPicPr>
            <a:picLocks noChangeAspect="1"/>
          </p:cNvPicPr>
          <p:nvPr/>
        </p:nvPicPr>
        <p:blipFill>
          <a:blip r:embed="rId3" cstate="print">
            <a:extLst>
              <a:ext uri="{23D50E58-81A6-4FF0-D8BB-AA1D592FD091}"/>
            </a:extLst>
          </a:blip>
          <a:srcRect/>
          <a:stretch>
            <a:fillRect/>
          </a:stretch>
        </p:blipFill>
        <p:spPr>
          <a:xfrm>
            <a:off x="334010" y="1127760"/>
            <a:ext cx="5685367" cy="5008034"/>
          </a:xfrm>
          <a:prstGeom prst="rect">
            <a:avLst/>
          </a:prstGeom>
        </p:spPr>
      </p:pic>
      <p:grpSp>
        <p:nvGrpSpPr>
          <p:cNvPr id="786" name="Combination 786"/>
          <p:cNvGrpSpPr/>
          <p:nvPr/>
        </p:nvGrpSpPr>
        <p:grpSpPr>
          <a:xfrm>
            <a:off x="362585" y="1148080"/>
            <a:ext cx="5624830" cy="4946016"/>
            <a:chOff x="362585" y="1148080"/>
            <a:chExt cx="5624830" cy="4946016"/>
          </a:xfrm>
        </p:grpSpPr>
        <p:sp>
          <p:nvSpPr>
            <p:cNvPr id="787" name="VectorPath 787"/>
            <p:cNvSpPr/>
            <p:nvPr/>
          </p:nvSpPr>
          <p:spPr>
            <a:xfrm>
              <a:off x="362318" y="1148334"/>
              <a:ext cx="5624970" cy="4945698"/>
            </a:xfrm>
            <a:custGeom>
              <a:avLst/>
              <a:gdLst/>
              <a:ahLst/>
              <a:cxnLst/>
              <a:rect l="l" t="t" r="r" b="b"/>
              <a:pathLst>
                <a:path w="5624704" h="4945698">
                  <a:moveTo>
                    <a:pt x="35966" y="0"/>
                  </a:moveTo>
                  <a:lnTo>
                    <a:pt x="5588508" y="0"/>
                  </a:lnTo>
                  <a:cubicBezTo>
                    <a:pt x="5608447" y="0"/>
                    <a:pt x="5624704" y="16256"/>
                    <a:pt x="5624704" y="36322"/>
                  </a:cubicBezTo>
                  <a:lnTo>
                    <a:pt x="5624704" y="4836998"/>
                  </a:lnTo>
                  <a:cubicBezTo>
                    <a:pt x="5624704" y="4897031"/>
                    <a:pt x="5576063" y="4945698"/>
                    <a:pt x="5515991" y="4945698"/>
                  </a:cubicBezTo>
                  <a:lnTo>
                    <a:pt x="108433" y="4945698"/>
                  </a:lnTo>
                  <a:cubicBezTo>
                    <a:pt x="48400" y="4945698"/>
                    <a:pt x="-267" y="4897031"/>
                    <a:pt x="-267" y="4836998"/>
                  </a:cubicBezTo>
                  <a:lnTo>
                    <a:pt x="-267" y="36322"/>
                  </a:lnTo>
                  <a:cubicBezTo>
                    <a:pt x="-267" y="16256"/>
                    <a:pt x="15951" y="0"/>
                    <a:pt x="35966" y="0"/>
                  </a:cubicBezTo>
                </a:path>
              </a:pathLst>
            </a:custGeom>
            <a:solidFill>
              <a:srgbClr val="FFFFFF">
                <a:alpha val="100000"/>
              </a:srgbClr>
            </a:solidFill>
          </p:spPr>
        </p:sp>
        <p:sp>
          <p:nvSpPr>
            <p:cNvPr id="788" name="VectorPath 788"/>
            <p:cNvSpPr/>
            <p:nvPr/>
          </p:nvSpPr>
          <p:spPr>
            <a:xfrm>
              <a:off x="579704" y="1383919"/>
              <a:ext cx="507251" cy="507238"/>
            </a:xfrm>
            <a:custGeom>
              <a:avLst/>
              <a:gdLst/>
              <a:ahLst/>
              <a:cxnLst/>
              <a:rect l="l" t="t" r="r" b="b"/>
              <a:pathLst>
                <a:path w="507251" h="507238">
                  <a:moveTo>
                    <a:pt x="253632" y="0"/>
                  </a:moveTo>
                  <a:lnTo>
                    <a:pt x="253632" y="0"/>
                  </a:lnTo>
                  <a:cubicBezTo>
                    <a:pt x="393611" y="0"/>
                    <a:pt x="507251" y="113665"/>
                    <a:pt x="507251" y="253619"/>
                  </a:cubicBezTo>
                  <a:lnTo>
                    <a:pt x="507251" y="253619"/>
                  </a:lnTo>
                  <a:cubicBezTo>
                    <a:pt x="507251" y="393573"/>
                    <a:pt x="393611" y="507238"/>
                    <a:pt x="253632" y="507238"/>
                  </a:cubicBezTo>
                  <a:lnTo>
                    <a:pt x="253632" y="507238"/>
                  </a:lnTo>
                  <a:cubicBezTo>
                    <a:pt x="113652" y="507238"/>
                    <a:pt x="0" y="393573"/>
                    <a:pt x="0" y="253619"/>
                  </a:cubicBezTo>
                  <a:lnTo>
                    <a:pt x="0" y="253619"/>
                  </a:lnTo>
                  <a:cubicBezTo>
                    <a:pt x="0" y="113665"/>
                    <a:pt x="113652" y="0"/>
                    <a:pt x="253632" y="0"/>
                  </a:cubicBezTo>
                </a:path>
              </a:pathLst>
            </a:custGeom>
            <a:solidFill>
              <a:srgbClr val="64748B">
                <a:alpha val="100000"/>
              </a:srgbClr>
            </a:solidFill>
          </p:spPr>
        </p:sp>
        <p:sp>
          <p:nvSpPr>
            <p:cNvPr id="789" name="VectorPath 789"/>
            <p:cNvSpPr/>
            <p:nvPr/>
          </p:nvSpPr>
          <p:spPr>
            <a:xfrm>
              <a:off x="597827" y="2072259"/>
              <a:ext cx="5172037" cy="833374"/>
            </a:xfrm>
            <a:custGeom>
              <a:avLst/>
              <a:gdLst/>
              <a:ahLst/>
              <a:cxnLst/>
              <a:rect l="l" t="t" r="r" b="b"/>
              <a:pathLst>
                <a:path w="5172037" h="833374">
                  <a:moveTo>
                    <a:pt x="36233" y="0"/>
                  </a:moveTo>
                  <a:lnTo>
                    <a:pt x="5099647" y="0"/>
                  </a:lnTo>
                  <a:cubicBezTo>
                    <a:pt x="5139652" y="0"/>
                    <a:pt x="5172037" y="32512"/>
                    <a:pt x="5172037" y="72517"/>
                  </a:cubicBezTo>
                  <a:lnTo>
                    <a:pt x="5172037" y="760857"/>
                  </a:lnTo>
                  <a:cubicBezTo>
                    <a:pt x="5172037" y="800989"/>
                    <a:pt x="5139652" y="833374"/>
                    <a:pt x="5099647" y="833374"/>
                  </a:cubicBezTo>
                  <a:lnTo>
                    <a:pt x="36233" y="833374"/>
                  </a:lnTo>
                  <a:cubicBezTo>
                    <a:pt x="16218" y="833374"/>
                    <a:pt x="0" y="817118"/>
                    <a:pt x="0" y="797179"/>
                  </a:cubicBezTo>
                  <a:lnTo>
                    <a:pt x="0" y="36322"/>
                  </a:lnTo>
                  <a:cubicBezTo>
                    <a:pt x="0" y="16256"/>
                    <a:pt x="16218" y="0"/>
                    <a:pt x="36233" y="0"/>
                  </a:cubicBezTo>
                </a:path>
              </a:pathLst>
            </a:custGeom>
            <a:solidFill>
              <a:srgbClr val="64748B">
                <a:alpha val="5000"/>
              </a:srgbClr>
            </a:solidFill>
          </p:spPr>
        </p:sp>
        <p:sp>
          <p:nvSpPr>
            <p:cNvPr id="790" name="VectorPath 790"/>
            <p:cNvSpPr/>
            <p:nvPr/>
          </p:nvSpPr>
          <p:spPr>
            <a:xfrm>
              <a:off x="597827" y="3050540"/>
              <a:ext cx="5172037" cy="833374"/>
            </a:xfrm>
            <a:custGeom>
              <a:avLst/>
              <a:gdLst/>
              <a:ahLst/>
              <a:cxnLst/>
              <a:rect l="l" t="t" r="r" b="b"/>
              <a:pathLst>
                <a:path w="5172037" h="833374">
                  <a:moveTo>
                    <a:pt x="36233" y="0"/>
                  </a:moveTo>
                  <a:lnTo>
                    <a:pt x="5099647" y="0"/>
                  </a:lnTo>
                  <a:cubicBezTo>
                    <a:pt x="5139652" y="0"/>
                    <a:pt x="5172037" y="32512"/>
                    <a:pt x="5172037" y="72517"/>
                  </a:cubicBezTo>
                  <a:lnTo>
                    <a:pt x="5172037" y="760857"/>
                  </a:lnTo>
                  <a:cubicBezTo>
                    <a:pt x="5172037" y="800862"/>
                    <a:pt x="5139652" y="833374"/>
                    <a:pt x="5099647" y="833374"/>
                  </a:cubicBezTo>
                  <a:lnTo>
                    <a:pt x="36233" y="833374"/>
                  </a:lnTo>
                  <a:cubicBezTo>
                    <a:pt x="16218" y="833374"/>
                    <a:pt x="0" y="817118"/>
                    <a:pt x="0" y="797179"/>
                  </a:cubicBezTo>
                  <a:lnTo>
                    <a:pt x="0" y="36195"/>
                  </a:lnTo>
                  <a:cubicBezTo>
                    <a:pt x="0" y="16256"/>
                    <a:pt x="16218" y="0"/>
                    <a:pt x="36233" y="0"/>
                  </a:cubicBezTo>
                </a:path>
              </a:pathLst>
            </a:custGeom>
            <a:solidFill>
              <a:srgbClr val="64748B">
                <a:alpha val="5000"/>
              </a:srgbClr>
            </a:solidFill>
          </p:spPr>
        </p:sp>
        <p:sp>
          <p:nvSpPr>
            <p:cNvPr id="791" name="VectorPath 791"/>
            <p:cNvSpPr/>
            <p:nvPr/>
          </p:nvSpPr>
          <p:spPr>
            <a:xfrm>
              <a:off x="805028" y="3235833"/>
              <a:ext cx="138519" cy="165989"/>
            </a:xfrm>
            <a:custGeom>
              <a:avLst/>
              <a:gdLst/>
              <a:ahLst/>
              <a:cxnLst/>
              <a:rect l="l" t="t" r="r" b="b"/>
              <a:pathLst>
                <a:path w="138519" h="165989">
                  <a:moveTo>
                    <a:pt x="89548" y="19558"/>
                  </a:moveTo>
                  <a:cubicBezTo>
                    <a:pt x="93231" y="14478"/>
                    <a:pt x="92100" y="7366"/>
                    <a:pt x="87033" y="3683"/>
                  </a:cubicBezTo>
                  <a:cubicBezTo>
                    <a:pt x="81979" y="0"/>
                    <a:pt x="74905" y="1143"/>
                    <a:pt x="71222" y="6223"/>
                  </a:cubicBezTo>
                  <a:lnTo>
                    <a:pt x="33718" y="57785"/>
                  </a:lnTo>
                  <a:lnTo>
                    <a:pt x="20447" y="44450"/>
                  </a:lnTo>
                  <a:cubicBezTo>
                    <a:pt x="16027" y="40132"/>
                    <a:pt x="8839" y="40132"/>
                    <a:pt x="4420" y="44450"/>
                  </a:cubicBezTo>
                  <a:cubicBezTo>
                    <a:pt x="0" y="48895"/>
                    <a:pt x="0" y="56134"/>
                    <a:pt x="4420" y="60579"/>
                  </a:cubicBezTo>
                  <a:lnTo>
                    <a:pt x="27064" y="83185"/>
                  </a:lnTo>
                  <a:cubicBezTo>
                    <a:pt x="29400" y="85472"/>
                    <a:pt x="32652" y="86742"/>
                    <a:pt x="35941" y="86487"/>
                  </a:cubicBezTo>
                  <a:cubicBezTo>
                    <a:pt x="39243" y="86233"/>
                    <a:pt x="42278" y="84582"/>
                    <a:pt x="44221" y="81788"/>
                  </a:cubicBezTo>
                  <a:lnTo>
                    <a:pt x="89522" y="19558"/>
                  </a:lnTo>
                  <a:lnTo>
                    <a:pt x="89548" y="19558"/>
                  </a:lnTo>
                  <a:close/>
                  <a:moveTo>
                    <a:pt x="134836" y="67692"/>
                  </a:moveTo>
                  <a:cubicBezTo>
                    <a:pt x="138519" y="62611"/>
                    <a:pt x="137389" y="55499"/>
                    <a:pt x="132334" y="51816"/>
                  </a:cubicBezTo>
                  <a:cubicBezTo>
                    <a:pt x="127267" y="48133"/>
                    <a:pt x="120193" y="49276"/>
                    <a:pt x="116510" y="54356"/>
                  </a:cubicBezTo>
                  <a:lnTo>
                    <a:pt x="56363" y="137033"/>
                  </a:lnTo>
                  <a:lnTo>
                    <a:pt x="31775" y="112395"/>
                  </a:lnTo>
                  <a:cubicBezTo>
                    <a:pt x="27343" y="108077"/>
                    <a:pt x="20168" y="108077"/>
                    <a:pt x="15748" y="112395"/>
                  </a:cubicBezTo>
                  <a:cubicBezTo>
                    <a:pt x="11316" y="116840"/>
                    <a:pt x="11316" y="124079"/>
                    <a:pt x="15748" y="128524"/>
                  </a:cubicBezTo>
                  <a:lnTo>
                    <a:pt x="49708" y="162433"/>
                  </a:lnTo>
                  <a:cubicBezTo>
                    <a:pt x="52045" y="164719"/>
                    <a:pt x="55296" y="165989"/>
                    <a:pt x="58585" y="165735"/>
                  </a:cubicBezTo>
                  <a:cubicBezTo>
                    <a:pt x="61887" y="165481"/>
                    <a:pt x="64922" y="163830"/>
                    <a:pt x="66865" y="161036"/>
                  </a:cubicBezTo>
                  <a:lnTo>
                    <a:pt x="134810" y="67692"/>
                  </a:lnTo>
                  <a:lnTo>
                    <a:pt x="134836" y="67692"/>
                  </a:lnTo>
                  <a:close/>
                </a:path>
              </a:pathLst>
            </a:custGeom>
            <a:solidFill>
              <a:srgbClr val="64748B">
                <a:alpha val="100000"/>
              </a:srgbClr>
            </a:solidFill>
          </p:spPr>
        </p:sp>
        <p:sp>
          <p:nvSpPr>
            <p:cNvPr id="792" name="VectorPath 792"/>
            <p:cNvSpPr/>
            <p:nvPr/>
          </p:nvSpPr>
          <p:spPr>
            <a:xfrm>
              <a:off x="597827" y="4028821"/>
              <a:ext cx="5172037" cy="833374"/>
            </a:xfrm>
            <a:custGeom>
              <a:avLst/>
              <a:gdLst/>
              <a:ahLst/>
              <a:cxnLst/>
              <a:rect l="l" t="t" r="r" b="b"/>
              <a:pathLst>
                <a:path w="5172037" h="833374">
                  <a:moveTo>
                    <a:pt x="36233" y="0"/>
                  </a:moveTo>
                  <a:lnTo>
                    <a:pt x="5099647" y="0"/>
                  </a:lnTo>
                  <a:cubicBezTo>
                    <a:pt x="5139652" y="0"/>
                    <a:pt x="5172037" y="32385"/>
                    <a:pt x="5172037" y="72517"/>
                  </a:cubicBezTo>
                  <a:lnTo>
                    <a:pt x="5172037" y="760857"/>
                  </a:lnTo>
                  <a:cubicBezTo>
                    <a:pt x="5172037" y="800862"/>
                    <a:pt x="5139652" y="833374"/>
                    <a:pt x="5099647" y="833374"/>
                  </a:cubicBezTo>
                  <a:lnTo>
                    <a:pt x="36233" y="833374"/>
                  </a:lnTo>
                  <a:cubicBezTo>
                    <a:pt x="16218" y="833374"/>
                    <a:pt x="0" y="817118"/>
                    <a:pt x="0" y="797052"/>
                  </a:cubicBezTo>
                  <a:lnTo>
                    <a:pt x="0" y="36195"/>
                  </a:lnTo>
                  <a:cubicBezTo>
                    <a:pt x="0" y="16256"/>
                    <a:pt x="16218" y="0"/>
                    <a:pt x="36233" y="0"/>
                  </a:cubicBezTo>
                </a:path>
              </a:pathLst>
            </a:custGeom>
            <a:solidFill>
              <a:srgbClr val="64748B">
                <a:alpha val="5000"/>
              </a:srgbClr>
            </a:solidFill>
          </p:spPr>
        </p:sp>
        <p:sp>
          <p:nvSpPr>
            <p:cNvPr id="793" name="VectorPath 793"/>
            <p:cNvSpPr/>
            <p:nvPr/>
          </p:nvSpPr>
          <p:spPr>
            <a:xfrm>
              <a:off x="783514" y="4209923"/>
              <a:ext cx="182258" cy="182372"/>
            </a:xfrm>
            <a:custGeom>
              <a:avLst/>
              <a:gdLst/>
              <a:ahLst/>
              <a:cxnLst/>
              <a:rect l="l" t="t" r="r" b="b"/>
              <a:pathLst>
                <a:path w="182258" h="182372">
                  <a:moveTo>
                    <a:pt x="147193" y="73660"/>
                  </a:moveTo>
                  <a:cubicBezTo>
                    <a:pt x="147193" y="89916"/>
                    <a:pt x="141923" y="104902"/>
                    <a:pt x="133032" y="117094"/>
                  </a:cubicBezTo>
                  <a:lnTo>
                    <a:pt x="177838" y="161925"/>
                  </a:lnTo>
                  <a:cubicBezTo>
                    <a:pt x="182258" y="166370"/>
                    <a:pt x="182258" y="173482"/>
                    <a:pt x="177838" y="177927"/>
                  </a:cubicBezTo>
                  <a:cubicBezTo>
                    <a:pt x="173406" y="182372"/>
                    <a:pt x="166230" y="182372"/>
                    <a:pt x="161798" y="177927"/>
                  </a:cubicBezTo>
                  <a:lnTo>
                    <a:pt x="117005" y="133096"/>
                  </a:lnTo>
                  <a:cubicBezTo>
                    <a:pt x="104839" y="141986"/>
                    <a:pt x="89840" y="147193"/>
                    <a:pt x="73597" y="147193"/>
                  </a:cubicBezTo>
                  <a:cubicBezTo>
                    <a:pt x="32944" y="147193"/>
                    <a:pt x="0" y="114300"/>
                    <a:pt x="0" y="73660"/>
                  </a:cubicBezTo>
                  <a:cubicBezTo>
                    <a:pt x="0" y="33020"/>
                    <a:pt x="32944" y="0"/>
                    <a:pt x="73597" y="0"/>
                  </a:cubicBezTo>
                  <a:cubicBezTo>
                    <a:pt x="114249" y="0"/>
                    <a:pt x="147193" y="33020"/>
                    <a:pt x="147193" y="73660"/>
                  </a:cubicBezTo>
                  <a:moveTo>
                    <a:pt x="73597" y="39751"/>
                  </a:moveTo>
                  <a:cubicBezTo>
                    <a:pt x="68885" y="39751"/>
                    <a:pt x="65100" y="43434"/>
                    <a:pt x="65100" y="48133"/>
                  </a:cubicBezTo>
                  <a:lnTo>
                    <a:pt x="65100" y="65151"/>
                  </a:lnTo>
                  <a:lnTo>
                    <a:pt x="48120" y="65151"/>
                  </a:lnTo>
                  <a:cubicBezTo>
                    <a:pt x="43409" y="65151"/>
                    <a:pt x="39624" y="68961"/>
                    <a:pt x="39624" y="73660"/>
                  </a:cubicBezTo>
                  <a:cubicBezTo>
                    <a:pt x="39624" y="78359"/>
                    <a:pt x="43409" y="82169"/>
                    <a:pt x="48120" y="82169"/>
                  </a:cubicBezTo>
                  <a:lnTo>
                    <a:pt x="65100" y="82169"/>
                  </a:lnTo>
                  <a:lnTo>
                    <a:pt x="65100" y="99187"/>
                  </a:lnTo>
                  <a:cubicBezTo>
                    <a:pt x="65100" y="103886"/>
                    <a:pt x="68885" y="107569"/>
                    <a:pt x="73597" y="107569"/>
                  </a:cubicBezTo>
                  <a:cubicBezTo>
                    <a:pt x="78296" y="107569"/>
                    <a:pt x="82093" y="103886"/>
                    <a:pt x="82093" y="99187"/>
                  </a:cubicBezTo>
                  <a:lnTo>
                    <a:pt x="82093" y="82169"/>
                  </a:lnTo>
                  <a:lnTo>
                    <a:pt x="99073" y="82169"/>
                  </a:lnTo>
                  <a:cubicBezTo>
                    <a:pt x="103772" y="82169"/>
                    <a:pt x="107556" y="78359"/>
                    <a:pt x="107556" y="73660"/>
                  </a:cubicBezTo>
                  <a:cubicBezTo>
                    <a:pt x="107556" y="68961"/>
                    <a:pt x="103772" y="65151"/>
                    <a:pt x="99073" y="65151"/>
                  </a:cubicBezTo>
                  <a:lnTo>
                    <a:pt x="82093" y="65151"/>
                  </a:lnTo>
                  <a:lnTo>
                    <a:pt x="82093" y="48133"/>
                  </a:lnTo>
                  <a:cubicBezTo>
                    <a:pt x="82093" y="43434"/>
                    <a:pt x="78296" y="39751"/>
                    <a:pt x="73597" y="39751"/>
                  </a:cubicBezTo>
                </a:path>
              </a:pathLst>
            </a:custGeom>
            <a:solidFill>
              <a:srgbClr val="64748B">
                <a:alpha val="100000"/>
              </a:srgbClr>
            </a:solidFill>
          </p:spPr>
        </p:sp>
      </p:grpSp>
      <p:pic>
        <p:nvPicPr>
          <p:cNvPr id="794" name="0C659E8B-DB51-4E0C-53F9-50517BE436D5"/>
          <p:cNvPicPr>
            <a:picLocks noChangeAspect="1"/>
          </p:cNvPicPr>
          <p:nvPr/>
        </p:nvPicPr>
        <p:blipFill>
          <a:blip r:embed="rId4" cstate="print">
            <a:extLst>
              <a:ext uri="{9DD5297C-86FF-4A69-812E-8678615140C8}"/>
            </a:extLst>
          </a:blip>
          <a:srcRect/>
          <a:stretch>
            <a:fillRect/>
          </a:stretch>
        </p:blipFill>
        <p:spPr>
          <a:xfrm>
            <a:off x="579755" y="5006975"/>
            <a:ext cx="5194300" cy="872067"/>
          </a:xfrm>
          <a:prstGeom prst="rect">
            <a:avLst/>
          </a:prstGeom>
        </p:spPr>
      </p:pic>
      <p:grpSp>
        <p:nvGrpSpPr>
          <p:cNvPr id="795" name="Combination 795"/>
          <p:cNvGrpSpPr/>
          <p:nvPr/>
        </p:nvGrpSpPr>
        <p:grpSpPr>
          <a:xfrm>
            <a:off x="724535" y="5478146"/>
            <a:ext cx="2489835" cy="253365"/>
            <a:chOff x="724535" y="5478146"/>
            <a:chExt cx="2489835" cy="253365"/>
          </a:xfrm>
        </p:grpSpPr>
        <p:sp>
          <p:nvSpPr>
            <p:cNvPr id="796" name="VectorPath 796"/>
            <p:cNvSpPr/>
            <p:nvPr/>
          </p:nvSpPr>
          <p:spPr>
            <a:xfrm>
              <a:off x="724637" y="5478146"/>
              <a:ext cx="534416" cy="253568"/>
            </a:xfrm>
            <a:custGeom>
              <a:avLst/>
              <a:gdLst/>
              <a:ahLst/>
              <a:cxnLst/>
              <a:rect l="l" t="t" r="r" b="b"/>
              <a:pathLst>
                <a:path w="534416" h="253365">
                  <a:moveTo>
                    <a:pt x="126810" y="0"/>
                  </a:moveTo>
                  <a:lnTo>
                    <a:pt x="407607" y="0"/>
                  </a:lnTo>
                  <a:cubicBezTo>
                    <a:pt x="477596" y="0"/>
                    <a:pt x="534416" y="56769"/>
                    <a:pt x="534416" y="126759"/>
                  </a:cubicBezTo>
                  <a:lnTo>
                    <a:pt x="534416" y="126759"/>
                  </a:lnTo>
                  <a:cubicBezTo>
                    <a:pt x="534416" y="196748"/>
                    <a:pt x="477596" y="253568"/>
                    <a:pt x="407607" y="253568"/>
                  </a:cubicBezTo>
                  <a:lnTo>
                    <a:pt x="126810" y="253568"/>
                  </a:lnTo>
                  <a:cubicBezTo>
                    <a:pt x="56820" y="253568"/>
                    <a:pt x="0" y="196748"/>
                    <a:pt x="0" y="126759"/>
                  </a:cubicBezTo>
                  <a:lnTo>
                    <a:pt x="0" y="126759"/>
                  </a:lnTo>
                  <a:cubicBezTo>
                    <a:pt x="0" y="56769"/>
                    <a:pt x="56820" y="0"/>
                    <a:pt x="126810" y="0"/>
                  </a:cubicBezTo>
                </a:path>
              </a:pathLst>
            </a:custGeom>
            <a:solidFill>
              <a:srgbClr val="FFFFFF">
                <a:alpha val="20000"/>
              </a:srgbClr>
            </a:solidFill>
          </p:spPr>
        </p:sp>
        <p:sp>
          <p:nvSpPr>
            <p:cNvPr id="797" name="VectorPath 797"/>
            <p:cNvSpPr/>
            <p:nvPr/>
          </p:nvSpPr>
          <p:spPr>
            <a:xfrm>
              <a:off x="1329309" y="5478146"/>
              <a:ext cx="1340485" cy="253568"/>
            </a:xfrm>
            <a:custGeom>
              <a:avLst/>
              <a:gdLst/>
              <a:ahLst/>
              <a:cxnLst/>
              <a:rect l="l" t="t" r="r" b="b"/>
              <a:pathLst>
                <a:path w="1340485" h="253365">
                  <a:moveTo>
                    <a:pt x="126746" y="0"/>
                  </a:moveTo>
                  <a:lnTo>
                    <a:pt x="1213739" y="0"/>
                  </a:lnTo>
                  <a:cubicBezTo>
                    <a:pt x="1283716" y="0"/>
                    <a:pt x="1340485" y="56769"/>
                    <a:pt x="1340485" y="126759"/>
                  </a:cubicBezTo>
                  <a:lnTo>
                    <a:pt x="1340485" y="126759"/>
                  </a:lnTo>
                  <a:cubicBezTo>
                    <a:pt x="1340485" y="196799"/>
                    <a:pt x="1283716" y="253568"/>
                    <a:pt x="1213739" y="253568"/>
                  </a:cubicBezTo>
                  <a:lnTo>
                    <a:pt x="126746" y="253568"/>
                  </a:lnTo>
                  <a:cubicBezTo>
                    <a:pt x="56769" y="253568"/>
                    <a:pt x="0" y="196748"/>
                    <a:pt x="0" y="126759"/>
                  </a:cubicBezTo>
                  <a:lnTo>
                    <a:pt x="0" y="126759"/>
                  </a:lnTo>
                  <a:cubicBezTo>
                    <a:pt x="0" y="56769"/>
                    <a:pt x="56769" y="0"/>
                    <a:pt x="126746" y="0"/>
                  </a:cubicBezTo>
                </a:path>
              </a:pathLst>
            </a:custGeom>
            <a:solidFill>
              <a:srgbClr val="FFFFFF">
                <a:alpha val="20000"/>
              </a:srgbClr>
            </a:solidFill>
          </p:spPr>
        </p:sp>
        <p:sp>
          <p:nvSpPr>
            <p:cNvPr id="798" name="VectorPath 798"/>
            <p:cNvSpPr/>
            <p:nvPr/>
          </p:nvSpPr>
          <p:spPr>
            <a:xfrm>
              <a:off x="2743073" y="5478146"/>
              <a:ext cx="471043" cy="253568"/>
            </a:xfrm>
            <a:custGeom>
              <a:avLst/>
              <a:gdLst/>
              <a:ahLst/>
              <a:cxnLst/>
              <a:rect l="l" t="t" r="r" b="b"/>
              <a:pathLst>
                <a:path w="471043" h="253365">
                  <a:moveTo>
                    <a:pt x="126873" y="0"/>
                  </a:moveTo>
                  <a:lnTo>
                    <a:pt x="344170" y="0"/>
                  </a:lnTo>
                  <a:cubicBezTo>
                    <a:pt x="414147" y="0"/>
                    <a:pt x="471043" y="56769"/>
                    <a:pt x="471043" y="126759"/>
                  </a:cubicBezTo>
                  <a:lnTo>
                    <a:pt x="471043" y="126759"/>
                  </a:lnTo>
                  <a:cubicBezTo>
                    <a:pt x="471043" y="196748"/>
                    <a:pt x="414147" y="253568"/>
                    <a:pt x="344170" y="253568"/>
                  </a:cubicBezTo>
                  <a:lnTo>
                    <a:pt x="126873" y="253568"/>
                  </a:lnTo>
                  <a:cubicBezTo>
                    <a:pt x="56769" y="253568"/>
                    <a:pt x="0" y="196748"/>
                    <a:pt x="0" y="126759"/>
                  </a:cubicBezTo>
                  <a:lnTo>
                    <a:pt x="0" y="126759"/>
                  </a:lnTo>
                  <a:cubicBezTo>
                    <a:pt x="0" y="56769"/>
                    <a:pt x="56769" y="0"/>
                    <a:pt x="126873" y="0"/>
                  </a:cubicBezTo>
                </a:path>
              </a:pathLst>
            </a:custGeom>
            <a:solidFill>
              <a:srgbClr val="FFFFFF">
                <a:alpha val="20000"/>
              </a:srgbClr>
            </a:solidFill>
          </p:spPr>
        </p:sp>
      </p:grpSp>
      <p:pic>
        <p:nvPicPr>
          <p:cNvPr id="799" name="344FE8AB-74E1-4E51-49A5-A59AADFF2D7F"/>
          <p:cNvPicPr>
            <a:picLocks noChangeAspect="1"/>
          </p:cNvPicPr>
          <p:nvPr/>
        </p:nvPicPr>
        <p:blipFill>
          <a:blip r:embed="rId5" cstate="print">
            <a:extLst>
              <a:ext uri="{C98AE6EC-BC89-413C-37A8-1E26F2151A91}"/>
            </a:extLst>
          </a:blip>
          <a:srcRect/>
          <a:stretch>
            <a:fillRect/>
          </a:stretch>
        </p:blipFill>
        <p:spPr>
          <a:xfrm>
            <a:off x="6175375" y="1127760"/>
            <a:ext cx="5685367" cy="5008034"/>
          </a:xfrm>
          <a:prstGeom prst="rect">
            <a:avLst/>
          </a:prstGeom>
        </p:spPr>
      </p:pic>
      <p:grpSp>
        <p:nvGrpSpPr>
          <p:cNvPr id="800" name="Combination 800"/>
          <p:cNvGrpSpPr/>
          <p:nvPr/>
        </p:nvGrpSpPr>
        <p:grpSpPr>
          <a:xfrm>
            <a:off x="6203950" y="1148080"/>
            <a:ext cx="5624830" cy="4946016"/>
            <a:chOff x="6203950" y="1148080"/>
            <a:chExt cx="5624830" cy="4946016"/>
          </a:xfrm>
        </p:grpSpPr>
        <p:sp>
          <p:nvSpPr>
            <p:cNvPr id="801" name="VectorPath 801"/>
            <p:cNvSpPr/>
            <p:nvPr/>
          </p:nvSpPr>
          <p:spPr>
            <a:xfrm>
              <a:off x="6203696" y="1148334"/>
              <a:ext cx="5624958" cy="4945698"/>
            </a:xfrm>
            <a:custGeom>
              <a:avLst/>
              <a:gdLst/>
              <a:ahLst/>
              <a:cxnLst/>
              <a:rect l="l" t="t" r="r" b="b"/>
              <a:pathLst>
                <a:path w="5624704" h="4945698">
                  <a:moveTo>
                    <a:pt x="35941" y="0"/>
                  </a:moveTo>
                  <a:lnTo>
                    <a:pt x="5588382" y="0"/>
                  </a:lnTo>
                  <a:cubicBezTo>
                    <a:pt x="5608447" y="0"/>
                    <a:pt x="5624704" y="16256"/>
                    <a:pt x="5624704" y="36322"/>
                  </a:cubicBezTo>
                  <a:lnTo>
                    <a:pt x="5624704" y="4836998"/>
                  </a:lnTo>
                  <a:cubicBezTo>
                    <a:pt x="5624704" y="4897031"/>
                    <a:pt x="5576062" y="4945698"/>
                    <a:pt x="5515992" y="4945698"/>
                  </a:cubicBezTo>
                  <a:lnTo>
                    <a:pt x="108331" y="4945698"/>
                  </a:lnTo>
                  <a:cubicBezTo>
                    <a:pt x="48387" y="4945698"/>
                    <a:pt x="-254" y="4897031"/>
                    <a:pt x="-254" y="4836998"/>
                  </a:cubicBezTo>
                  <a:lnTo>
                    <a:pt x="-254" y="36322"/>
                  </a:lnTo>
                  <a:cubicBezTo>
                    <a:pt x="-254" y="16256"/>
                    <a:pt x="15875" y="0"/>
                    <a:pt x="35941" y="0"/>
                  </a:cubicBezTo>
                </a:path>
              </a:pathLst>
            </a:custGeom>
            <a:solidFill>
              <a:srgbClr val="FFFFFF">
                <a:alpha val="100000"/>
              </a:srgbClr>
            </a:solidFill>
          </p:spPr>
        </p:sp>
        <p:sp>
          <p:nvSpPr>
            <p:cNvPr id="802" name="VectorPath 802"/>
            <p:cNvSpPr/>
            <p:nvPr/>
          </p:nvSpPr>
          <p:spPr>
            <a:xfrm>
              <a:off x="6420993" y="1383919"/>
              <a:ext cx="507238" cy="507238"/>
            </a:xfrm>
            <a:custGeom>
              <a:avLst/>
              <a:gdLst/>
              <a:ahLst/>
              <a:cxnLst/>
              <a:rect l="l" t="t" r="r" b="b"/>
              <a:pathLst>
                <a:path w="507238" h="507238">
                  <a:moveTo>
                    <a:pt x="253619" y="0"/>
                  </a:moveTo>
                  <a:lnTo>
                    <a:pt x="253619" y="0"/>
                  </a:lnTo>
                  <a:cubicBezTo>
                    <a:pt x="393573" y="0"/>
                    <a:pt x="507238" y="113665"/>
                    <a:pt x="507238" y="253619"/>
                  </a:cubicBezTo>
                  <a:lnTo>
                    <a:pt x="507238" y="253619"/>
                  </a:lnTo>
                  <a:cubicBezTo>
                    <a:pt x="507238" y="393573"/>
                    <a:pt x="393573" y="507238"/>
                    <a:pt x="253619" y="507238"/>
                  </a:cubicBezTo>
                  <a:lnTo>
                    <a:pt x="253619" y="507238"/>
                  </a:lnTo>
                  <a:cubicBezTo>
                    <a:pt x="113665" y="507238"/>
                    <a:pt x="0" y="393573"/>
                    <a:pt x="0" y="253619"/>
                  </a:cubicBezTo>
                  <a:lnTo>
                    <a:pt x="0" y="253619"/>
                  </a:lnTo>
                  <a:cubicBezTo>
                    <a:pt x="0" y="113665"/>
                    <a:pt x="113665" y="0"/>
                    <a:pt x="253619" y="0"/>
                  </a:cubicBezTo>
                </a:path>
              </a:pathLst>
            </a:custGeom>
            <a:solidFill>
              <a:srgbClr val="1E293B">
                <a:alpha val="100000"/>
              </a:srgbClr>
            </a:solidFill>
          </p:spPr>
        </p:sp>
        <p:sp>
          <p:nvSpPr>
            <p:cNvPr id="803" name="VectorPath 803"/>
            <p:cNvSpPr/>
            <p:nvPr/>
          </p:nvSpPr>
          <p:spPr>
            <a:xfrm>
              <a:off x="6439154" y="2072259"/>
              <a:ext cx="5172076" cy="615950"/>
            </a:xfrm>
            <a:custGeom>
              <a:avLst/>
              <a:gdLst/>
              <a:ahLst/>
              <a:cxnLst/>
              <a:rect l="l" t="t" r="r" b="b"/>
              <a:pathLst>
                <a:path w="5172076" h="615950">
                  <a:moveTo>
                    <a:pt x="36195" y="0"/>
                  </a:moveTo>
                  <a:lnTo>
                    <a:pt x="5099558" y="0"/>
                  </a:lnTo>
                  <a:cubicBezTo>
                    <a:pt x="5139691" y="0"/>
                    <a:pt x="5172076" y="32512"/>
                    <a:pt x="5172076" y="72517"/>
                  </a:cubicBezTo>
                  <a:lnTo>
                    <a:pt x="5172076" y="543560"/>
                  </a:lnTo>
                  <a:cubicBezTo>
                    <a:pt x="5172076" y="583565"/>
                    <a:pt x="5139691" y="615950"/>
                    <a:pt x="5099558" y="615950"/>
                  </a:cubicBezTo>
                  <a:lnTo>
                    <a:pt x="36195" y="615950"/>
                  </a:lnTo>
                  <a:cubicBezTo>
                    <a:pt x="16256" y="615950"/>
                    <a:pt x="0" y="599821"/>
                    <a:pt x="0" y="579755"/>
                  </a:cubicBezTo>
                  <a:lnTo>
                    <a:pt x="0" y="36322"/>
                  </a:lnTo>
                  <a:cubicBezTo>
                    <a:pt x="0" y="16256"/>
                    <a:pt x="16256" y="0"/>
                    <a:pt x="36195" y="0"/>
                  </a:cubicBezTo>
                </a:path>
              </a:pathLst>
            </a:custGeom>
            <a:solidFill>
              <a:srgbClr val="1E293B">
                <a:alpha val="5000"/>
              </a:srgbClr>
            </a:solidFill>
          </p:spPr>
        </p:sp>
        <p:sp>
          <p:nvSpPr>
            <p:cNvPr id="804" name="VectorPath 804"/>
            <p:cNvSpPr/>
            <p:nvPr/>
          </p:nvSpPr>
          <p:spPr>
            <a:xfrm>
              <a:off x="6647435" y="2253488"/>
              <a:ext cx="135889" cy="181102"/>
            </a:xfrm>
            <a:custGeom>
              <a:avLst/>
              <a:gdLst/>
              <a:ahLst/>
              <a:cxnLst/>
              <a:rect l="l" t="t" r="r" b="b"/>
              <a:pathLst>
                <a:path w="135889" h="181102">
                  <a:moveTo>
                    <a:pt x="0" y="22606"/>
                  </a:moveTo>
                  <a:cubicBezTo>
                    <a:pt x="0" y="10160"/>
                    <a:pt x="10160" y="0"/>
                    <a:pt x="22733" y="0"/>
                  </a:cubicBezTo>
                  <a:lnTo>
                    <a:pt x="75564" y="0"/>
                  </a:lnTo>
                  <a:cubicBezTo>
                    <a:pt x="81533" y="0"/>
                    <a:pt x="87375" y="2286"/>
                    <a:pt x="91567" y="6604"/>
                  </a:cubicBezTo>
                  <a:lnTo>
                    <a:pt x="129285" y="44323"/>
                  </a:lnTo>
                  <a:cubicBezTo>
                    <a:pt x="133477" y="48514"/>
                    <a:pt x="135889" y="54356"/>
                    <a:pt x="135889" y="60325"/>
                  </a:cubicBezTo>
                  <a:lnTo>
                    <a:pt x="135889" y="158496"/>
                  </a:lnTo>
                  <a:cubicBezTo>
                    <a:pt x="135889" y="170942"/>
                    <a:pt x="125730" y="181102"/>
                    <a:pt x="113283" y="181102"/>
                  </a:cubicBezTo>
                  <a:lnTo>
                    <a:pt x="22733" y="181102"/>
                  </a:lnTo>
                  <a:cubicBezTo>
                    <a:pt x="10160" y="181102"/>
                    <a:pt x="0" y="170942"/>
                    <a:pt x="0" y="158496"/>
                  </a:cubicBezTo>
                  <a:lnTo>
                    <a:pt x="0" y="22606"/>
                  </a:lnTo>
                  <a:close/>
                  <a:moveTo>
                    <a:pt x="73660" y="20701"/>
                  </a:moveTo>
                  <a:lnTo>
                    <a:pt x="73660" y="53721"/>
                  </a:lnTo>
                  <a:cubicBezTo>
                    <a:pt x="73660" y="58420"/>
                    <a:pt x="77470" y="62230"/>
                    <a:pt x="82169" y="62230"/>
                  </a:cubicBezTo>
                  <a:lnTo>
                    <a:pt x="115189" y="62230"/>
                  </a:lnTo>
                  <a:lnTo>
                    <a:pt x="73660" y="20701"/>
                  </a:lnTo>
                  <a:close/>
                  <a:moveTo>
                    <a:pt x="42545" y="90551"/>
                  </a:moveTo>
                  <a:cubicBezTo>
                    <a:pt x="37846" y="90551"/>
                    <a:pt x="34035" y="94361"/>
                    <a:pt x="34035" y="99060"/>
                  </a:cubicBezTo>
                  <a:cubicBezTo>
                    <a:pt x="34035" y="103759"/>
                    <a:pt x="37846" y="107569"/>
                    <a:pt x="42545" y="107569"/>
                  </a:cubicBezTo>
                  <a:lnTo>
                    <a:pt x="93472" y="107569"/>
                  </a:lnTo>
                  <a:cubicBezTo>
                    <a:pt x="98170" y="107569"/>
                    <a:pt x="101981" y="103759"/>
                    <a:pt x="101981" y="99060"/>
                  </a:cubicBezTo>
                  <a:cubicBezTo>
                    <a:pt x="101981" y="94361"/>
                    <a:pt x="98170" y="90551"/>
                    <a:pt x="93472" y="90551"/>
                  </a:cubicBezTo>
                  <a:lnTo>
                    <a:pt x="42545" y="90551"/>
                  </a:lnTo>
                  <a:close/>
                  <a:moveTo>
                    <a:pt x="42545" y="124587"/>
                  </a:moveTo>
                  <a:cubicBezTo>
                    <a:pt x="37846" y="124587"/>
                    <a:pt x="34035" y="128270"/>
                    <a:pt x="34035" y="132969"/>
                  </a:cubicBezTo>
                  <a:cubicBezTo>
                    <a:pt x="34035" y="137668"/>
                    <a:pt x="37846" y="141478"/>
                    <a:pt x="42545" y="141478"/>
                  </a:cubicBezTo>
                  <a:lnTo>
                    <a:pt x="93472" y="141478"/>
                  </a:lnTo>
                  <a:cubicBezTo>
                    <a:pt x="98170" y="141478"/>
                    <a:pt x="101981" y="137668"/>
                    <a:pt x="101981" y="132969"/>
                  </a:cubicBezTo>
                  <a:cubicBezTo>
                    <a:pt x="101981" y="128270"/>
                    <a:pt x="98170" y="124587"/>
                    <a:pt x="93472" y="124587"/>
                  </a:cubicBezTo>
                  <a:lnTo>
                    <a:pt x="42545" y="124587"/>
                  </a:lnTo>
                  <a:close/>
                </a:path>
              </a:pathLst>
            </a:custGeom>
            <a:solidFill>
              <a:srgbClr val="1E293B">
                <a:alpha val="100000"/>
              </a:srgbClr>
            </a:solidFill>
          </p:spPr>
        </p:sp>
        <p:sp>
          <p:nvSpPr>
            <p:cNvPr id="805" name="VectorPath 805"/>
            <p:cNvSpPr/>
            <p:nvPr/>
          </p:nvSpPr>
          <p:spPr>
            <a:xfrm>
              <a:off x="6439154" y="2833116"/>
              <a:ext cx="5172076" cy="833374"/>
            </a:xfrm>
            <a:custGeom>
              <a:avLst/>
              <a:gdLst/>
              <a:ahLst/>
              <a:cxnLst/>
              <a:rect l="l" t="t" r="r" b="b"/>
              <a:pathLst>
                <a:path w="5172076" h="833374">
                  <a:moveTo>
                    <a:pt x="36195" y="0"/>
                  </a:moveTo>
                  <a:lnTo>
                    <a:pt x="5099558" y="0"/>
                  </a:lnTo>
                  <a:cubicBezTo>
                    <a:pt x="5139691" y="0"/>
                    <a:pt x="5172076" y="32512"/>
                    <a:pt x="5172076" y="72517"/>
                  </a:cubicBezTo>
                  <a:lnTo>
                    <a:pt x="5172076" y="760984"/>
                  </a:lnTo>
                  <a:cubicBezTo>
                    <a:pt x="5172076" y="800989"/>
                    <a:pt x="5139691" y="833374"/>
                    <a:pt x="5099558" y="833374"/>
                  </a:cubicBezTo>
                  <a:lnTo>
                    <a:pt x="36195" y="833374"/>
                  </a:lnTo>
                  <a:cubicBezTo>
                    <a:pt x="16256" y="833374"/>
                    <a:pt x="0" y="817118"/>
                    <a:pt x="0" y="797179"/>
                  </a:cubicBezTo>
                  <a:lnTo>
                    <a:pt x="0" y="36322"/>
                  </a:lnTo>
                  <a:cubicBezTo>
                    <a:pt x="0" y="16256"/>
                    <a:pt x="16256" y="0"/>
                    <a:pt x="36195" y="0"/>
                  </a:cubicBezTo>
                </a:path>
              </a:pathLst>
            </a:custGeom>
            <a:solidFill>
              <a:srgbClr val="1E293B">
                <a:alpha val="5000"/>
              </a:srgbClr>
            </a:solidFill>
          </p:spPr>
        </p:sp>
        <p:sp>
          <p:nvSpPr>
            <p:cNvPr id="806" name="VectorPath 806"/>
            <p:cNvSpPr/>
            <p:nvPr/>
          </p:nvSpPr>
          <p:spPr>
            <a:xfrm>
              <a:off x="6624955" y="3014218"/>
              <a:ext cx="192025" cy="181229"/>
            </a:xfrm>
            <a:custGeom>
              <a:avLst/>
              <a:gdLst/>
              <a:ahLst/>
              <a:cxnLst/>
              <a:rect l="l" t="t" r="r" b="b"/>
              <a:pathLst>
                <a:path w="192025" h="181229">
                  <a:moveTo>
                    <a:pt x="169800" y="85090"/>
                  </a:moveTo>
                  <a:lnTo>
                    <a:pt x="107569" y="85090"/>
                  </a:lnTo>
                  <a:cubicBezTo>
                    <a:pt x="101347" y="85090"/>
                    <a:pt x="96267" y="80010"/>
                    <a:pt x="96267" y="73660"/>
                  </a:cubicBezTo>
                  <a:lnTo>
                    <a:pt x="96267" y="11430"/>
                  </a:lnTo>
                  <a:cubicBezTo>
                    <a:pt x="96267" y="5207"/>
                    <a:pt x="101347" y="0"/>
                    <a:pt x="107569" y="889"/>
                  </a:cubicBezTo>
                  <a:cubicBezTo>
                    <a:pt x="145415" y="5842"/>
                    <a:pt x="175388" y="35941"/>
                    <a:pt x="180467" y="73787"/>
                  </a:cubicBezTo>
                  <a:cubicBezTo>
                    <a:pt x="181230" y="79883"/>
                    <a:pt x="176150" y="85090"/>
                    <a:pt x="169800" y="85090"/>
                  </a:cubicBezTo>
                  <a:moveTo>
                    <a:pt x="67311" y="13335"/>
                  </a:moveTo>
                  <a:cubicBezTo>
                    <a:pt x="73661" y="11938"/>
                    <a:pt x="79249" y="17145"/>
                    <a:pt x="79249" y="23749"/>
                  </a:cubicBezTo>
                  <a:lnTo>
                    <a:pt x="79249" y="93472"/>
                  </a:lnTo>
                  <a:cubicBezTo>
                    <a:pt x="79249" y="95504"/>
                    <a:pt x="80011" y="97409"/>
                    <a:pt x="81280" y="98933"/>
                  </a:cubicBezTo>
                  <a:lnTo>
                    <a:pt x="128017" y="155321"/>
                  </a:lnTo>
                  <a:cubicBezTo>
                    <a:pt x="132080" y="160274"/>
                    <a:pt x="131192" y="167894"/>
                    <a:pt x="125477" y="170942"/>
                  </a:cubicBezTo>
                  <a:cubicBezTo>
                    <a:pt x="113412" y="177546"/>
                    <a:pt x="99569" y="181229"/>
                    <a:pt x="84963" y="181229"/>
                  </a:cubicBezTo>
                  <a:cubicBezTo>
                    <a:pt x="38100" y="181229"/>
                    <a:pt x="0" y="143256"/>
                    <a:pt x="0" y="96393"/>
                  </a:cubicBezTo>
                  <a:cubicBezTo>
                    <a:pt x="0" y="55499"/>
                    <a:pt x="28830" y="21336"/>
                    <a:pt x="67311" y="13335"/>
                  </a:cubicBezTo>
                  <a:moveTo>
                    <a:pt x="157607" y="101981"/>
                  </a:moveTo>
                  <a:lnTo>
                    <a:pt x="180213" y="101981"/>
                  </a:lnTo>
                  <a:cubicBezTo>
                    <a:pt x="186817" y="101981"/>
                    <a:pt x="192025" y="107569"/>
                    <a:pt x="190754" y="113919"/>
                  </a:cubicBezTo>
                  <a:cubicBezTo>
                    <a:pt x="187072" y="131064"/>
                    <a:pt x="178309" y="146304"/>
                    <a:pt x="166117" y="157861"/>
                  </a:cubicBezTo>
                  <a:cubicBezTo>
                    <a:pt x="161672" y="162052"/>
                    <a:pt x="154940" y="161163"/>
                    <a:pt x="151003" y="156591"/>
                  </a:cubicBezTo>
                  <a:lnTo>
                    <a:pt x="121159" y="120523"/>
                  </a:lnTo>
                  <a:cubicBezTo>
                    <a:pt x="115063" y="113157"/>
                    <a:pt x="120397" y="101981"/>
                    <a:pt x="129922" y="101981"/>
                  </a:cubicBezTo>
                  <a:lnTo>
                    <a:pt x="157607" y="101981"/>
                  </a:lnTo>
                  <a:close/>
                </a:path>
              </a:pathLst>
            </a:custGeom>
            <a:solidFill>
              <a:srgbClr val="1E293B">
                <a:alpha val="100000"/>
              </a:srgbClr>
            </a:solidFill>
          </p:spPr>
        </p:sp>
        <p:sp>
          <p:nvSpPr>
            <p:cNvPr id="807" name="VectorPath 807"/>
            <p:cNvSpPr/>
            <p:nvPr/>
          </p:nvSpPr>
          <p:spPr>
            <a:xfrm>
              <a:off x="6439154" y="3811397"/>
              <a:ext cx="5172076" cy="615950"/>
            </a:xfrm>
            <a:custGeom>
              <a:avLst/>
              <a:gdLst/>
              <a:ahLst/>
              <a:cxnLst/>
              <a:rect l="l" t="t" r="r" b="b"/>
              <a:pathLst>
                <a:path w="5172076" h="615950">
                  <a:moveTo>
                    <a:pt x="36195" y="0"/>
                  </a:moveTo>
                  <a:lnTo>
                    <a:pt x="5099558" y="0"/>
                  </a:lnTo>
                  <a:cubicBezTo>
                    <a:pt x="5139691" y="0"/>
                    <a:pt x="5172076" y="32512"/>
                    <a:pt x="5172076" y="72517"/>
                  </a:cubicBezTo>
                  <a:lnTo>
                    <a:pt x="5172076" y="543560"/>
                  </a:lnTo>
                  <a:cubicBezTo>
                    <a:pt x="5172076" y="583565"/>
                    <a:pt x="5139691" y="615950"/>
                    <a:pt x="5099558" y="615950"/>
                  </a:cubicBezTo>
                  <a:lnTo>
                    <a:pt x="36195" y="615950"/>
                  </a:lnTo>
                  <a:cubicBezTo>
                    <a:pt x="16256" y="615950"/>
                    <a:pt x="0" y="599694"/>
                    <a:pt x="0" y="579755"/>
                  </a:cubicBezTo>
                  <a:lnTo>
                    <a:pt x="0" y="36322"/>
                  </a:lnTo>
                  <a:cubicBezTo>
                    <a:pt x="0" y="16256"/>
                    <a:pt x="16256" y="0"/>
                    <a:pt x="36195" y="0"/>
                  </a:cubicBezTo>
                </a:path>
              </a:pathLst>
            </a:custGeom>
            <a:solidFill>
              <a:srgbClr val="1E293B">
                <a:alpha val="5000"/>
              </a:srgbClr>
            </a:solidFill>
          </p:spPr>
        </p:sp>
        <p:sp>
          <p:nvSpPr>
            <p:cNvPr id="808" name="VectorPath 808"/>
            <p:cNvSpPr/>
            <p:nvPr/>
          </p:nvSpPr>
          <p:spPr>
            <a:xfrm>
              <a:off x="6439154" y="4572254"/>
              <a:ext cx="5172076" cy="797179"/>
            </a:xfrm>
            <a:custGeom>
              <a:avLst/>
              <a:gdLst/>
              <a:ahLst/>
              <a:cxnLst/>
              <a:rect l="l" t="t" r="r" b="b"/>
              <a:pathLst>
                <a:path w="5172076" h="797179">
                  <a:moveTo>
                    <a:pt x="36195" y="0"/>
                  </a:moveTo>
                  <a:lnTo>
                    <a:pt x="5099558" y="0"/>
                  </a:lnTo>
                  <a:cubicBezTo>
                    <a:pt x="5139691" y="0"/>
                    <a:pt x="5172076" y="32512"/>
                    <a:pt x="5172076" y="72517"/>
                  </a:cubicBezTo>
                  <a:lnTo>
                    <a:pt x="5172076" y="724662"/>
                  </a:lnTo>
                  <a:cubicBezTo>
                    <a:pt x="5172076" y="764667"/>
                    <a:pt x="5139691" y="797179"/>
                    <a:pt x="5099558" y="797179"/>
                  </a:cubicBezTo>
                  <a:lnTo>
                    <a:pt x="36195" y="797179"/>
                  </a:lnTo>
                  <a:cubicBezTo>
                    <a:pt x="16256" y="797179"/>
                    <a:pt x="0" y="780923"/>
                    <a:pt x="0" y="760857"/>
                  </a:cubicBezTo>
                  <a:lnTo>
                    <a:pt x="0" y="36322"/>
                  </a:lnTo>
                  <a:cubicBezTo>
                    <a:pt x="0" y="16256"/>
                    <a:pt x="16256" y="0"/>
                    <a:pt x="36195" y="0"/>
                  </a:cubicBezTo>
                </a:path>
              </a:pathLst>
            </a:custGeom>
            <a:solidFill>
              <a:srgbClr val="1E293B">
                <a:alpha val="5000"/>
              </a:srgbClr>
            </a:solidFill>
          </p:spPr>
        </p:sp>
        <p:sp>
          <p:nvSpPr>
            <p:cNvPr id="809" name="VectorPath 809"/>
            <p:cNvSpPr/>
            <p:nvPr/>
          </p:nvSpPr>
          <p:spPr>
            <a:xfrm>
              <a:off x="6624955" y="4764786"/>
              <a:ext cx="194311" cy="147193"/>
            </a:xfrm>
            <a:custGeom>
              <a:avLst/>
              <a:gdLst/>
              <a:ahLst/>
              <a:cxnLst/>
              <a:rect l="l" t="t" r="r" b="b"/>
              <a:pathLst>
                <a:path w="194311" h="147193">
                  <a:moveTo>
                    <a:pt x="8382" y="68453"/>
                  </a:moveTo>
                  <a:lnTo>
                    <a:pt x="0" y="93472"/>
                  </a:lnTo>
                  <a:lnTo>
                    <a:pt x="0" y="22606"/>
                  </a:lnTo>
                  <a:cubicBezTo>
                    <a:pt x="0" y="10160"/>
                    <a:pt x="10161" y="0"/>
                    <a:pt x="22607" y="0"/>
                  </a:cubicBezTo>
                  <a:lnTo>
                    <a:pt x="71755" y="0"/>
                  </a:lnTo>
                  <a:cubicBezTo>
                    <a:pt x="76581" y="0"/>
                    <a:pt x="81407" y="1651"/>
                    <a:pt x="85344" y="4572"/>
                  </a:cubicBezTo>
                  <a:lnTo>
                    <a:pt x="98933" y="14732"/>
                  </a:lnTo>
                  <a:cubicBezTo>
                    <a:pt x="100839" y="16256"/>
                    <a:pt x="103252" y="17018"/>
                    <a:pt x="105665" y="17018"/>
                  </a:cubicBezTo>
                  <a:lnTo>
                    <a:pt x="147193" y="17018"/>
                  </a:lnTo>
                  <a:cubicBezTo>
                    <a:pt x="159640" y="17018"/>
                    <a:pt x="169800" y="27178"/>
                    <a:pt x="169800" y="39624"/>
                  </a:cubicBezTo>
                  <a:lnTo>
                    <a:pt x="169800" y="45339"/>
                  </a:lnTo>
                  <a:lnTo>
                    <a:pt x="40513" y="45339"/>
                  </a:lnTo>
                  <a:cubicBezTo>
                    <a:pt x="25908" y="45339"/>
                    <a:pt x="12954" y="54610"/>
                    <a:pt x="8382" y="68453"/>
                  </a:cubicBezTo>
                  <a:moveTo>
                    <a:pt x="157607" y="147193"/>
                  </a:moveTo>
                  <a:lnTo>
                    <a:pt x="23623" y="147193"/>
                  </a:lnTo>
                  <a:cubicBezTo>
                    <a:pt x="11939" y="147193"/>
                    <a:pt x="3811" y="135890"/>
                    <a:pt x="7493" y="124841"/>
                  </a:cubicBezTo>
                  <a:lnTo>
                    <a:pt x="24512" y="73914"/>
                  </a:lnTo>
                  <a:cubicBezTo>
                    <a:pt x="26798" y="66929"/>
                    <a:pt x="33275" y="62230"/>
                    <a:pt x="40513" y="62230"/>
                  </a:cubicBezTo>
                  <a:lnTo>
                    <a:pt x="174626" y="62230"/>
                  </a:lnTo>
                  <a:cubicBezTo>
                    <a:pt x="186182" y="62230"/>
                    <a:pt x="194311" y="73660"/>
                    <a:pt x="190754" y="84582"/>
                  </a:cubicBezTo>
                  <a:lnTo>
                    <a:pt x="173737" y="135636"/>
                  </a:lnTo>
                  <a:cubicBezTo>
                    <a:pt x="171450" y="142494"/>
                    <a:pt x="164847" y="147193"/>
                    <a:pt x="157607" y="147193"/>
                  </a:cubicBezTo>
                </a:path>
              </a:pathLst>
            </a:custGeom>
            <a:solidFill>
              <a:srgbClr val="1E293B">
                <a:alpha val="100000"/>
              </a:srgbClr>
            </a:solidFill>
          </p:spPr>
        </p:sp>
      </p:grpSp>
      <p:sp>
        <p:nvSpPr>
          <p:cNvPr id="810" name="VectorPath 810"/>
          <p:cNvSpPr/>
          <p:nvPr/>
        </p:nvSpPr>
        <p:spPr>
          <a:xfrm>
            <a:off x="362585" y="1148080"/>
            <a:ext cx="5624830" cy="36830"/>
          </a:xfrm>
          <a:custGeom>
            <a:avLst/>
            <a:gdLst/>
            <a:ahLst/>
            <a:cxnLst/>
            <a:rect l="l" t="t" r="r" b="b"/>
            <a:pathLst>
              <a:path w="5624704" h="36322">
                <a:moveTo>
                  <a:pt x="35966" y="0"/>
                </a:moveTo>
                <a:lnTo>
                  <a:pt x="5588508" y="0"/>
                </a:lnTo>
                <a:cubicBezTo>
                  <a:pt x="5608447" y="0"/>
                  <a:pt x="5624704" y="16256"/>
                  <a:pt x="5624704" y="36322"/>
                </a:cubicBezTo>
                <a:lnTo>
                  <a:pt x="5624704" y="36322"/>
                </a:lnTo>
                <a:lnTo>
                  <a:pt x="-267" y="36322"/>
                </a:lnTo>
                <a:lnTo>
                  <a:pt x="-267" y="36322"/>
                </a:lnTo>
                <a:cubicBezTo>
                  <a:pt x="-267" y="16256"/>
                  <a:pt x="15951" y="0"/>
                  <a:pt x="35966" y="0"/>
                </a:cubicBezTo>
              </a:path>
            </a:pathLst>
          </a:custGeom>
          <a:solidFill>
            <a:srgbClr val="64748B">
              <a:alpha val="100000"/>
            </a:srgbClr>
          </a:solidFill>
        </p:spPr>
      </p:sp>
      <p:sp>
        <p:nvSpPr>
          <p:cNvPr id="811" name="VectorPath 811"/>
          <p:cNvSpPr/>
          <p:nvPr/>
        </p:nvSpPr>
        <p:spPr>
          <a:xfrm>
            <a:off x="6203950" y="1148080"/>
            <a:ext cx="5624830" cy="36830"/>
          </a:xfrm>
          <a:custGeom>
            <a:avLst/>
            <a:gdLst/>
            <a:ahLst/>
            <a:cxnLst/>
            <a:rect l="l" t="t" r="r" b="b"/>
            <a:pathLst>
              <a:path w="5624704" h="36322">
                <a:moveTo>
                  <a:pt x="35941" y="0"/>
                </a:moveTo>
                <a:lnTo>
                  <a:pt x="5588382" y="0"/>
                </a:lnTo>
                <a:cubicBezTo>
                  <a:pt x="5608447" y="0"/>
                  <a:pt x="5624704" y="16256"/>
                  <a:pt x="5624704" y="36322"/>
                </a:cubicBezTo>
                <a:lnTo>
                  <a:pt x="5624704" y="36322"/>
                </a:lnTo>
                <a:lnTo>
                  <a:pt x="-254" y="36322"/>
                </a:lnTo>
                <a:lnTo>
                  <a:pt x="-254" y="36322"/>
                </a:lnTo>
                <a:cubicBezTo>
                  <a:pt x="-254" y="16256"/>
                  <a:pt x="15875" y="0"/>
                  <a:pt x="35941" y="0"/>
                </a:cubicBezTo>
              </a:path>
            </a:pathLst>
          </a:custGeom>
          <a:solidFill>
            <a:srgbClr val="1E293B">
              <a:alpha val="100000"/>
            </a:srgbClr>
          </a:solidFill>
        </p:spPr>
      </p:sp>
      <p:sp>
        <p:nvSpPr>
          <p:cNvPr id="812" name="VectorPath 812"/>
          <p:cNvSpPr/>
          <p:nvPr/>
        </p:nvSpPr>
        <p:spPr>
          <a:xfrm>
            <a:off x="597535" y="2072005"/>
            <a:ext cx="36830" cy="833755"/>
          </a:xfrm>
          <a:custGeom>
            <a:avLst/>
            <a:gdLst/>
            <a:ahLst/>
            <a:cxnLst/>
            <a:rect l="l" t="t" r="r" b="b"/>
            <a:pathLst>
              <a:path w="36233" h="833374">
                <a:moveTo>
                  <a:pt x="36233" y="0"/>
                </a:moveTo>
                <a:lnTo>
                  <a:pt x="36233" y="0"/>
                </a:lnTo>
                <a:lnTo>
                  <a:pt x="36233" y="833374"/>
                </a:lnTo>
                <a:lnTo>
                  <a:pt x="36233" y="833374"/>
                </a:lnTo>
                <a:cubicBezTo>
                  <a:pt x="16218" y="833374"/>
                  <a:pt x="0" y="817118"/>
                  <a:pt x="0" y="797179"/>
                </a:cubicBezTo>
                <a:lnTo>
                  <a:pt x="0" y="36322"/>
                </a:lnTo>
                <a:cubicBezTo>
                  <a:pt x="0" y="16256"/>
                  <a:pt x="16218" y="0"/>
                  <a:pt x="36233" y="0"/>
                </a:cubicBezTo>
              </a:path>
            </a:pathLst>
          </a:custGeom>
          <a:solidFill>
            <a:srgbClr val="64748B">
              <a:alpha val="100000"/>
            </a:srgbClr>
          </a:solidFill>
        </p:spPr>
      </p:sp>
      <p:sp>
        <p:nvSpPr>
          <p:cNvPr id="813" name="VectorPath 813"/>
          <p:cNvSpPr/>
          <p:nvPr/>
        </p:nvSpPr>
        <p:spPr>
          <a:xfrm>
            <a:off x="597535" y="3050540"/>
            <a:ext cx="36830" cy="833120"/>
          </a:xfrm>
          <a:custGeom>
            <a:avLst/>
            <a:gdLst/>
            <a:ahLst/>
            <a:cxnLst/>
            <a:rect l="l" t="t" r="r" b="b"/>
            <a:pathLst>
              <a:path w="36233" h="833120">
                <a:moveTo>
                  <a:pt x="36233" y="0"/>
                </a:moveTo>
                <a:lnTo>
                  <a:pt x="36233" y="0"/>
                </a:lnTo>
                <a:lnTo>
                  <a:pt x="36233" y="833374"/>
                </a:lnTo>
                <a:lnTo>
                  <a:pt x="36233" y="833374"/>
                </a:lnTo>
                <a:cubicBezTo>
                  <a:pt x="16218" y="833374"/>
                  <a:pt x="0" y="817118"/>
                  <a:pt x="0" y="797179"/>
                </a:cubicBezTo>
                <a:lnTo>
                  <a:pt x="0" y="36195"/>
                </a:lnTo>
                <a:cubicBezTo>
                  <a:pt x="0" y="16256"/>
                  <a:pt x="16218" y="0"/>
                  <a:pt x="36233" y="0"/>
                </a:cubicBezTo>
              </a:path>
            </a:pathLst>
          </a:custGeom>
          <a:solidFill>
            <a:srgbClr val="64748B">
              <a:alpha val="100000"/>
            </a:srgbClr>
          </a:solidFill>
        </p:spPr>
      </p:sp>
      <p:sp>
        <p:nvSpPr>
          <p:cNvPr id="814" name="VectorPath 814"/>
          <p:cNvSpPr/>
          <p:nvPr/>
        </p:nvSpPr>
        <p:spPr>
          <a:xfrm>
            <a:off x="597535" y="4029075"/>
            <a:ext cx="36830" cy="833120"/>
          </a:xfrm>
          <a:custGeom>
            <a:avLst/>
            <a:gdLst/>
            <a:ahLst/>
            <a:cxnLst/>
            <a:rect l="l" t="t" r="r" b="b"/>
            <a:pathLst>
              <a:path w="36233" h="833120">
                <a:moveTo>
                  <a:pt x="36233" y="-254"/>
                </a:moveTo>
                <a:lnTo>
                  <a:pt x="36233" y="-254"/>
                </a:lnTo>
                <a:lnTo>
                  <a:pt x="36233" y="833120"/>
                </a:lnTo>
                <a:lnTo>
                  <a:pt x="36233" y="833120"/>
                </a:lnTo>
                <a:cubicBezTo>
                  <a:pt x="16218" y="833120"/>
                  <a:pt x="0" y="816864"/>
                  <a:pt x="0" y="796798"/>
                </a:cubicBezTo>
                <a:lnTo>
                  <a:pt x="0" y="35941"/>
                </a:lnTo>
                <a:cubicBezTo>
                  <a:pt x="0" y="16002"/>
                  <a:pt x="16218" y="-254"/>
                  <a:pt x="36233" y="-254"/>
                </a:cubicBezTo>
              </a:path>
            </a:pathLst>
          </a:custGeom>
          <a:solidFill>
            <a:srgbClr val="64748B">
              <a:alpha val="100000"/>
            </a:srgbClr>
          </a:solidFill>
        </p:spPr>
      </p:sp>
      <p:sp>
        <p:nvSpPr>
          <p:cNvPr id="815" name="TextBox815"/>
          <p:cNvSpPr txBox="1"/>
          <p:nvPr/>
        </p:nvSpPr>
        <p:spPr>
          <a:xfrm>
            <a:off x="1195705" y="1423670"/>
            <a:ext cx="873125" cy="219075"/>
          </a:xfrm>
          <a:prstGeom prst="rect">
            <a:avLst/>
          </a:prstGeom>
          <a:noFill/>
        </p:spPr>
        <p:txBody>
          <a:bodyPr wrap="square" lIns="0" tIns="0" rIns="0" bIns="0" rtlCol="0">
            <a:spAutoFit/>
          </a:bodyPr>
          <a:lstStyle/>
          <a:p>
            <a:pPr marL="0" marR="0" indent="0" eaLnBrk="0">
              <a:lnSpc>
                <a:spcPct val="84313"/>
              </a:lnSpc>
            </a:pPr>
            <a:r>
              <a:rPr lang="en-US" altLang="zh-CN" sz="1700" b="1" kern="0" spc="-15" baseline="0" noProof="0" dirty="0">
                <a:solidFill>
                  <a:srgbClr val="1E293B"/>
                </a:solidFill>
                <a:latin typeface="SimHei" pitchFamily="49" charset="0"/>
                <a:ea typeface="SimHei" pitchFamily="49" charset="0"/>
                <a:cs typeface="SimHei" pitchFamily="49" charset="0"/>
              </a:rPr>
              <a:t>性能验收</a:t>
            </a:r>
          </a:p>
        </p:txBody>
      </p:sp>
      <p:sp>
        <p:nvSpPr>
          <p:cNvPr id="816" name="TextBox816"/>
          <p:cNvSpPr txBox="1"/>
          <p:nvPr/>
        </p:nvSpPr>
        <p:spPr>
          <a:xfrm>
            <a:off x="767080" y="1532890"/>
            <a:ext cx="131762" cy="219075"/>
          </a:xfrm>
          <a:prstGeom prst="rect">
            <a:avLst/>
          </a:prstGeom>
          <a:noFill/>
        </p:spPr>
        <p:txBody>
          <a:bodyPr wrap="square" lIns="0" tIns="0" rIns="0" bIns="0" rtlCol="0">
            <a:spAutoFit/>
          </a:bodyPr>
          <a:lstStyle/>
          <a:p>
            <a:pPr marL="0" marR="0" indent="0" eaLnBrk="0">
              <a:lnSpc>
                <a:spcPct val="84068"/>
              </a:lnSpc>
            </a:pPr>
            <a:r>
              <a:rPr lang="en-US" altLang="zh-CN" sz="1700" b="1" kern="0" spc="-15" baseline="0" noProof="0" dirty="0">
                <a:solidFill>
                  <a:srgbClr val="FFFFFF"/>
                </a:solidFill>
                <a:latin typeface="Arial" pitchFamily="34" charset="0"/>
                <a:ea typeface="Arial" pitchFamily="34" charset="0"/>
                <a:cs typeface="Arial" pitchFamily="34" charset="0"/>
              </a:rPr>
              <a:t>6</a:t>
            </a:r>
          </a:p>
        </p:txBody>
      </p:sp>
      <p:sp>
        <p:nvSpPr>
          <p:cNvPr id="817" name="VectorPath 817"/>
          <p:cNvSpPr/>
          <p:nvPr/>
        </p:nvSpPr>
        <p:spPr>
          <a:xfrm>
            <a:off x="783590" y="2265045"/>
            <a:ext cx="180975" cy="158115"/>
          </a:xfrm>
          <a:custGeom>
            <a:avLst/>
            <a:gdLst/>
            <a:ahLst/>
            <a:cxnLst/>
            <a:rect l="l" t="t" r="r" b="b"/>
            <a:pathLst>
              <a:path w="180975" h="158115">
                <a:moveTo>
                  <a:pt x="11240" y="-254"/>
                </a:moveTo>
                <a:cubicBezTo>
                  <a:pt x="17513" y="-254"/>
                  <a:pt x="22568" y="4826"/>
                  <a:pt x="22568" y="11049"/>
                </a:cubicBezTo>
                <a:lnTo>
                  <a:pt x="22568" y="129921"/>
                </a:lnTo>
                <a:cubicBezTo>
                  <a:pt x="22568" y="133096"/>
                  <a:pt x="25121" y="135636"/>
                  <a:pt x="28232" y="135636"/>
                </a:cubicBezTo>
                <a:lnTo>
                  <a:pt x="169761" y="135636"/>
                </a:lnTo>
                <a:cubicBezTo>
                  <a:pt x="176022" y="135636"/>
                  <a:pt x="181077" y="140716"/>
                  <a:pt x="181077" y="146939"/>
                </a:cubicBezTo>
                <a:cubicBezTo>
                  <a:pt x="181077" y="153162"/>
                  <a:pt x="176022" y="158242"/>
                  <a:pt x="169761" y="158242"/>
                </a:cubicBezTo>
                <a:lnTo>
                  <a:pt x="28232" y="158242"/>
                </a:lnTo>
                <a:cubicBezTo>
                  <a:pt x="12586" y="158242"/>
                  <a:pt x="-76" y="145542"/>
                  <a:pt x="-76" y="129921"/>
                </a:cubicBezTo>
                <a:lnTo>
                  <a:pt x="-76" y="11049"/>
                </a:lnTo>
                <a:cubicBezTo>
                  <a:pt x="-76" y="4826"/>
                  <a:pt x="4978" y="-254"/>
                  <a:pt x="11240" y="-254"/>
                </a:cubicBezTo>
                <a:moveTo>
                  <a:pt x="45212" y="22352"/>
                </a:moveTo>
                <a:cubicBezTo>
                  <a:pt x="45212" y="16129"/>
                  <a:pt x="50267" y="11049"/>
                  <a:pt x="56540" y="11049"/>
                </a:cubicBezTo>
                <a:lnTo>
                  <a:pt x="124473" y="11049"/>
                </a:lnTo>
                <a:cubicBezTo>
                  <a:pt x="130734" y="11049"/>
                  <a:pt x="135788" y="16129"/>
                  <a:pt x="135788" y="22352"/>
                </a:cubicBezTo>
                <a:cubicBezTo>
                  <a:pt x="135788" y="28702"/>
                  <a:pt x="130734" y="33655"/>
                  <a:pt x="124473" y="33655"/>
                </a:cubicBezTo>
                <a:lnTo>
                  <a:pt x="56540" y="33655"/>
                </a:lnTo>
                <a:cubicBezTo>
                  <a:pt x="50267" y="33655"/>
                  <a:pt x="45212" y="28702"/>
                  <a:pt x="45212" y="22352"/>
                </a:cubicBezTo>
                <a:moveTo>
                  <a:pt x="56540" y="50673"/>
                </a:moveTo>
                <a:lnTo>
                  <a:pt x="101829" y="50673"/>
                </a:lnTo>
                <a:cubicBezTo>
                  <a:pt x="108090" y="50673"/>
                  <a:pt x="113144" y="55753"/>
                  <a:pt x="113144" y="61976"/>
                </a:cubicBezTo>
                <a:cubicBezTo>
                  <a:pt x="113144" y="68326"/>
                  <a:pt x="108090" y="73279"/>
                  <a:pt x="101829" y="73279"/>
                </a:cubicBezTo>
                <a:lnTo>
                  <a:pt x="56540" y="73279"/>
                </a:lnTo>
                <a:cubicBezTo>
                  <a:pt x="50267" y="73279"/>
                  <a:pt x="45212" y="68326"/>
                  <a:pt x="45212" y="61976"/>
                </a:cubicBezTo>
                <a:cubicBezTo>
                  <a:pt x="45212" y="55753"/>
                  <a:pt x="50267" y="50673"/>
                  <a:pt x="56540" y="50673"/>
                </a:cubicBezTo>
                <a:moveTo>
                  <a:pt x="56540" y="90297"/>
                </a:moveTo>
                <a:lnTo>
                  <a:pt x="147117" y="90297"/>
                </a:lnTo>
                <a:cubicBezTo>
                  <a:pt x="153378" y="90297"/>
                  <a:pt x="158432" y="95377"/>
                  <a:pt x="158432" y="101600"/>
                </a:cubicBezTo>
                <a:cubicBezTo>
                  <a:pt x="158432" y="107950"/>
                  <a:pt x="153378" y="113030"/>
                  <a:pt x="147117" y="113030"/>
                </a:cubicBezTo>
                <a:lnTo>
                  <a:pt x="56540" y="113030"/>
                </a:lnTo>
                <a:cubicBezTo>
                  <a:pt x="50267" y="113030"/>
                  <a:pt x="45212" y="107950"/>
                  <a:pt x="45212" y="101600"/>
                </a:cubicBezTo>
                <a:cubicBezTo>
                  <a:pt x="45212" y="95377"/>
                  <a:pt x="50267" y="90297"/>
                  <a:pt x="56540" y="90297"/>
                </a:cubicBezTo>
              </a:path>
            </a:pathLst>
          </a:custGeom>
          <a:solidFill>
            <a:srgbClr val="64748B">
              <a:alpha val="100000"/>
            </a:srgbClr>
          </a:solidFill>
        </p:spPr>
      </p:sp>
      <p:sp>
        <p:nvSpPr>
          <p:cNvPr id="818" name="TextBox818"/>
          <p:cNvSpPr txBox="1"/>
          <p:nvPr/>
        </p:nvSpPr>
        <p:spPr>
          <a:xfrm>
            <a:off x="724535" y="1713865"/>
            <a:ext cx="2387600" cy="3978275"/>
          </a:xfrm>
          <a:prstGeom prst="rect">
            <a:avLst/>
          </a:prstGeom>
          <a:noFill/>
        </p:spPr>
        <p:txBody>
          <a:bodyPr wrap="square" lIns="0" tIns="13335" rIns="0" bIns="0" rtlCol="0">
            <a:spAutoFit/>
          </a:bodyPr>
          <a:lstStyle/>
          <a:p>
            <a:pPr marL="471170" marR="0" indent="0" eaLnBrk="0">
              <a:lnSpc>
                <a:spcPct val="92424"/>
              </a:lnSpc>
              <a:spcBef>
                <a:spcPts val="104"/>
              </a:spcBef>
              <a:spcAft>
                <a:spcPts val="29"/>
              </a:spcAft>
            </a:pPr>
            <a:r>
              <a:rPr lang="en-US" altLang="zh-CN" sz="1100" kern="0" spc="-15" baseline="0" noProof="0" dirty="0">
                <a:solidFill>
                  <a:srgbClr val="64748B"/>
                </a:solidFill>
                <a:latin typeface="SimHei" pitchFamily="49" charset="0"/>
                <a:ea typeface="SimHei" pitchFamily="49" charset="0"/>
                <a:cs typeface="SimHei" pitchFamily="49" charset="0"/>
              </a:rPr>
              <a:t>采集性能数据并判定达标状态</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6083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371475" marR="0" indent="0" eaLnBrk="0">
              <a:lnSpc>
                <a:spcPct val="93333"/>
              </a:lnSpc>
              <a:spcBef>
                <a:spcPts val="114"/>
              </a:spcBef>
              <a:spcAft>
                <a:spcPts val="35"/>
              </a:spcAft>
            </a:pPr>
            <a:r>
              <a:rPr lang="en-US" altLang="zh-CN" sz="1875" b="1" kern="0" spc="-25" baseline="5113" noProof="0" dirty="0">
                <a:solidFill>
                  <a:srgbClr val="1E293B"/>
                </a:solidFill>
                <a:latin typeface="SimHei" pitchFamily="49" charset="0"/>
                <a:ea typeface="SimHei" pitchFamily="49" charset="0"/>
                <a:cs typeface="SimHei" pitchFamily="49" charset="0"/>
              </a:rPr>
              <a:t>性能数据采集</a:t>
            </a:r>
          </a:p>
          <a:p>
            <a:pPr marL="0" marR="0" indent="0" eaLnBrk="0">
              <a:lnSpc>
                <a:spcPct val="79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36830" marR="0" indent="0" eaLnBrk="0">
              <a:lnSpc>
                <a:spcPct val="92424"/>
              </a:lnSpc>
              <a:spcBef>
                <a:spcPts val="89"/>
              </a:spcBef>
              <a:spcAft>
                <a:spcPts val="25"/>
              </a:spcAft>
            </a:pPr>
            <a:r>
              <a:rPr lang="en-US" altLang="zh-CN" sz="1100" kern="0" spc="0" baseline="0" noProof="0" dirty="0">
                <a:solidFill>
                  <a:srgbClr val="64748B"/>
                </a:solidFill>
                <a:latin typeface="SimHei" pitchFamily="49" charset="0"/>
                <a:ea typeface="SimHei" pitchFamily="49" charset="0"/>
                <a:cs typeface="SimHei" pitchFamily="49" charset="0"/>
              </a:rPr>
              <a:t>调用msprof</a:t>
            </a:r>
            <a:r>
              <a:rPr lang="en-US" altLang="zh-CN" sz="1100" kern="0" spc="-15" baseline="0" noProof="0" dirty="0">
                <a:latin typeface="SimHei" pitchFamily="49" charset="0"/>
                <a:ea typeface="SimHei" pitchFamily="49" charset="0"/>
                <a:cs typeface="SimHei" pitchFamily="49" charset="0"/>
              </a:rPr>
              <a:t> </a:t>
            </a:r>
            <a:r>
              <a:rPr lang="en-US" altLang="zh-CN" sz="1100" kern="0" spc="0" baseline="0" noProof="0" dirty="0">
                <a:solidFill>
                  <a:srgbClr val="64748B"/>
                </a:solidFill>
                <a:latin typeface="SimHei" pitchFamily="49" charset="0"/>
                <a:ea typeface="SimHei" pitchFamily="49" charset="0"/>
                <a:cs typeface="SimHei" pitchFamily="49" charset="0"/>
              </a:rPr>
              <a:t>op采集8个CSV指标文件</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7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371475"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性能达标判定</a:t>
            </a:r>
          </a:p>
          <a:p>
            <a:pPr marL="0" marR="0" indent="0" eaLnBrk="0">
              <a:lnSpc>
                <a:spcPct val="79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36830" marR="0" indent="0" eaLnBrk="0">
              <a:lnSpc>
                <a:spcPct val="92424"/>
              </a:lnSpc>
              <a:spcBef>
                <a:spcPts val="104"/>
              </a:spcBef>
              <a:spcAft>
                <a:spcPts val="29"/>
              </a:spcAft>
            </a:pPr>
            <a:r>
              <a:rPr lang="en-US" altLang="zh-CN" sz="1100" kern="0" spc="-15" baseline="0" noProof="0" dirty="0">
                <a:solidFill>
                  <a:srgbClr val="64748B"/>
                </a:solidFill>
                <a:latin typeface="SimHei" pitchFamily="49" charset="0"/>
                <a:ea typeface="SimHei" pitchFamily="49" charset="0"/>
                <a:cs typeface="SimHei" pitchFamily="49" charset="0"/>
              </a:rPr>
              <a:t>对照性能标准判定是否达标</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7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371475" marR="0" indent="0" eaLnBrk="0">
              <a:lnSpc>
                <a:spcPct val="93333"/>
              </a:lnSpc>
              <a:spcBef>
                <a:spcPts val="115"/>
              </a:spcBef>
              <a:spcAft>
                <a:spcPts val="34"/>
              </a:spcAft>
            </a:pPr>
            <a:r>
              <a:rPr lang="en-US" altLang="zh-CN" sz="1250" b="1" kern="0" spc="-15" baseline="0" noProof="0" dirty="0">
                <a:solidFill>
                  <a:srgbClr val="1E293B"/>
                </a:solidFill>
                <a:latin typeface="SimHei" pitchFamily="49" charset="0"/>
                <a:ea typeface="SimHei" pitchFamily="49" charset="0"/>
                <a:cs typeface="SimHei" pitchFamily="49" charset="0"/>
              </a:rPr>
              <a:t>瓶颈定位与优化</a:t>
            </a:r>
          </a:p>
          <a:p>
            <a:pPr marL="0" marR="0" indent="0" eaLnBrk="0">
              <a:lnSpc>
                <a:spcPct val="795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36830" marR="0" indent="0" eaLnBrk="0">
              <a:lnSpc>
                <a:spcPct val="92424"/>
              </a:lnSpc>
              <a:spcBef>
                <a:spcPts val="105"/>
              </a:spcBef>
              <a:spcAft>
                <a:spcPts val="30"/>
              </a:spcAft>
            </a:pPr>
            <a:r>
              <a:rPr lang="en-US" altLang="zh-CN" sz="1100" kern="0" spc="-15" baseline="0" noProof="0" dirty="0">
                <a:solidFill>
                  <a:srgbClr val="64748B"/>
                </a:solidFill>
                <a:latin typeface="SimHei" pitchFamily="49" charset="0"/>
                <a:ea typeface="SimHei" pitchFamily="49" charset="0"/>
                <a:cs typeface="SimHei" pitchFamily="49" charset="0"/>
              </a:rPr>
              <a:t>定位瓶颈类型并给出优化建议</a:t>
            </a: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5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37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93333"/>
              </a:lnSpc>
              <a:spcBef>
                <a:spcPts val="114"/>
              </a:spcBef>
              <a:spcAft>
                <a:spcPts val="34"/>
              </a:spcAft>
            </a:pPr>
            <a:r>
              <a:rPr lang="en-US" altLang="zh-CN" sz="1250" b="1" kern="0" spc="-15" baseline="0" noProof="0" dirty="0">
                <a:solidFill>
                  <a:srgbClr val="FFFFFF"/>
                </a:solidFill>
                <a:latin typeface="SimHei" pitchFamily="49" charset="0"/>
                <a:ea typeface="SimHei" pitchFamily="49" charset="0"/>
                <a:cs typeface="SimHei" pitchFamily="49" charset="0"/>
              </a:rPr>
              <a:t>最终判定</a:t>
            </a:r>
          </a:p>
          <a:p>
            <a:pPr marL="0" marR="0" indent="0" eaLnBrk="0">
              <a:lnSpc>
                <a:spcPct val="9791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108585" marR="0" indent="0" eaLnBrk="0">
              <a:lnSpc>
                <a:spcPct val="100000"/>
              </a:lnSpc>
            </a:pPr>
            <a:r>
              <a:rPr lang="en-US" altLang="zh-CN" sz="950" kern="0" spc="125" baseline="0" noProof="0" dirty="0">
                <a:solidFill>
                  <a:srgbClr val="FFFFFF"/>
                </a:solidFill>
                <a:latin typeface="SimHei" pitchFamily="49" charset="0"/>
                <a:ea typeface="SimHei" pitchFamily="49" charset="0"/>
                <a:cs typeface="SimHei" pitchFamily="49" charset="0"/>
              </a:rPr>
              <a:t>P</a:t>
            </a:r>
            <a:r>
              <a:rPr lang="en-US" altLang="zh-CN" sz="950" kern="0" spc="110" baseline="0" noProof="0" dirty="0">
                <a:solidFill>
                  <a:srgbClr val="FFFFFF"/>
                </a:solidFill>
                <a:latin typeface="SimHei" pitchFamily="49" charset="0"/>
                <a:ea typeface="SimHei" pitchFamily="49" charset="0"/>
                <a:cs typeface="SimHei" pitchFamily="49" charset="0"/>
              </a:rPr>
              <a:t>ASS</a:t>
            </a:r>
            <a:r>
              <a:rPr lang="en-US" altLang="zh-CN" sz="950" kern="0" spc="1905" baseline="0" noProof="0" dirty="0">
                <a:latin typeface="SimHei" pitchFamily="49" charset="0"/>
                <a:ea typeface="SimHei" pitchFamily="49" charset="0"/>
                <a:cs typeface="SimHei" pitchFamily="49" charset="0"/>
              </a:rPr>
              <a:t> </a:t>
            </a:r>
            <a:r>
              <a:rPr lang="en-US" altLang="zh-CN" sz="950" kern="0" spc="0" baseline="0" noProof="0" dirty="0">
                <a:solidFill>
                  <a:srgbClr val="FFFFFF"/>
                </a:solidFill>
                <a:latin typeface="SimHei" pitchFamily="49" charset="0"/>
                <a:ea typeface="SimHei" pitchFamily="49" charset="0"/>
                <a:cs typeface="SimHei" pitchFamily="49" charset="0"/>
              </a:rPr>
              <a:t>PASS</a:t>
            </a:r>
            <a:r>
              <a:rPr lang="en-US" altLang="zh-CN" sz="950" kern="0" spc="775" baseline="0" noProof="0" dirty="0">
                <a:latin typeface="SimHei" pitchFamily="49" charset="0"/>
                <a:ea typeface="SimHei" pitchFamily="49" charset="0"/>
                <a:cs typeface="SimHei" pitchFamily="49" charset="0"/>
              </a:rPr>
              <a:t> </a:t>
            </a:r>
            <a:r>
              <a:rPr lang="en-US" altLang="zh-CN" sz="950" kern="0" spc="0" baseline="0" noProof="0" dirty="0">
                <a:solidFill>
                  <a:srgbClr val="FFFFFF"/>
                </a:solidFill>
                <a:latin typeface="SimHei" pitchFamily="49" charset="0"/>
                <a:ea typeface="SimHei" pitchFamily="49" charset="0"/>
                <a:cs typeface="SimHei" pitchFamily="49" charset="0"/>
              </a:rPr>
              <a:t>WITH</a:t>
            </a:r>
            <a:r>
              <a:rPr lang="en-US" altLang="zh-CN" sz="950" kern="0" spc="775" baseline="0" noProof="0" dirty="0">
                <a:latin typeface="SimHei" pitchFamily="49" charset="0"/>
                <a:ea typeface="SimHei" pitchFamily="49" charset="0"/>
                <a:cs typeface="SimHei" pitchFamily="49" charset="0"/>
              </a:rPr>
              <a:t> </a:t>
            </a:r>
            <a:r>
              <a:rPr lang="en-US" altLang="zh-CN" sz="950" kern="0" spc="0" baseline="0" noProof="0" dirty="0">
                <a:solidFill>
                  <a:srgbClr val="FFFFFF"/>
                </a:solidFill>
                <a:latin typeface="SimHei" pitchFamily="49" charset="0"/>
                <a:ea typeface="SimHei" pitchFamily="49" charset="0"/>
                <a:cs typeface="SimHei" pitchFamily="49" charset="0"/>
              </a:rPr>
              <a:t>NOTES</a:t>
            </a:r>
            <a:r>
              <a:rPr lang="en-US" altLang="zh-CN" sz="950" kern="0" spc="1965" baseline="0" noProof="0" dirty="0">
                <a:latin typeface="SimHei" pitchFamily="49" charset="0"/>
                <a:ea typeface="SimHei" pitchFamily="49" charset="0"/>
                <a:cs typeface="SimHei" pitchFamily="49" charset="0"/>
              </a:rPr>
              <a:t> </a:t>
            </a:r>
            <a:r>
              <a:rPr lang="en-US" altLang="zh-CN" sz="950" kern="0" spc="-15" baseline="0" noProof="0" dirty="0">
                <a:solidFill>
                  <a:srgbClr val="FFFFFF"/>
                </a:solidFill>
                <a:latin typeface="SimHei" pitchFamily="49" charset="0"/>
                <a:ea typeface="SimHei" pitchFamily="49" charset="0"/>
                <a:cs typeface="SimHei" pitchFamily="49" charset="0"/>
              </a:rPr>
              <a:t>FAIL</a:t>
            </a:r>
          </a:p>
        </p:txBody>
      </p:sp>
      <p:sp>
        <p:nvSpPr>
          <p:cNvPr id="819" name="VectorPath 819"/>
          <p:cNvSpPr/>
          <p:nvPr/>
        </p:nvSpPr>
        <p:spPr>
          <a:xfrm>
            <a:off x="6438900" y="2072005"/>
            <a:ext cx="36195" cy="615950"/>
          </a:xfrm>
          <a:custGeom>
            <a:avLst/>
            <a:gdLst/>
            <a:ahLst/>
            <a:cxnLst/>
            <a:rect l="l" t="t" r="r" b="b"/>
            <a:pathLst>
              <a:path w="35941" h="615696">
                <a:moveTo>
                  <a:pt x="36195" y="0"/>
                </a:moveTo>
                <a:lnTo>
                  <a:pt x="36195" y="0"/>
                </a:lnTo>
                <a:lnTo>
                  <a:pt x="36195" y="615950"/>
                </a:lnTo>
                <a:lnTo>
                  <a:pt x="36195" y="615950"/>
                </a:lnTo>
                <a:cubicBezTo>
                  <a:pt x="16256" y="615950"/>
                  <a:pt x="0" y="599821"/>
                  <a:pt x="0" y="579755"/>
                </a:cubicBezTo>
                <a:lnTo>
                  <a:pt x="0" y="36322"/>
                </a:lnTo>
                <a:cubicBezTo>
                  <a:pt x="0" y="16256"/>
                  <a:pt x="16256" y="0"/>
                  <a:pt x="36195" y="0"/>
                </a:cubicBezTo>
              </a:path>
            </a:pathLst>
          </a:custGeom>
          <a:solidFill>
            <a:srgbClr val="1E293B">
              <a:alpha val="100000"/>
            </a:srgbClr>
          </a:solidFill>
        </p:spPr>
      </p:sp>
      <p:sp>
        <p:nvSpPr>
          <p:cNvPr id="820" name="VectorPath 820"/>
          <p:cNvSpPr/>
          <p:nvPr/>
        </p:nvSpPr>
        <p:spPr>
          <a:xfrm>
            <a:off x="6438900" y="2833370"/>
            <a:ext cx="36195" cy="833120"/>
          </a:xfrm>
          <a:custGeom>
            <a:avLst/>
            <a:gdLst/>
            <a:ahLst/>
            <a:cxnLst/>
            <a:rect l="l" t="t" r="r" b="b"/>
            <a:pathLst>
              <a:path w="35941" h="833120">
                <a:moveTo>
                  <a:pt x="36195" y="-254"/>
                </a:moveTo>
                <a:lnTo>
                  <a:pt x="36195" y="-254"/>
                </a:lnTo>
                <a:lnTo>
                  <a:pt x="36195" y="833120"/>
                </a:lnTo>
                <a:lnTo>
                  <a:pt x="36195" y="833120"/>
                </a:lnTo>
                <a:cubicBezTo>
                  <a:pt x="16256" y="833120"/>
                  <a:pt x="0" y="816864"/>
                  <a:pt x="0" y="796925"/>
                </a:cubicBezTo>
                <a:lnTo>
                  <a:pt x="0" y="36068"/>
                </a:lnTo>
                <a:cubicBezTo>
                  <a:pt x="0" y="16002"/>
                  <a:pt x="16256" y="-254"/>
                  <a:pt x="36195" y="-254"/>
                </a:cubicBezTo>
              </a:path>
            </a:pathLst>
          </a:custGeom>
          <a:solidFill>
            <a:srgbClr val="1E293B">
              <a:alpha val="100000"/>
            </a:srgbClr>
          </a:solidFill>
        </p:spPr>
      </p:sp>
      <p:sp>
        <p:nvSpPr>
          <p:cNvPr id="821" name="VectorPath 821"/>
          <p:cNvSpPr/>
          <p:nvPr/>
        </p:nvSpPr>
        <p:spPr>
          <a:xfrm>
            <a:off x="6438900" y="3811270"/>
            <a:ext cx="36195" cy="615950"/>
          </a:xfrm>
          <a:custGeom>
            <a:avLst/>
            <a:gdLst/>
            <a:ahLst/>
            <a:cxnLst/>
            <a:rect l="l" t="t" r="r" b="b"/>
            <a:pathLst>
              <a:path w="35941" h="615823">
                <a:moveTo>
                  <a:pt x="36195" y="0"/>
                </a:moveTo>
                <a:lnTo>
                  <a:pt x="36195" y="0"/>
                </a:lnTo>
                <a:lnTo>
                  <a:pt x="36195" y="615950"/>
                </a:lnTo>
                <a:lnTo>
                  <a:pt x="36195" y="615950"/>
                </a:lnTo>
                <a:cubicBezTo>
                  <a:pt x="16256" y="615950"/>
                  <a:pt x="0" y="599694"/>
                  <a:pt x="0" y="579755"/>
                </a:cubicBezTo>
                <a:lnTo>
                  <a:pt x="0" y="36322"/>
                </a:lnTo>
                <a:cubicBezTo>
                  <a:pt x="0" y="16256"/>
                  <a:pt x="16256" y="0"/>
                  <a:pt x="36195" y="0"/>
                </a:cubicBezTo>
              </a:path>
            </a:pathLst>
          </a:custGeom>
          <a:solidFill>
            <a:srgbClr val="1E293B">
              <a:alpha val="100000"/>
            </a:srgbClr>
          </a:solidFill>
        </p:spPr>
      </p:sp>
      <p:sp>
        <p:nvSpPr>
          <p:cNvPr id="822" name="VectorPath 822"/>
          <p:cNvSpPr/>
          <p:nvPr/>
        </p:nvSpPr>
        <p:spPr>
          <a:xfrm>
            <a:off x="6438900" y="4572000"/>
            <a:ext cx="36195" cy="797560"/>
          </a:xfrm>
          <a:custGeom>
            <a:avLst/>
            <a:gdLst/>
            <a:ahLst/>
            <a:cxnLst/>
            <a:rect l="l" t="t" r="r" b="b"/>
            <a:pathLst>
              <a:path w="35941" h="797179">
                <a:moveTo>
                  <a:pt x="36195" y="0"/>
                </a:moveTo>
                <a:lnTo>
                  <a:pt x="36195" y="0"/>
                </a:lnTo>
                <a:lnTo>
                  <a:pt x="36195" y="797179"/>
                </a:lnTo>
                <a:lnTo>
                  <a:pt x="36195" y="797179"/>
                </a:lnTo>
                <a:cubicBezTo>
                  <a:pt x="16256" y="797179"/>
                  <a:pt x="0" y="780923"/>
                  <a:pt x="0" y="760857"/>
                </a:cubicBezTo>
                <a:lnTo>
                  <a:pt x="0" y="36322"/>
                </a:lnTo>
                <a:cubicBezTo>
                  <a:pt x="0" y="16256"/>
                  <a:pt x="16256" y="0"/>
                  <a:pt x="36195" y="0"/>
                </a:cubicBezTo>
              </a:path>
            </a:pathLst>
          </a:custGeom>
          <a:solidFill>
            <a:srgbClr val="1E293B">
              <a:alpha val="100000"/>
            </a:srgbClr>
          </a:solidFill>
        </p:spPr>
      </p:sp>
      <p:sp>
        <p:nvSpPr>
          <p:cNvPr id="823" name="TextBox823"/>
          <p:cNvSpPr txBox="1"/>
          <p:nvPr/>
        </p:nvSpPr>
        <p:spPr>
          <a:xfrm>
            <a:off x="7037705" y="1423670"/>
            <a:ext cx="873125" cy="219075"/>
          </a:xfrm>
          <a:prstGeom prst="rect">
            <a:avLst/>
          </a:prstGeom>
          <a:noFill/>
        </p:spPr>
        <p:txBody>
          <a:bodyPr wrap="square" lIns="0" tIns="0" rIns="0" bIns="0" rtlCol="0">
            <a:spAutoFit/>
          </a:bodyPr>
          <a:lstStyle/>
          <a:p>
            <a:pPr marL="0" marR="0" indent="0" eaLnBrk="0">
              <a:lnSpc>
                <a:spcPct val="84313"/>
              </a:lnSpc>
            </a:pPr>
            <a:r>
              <a:rPr lang="en-US" altLang="zh-CN" sz="1700" b="1" kern="0" spc="-15" baseline="0" noProof="0" dirty="0">
                <a:solidFill>
                  <a:srgbClr val="1E293B"/>
                </a:solidFill>
                <a:latin typeface="SimHei" pitchFamily="49" charset="0"/>
                <a:ea typeface="SimHei" pitchFamily="49" charset="0"/>
                <a:cs typeface="SimHei" pitchFamily="49" charset="0"/>
              </a:rPr>
              <a:t>完成</a:t>
            </a:r>
            <a:r>
              <a:rPr lang="en-US" altLang="zh-CN" sz="1700" b="1" kern="0" spc="0" baseline="0" noProof="0" dirty="0">
                <a:solidFill>
                  <a:srgbClr val="1E293B"/>
                </a:solidFill>
                <a:latin typeface="SimHei" pitchFamily="49" charset="0"/>
                <a:ea typeface="SimHei" pitchFamily="49" charset="0"/>
                <a:cs typeface="SimHei" pitchFamily="49" charset="0"/>
              </a:rPr>
              <a:t>总结</a:t>
            </a:r>
          </a:p>
        </p:txBody>
      </p:sp>
      <p:sp>
        <p:nvSpPr>
          <p:cNvPr id="824" name="TextBox824"/>
          <p:cNvSpPr txBox="1"/>
          <p:nvPr/>
        </p:nvSpPr>
        <p:spPr>
          <a:xfrm>
            <a:off x="6609080" y="1532890"/>
            <a:ext cx="131762" cy="219075"/>
          </a:xfrm>
          <a:prstGeom prst="rect">
            <a:avLst/>
          </a:prstGeom>
          <a:noFill/>
        </p:spPr>
        <p:txBody>
          <a:bodyPr wrap="square" lIns="0" tIns="0" rIns="0" bIns="0" rtlCol="0">
            <a:spAutoFit/>
          </a:bodyPr>
          <a:lstStyle/>
          <a:p>
            <a:pPr marL="0" marR="0" indent="0" eaLnBrk="0">
              <a:lnSpc>
                <a:spcPct val="84068"/>
              </a:lnSpc>
            </a:pPr>
            <a:r>
              <a:rPr lang="en-US" altLang="zh-CN" sz="1700" b="1" kern="0" spc="-15" baseline="0" noProof="0" dirty="0">
                <a:solidFill>
                  <a:srgbClr val="FFFFFF"/>
                </a:solidFill>
                <a:latin typeface="Arial" pitchFamily="34" charset="0"/>
                <a:ea typeface="Arial" pitchFamily="34" charset="0"/>
                <a:cs typeface="Arial" pitchFamily="34" charset="0"/>
              </a:rPr>
              <a:t>7</a:t>
            </a:r>
          </a:p>
        </p:txBody>
      </p:sp>
      <p:sp>
        <p:nvSpPr>
          <p:cNvPr id="825" name="VectorPath 825"/>
          <p:cNvSpPr/>
          <p:nvPr/>
        </p:nvSpPr>
        <p:spPr>
          <a:xfrm>
            <a:off x="6624955" y="4009390"/>
            <a:ext cx="180975" cy="147320"/>
          </a:xfrm>
          <a:custGeom>
            <a:avLst/>
            <a:gdLst/>
            <a:ahLst/>
            <a:cxnLst/>
            <a:rect l="l" t="t" r="r" b="b"/>
            <a:pathLst>
              <a:path w="180975" h="147193">
                <a:moveTo>
                  <a:pt x="16891" y="34036"/>
                </a:moveTo>
                <a:cubicBezTo>
                  <a:pt x="26289" y="34036"/>
                  <a:pt x="33782" y="26416"/>
                  <a:pt x="33782" y="17018"/>
                </a:cubicBezTo>
                <a:cubicBezTo>
                  <a:pt x="33782" y="7620"/>
                  <a:pt x="26289" y="0"/>
                  <a:pt x="16891" y="0"/>
                </a:cubicBezTo>
                <a:cubicBezTo>
                  <a:pt x="7493" y="0"/>
                  <a:pt x="-128" y="7620"/>
                  <a:pt x="-128" y="17018"/>
                </a:cubicBezTo>
                <a:cubicBezTo>
                  <a:pt x="-128" y="26416"/>
                  <a:pt x="7493" y="34036"/>
                  <a:pt x="16891" y="34036"/>
                </a:cubicBezTo>
                <a:moveTo>
                  <a:pt x="67818" y="5715"/>
                </a:moveTo>
                <a:cubicBezTo>
                  <a:pt x="61595" y="5715"/>
                  <a:pt x="56514" y="10795"/>
                  <a:pt x="56514" y="17018"/>
                </a:cubicBezTo>
                <a:cubicBezTo>
                  <a:pt x="56514" y="23368"/>
                  <a:pt x="61595" y="28321"/>
                  <a:pt x="67818" y="28321"/>
                </a:cubicBezTo>
                <a:lnTo>
                  <a:pt x="169672" y="28321"/>
                </a:lnTo>
                <a:cubicBezTo>
                  <a:pt x="176022" y="28321"/>
                  <a:pt x="180975" y="23368"/>
                  <a:pt x="180975" y="17018"/>
                </a:cubicBezTo>
                <a:cubicBezTo>
                  <a:pt x="180975" y="10795"/>
                  <a:pt x="176022" y="5715"/>
                  <a:pt x="169672" y="5715"/>
                </a:cubicBezTo>
                <a:lnTo>
                  <a:pt x="67818" y="5715"/>
                </a:lnTo>
                <a:close/>
                <a:moveTo>
                  <a:pt x="67818" y="62357"/>
                </a:moveTo>
                <a:cubicBezTo>
                  <a:pt x="61595" y="62357"/>
                  <a:pt x="56514" y="67437"/>
                  <a:pt x="56514" y="73660"/>
                </a:cubicBezTo>
                <a:cubicBezTo>
                  <a:pt x="56514" y="79883"/>
                  <a:pt x="61595" y="84963"/>
                  <a:pt x="67818" y="84963"/>
                </a:cubicBezTo>
                <a:lnTo>
                  <a:pt x="169672" y="84963"/>
                </a:lnTo>
                <a:cubicBezTo>
                  <a:pt x="176022" y="84963"/>
                  <a:pt x="180975" y="79883"/>
                  <a:pt x="180975" y="73660"/>
                </a:cubicBezTo>
                <a:cubicBezTo>
                  <a:pt x="180975" y="67437"/>
                  <a:pt x="176022" y="62357"/>
                  <a:pt x="169672" y="62357"/>
                </a:cubicBezTo>
                <a:lnTo>
                  <a:pt x="67818" y="62357"/>
                </a:lnTo>
                <a:close/>
                <a:moveTo>
                  <a:pt x="67818" y="118999"/>
                </a:moveTo>
                <a:cubicBezTo>
                  <a:pt x="61595" y="118999"/>
                  <a:pt x="56514" y="123952"/>
                  <a:pt x="56514" y="130302"/>
                </a:cubicBezTo>
                <a:cubicBezTo>
                  <a:pt x="56514" y="136525"/>
                  <a:pt x="61595" y="141605"/>
                  <a:pt x="67818" y="141605"/>
                </a:cubicBezTo>
                <a:lnTo>
                  <a:pt x="169672" y="141605"/>
                </a:lnTo>
                <a:cubicBezTo>
                  <a:pt x="176022" y="141605"/>
                  <a:pt x="180975" y="136525"/>
                  <a:pt x="180975" y="130302"/>
                </a:cubicBezTo>
                <a:cubicBezTo>
                  <a:pt x="180975" y="123952"/>
                  <a:pt x="176022" y="118999"/>
                  <a:pt x="169672" y="118999"/>
                </a:cubicBezTo>
                <a:lnTo>
                  <a:pt x="67818" y="118999"/>
                </a:lnTo>
                <a:close/>
                <a:moveTo>
                  <a:pt x="16891" y="147193"/>
                </a:moveTo>
                <a:cubicBezTo>
                  <a:pt x="26289" y="147193"/>
                  <a:pt x="33782" y="139700"/>
                  <a:pt x="33782" y="130302"/>
                </a:cubicBezTo>
                <a:cubicBezTo>
                  <a:pt x="33782" y="120904"/>
                  <a:pt x="26289" y="113284"/>
                  <a:pt x="16891" y="113284"/>
                </a:cubicBezTo>
                <a:cubicBezTo>
                  <a:pt x="7493" y="113284"/>
                  <a:pt x="-128" y="120904"/>
                  <a:pt x="-128" y="130302"/>
                </a:cubicBezTo>
                <a:cubicBezTo>
                  <a:pt x="-128" y="139700"/>
                  <a:pt x="7493" y="147193"/>
                  <a:pt x="16891" y="147193"/>
                </a:cubicBezTo>
                <a:moveTo>
                  <a:pt x="33782" y="73660"/>
                </a:moveTo>
                <a:cubicBezTo>
                  <a:pt x="33782" y="64262"/>
                  <a:pt x="26289" y="56642"/>
                  <a:pt x="16891" y="56642"/>
                </a:cubicBezTo>
                <a:cubicBezTo>
                  <a:pt x="7493" y="56642"/>
                  <a:pt x="-128" y="64262"/>
                  <a:pt x="-128" y="73660"/>
                </a:cubicBezTo>
                <a:cubicBezTo>
                  <a:pt x="-128" y="83058"/>
                  <a:pt x="7493" y="90678"/>
                  <a:pt x="16891" y="90678"/>
                </a:cubicBezTo>
                <a:cubicBezTo>
                  <a:pt x="26289" y="90678"/>
                  <a:pt x="33782" y="83058"/>
                  <a:pt x="33782" y="73660"/>
                </a:cubicBezTo>
              </a:path>
            </a:pathLst>
          </a:custGeom>
          <a:solidFill>
            <a:srgbClr val="1E293B">
              <a:alpha val="100000"/>
            </a:srgbClr>
          </a:solidFill>
        </p:spPr>
      </p:sp>
      <p:sp>
        <p:nvSpPr>
          <p:cNvPr id="826" name="TextBox826"/>
          <p:cNvSpPr txBox="1"/>
          <p:nvPr/>
        </p:nvSpPr>
        <p:spPr>
          <a:xfrm>
            <a:off x="7037705" y="1713865"/>
            <a:ext cx="1593850" cy="168275"/>
          </a:xfrm>
          <a:prstGeom prst="rect">
            <a:avLst/>
          </a:prstGeom>
          <a:noFill/>
        </p:spPr>
        <p:txBody>
          <a:bodyPr wrap="square" lIns="0" tIns="0" rIns="0" bIns="0" rtlCol="0">
            <a:spAutoFit/>
          </a:bodyPr>
          <a:lstStyle/>
          <a:p>
            <a:pPr marL="0" marR="0" indent="0" eaLnBrk="0">
              <a:lnSpc>
                <a:spcPct val="100000"/>
              </a:lnSpc>
            </a:pPr>
            <a:r>
              <a:rPr lang="en-US" altLang="zh-CN" sz="1100" kern="0" spc="-15" baseline="0" noProof="0" dirty="0">
                <a:solidFill>
                  <a:srgbClr val="64748B"/>
                </a:solidFill>
                <a:latin typeface="SimHei" pitchFamily="49" charset="0"/>
                <a:ea typeface="SimHei" pitchFamily="49" charset="0"/>
                <a:cs typeface="SimHei" pitchFamily="49" charset="0"/>
              </a:rPr>
              <a:t>汇总开发结果并生成文档</a:t>
            </a:r>
          </a:p>
        </p:txBody>
      </p:sp>
      <p:sp>
        <p:nvSpPr>
          <p:cNvPr id="827" name="TextBox827"/>
          <p:cNvSpPr txBox="1"/>
          <p:nvPr/>
        </p:nvSpPr>
        <p:spPr>
          <a:xfrm>
            <a:off x="6938010" y="2271395"/>
            <a:ext cx="1143000" cy="190500"/>
          </a:xfrm>
          <a:prstGeom prst="rect">
            <a:avLst/>
          </a:prstGeom>
          <a:noFill/>
        </p:spPr>
        <p:txBody>
          <a:bodyPr wrap="square" lIns="0" tIns="0" rIns="0" bIns="0" rtlCol="0">
            <a:spAutoFit/>
          </a:bodyPr>
          <a:lstStyle/>
          <a:p>
            <a:pPr marL="0" marR="0" indent="0" eaLnBrk="0">
              <a:lnSpc>
                <a:spcPct val="100000"/>
              </a:lnSpc>
            </a:pPr>
            <a:r>
              <a:rPr lang="en-US" altLang="zh-CN" sz="1250" b="1" kern="0" spc="-15" baseline="0" noProof="0" dirty="0">
                <a:solidFill>
                  <a:srgbClr val="1E293B"/>
                </a:solidFill>
                <a:latin typeface="SimHei" pitchFamily="49" charset="0"/>
                <a:ea typeface="SimHei" pitchFamily="49" charset="0"/>
                <a:cs typeface="SimHei" pitchFamily="49" charset="0"/>
              </a:rPr>
              <a:t>总分与代码路径</a:t>
            </a:r>
          </a:p>
        </p:txBody>
      </p:sp>
      <p:sp>
        <p:nvSpPr>
          <p:cNvPr id="828" name="TextBox828"/>
          <p:cNvSpPr txBox="1"/>
          <p:nvPr/>
        </p:nvSpPr>
        <p:spPr>
          <a:xfrm>
            <a:off x="6602731" y="3032125"/>
            <a:ext cx="2371725" cy="481012"/>
          </a:xfrm>
          <a:prstGeom prst="rect">
            <a:avLst/>
          </a:prstGeom>
          <a:noFill/>
        </p:spPr>
        <p:txBody>
          <a:bodyPr wrap="square" lIns="0" tIns="14605" rIns="0" bIns="0" rtlCol="0">
            <a:spAutoFit/>
          </a:bodyPr>
          <a:lstStyle/>
          <a:p>
            <a:pPr marL="33528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性能概要</a:t>
            </a:r>
          </a:p>
          <a:p>
            <a:pPr marL="0" marR="0" indent="0" eaLnBrk="0">
              <a:lnSpc>
                <a:spcPct val="800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1100" kern="0" spc="0" baseline="0" noProof="0" dirty="0">
                <a:solidFill>
                  <a:srgbClr val="64748B"/>
                </a:solidFill>
                <a:latin typeface="SimHei" pitchFamily="49" charset="0"/>
                <a:ea typeface="SimHei" pitchFamily="49" charset="0"/>
                <a:cs typeface="SimHei" pitchFamily="49" charset="0"/>
              </a:rPr>
              <a:t>Task</a:t>
            </a:r>
            <a:r>
              <a:rPr lang="en-US" altLang="zh-CN" sz="1100" kern="0" spc="-15" baseline="0" noProof="0" dirty="0">
                <a:latin typeface="SimHei" pitchFamily="49" charset="0"/>
                <a:ea typeface="SimHei" pitchFamily="49" charset="0"/>
                <a:cs typeface="SimHei" pitchFamily="49" charset="0"/>
              </a:rPr>
              <a:t> </a:t>
            </a:r>
            <a:r>
              <a:rPr lang="en-US" altLang="zh-CN" sz="1100" kern="0" spc="0" baseline="0" noProof="0" dirty="0">
                <a:solidFill>
                  <a:srgbClr val="64748B"/>
                </a:solidFill>
                <a:latin typeface="SimHei" pitchFamily="49" charset="0"/>
                <a:ea typeface="SimHei" pitchFamily="49" charset="0"/>
                <a:cs typeface="SimHei" pitchFamily="49" charset="0"/>
              </a:rPr>
              <a:t>Duration、主导流水、达标状态</a:t>
            </a:r>
          </a:p>
        </p:txBody>
      </p:sp>
      <p:sp>
        <p:nvSpPr>
          <p:cNvPr id="829" name="TextBox829"/>
          <p:cNvSpPr txBox="1"/>
          <p:nvPr/>
        </p:nvSpPr>
        <p:spPr>
          <a:xfrm>
            <a:off x="6938010" y="4010660"/>
            <a:ext cx="979487" cy="190500"/>
          </a:xfrm>
          <a:prstGeom prst="rect">
            <a:avLst/>
          </a:prstGeom>
          <a:noFill/>
        </p:spPr>
        <p:txBody>
          <a:bodyPr wrap="square" lIns="0" tIns="0" rIns="0" bIns="0" rtlCol="0">
            <a:spAutoFit/>
          </a:bodyPr>
          <a:lstStyle/>
          <a:p>
            <a:pPr marL="0" marR="0" indent="0" eaLnBrk="0">
              <a:lnSpc>
                <a:spcPct val="100000"/>
              </a:lnSpc>
            </a:pPr>
            <a:r>
              <a:rPr lang="en-US" altLang="zh-CN" sz="1875" b="1" kern="0" spc="-25" baseline="4109" noProof="0" dirty="0">
                <a:solidFill>
                  <a:srgbClr val="1E293B"/>
                </a:solidFill>
                <a:latin typeface="SimHei" pitchFamily="49" charset="0"/>
                <a:ea typeface="SimHei" pitchFamily="49" charset="0"/>
                <a:cs typeface="SimHei" pitchFamily="49" charset="0"/>
              </a:rPr>
              <a:t>关键问题列表</a:t>
            </a:r>
          </a:p>
        </p:txBody>
      </p:sp>
      <p:sp>
        <p:nvSpPr>
          <p:cNvPr id="830" name="TextBox830"/>
          <p:cNvSpPr txBox="1"/>
          <p:nvPr/>
        </p:nvSpPr>
        <p:spPr>
          <a:xfrm>
            <a:off x="6602731" y="4772025"/>
            <a:ext cx="3449637" cy="449262"/>
          </a:xfrm>
          <a:prstGeom prst="rect">
            <a:avLst/>
          </a:prstGeom>
          <a:noFill/>
        </p:spPr>
        <p:txBody>
          <a:bodyPr wrap="square" lIns="0" tIns="14605" rIns="0" bIns="0" rtlCol="0">
            <a:spAutoFit/>
          </a:bodyPr>
          <a:lstStyle/>
          <a:p>
            <a:pPr marL="335280" marR="0" indent="0" eaLnBrk="0">
              <a:lnSpc>
                <a:spcPct val="93333"/>
              </a:lnSpc>
              <a:spcBef>
                <a:spcPts val="114"/>
              </a:spcBef>
              <a:spcAft>
                <a:spcPts val="35"/>
              </a:spcAft>
            </a:pPr>
            <a:r>
              <a:rPr lang="en-US" altLang="zh-CN" sz="1250" b="1" kern="0" spc="-15" baseline="0" noProof="0" dirty="0">
                <a:solidFill>
                  <a:srgbClr val="1E293B"/>
                </a:solidFill>
                <a:latin typeface="SimHei" pitchFamily="49" charset="0"/>
                <a:ea typeface="SimHei" pitchFamily="49" charset="0"/>
                <a:cs typeface="SimHei" pitchFamily="49" charset="0"/>
              </a:rPr>
              <a:t>文档归档</a:t>
            </a:r>
          </a:p>
          <a:p>
            <a:pPr marL="0" marR="0" indent="0" eaLnBrk="0">
              <a:lnSpc>
                <a:spcPct val="74166"/>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00000"/>
              </a:lnSpc>
            </a:pPr>
            <a:r>
              <a:rPr lang="en-US" altLang="zh-CN" sz="950" kern="0" spc="0" baseline="0" noProof="0" dirty="0">
                <a:solidFill>
                  <a:srgbClr val="64748B"/>
                </a:solidFill>
                <a:latin typeface="SimHei" pitchFamily="49" charset="0"/>
                <a:ea typeface="SimHei" pitchFamily="49" charset="0"/>
                <a:cs typeface="SimHei" pitchFamily="49" charset="0"/>
              </a:rPr>
              <a:t>DESIGN.md</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PLAN.md</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REVIEW.md</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a:t>
            </a:r>
            <a:r>
              <a:rPr lang="en-US" altLang="zh-CN" sz="950" kern="0" spc="-15" baseline="0" noProof="0" dirty="0">
                <a:latin typeface="SimHei" pitchFamily="49" charset="0"/>
                <a:ea typeface="SimHei" pitchFamily="49" charset="0"/>
                <a:cs typeface="SimHei" pitchFamily="49" charset="0"/>
              </a:rPr>
              <a:t> </a:t>
            </a:r>
            <a:r>
              <a:rPr lang="en-US" altLang="zh-CN" sz="950" kern="0" spc="0" baseline="0" noProof="0" dirty="0">
                <a:solidFill>
                  <a:srgbClr val="64748B"/>
                </a:solidFill>
                <a:latin typeface="SimHei" pitchFamily="49" charset="0"/>
                <a:ea typeface="SimHei" pitchFamily="49" charset="0"/>
                <a:cs typeface="SimHei" pitchFamily="49" charset="0"/>
              </a:rPr>
              <a:t>WALKTHROUGH.md</a:t>
            </a:r>
          </a:p>
        </p:txBody>
      </p:sp>
      <p:pic>
        <p:nvPicPr>
          <p:cNvPr id="831" name="758D6E80-7312-487E-C450-B833F2FABFFF"/>
          <p:cNvPicPr>
            <a:picLocks noChangeAspect="1"/>
          </p:cNvPicPr>
          <p:nvPr/>
        </p:nvPicPr>
        <p:blipFill>
          <a:blip r:embed="rId6" cstate="print">
            <a:extLst>
              <a:ext uri="{55179C20-1ECE-4907-0420-77F45AAFD5EA}"/>
            </a:extLst>
          </a:blip>
          <a:srcRect/>
          <a:stretch>
            <a:fillRect/>
          </a:stretch>
        </p:blipFill>
        <p:spPr>
          <a:xfrm>
            <a:off x="380365" y="6238875"/>
            <a:ext cx="11455400" cy="520700"/>
          </a:xfrm>
          <a:prstGeom prst="rect">
            <a:avLst/>
          </a:prstGeom>
        </p:spPr>
      </p:pic>
      <p:sp>
        <p:nvSpPr>
          <p:cNvPr id="832" name="VectorPath 832"/>
          <p:cNvSpPr/>
          <p:nvPr/>
        </p:nvSpPr>
        <p:spPr>
          <a:xfrm>
            <a:off x="380365" y="6238875"/>
            <a:ext cx="36195" cy="516255"/>
          </a:xfrm>
          <a:custGeom>
            <a:avLst/>
            <a:gdLst/>
            <a:ahLst/>
            <a:cxnLst/>
            <a:rect l="l" t="t" r="r" b="b"/>
            <a:pathLst>
              <a:path w="36132" h="516166">
                <a:moveTo>
                  <a:pt x="36233" y="0"/>
                </a:moveTo>
                <a:lnTo>
                  <a:pt x="36233" y="0"/>
                </a:lnTo>
                <a:lnTo>
                  <a:pt x="36233" y="516303"/>
                </a:lnTo>
                <a:lnTo>
                  <a:pt x="36233" y="516303"/>
                </a:lnTo>
                <a:cubicBezTo>
                  <a:pt x="16231" y="516303"/>
                  <a:pt x="0" y="500083"/>
                  <a:pt x="0" y="480073"/>
                </a:cubicBezTo>
                <a:lnTo>
                  <a:pt x="0" y="36233"/>
                </a:lnTo>
                <a:cubicBezTo>
                  <a:pt x="0" y="16218"/>
                  <a:pt x="16231" y="0"/>
                  <a:pt x="36233" y="0"/>
                </a:cubicBezTo>
              </a:path>
            </a:pathLst>
          </a:custGeom>
          <a:solidFill>
            <a:srgbClr val="64748B">
              <a:alpha val="100000"/>
            </a:srgbClr>
          </a:solidFill>
        </p:spPr>
      </p:sp>
      <p:sp>
        <p:nvSpPr>
          <p:cNvPr id="833" name="VectorPath 833"/>
          <p:cNvSpPr/>
          <p:nvPr/>
        </p:nvSpPr>
        <p:spPr>
          <a:xfrm>
            <a:off x="560705" y="6419216"/>
            <a:ext cx="146050" cy="120650"/>
          </a:xfrm>
          <a:custGeom>
            <a:avLst/>
            <a:gdLst/>
            <a:ahLst/>
            <a:cxnLst/>
            <a:rect l="l" t="t" r="r" b="b"/>
            <a:pathLst>
              <a:path w="145605" h="120650">
                <a:moveTo>
                  <a:pt x="38557" y="2121"/>
                </a:moveTo>
                <a:cubicBezTo>
                  <a:pt x="41643" y="4280"/>
                  <a:pt x="42380" y="8522"/>
                  <a:pt x="40234" y="11582"/>
                </a:cubicBezTo>
                <a:lnTo>
                  <a:pt x="24371" y="34227"/>
                </a:lnTo>
                <a:cubicBezTo>
                  <a:pt x="23216" y="35865"/>
                  <a:pt x="21399" y="36919"/>
                  <a:pt x="19393" y="37084"/>
                </a:cubicBezTo>
                <a:cubicBezTo>
                  <a:pt x="17386" y="37249"/>
                  <a:pt x="15405" y="36576"/>
                  <a:pt x="13983" y="35154"/>
                </a:cubicBezTo>
                <a:lnTo>
                  <a:pt x="2667" y="23838"/>
                </a:lnTo>
                <a:cubicBezTo>
                  <a:pt x="38" y="21171"/>
                  <a:pt x="38" y="16878"/>
                  <a:pt x="2667" y="14211"/>
                </a:cubicBezTo>
                <a:cubicBezTo>
                  <a:pt x="5296" y="11557"/>
                  <a:pt x="9627" y="11582"/>
                  <a:pt x="12294" y="14211"/>
                </a:cubicBezTo>
                <a:lnTo>
                  <a:pt x="17894" y="19812"/>
                </a:lnTo>
                <a:lnTo>
                  <a:pt x="29108" y="3797"/>
                </a:lnTo>
                <a:cubicBezTo>
                  <a:pt x="31255" y="711"/>
                  <a:pt x="35497" y="-25"/>
                  <a:pt x="38557" y="2121"/>
                </a:cubicBezTo>
                <a:moveTo>
                  <a:pt x="38557" y="47422"/>
                </a:moveTo>
                <a:cubicBezTo>
                  <a:pt x="41643" y="49568"/>
                  <a:pt x="42380" y="53810"/>
                  <a:pt x="40234" y="56871"/>
                </a:cubicBezTo>
                <a:lnTo>
                  <a:pt x="24371" y="79515"/>
                </a:lnTo>
                <a:cubicBezTo>
                  <a:pt x="23216" y="81153"/>
                  <a:pt x="21399" y="82207"/>
                  <a:pt x="19393" y="82372"/>
                </a:cubicBezTo>
                <a:cubicBezTo>
                  <a:pt x="17386" y="82537"/>
                  <a:pt x="15405" y="81864"/>
                  <a:pt x="13983" y="80454"/>
                </a:cubicBezTo>
                <a:lnTo>
                  <a:pt x="2667" y="69126"/>
                </a:lnTo>
                <a:cubicBezTo>
                  <a:pt x="0" y="66472"/>
                  <a:pt x="0" y="62167"/>
                  <a:pt x="2667" y="59525"/>
                </a:cubicBezTo>
                <a:cubicBezTo>
                  <a:pt x="5321" y="56896"/>
                  <a:pt x="9627" y="56871"/>
                  <a:pt x="12255" y="59525"/>
                </a:cubicBezTo>
                <a:lnTo>
                  <a:pt x="17869" y="65138"/>
                </a:lnTo>
                <a:lnTo>
                  <a:pt x="29070" y="49111"/>
                </a:lnTo>
                <a:cubicBezTo>
                  <a:pt x="31229" y="46025"/>
                  <a:pt x="35471" y="45288"/>
                  <a:pt x="38532" y="47447"/>
                </a:cubicBezTo>
                <a:lnTo>
                  <a:pt x="38557" y="47422"/>
                </a:lnTo>
                <a:close/>
                <a:moveTo>
                  <a:pt x="64097" y="19025"/>
                </a:moveTo>
                <a:cubicBezTo>
                  <a:pt x="64097" y="14021"/>
                  <a:pt x="68135" y="9969"/>
                  <a:pt x="73152" y="9969"/>
                </a:cubicBezTo>
                <a:lnTo>
                  <a:pt x="136550" y="9969"/>
                </a:lnTo>
                <a:cubicBezTo>
                  <a:pt x="141567" y="9969"/>
                  <a:pt x="145605" y="14021"/>
                  <a:pt x="145605" y="19025"/>
                </a:cubicBezTo>
                <a:cubicBezTo>
                  <a:pt x="145605" y="24028"/>
                  <a:pt x="141567" y="28080"/>
                  <a:pt x="136550" y="28080"/>
                </a:cubicBezTo>
                <a:lnTo>
                  <a:pt x="73152" y="28080"/>
                </a:lnTo>
                <a:cubicBezTo>
                  <a:pt x="68135" y="28080"/>
                  <a:pt x="64097" y="24028"/>
                  <a:pt x="64097" y="19025"/>
                </a:cubicBezTo>
                <a:moveTo>
                  <a:pt x="64097" y="64313"/>
                </a:moveTo>
                <a:cubicBezTo>
                  <a:pt x="64097" y="59309"/>
                  <a:pt x="68135" y="55258"/>
                  <a:pt x="73152" y="55258"/>
                </a:cubicBezTo>
                <a:lnTo>
                  <a:pt x="136550" y="55258"/>
                </a:lnTo>
                <a:cubicBezTo>
                  <a:pt x="141567" y="55258"/>
                  <a:pt x="145605" y="59309"/>
                  <a:pt x="145605" y="64313"/>
                </a:cubicBezTo>
                <a:cubicBezTo>
                  <a:pt x="145605" y="69329"/>
                  <a:pt x="141567" y="73368"/>
                  <a:pt x="136550" y="73368"/>
                </a:cubicBezTo>
                <a:lnTo>
                  <a:pt x="73152" y="73368"/>
                </a:lnTo>
                <a:cubicBezTo>
                  <a:pt x="68135" y="73368"/>
                  <a:pt x="64097" y="69329"/>
                  <a:pt x="64097" y="64313"/>
                </a:cubicBezTo>
                <a:moveTo>
                  <a:pt x="45974" y="109601"/>
                </a:moveTo>
                <a:cubicBezTo>
                  <a:pt x="45974" y="104597"/>
                  <a:pt x="50025" y="100546"/>
                  <a:pt x="55029" y="100546"/>
                </a:cubicBezTo>
                <a:lnTo>
                  <a:pt x="136550" y="100546"/>
                </a:lnTo>
                <a:cubicBezTo>
                  <a:pt x="141567" y="100546"/>
                  <a:pt x="145605" y="104597"/>
                  <a:pt x="145605" y="109601"/>
                </a:cubicBezTo>
                <a:cubicBezTo>
                  <a:pt x="145605" y="114617"/>
                  <a:pt x="141567" y="118656"/>
                  <a:pt x="136550" y="118656"/>
                </a:cubicBezTo>
                <a:lnTo>
                  <a:pt x="55029" y="118656"/>
                </a:lnTo>
                <a:cubicBezTo>
                  <a:pt x="50025" y="118656"/>
                  <a:pt x="45974" y="114617"/>
                  <a:pt x="45974" y="109601"/>
                </a:cubicBezTo>
                <a:moveTo>
                  <a:pt x="18796" y="98285"/>
                </a:moveTo>
                <a:cubicBezTo>
                  <a:pt x="25044" y="98285"/>
                  <a:pt x="30124" y="103353"/>
                  <a:pt x="30124" y="109601"/>
                </a:cubicBezTo>
                <a:cubicBezTo>
                  <a:pt x="30124" y="115849"/>
                  <a:pt x="25044" y="120929"/>
                  <a:pt x="18796" y="120929"/>
                </a:cubicBezTo>
                <a:cubicBezTo>
                  <a:pt x="12548" y="120929"/>
                  <a:pt x="7480" y="115849"/>
                  <a:pt x="7480" y="109601"/>
                </a:cubicBezTo>
                <a:cubicBezTo>
                  <a:pt x="7480" y="103353"/>
                  <a:pt x="12548" y="98285"/>
                  <a:pt x="18796" y="98285"/>
                </a:cubicBezTo>
              </a:path>
            </a:pathLst>
          </a:custGeom>
          <a:solidFill>
            <a:srgbClr val="64748B">
              <a:alpha val="100000"/>
            </a:srgbClr>
          </a:solidFill>
        </p:spPr>
      </p:sp>
      <p:sp>
        <p:nvSpPr>
          <p:cNvPr id="834" name="TextBox834"/>
          <p:cNvSpPr txBox="1"/>
          <p:nvPr/>
        </p:nvSpPr>
        <p:spPr>
          <a:xfrm>
            <a:off x="776605" y="6429375"/>
            <a:ext cx="4073525" cy="168275"/>
          </a:xfrm>
          <a:prstGeom prst="rect">
            <a:avLst/>
          </a:prstGeom>
          <a:noFill/>
        </p:spPr>
        <p:txBody>
          <a:bodyPr wrap="square" lIns="0" tIns="0" rIns="0" bIns="0" rtlCol="0">
            <a:spAutoFit/>
          </a:bodyPr>
          <a:lstStyle/>
          <a:p>
            <a:pPr marL="0" marR="0" indent="0" eaLnBrk="0">
              <a:lnSpc>
                <a:spcPct val="100000"/>
              </a:lnSpc>
            </a:pPr>
            <a:r>
              <a:rPr lang="en-US" altLang="zh-CN" sz="1650" b="1" kern="0" spc="-60" baseline="4124" noProof="0" dirty="0">
                <a:solidFill>
                  <a:srgbClr val="1E293B"/>
                </a:solidFill>
                <a:latin typeface="SimHei" pitchFamily="49" charset="0"/>
                <a:ea typeface="SimHei" pitchFamily="49" charset="0"/>
                <a:cs typeface="SimHei" pitchFamily="49" charset="0"/>
              </a:rPr>
              <a:t>性能验收流程：</a:t>
            </a:r>
            <a:r>
              <a:rPr lang="en-US" altLang="zh-CN" sz="1650" kern="0" spc="-60" baseline="4124" noProof="0" dirty="0">
                <a:solidFill>
                  <a:srgbClr val="1E293B"/>
                </a:solidFill>
                <a:latin typeface="SimHei" pitchFamily="49" charset="0"/>
                <a:ea typeface="SimHei" pitchFamily="49" charset="0"/>
                <a:cs typeface="SimHei" pitchFamily="49" charset="0"/>
              </a:rPr>
              <a:t>调用</a:t>
            </a:r>
            <a:r>
              <a:rPr lang="en-US" altLang="zh-CN" sz="1650" kern="0" spc="-265" baseline="4124" noProof="0" dirty="0">
                <a:latin typeface="SimHei" pitchFamily="49" charset="0"/>
                <a:ea typeface="SimHei" pitchFamily="49" charset="0"/>
                <a:cs typeface="SimHei" pitchFamily="49" charset="0"/>
              </a:rPr>
              <a:t> </a:t>
            </a:r>
            <a:r>
              <a:rPr lang="en-US" altLang="zh-CN" sz="1650" kern="0" spc="-25" baseline="4124" noProof="0" dirty="0">
                <a:solidFill>
                  <a:srgbClr val="64748B"/>
                </a:solidFill>
                <a:latin typeface="SimHei" pitchFamily="49" charset="0"/>
                <a:ea typeface="SimHei" pitchFamily="49" charset="0"/>
                <a:cs typeface="SimHei" pitchFamily="49" charset="0"/>
              </a:rPr>
              <a:t>ops-profiling</a:t>
            </a:r>
            <a:r>
              <a:rPr lang="en-US" altLang="zh-CN" sz="1650" kern="0" spc="-265" baseline="4124" noProof="0" dirty="0">
                <a:latin typeface="SimHei" pitchFamily="49" charset="0"/>
                <a:ea typeface="SimHei" pitchFamily="49" charset="0"/>
                <a:cs typeface="SimHei" pitchFamily="49" charset="0"/>
              </a:rPr>
              <a:t> </a:t>
            </a:r>
            <a:r>
              <a:rPr lang="en-US" altLang="zh-CN" sz="1650" kern="0" spc="-25" baseline="4124" noProof="0" dirty="0">
                <a:solidFill>
                  <a:srgbClr val="1E293B"/>
                </a:solidFill>
                <a:latin typeface="SimHei" pitchFamily="49" charset="0"/>
                <a:ea typeface="SimHei" pitchFamily="49" charset="0"/>
                <a:cs typeface="SimHei" pitchFamily="49" charset="0"/>
              </a:rPr>
              <a:t>Skill</a:t>
            </a:r>
            <a:r>
              <a:rPr lang="en-US" altLang="zh-CN" sz="1650" kern="0" spc="-265" baseline="4124" noProof="0" dirty="0">
                <a:latin typeface="SimHei" pitchFamily="49" charset="0"/>
                <a:ea typeface="SimHei" pitchFamily="49" charset="0"/>
                <a:cs typeface="SimHei" pitchFamily="49" charset="0"/>
              </a:rPr>
              <a:t> </a:t>
            </a:r>
            <a:r>
              <a:rPr lang="en-US" altLang="zh-CN" sz="1650" kern="0" spc="-40" baseline="4124" noProof="0" dirty="0">
                <a:solidFill>
                  <a:srgbClr val="1E293B"/>
                </a:solidFill>
                <a:latin typeface="SimHei" pitchFamily="49" charset="0"/>
                <a:ea typeface="SimHei" pitchFamily="49" charset="0"/>
                <a:cs typeface="SimHei" pitchFamily="49" charset="0"/>
              </a:rPr>
              <a:t>→</a:t>
            </a:r>
            <a:r>
              <a:rPr lang="en-US" altLang="zh-CN" sz="1650" kern="0" spc="-265" baseline="4124" noProof="0" dirty="0">
                <a:latin typeface="SimHei" pitchFamily="49" charset="0"/>
                <a:ea typeface="SimHei" pitchFamily="49" charset="0"/>
                <a:cs typeface="SimHei" pitchFamily="49" charset="0"/>
              </a:rPr>
              <a:t> </a:t>
            </a:r>
            <a:r>
              <a:rPr lang="en-US" altLang="zh-CN" sz="1650" kern="0" spc="-40" baseline="4124" noProof="0" dirty="0">
                <a:solidFill>
                  <a:srgbClr val="1E293B"/>
                </a:solidFill>
                <a:latin typeface="SimHei" pitchFamily="49" charset="0"/>
                <a:ea typeface="SimHei" pitchFamily="49" charset="0"/>
                <a:cs typeface="SimHei" pitchFamily="49" charset="0"/>
              </a:rPr>
              <a:t>数据归档到</a:t>
            </a:r>
            <a:r>
              <a:rPr lang="en-US" altLang="zh-CN" sz="1650" kern="0" spc="-25" baseline="4124" noProof="0" dirty="0">
                <a:solidFill>
                  <a:srgbClr val="1E293B"/>
                </a:solidFill>
                <a:latin typeface="SimHei" pitchFamily="49" charset="0"/>
                <a:ea typeface="SimHei" pitchFamily="49" charset="0"/>
                <a:cs typeface="SimHei" pitchFamily="49" charset="0"/>
              </a:rPr>
              <a:t>perf/</a:t>
            </a:r>
            <a:r>
              <a:rPr lang="en-US" altLang="zh-CN" sz="1650" kern="0" spc="-40" baseline="4124" noProof="0" dirty="0">
                <a:solidFill>
                  <a:srgbClr val="1E293B"/>
                </a:solidFill>
                <a:latin typeface="SimHei" pitchFamily="49" charset="0"/>
                <a:ea typeface="SimHei" pitchFamily="49" charset="0"/>
                <a:cs typeface="SimHei" pitchFamily="49" charset="0"/>
              </a:rPr>
              <a:t>目录</a:t>
            </a:r>
          </a:p>
        </p:txBody>
      </p:sp>
    </p:spTree>
    <p:extLst>
      <p:ext uri="{0F2909DC-2397-484B-A422-03AD92F149EA}"/>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 name="TextBox835"/>
          <p:cNvSpPr txBox="1"/>
          <p:nvPr/>
        </p:nvSpPr>
        <p:spPr>
          <a:xfrm>
            <a:off x="1628140" y="2665095"/>
            <a:ext cx="1219200" cy="731837"/>
          </a:xfrm>
          <a:prstGeom prst="rect">
            <a:avLst/>
          </a:prstGeom>
          <a:noFill/>
        </p:spPr>
        <p:txBody>
          <a:bodyPr wrap="square" lIns="0" tIns="0" rIns="0" bIns="0" rtlCol="0">
            <a:spAutoFit/>
          </a:bodyPr>
          <a:lstStyle/>
          <a:p>
            <a:pPr marL="0" marR="0" indent="0" eaLnBrk="0">
              <a:lnSpc>
                <a:spcPct val="100000"/>
              </a:lnSpc>
            </a:pPr>
            <a:r>
              <a:rPr lang="en-US" altLang="zh-CN" sz="4800" kern="0" spc="-15" baseline="0" noProof="0" dirty="0">
                <a:solidFill>
                  <a:srgbClr val="6F6F6F"/>
                </a:solidFill>
                <a:latin typeface="SimHei" pitchFamily="49" charset="0"/>
                <a:ea typeface="SimHei" pitchFamily="49" charset="0"/>
                <a:cs typeface="SimHei" pitchFamily="49" charset="0"/>
              </a:rPr>
              <a:t>目录</a:t>
            </a:r>
          </a:p>
        </p:txBody>
      </p:sp>
      <p:sp>
        <p:nvSpPr>
          <p:cNvPr id="836" name="TextBox836"/>
          <p:cNvSpPr txBox="1"/>
          <p:nvPr/>
        </p:nvSpPr>
        <p:spPr>
          <a:xfrm>
            <a:off x="711835" y="6193155"/>
            <a:ext cx="1882775" cy="146050"/>
          </a:xfrm>
          <a:prstGeom prst="rect">
            <a:avLst/>
          </a:prstGeom>
          <a:noFill/>
        </p:spPr>
        <p:txBody>
          <a:bodyPr wrap="square" lIns="0" tIns="0" rIns="0" bIns="0" rtlCol="0">
            <a:spAutoFit/>
          </a:bodyPr>
          <a:lstStyle/>
          <a:p>
            <a:pPr marL="0" marR="0" indent="0" eaLnBrk="0">
              <a:lnSpc>
                <a:spcPct val="100000"/>
              </a:lnSpc>
            </a:pP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https</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gitcode.c</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om</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/c</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ann/</a:t>
            </a:r>
            <a:r>
              <a:rPr lang="en-US" altLang="zh-CN" sz="1425" kern="0" spc="50" baseline="8094" noProof="0" dirty="0">
                <a:solidFill>
                  <a:srgbClr val="7F7F7F"/>
                </a:solidFill>
                <a:latin typeface="Microsoft YaHei" pitchFamily="34" charset="0"/>
                <a:ea typeface="Microsoft YaHei" pitchFamily="34" charset="0"/>
                <a:cs typeface="Microsoft YaHei" pitchFamily="34" charset="0"/>
              </a:rPr>
              <a:t>s</a:t>
            </a:r>
            <a:r>
              <a:rPr lang="en-US" altLang="zh-CN" sz="1425" kern="0" spc="15" baseline="8094" noProof="0" dirty="0">
                <a:solidFill>
                  <a:srgbClr val="7F7F7F"/>
                </a:solidFill>
                <a:latin typeface="Microsoft YaHei" pitchFamily="34" charset="0"/>
                <a:ea typeface="Microsoft YaHei" pitchFamily="34" charset="0"/>
                <a:cs typeface="Microsoft YaHei" pitchFamily="34" charset="0"/>
              </a:rPr>
              <a:t>kil</a:t>
            </a:r>
            <a:r>
              <a:rPr lang="en-US" altLang="zh-CN" sz="1425" kern="0" spc="35" baseline="8094" noProof="0" dirty="0">
                <a:solidFill>
                  <a:srgbClr val="7F7F7F"/>
                </a:solidFill>
                <a:latin typeface="Microsoft YaHei" pitchFamily="34" charset="0"/>
                <a:ea typeface="Microsoft YaHei" pitchFamily="34" charset="0"/>
                <a:cs typeface="Microsoft YaHei" pitchFamily="34" charset="0"/>
              </a:rPr>
              <a:t>ls</a:t>
            </a:r>
            <a:r>
              <a:rPr lang="en-US" altLang="zh-CN" sz="1425" kern="0" spc="-325" baseline="8094" noProof="0" dirty="0">
                <a:latin typeface="Microsoft YaHei" pitchFamily="34" charset="0"/>
                <a:ea typeface="Microsoft YaHei" pitchFamily="34" charset="0"/>
                <a:cs typeface="Microsoft YaHei" pitchFamily="34" charset="0"/>
              </a:rPr>
              <a:t> </a:t>
            </a:r>
          </a:p>
        </p:txBody>
      </p:sp>
      <p:sp>
        <p:nvSpPr>
          <p:cNvPr id="837" name="TextBox837">
            <a:hlinkClick r:id="rId3"/>
          </p:cNvPr>
          <p:cNvSpPr txBox="1"/>
          <p:nvPr/>
        </p:nvSpPr>
        <p:spPr>
          <a:xfrm>
            <a:off x="711835" y="6196965"/>
            <a:ext cx="1882775" cy="134937"/>
          </a:xfrm>
          <a:prstGeom prst="rect">
            <a:avLst/>
          </a:prstGeom>
          <a:noFill/>
        </p:spPr>
        <p:txBody>
          <a:bodyPr wrap="square" lIns="0" tIns="0" rIns="0" bIns="0" rtlCol="0">
            <a:spAutoFit/>
          </a:bodyPr>
          <a:lstStyle/>
          <a:p>
            <a:pPr marL="0" marR="0" indent="0" algn="just" eaLnBrk="0">
              <a:lnSpc>
                <a:spcPct val="88333"/>
              </a:lnSpc>
            </a:pPr>
            <a:endParaRPr lang="en-US" altLang="zh-CN" sz="1000" kern="0" spc="0" baseline="0" noProof="0" dirty="0">
              <a:solidFill>
                <a:srgbClr val="000000"/>
              </a:solidFill>
              <a:latin typeface="Arial" pitchFamily="34" charset="0"/>
              <a:ea typeface="Arial" pitchFamily="34" charset="0"/>
              <a:cs typeface="Arial" pitchFamily="34" charset="0"/>
            </a:endParaRPr>
          </a:p>
        </p:txBody>
      </p:sp>
      <p:sp>
        <p:nvSpPr>
          <p:cNvPr id="838" name="VectorPath 838"/>
          <p:cNvSpPr/>
          <p:nvPr/>
        </p:nvSpPr>
        <p:spPr>
          <a:xfrm>
            <a:off x="3949700" y="1884045"/>
            <a:ext cx="24765" cy="3752215"/>
          </a:xfrm>
          <a:custGeom>
            <a:avLst/>
            <a:gdLst/>
            <a:ahLst/>
            <a:cxnLst/>
            <a:rect l="l" t="t" r="r" b="b"/>
            <a:pathLst>
              <a:path w="24532" h="3752215">
                <a:moveTo>
                  <a:pt x="6371" y="6350"/>
                </a:moveTo>
                <a:lnTo>
                  <a:pt x="18436" y="3745865"/>
                </a:lnTo>
              </a:path>
            </a:pathLst>
          </a:custGeom>
          <a:ln w="12700" cap="flat" cmpd="sng">
            <a:solidFill>
              <a:srgbClr val="A6A6A6">
                <a:alpha val="100000"/>
              </a:srgbClr>
            </a:solidFill>
            <a:round/>
          </a:ln>
        </p:spPr>
      </p:sp>
      <p:grpSp>
        <p:nvGrpSpPr>
          <p:cNvPr id="839" name="Combination 839"/>
          <p:cNvGrpSpPr/>
          <p:nvPr/>
        </p:nvGrpSpPr>
        <p:grpSpPr>
          <a:xfrm>
            <a:off x="5153025" y="1814195"/>
            <a:ext cx="4492625" cy="605790"/>
            <a:chOff x="5153025" y="1814195"/>
            <a:chExt cx="4492625" cy="605790"/>
          </a:xfrm>
        </p:grpSpPr>
        <p:sp>
          <p:nvSpPr>
            <p:cNvPr id="840" name="VectorPath 840"/>
            <p:cNvSpPr/>
            <p:nvPr/>
          </p:nvSpPr>
          <p:spPr>
            <a:xfrm>
              <a:off x="5157724" y="1818831"/>
              <a:ext cx="4483227" cy="596074"/>
            </a:xfrm>
            <a:custGeom>
              <a:avLst/>
              <a:gdLst/>
              <a:ahLst/>
              <a:cxnLst/>
              <a:rect l="l" t="t" r="r" b="b"/>
              <a:pathLst>
                <a:path w="4483227" h="596074">
                  <a:moveTo>
                    <a:pt x="0" y="596074"/>
                  </a:moveTo>
                  <a:lnTo>
                    <a:pt x="4483227" y="596074"/>
                  </a:lnTo>
                  <a:lnTo>
                    <a:pt x="4483227" y="0"/>
                  </a:lnTo>
                  <a:lnTo>
                    <a:pt x="0" y="0"/>
                  </a:lnTo>
                  <a:lnTo>
                    <a:pt x="0" y="596074"/>
                  </a:lnTo>
                  <a:close/>
                </a:path>
              </a:pathLst>
            </a:custGeom>
            <a:solidFill>
              <a:srgbClr val="F2F2F2">
                <a:alpha val="100000"/>
              </a:srgbClr>
            </a:solidFill>
          </p:spPr>
        </p:sp>
        <p:sp>
          <p:nvSpPr>
            <p:cNvPr id="841" name="VectorPath 841"/>
            <p:cNvSpPr/>
            <p:nvPr/>
          </p:nvSpPr>
          <p:spPr>
            <a:xfrm>
              <a:off x="5152962" y="1814068"/>
              <a:ext cx="4492752" cy="605600"/>
            </a:xfrm>
            <a:custGeom>
              <a:avLst/>
              <a:gdLst/>
              <a:ahLst/>
              <a:cxnLst/>
              <a:rect l="l" t="t" r="r" b="b"/>
              <a:pathLst>
                <a:path w="4492625" h="605473">
                  <a:moveTo>
                    <a:pt x="4699" y="600710"/>
                  </a:moveTo>
                  <a:lnTo>
                    <a:pt x="4487926" y="600710"/>
                  </a:lnTo>
                  <a:lnTo>
                    <a:pt x="4487926" y="4636"/>
                  </a:lnTo>
                  <a:lnTo>
                    <a:pt x="4699" y="4636"/>
                  </a:lnTo>
                  <a:lnTo>
                    <a:pt x="4699" y="600710"/>
                  </a:lnTo>
                  <a:close/>
                </a:path>
              </a:pathLst>
            </a:custGeom>
            <a:ln w="9525" cap="flat" cmpd="sng">
              <a:solidFill>
                <a:srgbClr val="A6A6A6">
                  <a:alpha val="100000"/>
                </a:srgbClr>
              </a:solidFill>
              <a:miter lim="1000000"/>
            </a:ln>
          </p:spPr>
        </p:sp>
      </p:grpSp>
      <p:grpSp>
        <p:nvGrpSpPr>
          <p:cNvPr id="842" name="Combination 842"/>
          <p:cNvGrpSpPr/>
          <p:nvPr/>
        </p:nvGrpSpPr>
        <p:grpSpPr>
          <a:xfrm>
            <a:off x="5153025" y="2964180"/>
            <a:ext cx="4492625" cy="601345"/>
            <a:chOff x="5153025" y="2964180"/>
            <a:chExt cx="4492625" cy="601345"/>
          </a:xfrm>
        </p:grpSpPr>
        <p:sp>
          <p:nvSpPr>
            <p:cNvPr id="843" name="VectorPath 843"/>
            <p:cNvSpPr/>
            <p:nvPr/>
          </p:nvSpPr>
          <p:spPr>
            <a:xfrm>
              <a:off x="5157724" y="2968905"/>
              <a:ext cx="4483227" cy="591795"/>
            </a:xfrm>
            <a:custGeom>
              <a:avLst/>
              <a:gdLst/>
              <a:ahLst/>
              <a:cxnLst/>
              <a:rect l="l" t="t" r="r" b="b"/>
              <a:pathLst>
                <a:path w="4483227" h="591795">
                  <a:moveTo>
                    <a:pt x="0" y="591795"/>
                  </a:moveTo>
                  <a:lnTo>
                    <a:pt x="4483227" y="591795"/>
                  </a:lnTo>
                  <a:lnTo>
                    <a:pt x="4483227" y="0"/>
                  </a:lnTo>
                  <a:lnTo>
                    <a:pt x="0" y="0"/>
                  </a:lnTo>
                  <a:lnTo>
                    <a:pt x="0" y="591795"/>
                  </a:lnTo>
                  <a:close/>
                </a:path>
              </a:pathLst>
            </a:custGeom>
            <a:solidFill>
              <a:srgbClr val="F2F2F2">
                <a:alpha val="100000"/>
              </a:srgbClr>
            </a:solidFill>
          </p:spPr>
        </p:sp>
        <p:sp>
          <p:nvSpPr>
            <p:cNvPr id="844" name="VectorPath 844"/>
            <p:cNvSpPr/>
            <p:nvPr/>
          </p:nvSpPr>
          <p:spPr>
            <a:xfrm>
              <a:off x="5152962" y="2964142"/>
              <a:ext cx="4492752" cy="601320"/>
            </a:xfrm>
            <a:custGeom>
              <a:avLst/>
              <a:gdLst/>
              <a:ahLst/>
              <a:cxnLst/>
              <a:rect l="l" t="t" r="r" b="b"/>
              <a:pathLst>
                <a:path w="4492625" h="601282">
                  <a:moveTo>
                    <a:pt x="4699" y="596519"/>
                  </a:moveTo>
                  <a:lnTo>
                    <a:pt x="4487926" y="596519"/>
                  </a:lnTo>
                  <a:lnTo>
                    <a:pt x="4487926" y="4725"/>
                  </a:lnTo>
                  <a:lnTo>
                    <a:pt x="4699" y="4725"/>
                  </a:lnTo>
                  <a:lnTo>
                    <a:pt x="4699" y="596519"/>
                  </a:lnTo>
                  <a:close/>
                </a:path>
              </a:pathLst>
            </a:custGeom>
            <a:ln w="9525" cap="flat" cmpd="sng">
              <a:solidFill>
                <a:srgbClr val="A6A6A6">
                  <a:alpha val="100000"/>
                </a:srgbClr>
              </a:solidFill>
              <a:miter lim="1000000"/>
            </a:ln>
          </p:spPr>
        </p:sp>
      </p:grpSp>
      <p:grpSp>
        <p:nvGrpSpPr>
          <p:cNvPr id="845" name="Combination 845"/>
          <p:cNvGrpSpPr/>
          <p:nvPr/>
        </p:nvGrpSpPr>
        <p:grpSpPr>
          <a:xfrm>
            <a:off x="5153025" y="3995420"/>
            <a:ext cx="4492625" cy="596900"/>
            <a:chOff x="5153025" y="3995420"/>
            <a:chExt cx="4492625" cy="596900"/>
          </a:xfrm>
        </p:grpSpPr>
        <p:sp>
          <p:nvSpPr>
            <p:cNvPr id="846" name="VectorPath 846"/>
            <p:cNvSpPr/>
            <p:nvPr/>
          </p:nvSpPr>
          <p:spPr>
            <a:xfrm>
              <a:off x="5157724" y="4000361"/>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F2F2F2">
                <a:alpha val="100000"/>
              </a:srgbClr>
            </a:solidFill>
          </p:spPr>
        </p:sp>
        <p:sp>
          <p:nvSpPr>
            <p:cNvPr id="847" name="VectorPath 847"/>
            <p:cNvSpPr/>
            <p:nvPr/>
          </p:nvSpPr>
          <p:spPr>
            <a:xfrm>
              <a:off x="5152962" y="3995598"/>
              <a:ext cx="4492752" cy="597040"/>
            </a:xfrm>
            <a:custGeom>
              <a:avLst/>
              <a:gdLst/>
              <a:ahLst/>
              <a:cxnLst/>
              <a:rect l="l" t="t" r="r" b="b"/>
              <a:pathLst>
                <a:path w="4492625" h="596722">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grpSp>
        <p:nvGrpSpPr>
          <p:cNvPr id="848" name="Combination 848"/>
          <p:cNvGrpSpPr/>
          <p:nvPr/>
        </p:nvGrpSpPr>
        <p:grpSpPr>
          <a:xfrm>
            <a:off x="5153025" y="5022850"/>
            <a:ext cx="4492625" cy="597535"/>
            <a:chOff x="5153025" y="5022850"/>
            <a:chExt cx="4492625" cy="597535"/>
          </a:xfrm>
        </p:grpSpPr>
        <p:sp>
          <p:nvSpPr>
            <p:cNvPr id="849" name="VectorPath 849"/>
            <p:cNvSpPr/>
            <p:nvPr/>
          </p:nvSpPr>
          <p:spPr>
            <a:xfrm>
              <a:off x="5157724" y="5027816"/>
              <a:ext cx="4483227" cy="587515"/>
            </a:xfrm>
            <a:custGeom>
              <a:avLst/>
              <a:gdLst/>
              <a:ahLst/>
              <a:cxnLst/>
              <a:rect l="l" t="t" r="r" b="b"/>
              <a:pathLst>
                <a:path w="4483227" h="587515">
                  <a:moveTo>
                    <a:pt x="0" y="587515"/>
                  </a:moveTo>
                  <a:lnTo>
                    <a:pt x="4483227" y="587515"/>
                  </a:lnTo>
                  <a:lnTo>
                    <a:pt x="4483227" y="0"/>
                  </a:lnTo>
                  <a:lnTo>
                    <a:pt x="0" y="0"/>
                  </a:lnTo>
                  <a:lnTo>
                    <a:pt x="0" y="587515"/>
                  </a:lnTo>
                  <a:close/>
                </a:path>
              </a:pathLst>
            </a:custGeom>
            <a:solidFill>
              <a:srgbClr val="C00000">
                <a:alpha val="100000"/>
              </a:srgbClr>
            </a:solidFill>
          </p:spPr>
        </p:sp>
        <p:sp>
          <p:nvSpPr>
            <p:cNvPr id="850" name="VectorPath 850"/>
            <p:cNvSpPr/>
            <p:nvPr/>
          </p:nvSpPr>
          <p:spPr>
            <a:xfrm>
              <a:off x="5152962" y="5023053"/>
              <a:ext cx="4492752" cy="597040"/>
            </a:xfrm>
            <a:custGeom>
              <a:avLst/>
              <a:gdLst/>
              <a:ahLst/>
              <a:cxnLst/>
              <a:rect l="l" t="t" r="r" b="b"/>
              <a:pathLst>
                <a:path w="4492625" h="597040">
                  <a:moveTo>
                    <a:pt x="4699" y="592277"/>
                  </a:moveTo>
                  <a:lnTo>
                    <a:pt x="4487926" y="592277"/>
                  </a:lnTo>
                  <a:lnTo>
                    <a:pt x="4487926" y="4763"/>
                  </a:lnTo>
                  <a:lnTo>
                    <a:pt x="4699" y="4763"/>
                  </a:lnTo>
                  <a:lnTo>
                    <a:pt x="4699" y="592277"/>
                  </a:lnTo>
                  <a:close/>
                </a:path>
              </a:pathLst>
            </a:custGeom>
            <a:ln w="9525" cap="flat" cmpd="sng">
              <a:solidFill>
                <a:srgbClr val="A6A6A6">
                  <a:alpha val="100000"/>
                </a:srgbClr>
              </a:solidFill>
              <a:miter lim="1000000"/>
            </a:ln>
          </p:spPr>
        </p:sp>
      </p:grpSp>
      <p:sp>
        <p:nvSpPr>
          <p:cNvPr id="851" name="TextBox851"/>
          <p:cNvSpPr txBox="1"/>
          <p:nvPr/>
        </p:nvSpPr>
        <p:spPr>
          <a:xfrm>
            <a:off x="5966460" y="1925955"/>
            <a:ext cx="2867025" cy="381000"/>
          </a:xfrm>
          <a:prstGeom prst="rect">
            <a:avLst/>
          </a:prstGeom>
          <a:noFill/>
        </p:spPr>
        <p:txBody>
          <a:bodyPr wrap="square" lIns="0" tIns="0" rIns="0" bIns="0" rtlCol="0">
            <a:spAutoFit/>
          </a:bodyPr>
          <a:lstStyle/>
          <a:p>
            <a:pPr marL="0" marR="0" indent="0" eaLnBrk="0">
              <a:lnSpc>
                <a:spcPct val="103993"/>
              </a:lnSpc>
            </a:pPr>
            <a:r>
              <a:rPr lang="en-US" altLang="zh-CN" sz="3600" kern="0" spc="0" baseline="2838" noProof="0" dirty="0">
                <a:solidFill>
                  <a:srgbClr val="BFBFBF"/>
                </a:solidFill>
                <a:latin typeface="Arial" pitchFamily="34" charset="0"/>
                <a:ea typeface="Arial" pitchFamily="34" charset="0"/>
                <a:cs typeface="Arial" pitchFamily="34" charset="0"/>
              </a:rPr>
              <a:t>Part</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BFBFBF"/>
                </a:solidFill>
                <a:latin typeface="Arial" pitchFamily="34" charset="0"/>
                <a:ea typeface="Arial" pitchFamily="34" charset="0"/>
                <a:cs typeface="Arial" pitchFamily="34" charset="0"/>
              </a:rPr>
              <a:t>1</a:t>
            </a:r>
            <a:r>
              <a:rPr lang="en-US" altLang="zh-CN" sz="3600" kern="0" spc="185" baseline="2838" noProof="0" dirty="0">
                <a:latin typeface="Arial" pitchFamily="34" charset="0"/>
                <a:ea typeface="Arial" pitchFamily="34" charset="0"/>
                <a:cs typeface="Arial" pitchFamily="34" charset="0"/>
              </a:rPr>
              <a:t> </a:t>
            </a:r>
            <a:r>
              <a:rPr lang="en-US" altLang="zh-CN" sz="3600" kern="0" spc="0" baseline="2838" noProof="0" dirty="0">
                <a:solidFill>
                  <a:srgbClr val="BFBFBF"/>
                </a:solidFill>
                <a:latin typeface="Arial" pitchFamily="34" charset="0"/>
                <a:ea typeface="Arial" pitchFamily="34" charset="0"/>
                <a:cs typeface="Arial" pitchFamily="34" charset="0"/>
              </a:rPr>
              <a:t>CANNBot</a:t>
            </a:r>
            <a:r>
              <a:rPr lang="en-US" altLang="zh-CN" sz="3600" kern="0" spc="0" baseline="2838" noProof="0" dirty="0">
                <a:solidFill>
                  <a:srgbClr val="BFBFBF"/>
                </a:solidFill>
                <a:latin typeface="SimHei" pitchFamily="49" charset="0"/>
                <a:ea typeface="SimHei" pitchFamily="49" charset="0"/>
                <a:cs typeface="SimHei" pitchFamily="49" charset="0"/>
              </a:rPr>
              <a:t>概述</a:t>
            </a:r>
          </a:p>
        </p:txBody>
      </p:sp>
      <p:sp>
        <p:nvSpPr>
          <p:cNvPr id="852" name="TextBox852"/>
          <p:cNvSpPr txBox="1"/>
          <p:nvPr/>
        </p:nvSpPr>
        <p:spPr>
          <a:xfrm>
            <a:off x="6334125" y="3088640"/>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2" noProof="0" dirty="0">
                <a:solidFill>
                  <a:srgbClr val="BFBFBF"/>
                </a:solidFill>
                <a:latin typeface="SimHei" pitchFamily="49" charset="0"/>
                <a:ea typeface="SimHei" pitchFamily="49" charset="0"/>
                <a:cs typeface="SimHei" pitchFamily="49" charset="0"/>
              </a:rPr>
              <a:t>Part</a:t>
            </a:r>
            <a:r>
              <a:rPr lang="en-US" altLang="zh-CN" sz="3600" kern="0" spc="-550" baseline="4172" noProof="0" dirty="0">
                <a:latin typeface="SimHei" pitchFamily="49" charset="0"/>
                <a:ea typeface="SimHei" pitchFamily="49" charset="0"/>
                <a:cs typeface="SimHei" pitchFamily="49" charset="0"/>
              </a:rPr>
              <a:t> </a:t>
            </a:r>
            <a:r>
              <a:rPr lang="en-US" altLang="zh-CN" sz="3600" kern="0" spc="-100" baseline="4172" noProof="0" dirty="0">
                <a:solidFill>
                  <a:srgbClr val="BFBFBF"/>
                </a:solidFill>
                <a:latin typeface="SimHei" pitchFamily="49" charset="0"/>
                <a:ea typeface="SimHei" pitchFamily="49" charset="0"/>
                <a:cs typeface="SimHei" pitchFamily="49" charset="0"/>
              </a:rPr>
              <a:t>2</a:t>
            </a:r>
            <a:r>
              <a:rPr lang="en-US" altLang="zh-CN" sz="3600" kern="0" spc="-550" baseline="4172" noProof="0" dirty="0">
                <a:latin typeface="SimHei" pitchFamily="49" charset="0"/>
                <a:ea typeface="SimHei" pitchFamily="49" charset="0"/>
                <a:cs typeface="SimHei" pitchFamily="49" charset="0"/>
              </a:rPr>
              <a:t> </a:t>
            </a:r>
            <a:r>
              <a:rPr lang="en-US" altLang="zh-CN" sz="3600" kern="0" spc="-60" baseline="4172" noProof="0" dirty="0">
                <a:solidFill>
                  <a:srgbClr val="BFBFBF"/>
                </a:solidFill>
                <a:latin typeface="SimHei" pitchFamily="49" charset="0"/>
                <a:ea typeface="SimHei" pitchFamily="49" charset="0"/>
                <a:cs typeface="SimHei" pitchFamily="49" charset="0"/>
              </a:rPr>
              <a:t>环境搭建</a:t>
            </a:r>
          </a:p>
        </p:txBody>
      </p:sp>
      <p:sp>
        <p:nvSpPr>
          <p:cNvPr id="853" name="TextBox853"/>
          <p:cNvSpPr txBox="1"/>
          <p:nvPr/>
        </p:nvSpPr>
        <p:spPr>
          <a:xfrm>
            <a:off x="6181725" y="4117975"/>
            <a:ext cx="24384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BFBFB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BFBFBF"/>
                </a:solidFill>
                <a:latin typeface="SimHei" pitchFamily="49" charset="0"/>
                <a:ea typeface="SimHei" pitchFamily="49" charset="0"/>
                <a:cs typeface="SimHei" pitchFamily="49" charset="0"/>
              </a:rPr>
              <a:t>3</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BFBFBF"/>
                </a:solidFill>
                <a:latin typeface="SimHei" pitchFamily="49" charset="0"/>
                <a:ea typeface="SimHei" pitchFamily="49" charset="0"/>
                <a:cs typeface="SimHei" pitchFamily="49" charset="0"/>
              </a:rPr>
              <a:t>核心工作流</a:t>
            </a:r>
          </a:p>
        </p:txBody>
      </p:sp>
      <p:sp>
        <p:nvSpPr>
          <p:cNvPr id="854" name="TextBox854"/>
          <p:cNvSpPr txBox="1"/>
          <p:nvPr/>
        </p:nvSpPr>
        <p:spPr>
          <a:xfrm>
            <a:off x="6334125" y="5145405"/>
            <a:ext cx="2133600" cy="366712"/>
          </a:xfrm>
          <a:prstGeom prst="rect">
            <a:avLst/>
          </a:prstGeom>
          <a:noFill/>
        </p:spPr>
        <p:txBody>
          <a:bodyPr wrap="square" lIns="0" tIns="0" rIns="0" bIns="0" rtlCol="0">
            <a:spAutoFit/>
          </a:bodyPr>
          <a:lstStyle/>
          <a:p>
            <a:pPr marL="0" marR="0" indent="0" eaLnBrk="0">
              <a:lnSpc>
                <a:spcPct val="100000"/>
              </a:lnSpc>
            </a:pPr>
            <a:r>
              <a:rPr lang="en-US" altLang="zh-CN" sz="3600" kern="0" spc="-115" baseline="4171" noProof="0" dirty="0">
                <a:solidFill>
                  <a:srgbClr val="FFFFFF"/>
                </a:solidFill>
                <a:latin typeface="SimHei" pitchFamily="49" charset="0"/>
                <a:ea typeface="SimHei" pitchFamily="49" charset="0"/>
                <a:cs typeface="SimHei" pitchFamily="49" charset="0"/>
              </a:rPr>
              <a:t>Part</a:t>
            </a:r>
            <a:r>
              <a:rPr lang="en-US" altLang="zh-CN" sz="3600" kern="0" spc="-550" baseline="4171" noProof="0" dirty="0">
                <a:latin typeface="SimHei" pitchFamily="49" charset="0"/>
                <a:ea typeface="SimHei" pitchFamily="49" charset="0"/>
                <a:cs typeface="SimHei" pitchFamily="49" charset="0"/>
              </a:rPr>
              <a:t> </a:t>
            </a:r>
            <a:r>
              <a:rPr lang="en-US" altLang="zh-CN" sz="3600" kern="0" spc="-100" baseline="4171" noProof="0" dirty="0">
                <a:solidFill>
                  <a:srgbClr val="FFFFFF"/>
                </a:solidFill>
                <a:latin typeface="SimHei" pitchFamily="49" charset="0"/>
                <a:ea typeface="SimHei" pitchFamily="49" charset="0"/>
                <a:cs typeface="SimHei" pitchFamily="49" charset="0"/>
              </a:rPr>
              <a:t>4</a:t>
            </a:r>
            <a:r>
              <a:rPr lang="en-US" altLang="zh-CN" sz="3600" kern="0" spc="-550" baseline="4171" noProof="0" dirty="0">
                <a:latin typeface="SimHei" pitchFamily="49" charset="0"/>
                <a:ea typeface="SimHei" pitchFamily="49" charset="0"/>
                <a:cs typeface="SimHei" pitchFamily="49" charset="0"/>
              </a:rPr>
              <a:t> </a:t>
            </a:r>
            <a:r>
              <a:rPr lang="en-US" altLang="zh-CN" sz="3600" kern="0" spc="-60" baseline="4171" noProof="0" dirty="0">
                <a:solidFill>
                  <a:srgbClr val="FFFFFF"/>
                </a:solidFill>
                <a:latin typeface="SimHei" pitchFamily="49" charset="0"/>
                <a:ea typeface="SimHei" pitchFamily="49" charset="0"/>
                <a:cs typeface="SimHei" pitchFamily="49" charset="0"/>
              </a:rPr>
              <a:t>实操演示</a:t>
            </a:r>
          </a:p>
        </p:txBody>
      </p:sp>
      <p:pic>
        <p:nvPicPr>
          <p:cNvPr id="855" name="60FF9565-5AEF-4E7D-6D96-F0EA8C704BB6"/>
          <p:cNvPicPr>
            <a:picLocks noChangeAspect="1"/>
          </p:cNvPicPr>
          <p:nvPr/>
        </p:nvPicPr>
        <p:blipFill>
          <a:blip r:embed="rId4" cstate="print">
            <a:extLst>
              <a:ext uri="{F18F7E83-AF8B-4910-AC5B-A70AFF043DAB}"/>
            </a:extLst>
          </a:blip>
          <a:srcRect/>
          <a:stretch>
            <a:fillRect/>
          </a:stretch>
        </p:blipFill>
        <p:spPr>
          <a:xfrm>
            <a:off x="10137140" y="6043295"/>
            <a:ext cx="1316567" cy="351367"/>
          </a:xfrm>
          <a:prstGeom prst="rect">
            <a:avLst/>
          </a:prstGeom>
        </p:spPr>
      </p:pic>
    </p:spTree>
    <p:extLst>
      <p:ext uri="{71010770-541B-469B-ABA5-2F9DF1DED951}"/>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 name="145BD697-4CB6-4178-7BD3-126C9D14EA48"/>
          <p:cNvPicPr>
            <a:picLocks noChangeAspect="1"/>
          </p:cNvPicPr>
          <p:nvPr/>
        </p:nvPicPr>
        <p:blipFill>
          <a:blip r:embed="rId3" cstate="print">
            <a:extLst>
              <a:ext uri="{18F65E4F-C3D9-464B-EE63-92312A793234}"/>
            </a:extLst>
          </a:blip>
          <a:srcRect/>
          <a:stretch>
            <a:fillRect/>
          </a:stretch>
        </p:blipFill>
        <p:spPr>
          <a:xfrm>
            <a:off x="324485" y="1143000"/>
            <a:ext cx="7374468" cy="1549400"/>
          </a:xfrm>
          <a:prstGeom prst="rect">
            <a:avLst/>
          </a:prstGeom>
        </p:spPr>
      </p:pic>
      <p:grpSp>
        <p:nvGrpSpPr>
          <p:cNvPr id="238" name="Combination 238"/>
          <p:cNvGrpSpPr/>
          <p:nvPr/>
        </p:nvGrpSpPr>
        <p:grpSpPr>
          <a:xfrm>
            <a:off x="355600" y="1163955"/>
            <a:ext cx="7311390" cy="1492885"/>
            <a:chOff x="355600" y="1163955"/>
            <a:chExt cx="7311390" cy="1492885"/>
          </a:xfrm>
        </p:grpSpPr>
        <p:sp>
          <p:nvSpPr>
            <p:cNvPr id="239" name="VectorPath 239"/>
            <p:cNvSpPr/>
            <p:nvPr/>
          </p:nvSpPr>
          <p:spPr>
            <a:xfrm>
              <a:off x="355384" y="1164082"/>
              <a:ext cx="7311480" cy="1492758"/>
            </a:xfrm>
            <a:custGeom>
              <a:avLst/>
              <a:gdLst/>
              <a:ahLst/>
              <a:cxnLst/>
              <a:rect l="l" t="t" r="r" b="b"/>
              <a:pathLst>
                <a:path w="7311263" h="1492758">
                  <a:moveTo>
                    <a:pt x="37478" y="0"/>
                  </a:moveTo>
                  <a:lnTo>
                    <a:pt x="7198107" y="0"/>
                  </a:lnTo>
                  <a:cubicBezTo>
                    <a:pt x="7260591" y="0"/>
                    <a:pt x="7311263" y="62738"/>
                    <a:pt x="7311263" y="139954"/>
                  </a:cubicBezTo>
                  <a:lnTo>
                    <a:pt x="7311263" y="1352804"/>
                  </a:lnTo>
                  <a:cubicBezTo>
                    <a:pt x="7311263" y="1430020"/>
                    <a:pt x="7260591" y="1492758"/>
                    <a:pt x="7198107" y="1492758"/>
                  </a:cubicBezTo>
                  <a:lnTo>
                    <a:pt x="37478" y="1492758"/>
                  </a:lnTo>
                  <a:cubicBezTo>
                    <a:pt x="16662" y="1492758"/>
                    <a:pt x="-216" y="1471803"/>
                    <a:pt x="-216" y="1446149"/>
                  </a:cubicBezTo>
                  <a:lnTo>
                    <a:pt x="-216" y="46736"/>
                  </a:lnTo>
                  <a:cubicBezTo>
                    <a:pt x="-216" y="20955"/>
                    <a:pt x="16675" y="0"/>
                    <a:pt x="37478" y="0"/>
                  </a:cubicBezTo>
                </a:path>
              </a:pathLst>
            </a:custGeom>
            <a:solidFill>
              <a:srgbClr val="FFFFFF">
                <a:alpha val="100000"/>
              </a:srgbClr>
            </a:solidFill>
          </p:spPr>
        </p:sp>
        <p:sp>
          <p:nvSpPr>
            <p:cNvPr id="240" name="VectorPath 240"/>
            <p:cNvSpPr/>
            <p:nvPr/>
          </p:nvSpPr>
          <p:spPr>
            <a:xfrm>
              <a:off x="562661" y="1352550"/>
              <a:ext cx="452260" cy="559816"/>
            </a:xfrm>
            <a:custGeom>
              <a:avLst/>
              <a:gdLst/>
              <a:ahLst/>
              <a:cxnLst/>
              <a:rect l="l" t="t" r="r" b="b"/>
              <a:pathLst>
                <a:path w="452260" h="559816">
                  <a:moveTo>
                    <a:pt x="75387" y="0"/>
                  </a:moveTo>
                  <a:lnTo>
                    <a:pt x="376885" y="0"/>
                  </a:lnTo>
                  <a:cubicBezTo>
                    <a:pt x="418490" y="0"/>
                    <a:pt x="452260" y="41783"/>
                    <a:pt x="452260" y="93345"/>
                  </a:cubicBezTo>
                  <a:lnTo>
                    <a:pt x="452260" y="466471"/>
                  </a:lnTo>
                  <a:cubicBezTo>
                    <a:pt x="452260" y="518033"/>
                    <a:pt x="418490" y="559816"/>
                    <a:pt x="376885" y="559816"/>
                  </a:cubicBezTo>
                  <a:lnTo>
                    <a:pt x="75387" y="559816"/>
                  </a:lnTo>
                  <a:cubicBezTo>
                    <a:pt x="33782" y="559816"/>
                    <a:pt x="0" y="518033"/>
                    <a:pt x="0" y="466471"/>
                  </a:cubicBezTo>
                  <a:lnTo>
                    <a:pt x="0" y="93345"/>
                  </a:lnTo>
                  <a:cubicBezTo>
                    <a:pt x="0" y="41783"/>
                    <a:pt x="33782" y="0"/>
                    <a:pt x="75387" y="0"/>
                  </a:cubicBezTo>
                </a:path>
              </a:pathLst>
            </a:custGeom>
            <a:solidFill>
              <a:srgbClr val="2563EB">
                <a:alpha val="10000"/>
              </a:srgbClr>
            </a:solidFill>
          </p:spPr>
        </p:sp>
        <p:sp>
          <p:nvSpPr>
            <p:cNvPr id="241" name="VectorPath 241"/>
            <p:cNvSpPr/>
            <p:nvPr/>
          </p:nvSpPr>
          <p:spPr>
            <a:xfrm>
              <a:off x="675729" y="1465580"/>
              <a:ext cx="226124" cy="279908"/>
            </a:xfrm>
            <a:custGeom>
              <a:avLst/>
              <a:gdLst/>
              <a:ahLst/>
              <a:cxnLst/>
              <a:rect l="l" t="t" r="r" b="b"/>
              <a:pathLst>
                <a:path w="226124" h="279908">
                  <a:moveTo>
                    <a:pt x="197866" y="139954"/>
                  </a:moveTo>
                  <a:cubicBezTo>
                    <a:pt x="197866" y="82042"/>
                    <a:pt x="159867" y="35052"/>
                    <a:pt x="113068" y="35052"/>
                  </a:cubicBezTo>
                  <a:cubicBezTo>
                    <a:pt x="66269" y="35052"/>
                    <a:pt x="28270" y="82042"/>
                    <a:pt x="28270" y="139954"/>
                  </a:cubicBezTo>
                  <a:cubicBezTo>
                    <a:pt x="28270" y="197866"/>
                    <a:pt x="66269" y="244983"/>
                    <a:pt x="113068" y="244983"/>
                  </a:cubicBezTo>
                  <a:cubicBezTo>
                    <a:pt x="159867" y="244983"/>
                    <a:pt x="197866" y="197866"/>
                    <a:pt x="197866" y="139954"/>
                  </a:cubicBezTo>
                  <a:moveTo>
                    <a:pt x="0" y="139954"/>
                  </a:moveTo>
                  <a:cubicBezTo>
                    <a:pt x="0" y="62738"/>
                    <a:pt x="50660" y="0"/>
                    <a:pt x="113068" y="0"/>
                  </a:cubicBezTo>
                  <a:cubicBezTo>
                    <a:pt x="175463" y="0"/>
                    <a:pt x="226124" y="62738"/>
                    <a:pt x="226124" y="139954"/>
                  </a:cubicBezTo>
                  <a:cubicBezTo>
                    <a:pt x="226124" y="217297"/>
                    <a:pt x="175463" y="279908"/>
                    <a:pt x="113068" y="279908"/>
                  </a:cubicBezTo>
                  <a:cubicBezTo>
                    <a:pt x="50660" y="279908"/>
                    <a:pt x="0" y="217297"/>
                    <a:pt x="0" y="139954"/>
                  </a:cubicBezTo>
                  <a:moveTo>
                    <a:pt x="113068" y="183769"/>
                  </a:moveTo>
                  <a:cubicBezTo>
                    <a:pt x="132563" y="183769"/>
                    <a:pt x="148399" y="164084"/>
                    <a:pt x="148399" y="139954"/>
                  </a:cubicBezTo>
                  <a:cubicBezTo>
                    <a:pt x="148399" y="115824"/>
                    <a:pt x="132563" y="96266"/>
                    <a:pt x="113068" y="96266"/>
                  </a:cubicBezTo>
                  <a:cubicBezTo>
                    <a:pt x="93561" y="96266"/>
                    <a:pt x="77737" y="115824"/>
                    <a:pt x="77737" y="139954"/>
                  </a:cubicBezTo>
                  <a:cubicBezTo>
                    <a:pt x="77737" y="164084"/>
                    <a:pt x="93561" y="183769"/>
                    <a:pt x="113068" y="183769"/>
                  </a:cubicBezTo>
                  <a:moveTo>
                    <a:pt x="113068" y="61341"/>
                  </a:moveTo>
                  <a:cubicBezTo>
                    <a:pt x="148171" y="61341"/>
                    <a:pt x="176657" y="96520"/>
                    <a:pt x="176657" y="139954"/>
                  </a:cubicBezTo>
                  <a:cubicBezTo>
                    <a:pt x="176657" y="183388"/>
                    <a:pt x="148171" y="218694"/>
                    <a:pt x="113068" y="218694"/>
                  </a:cubicBezTo>
                  <a:cubicBezTo>
                    <a:pt x="77965" y="218694"/>
                    <a:pt x="49466" y="183388"/>
                    <a:pt x="49466" y="139954"/>
                  </a:cubicBezTo>
                  <a:cubicBezTo>
                    <a:pt x="49466" y="96520"/>
                    <a:pt x="77965" y="61341"/>
                    <a:pt x="113068" y="61341"/>
                  </a:cubicBezTo>
                  <a:moveTo>
                    <a:pt x="98933" y="139954"/>
                  </a:moveTo>
                  <a:cubicBezTo>
                    <a:pt x="98933" y="130302"/>
                    <a:pt x="105270" y="122555"/>
                    <a:pt x="113068" y="122555"/>
                  </a:cubicBezTo>
                  <a:cubicBezTo>
                    <a:pt x="120866" y="122555"/>
                    <a:pt x="127203" y="130302"/>
                    <a:pt x="127203" y="139954"/>
                  </a:cubicBezTo>
                  <a:cubicBezTo>
                    <a:pt x="127203" y="149606"/>
                    <a:pt x="120866" y="157480"/>
                    <a:pt x="113068" y="157480"/>
                  </a:cubicBezTo>
                  <a:cubicBezTo>
                    <a:pt x="105270" y="157480"/>
                    <a:pt x="98933" y="149606"/>
                    <a:pt x="98933" y="139954"/>
                  </a:cubicBezTo>
                </a:path>
              </a:pathLst>
            </a:custGeom>
            <a:solidFill>
              <a:srgbClr val="2563EB">
                <a:alpha val="100000"/>
              </a:srgbClr>
            </a:solidFill>
          </p:spPr>
        </p:sp>
      </p:grpSp>
      <p:pic>
        <p:nvPicPr>
          <p:cNvPr id="242" name="DAEFBF46-D0CD-4C5F-D55F-F74622869CF0"/>
          <p:cNvPicPr>
            <a:picLocks noChangeAspect="1"/>
          </p:cNvPicPr>
          <p:nvPr/>
        </p:nvPicPr>
        <p:blipFill>
          <a:blip r:embed="rId4" cstate="print">
            <a:extLst>
              <a:ext uri="{3AD70022-9C61-4AA6-D45D-2C04B1E86A03}"/>
            </a:extLst>
          </a:blip>
          <a:srcRect/>
          <a:stretch>
            <a:fillRect/>
          </a:stretch>
        </p:blipFill>
        <p:spPr>
          <a:xfrm>
            <a:off x="362585" y="2861945"/>
            <a:ext cx="7344834" cy="1951567"/>
          </a:xfrm>
          <a:prstGeom prst="rect">
            <a:avLst/>
          </a:prstGeom>
        </p:spPr>
      </p:pic>
      <p:grpSp>
        <p:nvGrpSpPr>
          <p:cNvPr id="243" name="Combination 243"/>
          <p:cNvGrpSpPr/>
          <p:nvPr/>
        </p:nvGrpSpPr>
        <p:grpSpPr>
          <a:xfrm>
            <a:off x="393065" y="2882900"/>
            <a:ext cx="7281545" cy="1891665"/>
            <a:chOff x="393065" y="2882900"/>
            <a:chExt cx="7281545" cy="1891665"/>
          </a:xfrm>
        </p:grpSpPr>
        <p:sp>
          <p:nvSpPr>
            <p:cNvPr id="244" name="VectorPath 244"/>
            <p:cNvSpPr/>
            <p:nvPr/>
          </p:nvSpPr>
          <p:spPr>
            <a:xfrm>
              <a:off x="393078" y="2882900"/>
              <a:ext cx="7281660" cy="1891538"/>
            </a:xfrm>
            <a:custGeom>
              <a:avLst/>
              <a:gdLst/>
              <a:ahLst/>
              <a:cxnLst/>
              <a:rect l="l" t="t" r="r" b="b"/>
              <a:pathLst>
                <a:path w="7281533" h="1891538">
                  <a:moveTo>
                    <a:pt x="37529" y="0"/>
                  </a:moveTo>
                  <a:lnTo>
                    <a:pt x="7169138" y="0"/>
                  </a:lnTo>
                  <a:cubicBezTo>
                    <a:pt x="7231240" y="0"/>
                    <a:pt x="7281660" y="56515"/>
                    <a:pt x="7281660" y="126111"/>
                  </a:cubicBezTo>
                  <a:lnTo>
                    <a:pt x="7281660" y="1765427"/>
                  </a:lnTo>
                  <a:cubicBezTo>
                    <a:pt x="7281660" y="1835150"/>
                    <a:pt x="7231240" y="1891538"/>
                    <a:pt x="7169138" y="1891538"/>
                  </a:cubicBezTo>
                  <a:lnTo>
                    <a:pt x="37529" y="1891538"/>
                  </a:lnTo>
                  <a:cubicBezTo>
                    <a:pt x="16802" y="1891538"/>
                    <a:pt x="0" y="1872742"/>
                    <a:pt x="0" y="1849501"/>
                  </a:cubicBezTo>
                  <a:lnTo>
                    <a:pt x="0" y="42037"/>
                  </a:lnTo>
                  <a:cubicBezTo>
                    <a:pt x="0" y="18923"/>
                    <a:pt x="16815" y="0"/>
                    <a:pt x="37529" y="0"/>
                  </a:cubicBezTo>
                </a:path>
              </a:pathLst>
            </a:custGeom>
            <a:solidFill>
              <a:srgbClr val="FFFFFF">
                <a:alpha val="100000"/>
              </a:srgbClr>
            </a:solidFill>
          </p:spPr>
        </p:sp>
        <p:sp>
          <p:nvSpPr>
            <p:cNvPr id="245" name="VectorPath 245"/>
            <p:cNvSpPr/>
            <p:nvPr/>
          </p:nvSpPr>
          <p:spPr>
            <a:xfrm>
              <a:off x="623913" y="3335782"/>
              <a:ext cx="7009931" cy="1168400"/>
            </a:xfrm>
            <a:custGeom>
              <a:avLst/>
              <a:gdLst/>
              <a:ahLst/>
              <a:cxnLst/>
              <a:rect l="l" t="t" r="r" b="b"/>
              <a:pathLst>
                <a:path w="7009931" h="1168400">
                  <a:moveTo>
                    <a:pt x="76403" y="0"/>
                  </a:moveTo>
                  <a:lnTo>
                    <a:pt x="6933476" y="0"/>
                  </a:lnTo>
                  <a:cubicBezTo>
                    <a:pt x="6975767" y="0"/>
                    <a:pt x="7009931" y="41910"/>
                    <a:pt x="7009931" y="93472"/>
                  </a:cubicBezTo>
                  <a:lnTo>
                    <a:pt x="7009931" y="1074928"/>
                  </a:lnTo>
                  <a:cubicBezTo>
                    <a:pt x="7009931" y="1126490"/>
                    <a:pt x="6975767" y="1168400"/>
                    <a:pt x="6933476" y="1168400"/>
                  </a:cubicBezTo>
                  <a:lnTo>
                    <a:pt x="76403" y="1168400"/>
                  </a:lnTo>
                  <a:cubicBezTo>
                    <a:pt x="34201" y="1168400"/>
                    <a:pt x="0" y="1126490"/>
                    <a:pt x="0" y="1074928"/>
                  </a:cubicBezTo>
                  <a:lnTo>
                    <a:pt x="0" y="93472"/>
                  </a:lnTo>
                  <a:cubicBezTo>
                    <a:pt x="0" y="41910"/>
                    <a:pt x="34226" y="0"/>
                    <a:pt x="76403" y="0"/>
                  </a:cubicBezTo>
                </a:path>
              </a:pathLst>
            </a:custGeom>
            <a:solidFill>
              <a:srgbClr val="0EA5E9">
                <a:alpha val="5000"/>
              </a:srgbClr>
            </a:solidFill>
          </p:spPr>
        </p:sp>
        <p:sp>
          <p:nvSpPr>
            <p:cNvPr id="246" name="VectorPath 246"/>
            <p:cNvSpPr/>
            <p:nvPr/>
          </p:nvSpPr>
          <p:spPr>
            <a:xfrm>
              <a:off x="3000629" y="3672078"/>
              <a:ext cx="353314" cy="211709"/>
            </a:xfrm>
            <a:custGeom>
              <a:avLst/>
              <a:gdLst/>
              <a:ahLst/>
              <a:cxnLst/>
              <a:rect l="l" t="t" r="r" b="b"/>
              <a:pathLst>
                <a:path w="353314" h="211709">
                  <a:moveTo>
                    <a:pt x="285877" y="0"/>
                  </a:moveTo>
                  <a:cubicBezTo>
                    <a:pt x="307594" y="5715"/>
                    <a:pt x="324231" y="18034"/>
                    <a:pt x="335915" y="37084"/>
                  </a:cubicBezTo>
                  <a:cubicBezTo>
                    <a:pt x="347599" y="56134"/>
                    <a:pt x="353314" y="78994"/>
                    <a:pt x="353314" y="105918"/>
                  </a:cubicBezTo>
                  <a:cubicBezTo>
                    <a:pt x="353314" y="132842"/>
                    <a:pt x="347599" y="155702"/>
                    <a:pt x="335915" y="174752"/>
                  </a:cubicBezTo>
                  <a:cubicBezTo>
                    <a:pt x="324358" y="193675"/>
                    <a:pt x="307594" y="205994"/>
                    <a:pt x="285877" y="211709"/>
                  </a:cubicBezTo>
                  <a:lnTo>
                    <a:pt x="283210" y="203073"/>
                  </a:lnTo>
                  <a:cubicBezTo>
                    <a:pt x="300355" y="197358"/>
                    <a:pt x="313182" y="186055"/>
                    <a:pt x="321437" y="169164"/>
                  </a:cubicBezTo>
                  <a:cubicBezTo>
                    <a:pt x="329819" y="152273"/>
                    <a:pt x="334010" y="130810"/>
                    <a:pt x="334010" y="104775"/>
                  </a:cubicBezTo>
                  <a:cubicBezTo>
                    <a:pt x="334010" y="79629"/>
                    <a:pt x="329946" y="58674"/>
                    <a:pt x="321564" y="42037"/>
                  </a:cubicBezTo>
                  <a:cubicBezTo>
                    <a:pt x="313182" y="25400"/>
                    <a:pt x="300355" y="14224"/>
                    <a:pt x="282829" y="8509"/>
                  </a:cubicBezTo>
                  <a:lnTo>
                    <a:pt x="285877" y="0"/>
                  </a:lnTo>
                  <a:close/>
                  <a:moveTo>
                    <a:pt x="67437" y="0"/>
                  </a:moveTo>
                  <a:lnTo>
                    <a:pt x="70485" y="8509"/>
                  </a:lnTo>
                  <a:cubicBezTo>
                    <a:pt x="53086" y="14224"/>
                    <a:pt x="40259" y="25400"/>
                    <a:pt x="31877" y="42037"/>
                  </a:cubicBezTo>
                  <a:cubicBezTo>
                    <a:pt x="23495" y="58674"/>
                    <a:pt x="19304" y="79629"/>
                    <a:pt x="19304" y="104775"/>
                  </a:cubicBezTo>
                  <a:cubicBezTo>
                    <a:pt x="19304" y="130810"/>
                    <a:pt x="23495" y="152273"/>
                    <a:pt x="31877" y="169164"/>
                  </a:cubicBezTo>
                  <a:cubicBezTo>
                    <a:pt x="40259" y="186055"/>
                    <a:pt x="52959" y="197358"/>
                    <a:pt x="70231" y="203073"/>
                  </a:cubicBezTo>
                  <a:lnTo>
                    <a:pt x="67437" y="211709"/>
                  </a:lnTo>
                  <a:cubicBezTo>
                    <a:pt x="45720" y="205994"/>
                    <a:pt x="28956" y="193675"/>
                    <a:pt x="17399" y="174752"/>
                  </a:cubicBezTo>
                  <a:cubicBezTo>
                    <a:pt x="5715" y="155702"/>
                    <a:pt x="0" y="132842"/>
                    <a:pt x="0" y="105918"/>
                  </a:cubicBezTo>
                  <a:cubicBezTo>
                    <a:pt x="0" y="78994"/>
                    <a:pt x="5842" y="56134"/>
                    <a:pt x="17399" y="37084"/>
                  </a:cubicBezTo>
                  <a:cubicBezTo>
                    <a:pt x="29083" y="18034"/>
                    <a:pt x="45720" y="5715"/>
                    <a:pt x="67437" y="0"/>
                  </a:cubicBezTo>
                </a:path>
              </a:pathLst>
            </a:custGeom>
            <a:solidFill>
              <a:srgbClr val="0EA5E9">
                <a:alpha val="100000"/>
              </a:srgbClr>
            </a:solidFill>
          </p:spPr>
        </p:sp>
        <p:sp>
          <p:nvSpPr>
            <p:cNvPr id="247" name="VectorPath 247"/>
            <p:cNvSpPr/>
            <p:nvPr/>
          </p:nvSpPr>
          <p:spPr>
            <a:xfrm>
              <a:off x="4740275" y="3458972"/>
              <a:ext cx="213741" cy="155321"/>
            </a:xfrm>
            <a:custGeom>
              <a:avLst/>
              <a:gdLst/>
              <a:ahLst/>
              <a:cxnLst/>
              <a:rect l="l" t="t" r="r" b="b"/>
              <a:pathLst>
                <a:path w="213741" h="155321">
                  <a:moveTo>
                    <a:pt x="164211" y="0"/>
                  </a:moveTo>
                  <a:cubicBezTo>
                    <a:pt x="180213" y="4191"/>
                    <a:pt x="192405" y="13335"/>
                    <a:pt x="200914" y="27305"/>
                  </a:cubicBezTo>
                  <a:cubicBezTo>
                    <a:pt x="209550" y="41148"/>
                    <a:pt x="213741" y="58039"/>
                    <a:pt x="213741" y="77724"/>
                  </a:cubicBezTo>
                  <a:cubicBezTo>
                    <a:pt x="213741" y="97409"/>
                    <a:pt x="209550" y="114300"/>
                    <a:pt x="201041" y="128143"/>
                  </a:cubicBezTo>
                  <a:cubicBezTo>
                    <a:pt x="192532" y="142113"/>
                    <a:pt x="180213" y="151130"/>
                    <a:pt x="164211" y="155321"/>
                  </a:cubicBezTo>
                  <a:lnTo>
                    <a:pt x="162306" y="148971"/>
                  </a:lnTo>
                  <a:cubicBezTo>
                    <a:pt x="174879" y="144780"/>
                    <a:pt x="184277" y="136525"/>
                    <a:pt x="190373" y="124079"/>
                  </a:cubicBezTo>
                  <a:cubicBezTo>
                    <a:pt x="196596" y="111760"/>
                    <a:pt x="199644" y="96012"/>
                    <a:pt x="199644" y="76835"/>
                  </a:cubicBezTo>
                  <a:cubicBezTo>
                    <a:pt x="199644" y="58420"/>
                    <a:pt x="196596" y="43180"/>
                    <a:pt x="190500" y="30988"/>
                  </a:cubicBezTo>
                  <a:cubicBezTo>
                    <a:pt x="184404" y="18796"/>
                    <a:pt x="174879" y="10541"/>
                    <a:pt x="162052" y="6350"/>
                  </a:cubicBezTo>
                  <a:lnTo>
                    <a:pt x="164211" y="0"/>
                  </a:lnTo>
                  <a:close/>
                  <a:moveTo>
                    <a:pt x="49403" y="0"/>
                  </a:moveTo>
                  <a:lnTo>
                    <a:pt x="51689" y="6350"/>
                  </a:lnTo>
                  <a:cubicBezTo>
                    <a:pt x="38862" y="10541"/>
                    <a:pt x="29464" y="18796"/>
                    <a:pt x="23368" y="30988"/>
                  </a:cubicBezTo>
                  <a:cubicBezTo>
                    <a:pt x="17145" y="43180"/>
                    <a:pt x="14097" y="58420"/>
                    <a:pt x="14097" y="76835"/>
                  </a:cubicBezTo>
                  <a:cubicBezTo>
                    <a:pt x="14097" y="96012"/>
                    <a:pt x="17145" y="111760"/>
                    <a:pt x="23368" y="124079"/>
                  </a:cubicBezTo>
                  <a:cubicBezTo>
                    <a:pt x="29464" y="136525"/>
                    <a:pt x="38862" y="144780"/>
                    <a:pt x="51435" y="148971"/>
                  </a:cubicBezTo>
                  <a:lnTo>
                    <a:pt x="49403" y="155321"/>
                  </a:lnTo>
                  <a:cubicBezTo>
                    <a:pt x="33528" y="151130"/>
                    <a:pt x="21209" y="142113"/>
                    <a:pt x="12700" y="128143"/>
                  </a:cubicBezTo>
                  <a:cubicBezTo>
                    <a:pt x="4191" y="114300"/>
                    <a:pt x="0" y="97409"/>
                    <a:pt x="0" y="77724"/>
                  </a:cubicBezTo>
                  <a:cubicBezTo>
                    <a:pt x="0" y="58039"/>
                    <a:pt x="4191" y="41148"/>
                    <a:pt x="12700" y="27305"/>
                  </a:cubicBezTo>
                  <a:cubicBezTo>
                    <a:pt x="21336" y="13335"/>
                    <a:pt x="33528" y="4191"/>
                    <a:pt x="49403" y="0"/>
                  </a:cubicBezTo>
                </a:path>
              </a:pathLst>
            </a:custGeom>
            <a:solidFill>
              <a:srgbClr val="0EA5E9">
                <a:alpha val="100000"/>
              </a:srgbClr>
            </a:solidFill>
          </p:spPr>
        </p:sp>
        <p:sp>
          <p:nvSpPr>
            <p:cNvPr id="248" name="VectorPath 248"/>
            <p:cNvSpPr/>
            <p:nvPr/>
          </p:nvSpPr>
          <p:spPr>
            <a:xfrm>
              <a:off x="5051171" y="3932936"/>
              <a:ext cx="213741" cy="155321"/>
            </a:xfrm>
            <a:custGeom>
              <a:avLst/>
              <a:gdLst/>
              <a:ahLst/>
              <a:cxnLst/>
              <a:rect l="l" t="t" r="r" b="b"/>
              <a:pathLst>
                <a:path w="213741" h="155321">
                  <a:moveTo>
                    <a:pt x="164211" y="0"/>
                  </a:moveTo>
                  <a:cubicBezTo>
                    <a:pt x="180213" y="4191"/>
                    <a:pt x="192405" y="13335"/>
                    <a:pt x="200914" y="27305"/>
                  </a:cubicBezTo>
                  <a:cubicBezTo>
                    <a:pt x="209550" y="41148"/>
                    <a:pt x="213741" y="58039"/>
                    <a:pt x="213741" y="77724"/>
                  </a:cubicBezTo>
                  <a:cubicBezTo>
                    <a:pt x="213741" y="97409"/>
                    <a:pt x="209550" y="114300"/>
                    <a:pt x="201041" y="128143"/>
                  </a:cubicBezTo>
                  <a:cubicBezTo>
                    <a:pt x="192532" y="142113"/>
                    <a:pt x="180213" y="151130"/>
                    <a:pt x="164211" y="155321"/>
                  </a:cubicBezTo>
                  <a:lnTo>
                    <a:pt x="162306" y="148971"/>
                  </a:lnTo>
                  <a:cubicBezTo>
                    <a:pt x="174879" y="144780"/>
                    <a:pt x="184277" y="136525"/>
                    <a:pt x="190373" y="124079"/>
                  </a:cubicBezTo>
                  <a:cubicBezTo>
                    <a:pt x="196596" y="111760"/>
                    <a:pt x="199644" y="96012"/>
                    <a:pt x="199644" y="76835"/>
                  </a:cubicBezTo>
                  <a:cubicBezTo>
                    <a:pt x="199644" y="58420"/>
                    <a:pt x="196596" y="43180"/>
                    <a:pt x="190500" y="30988"/>
                  </a:cubicBezTo>
                  <a:cubicBezTo>
                    <a:pt x="184404" y="18796"/>
                    <a:pt x="174879" y="10541"/>
                    <a:pt x="162052" y="6350"/>
                  </a:cubicBezTo>
                  <a:lnTo>
                    <a:pt x="164211" y="0"/>
                  </a:lnTo>
                  <a:close/>
                  <a:moveTo>
                    <a:pt x="49403" y="0"/>
                  </a:moveTo>
                  <a:lnTo>
                    <a:pt x="51689" y="6350"/>
                  </a:lnTo>
                  <a:cubicBezTo>
                    <a:pt x="38862" y="10541"/>
                    <a:pt x="29464" y="18796"/>
                    <a:pt x="23368" y="30988"/>
                  </a:cubicBezTo>
                  <a:cubicBezTo>
                    <a:pt x="17145" y="43180"/>
                    <a:pt x="14097" y="58420"/>
                    <a:pt x="14097" y="76835"/>
                  </a:cubicBezTo>
                  <a:cubicBezTo>
                    <a:pt x="14097" y="96012"/>
                    <a:pt x="17145" y="111760"/>
                    <a:pt x="23368" y="124079"/>
                  </a:cubicBezTo>
                  <a:cubicBezTo>
                    <a:pt x="29464" y="136525"/>
                    <a:pt x="38862" y="144780"/>
                    <a:pt x="51435" y="148971"/>
                  </a:cubicBezTo>
                  <a:lnTo>
                    <a:pt x="49403" y="155321"/>
                  </a:lnTo>
                  <a:cubicBezTo>
                    <a:pt x="33528" y="151130"/>
                    <a:pt x="21209" y="142113"/>
                    <a:pt x="12700" y="128143"/>
                  </a:cubicBezTo>
                  <a:cubicBezTo>
                    <a:pt x="4191" y="114300"/>
                    <a:pt x="0" y="97409"/>
                    <a:pt x="0" y="77724"/>
                  </a:cubicBezTo>
                  <a:cubicBezTo>
                    <a:pt x="0" y="58039"/>
                    <a:pt x="4191" y="41148"/>
                    <a:pt x="12700" y="27305"/>
                  </a:cubicBezTo>
                  <a:cubicBezTo>
                    <a:pt x="21336" y="13335"/>
                    <a:pt x="33528" y="4191"/>
                    <a:pt x="49403" y="0"/>
                  </a:cubicBezTo>
                </a:path>
              </a:pathLst>
            </a:custGeom>
            <a:solidFill>
              <a:srgbClr val="0EA5E9">
                <a:alpha val="100000"/>
              </a:srgbClr>
            </a:solidFill>
          </p:spPr>
        </p:sp>
      </p:grpSp>
      <p:sp>
        <p:nvSpPr>
          <p:cNvPr id="249" name="VectorPath 249"/>
          <p:cNvSpPr/>
          <p:nvPr/>
        </p:nvSpPr>
        <p:spPr>
          <a:xfrm>
            <a:off x="355600" y="1163955"/>
            <a:ext cx="37465" cy="1492885"/>
          </a:xfrm>
          <a:custGeom>
            <a:avLst/>
            <a:gdLst/>
            <a:ahLst/>
            <a:cxnLst/>
            <a:rect l="l" t="t" r="r" b="b"/>
            <a:pathLst>
              <a:path w="37465" h="1492758">
                <a:moveTo>
                  <a:pt x="37478" y="0"/>
                </a:moveTo>
                <a:lnTo>
                  <a:pt x="37478" y="0"/>
                </a:lnTo>
                <a:lnTo>
                  <a:pt x="37478" y="1492758"/>
                </a:lnTo>
                <a:lnTo>
                  <a:pt x="37478" y="1492758"/>
                </a:lnTo>
                <a:cubicBezTo>
                  <a:pt x="16662" y="1492758"/>
                  <a:pt x="-216" y="1471803"/>
                  <a:pt x="-216" y="1446149"/>
                </a:cubicBezTo>
                <a:lnTo>
                  <a:pt x="-216" y="46736"/>
                </a:lnTo>
                <a:cubicBezTo>
                  <a:pt x="-216" y="20955"/>
                  <a:pt x="16675" y="0"/>
                  <a:pt x="37478" y="0"/>
                </a:cubicBezTo>
              </a:path>
            </a:pathLst>
          </a:custGeom>
          <a:solidFill>
            <a:srgbClr val="2563EB">
              <a:alpha val="100000"/>
            </a:srgbClr>
          </a:solidFill>
        </p:spPr>
      </p:sp>
      <p:sp>
        <p:nvSpPr>
          <p:cNvPr id="250" name="VectorPath 250"/>
          <p:cNvSpPr/>
          <p:nvPr/>
        </p:nvSpPr>
        <p:spPr>
          <a:xfrm>
            <a:off x="351155" y="2890520"/>
            <a:ext cx="45720" cy="1884045"/>
          </a:xfrm>
          <a:custGeom>
            <a:avLst/>
            <a:gdLst/>
            <a:ahLst/>
            <a:cxnLst/>
            <a:rect l="l" t="t" r="r" b="b"/>
            <a:pathLst>
              <a:path w="45491" h="1883791">
                <a:moveTo>
                  <a:pt x="45720" y="0"/>
                </a:moveTo>
                <a:lnTo>
                  <a:pt x="45720" y="0"/>
                </a:lnTo>
                <a:lnTo>
                  <a:pt x="45720" y="1883791"/>
                </a:lnTo>
                <a:lnTo>
                  <a:pt x="45720" y="1883791"/>
                </a:lnTo>
                <a:cubicBezTo>
                  <a:pt x="20472" y="1883791"/>
                  <a:pt x="0" y="1865122"/>
                  <a:pt x="0" y="1842008"/>
                </a:cubicBezTo>
                <a:lnTo>
                  <a:pt x="0" y="41910"/>
                </a:lnTo>
                <a:cubicBezTo>
                  <a:pt x="0" y="18796"/>
                  <a:pt x="20485" y="0"/>
                  <a:pt x="45720" y="0"/>
                </a:cubicBezTo>
              </a:path>
            </a:pathLst>
          </a:custGeom>
          <a:solidFill>
            <a:srgbClr val="0EA5E9">
              <a:alpha val="100000"/>
            </a:srgbClr>
          </a:solidFill>
        </p:spPr>
      </p:sp>
      <p:sp>
        <p:nvSpPr>
          <p:cNvPr id="251" name="TextBox251"/>
          <p:cNvSpPr txBox="1"/>
          <p:nvPr/>
        </p:nvSpPr>
        <p:spPr>
          <a:xfrm>
            <a:off x="731520" y="403860"/>
            <a:ext cx="1420812" cy="419100"/>
          </a:xfrm>
          <a:prstGeom prst="rect">
            <a:avLst/>
          </a:prstGeom>
          <a:noFill/>
        </p:spPr>
        <p:txBody>
          <a:bodyPr wrap="square" lIns="0" tIns="635" rIns="0" bIns="0" rtlCol="0">
            <a:spAutoFit/>
          </a:bodyPr>
          <a:lstStyle/>
          <a:p>
            <a:pPr marL="0" marR="0" indent="0" eaLnBrk="0">
              <a:lnSpc>
                <a:spcPct val="99848"/>
              </a:lnSpc>
              <a:spcBef>
                <a:spcPts val="5"/>
              </a:spcBef>
            </a:pPr>
            <a:r>
              <a:rPr lang="en-US" altLang="zh-CN" sz="2750" b="1" kern="0" spc="-15" baseline="0" noProof="0" dirty="0">
                <a:solidFill>
                  <a:srgbClr val="000000"/>
                </a:solidFill>
                <a:latin typeface="SimHei" pitchFamily="49" charset="0"/>
                <a:ea typeface="SimHei" pitchFamily="49" charset="0"/>
                <a:cs typeface="SimHei" pitchFamily="49" charset="0"/>
              </a:rPr>
              <a:t>实操演示</a:t>
            </a:r>
          </a:p>
        </p:txBody>
      </p:sp>
      <p:sp>
        <p:nvSpPr>
          <p:cNvPr id="252" name="TextBox252"/>
          <p:cNvSpPr txBox="1"/>
          <p:nvPr/>
        </p:nvSpPr>
        <p:spPr>
          <a:xfrm>
            <a:off x="1165860" y="1433830"/>
            <a:ext cx="6094412" cy="811212"/>
          </a:xfrm>
          <a:prstGeom prst="rect">
            <a:avLst/>
          </a:prstGeom>
          <a:noFill/>
        </p:spPr>
        <p:txBody>
          <a:bodyPr wrap="square" lIns="0" tIns="15875" rIns="0" bIns="0" rtlCol="0">
            <a:spAutoFit/>
          </a:bodyPr>
          <a:lstStyle/>
          <a:p>
            <a:pPr marL="0" marR="0" indent="0" eaLnBrk="0">
              <a:lnSpc>
                <a:spcPct val="93965"/>
              </a:lnSpc>
              <a:spcBef>
                <a:spcPts val="125"/>
              </a:spcBef>
              <a:spcAft>
                <a:spcPts val="45"/>
              </a:spcAft>
            </a:pPr>
            <a:r>
              <a:rPr lang="en-US" altLang="zh-CN" sz="1450" b="1" kern="0" spc="-15" baseline="0" noProof="0" dirty="0">
                <a:solidFill>
                  <a:srgbClr val="1E293B"/>
                </a:solidFill>
                <a:latin typeface="Microsoft YaHei" pitchFamily="34" charset="0"/>
                <a:ea typeface="Microsoft YaHei" pitchFamily="34" charset="0"/>
                <a:cs typeface="Microsoft YaHei" pitchFamily="34" charset="0"/>
              </a:rPr>
              <a:t>算子需求</a:t>
            </a:r>
          </a:p>
          <a:p>
            <a:pPr marL="0" marR="0" indent="0" eaLnBrk="0">
              <a:lnSpc>
                <a:spcPct val="10625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0" marR="0" indent="0" eaLnBrk="0">
              <a:lnSpc>
                <a:spcPct val="122282"/>
              </a:lnSpc>
            </a:pPr>
            <a:r>
              <a:rPr lang="en-US" altLang="zh-CN" sz="1150" kern="0" spc="0" baseline="0" noProof="0" dirty="0">
                <a:solidFill>
                  <a:srgbClr val="64748B"/>
                </a:solidFill>
                <a:latin typeface="Microsoft YaHei" pitchFamily="34" charset="0"/>
                <a:ea typeface="Microsoft YaHei" pitchFamily="34" charset="0"/>
                <a:cs typeface="Microsoft YaHei" pitchFamily="34" charset="0"/>
              </a:rPr>
              <a:t>开发一个</a:t>
            </a:r>
            <a:r>
              <a:rPr lang="en-US" altLang="zh-CN" sz="1150" kern="0" spc="125" baseline="0" noProof="0" dirty="0">
                <a:latin typeface="Microsoft YaHei" pitchFamily="34" charset="0"/>
                <a:ea typeface="Microsoft YaHei" pitchFamily="34" charset="0"/>
                <a:cs typeface="Microsoft YaHei" pitchFamily="34" charset="0"/>
              </a:rPr>
              <a:t> </a:t>
            </a:r>
            <a:r>
              <a:rPr lang="en-US" altLang="zh-CN" sz="1150" b="1" kern="0" spc="25" baseline="0" noProof="0" dirty="0">
                <a:solidFill>
                  <a:srgbClr val="2563EB"/>
                </a:solidFill>
                <a:latin typeface="Microsoft YaHei" pitchFamily="34" charset="0"/>
                <a:ea typeface="Microsoft YaHei" pitchFamily="34" charset="0"/>
                <a:cs typeface="Microsoft YaHei" pitchFamily="34" charset="0"/>
              </a:rPr>
              <a:t>S</a:t>
            </a:r>
            <a:r>
              <a:rPr lang="en-US" altLang="zh-CN" sz="1150" b="1" kern="0" spc="0" baseline="0" noProof="0" dirty="0">
                <a:solidFill>
                  <a:srgbClr val="2563EB"/>
                </a:solidFill>
                <a:latin typeface="Microsoft YaHei" pitchFamily="34" charset="0"/>
                <a:ea typeface="Microsoft YaHei" pitchFamily="34" charset="0"/>
                <a:cs typeface="Microsoft YaHei" pitchFamily="34" charset="0"/>
              </a:rPr>
              <a:t>oftm</a:t>
            </a:r>
            <a:r>
              <a:rPr lang="en-US" altLang="zh-CN" sz="1150" b="1" kern="0" spc="10" baseline="0" noProof="0" dirty="0">
                <a:solidFill>
                  <a:srgbClr val="2563EB"/>
                </a:solidFill>
                <a:latin typeface="Microsoft YaHei" pitchFamily="34" charset="0"/>
                <a:ea typeface="Microsoft YaHei" pitchFamily="34" charset="0"/>
                <a:cs typeface="Microsoft YaHei" pitchFamily="34" charset="0"/>
              </a:rPr>
              <a:t>ax算子</a:t>
            </a:r>
            <a:r>
              <a:rPr lang="en-US" altLang="zh-CN" sz="1150" b="1" kern="0" spc="125" baseline="0" noProof="0" dirty="0">
                <a:latin typeface="Microsoft YaHei" pitchFamily="34" charset="0"/>
                <a:ea typeface="Microsoft YaHei" pitchFamily="34" charset="0"/>
                <a:cs typeface="Microsoft YaHei" pitchFamily="34" charset="0"/>
              </a:rPr>
              <a:t> </a:t>
            </a:r>
            <a:r>
              <a:rPr lang="en-US" altLang="zh-CN" sz="1150" kern="0" spc="25" baseline="0" noProof="0" dirty="0">
                <a:solidFill>
                  <a:srgbClr val="64748B"/>
                </a:solidFill>
                <a:latin typeface="Microsoft YaHei" pitchFamily="34" charset="0"/>
                <a:ea typeface="Microsoft YaHei" pitchFamily="34" charset="0"/>
                <a:cs typeface="Microsoft YaHei" pitchFamily="34" charset="0"/>
              </a:rPr>
              <a:t>，</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对输入张量沿指定轴做</a:t>
            </a:r>
            <a:r>
              <a:rPr lang="en-US" altLang="zh-CN" sz="1150" kern="0" spc="125"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softma</a:t>
            </a:r>
            <a:r>
              <a:rPr lang="en-US" altLang="zh-CN" sz="1150" kern="0" spc="25" baseline="0" noProof="0" dirty="0">
                <a:solidFill>
                  <a:srgbClr val="64748B"/>
                </a:solidFill>
                <a:latin typeface="Microsoft YaHei" pitchFamily="34" charset="0"/>
                <a:ea typeface="Microsoft YaHei" pitchFamily="34" charset="0"/>
                <a:cs typeface="Microsoft YaHei" pitchFamily="34" charset="0"/>
              </a:rPr>
              <a:t>x</a:t>
            </a:r>
            <a:r>
              <a:rPr lang="en-US" altLang="zh-CN" sz="1150" kern="0" spc="125"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变换，将</a:t>
            </a:r>
            <a:r>
              <a:rPr lang="en-US" altLang="zh-CN" sz="1150" kern="0" spc="125" baseline="0" noProof="0" dirty="0">
                <a:latin typeface="Microsoft YaHei" pitchFamily="34" charset="0"/>
                <a:ea typeface="Microsoft YaHei" pitchFamily="34" charset="0"/>
                <a:cs typeface="Microsoft YaHei" pitchFamily="34" charset="0"/>
              </a:rPr>
              <a:t> </a:t>
            </a:r>
            <a:r>
              <a:rPr lang="en-US" altLang="zh-CN" sz="1150" kern="0" spc="25" baseline="0" noProof="0" dirty="0">
                <a:solidFill>
                  <a:srgbClr val="64748B"/>
                </a:solidFill>
                <a:latin typeface="Microsoft YaHei" pitchFamily="34" charset="0"/>
                <a:ea typeface="Microsoft YaHei" pitchFamily="34" charset="0"/>
                <a:cs typeface="Microsoft YaHei" pitchFamily="34" charset="0"/>
              </a:rPr>
              <a:t>l</a:t>
            </a:r>
            <a:r>
              <a:rPr lang="en-US" altLang="zh-CN" sz="1150" kern="0" spc="10" baseline="0" noProof="0" dirty="0">
                <a:solidFill>
                  <a:srgbClr val="64748B"/>
                </a:solidFill>
                <a:latin typeface="Microsoft YaHei" pitchFamily="34" charset="0"/>
                <a:ea typeface="Microsoft YaHei" pitchFamily="34" charset="0"/>
                <a:cs typeface="Microsoft YaHei" pitchFamily="34" charset="0"/>
              </a:rPr>
              <a:t>og</a:t>
            </a:r>
            <a:r>
              <a:rPr lang="en-US" altLang="zh-CN" sz="1150" kern="0" spc="25" baseline="0" noProof="0" dirty="0">
                <a:solidFill>
                  <a:srgbClr val="64748B"/>
                </a:solidFill>
                <a:latin typeface="Microsoft YaHei" pitchFamily="34" charset="0"/>
                <a:ea typeface="Microsoft YaHei" pitchFamily="34" charset="0"/>
                <a:cs typeface="Microsoft YaHei" pitchFamily="34" charset="0"/>
              </a:rPr>
              <a:t>i</a:t>
            </a:r>
            <a:r>
              <a:rPr lang="en-US" altLang="zh-CN" sz="1150" kern="0" spc="10" baseline="0" noProof="0" dirty="0">
                <a:solidFill>
                  <a:srgbClr val="64748B"/>
                </a:solidFill>
                <a:latin typeface="Microsoft YaHei" pitchFamily="34" charset="0"/>
                <a:ea typeface="Microsoft YaHei" pitchFamily="34" charset="0"/>
                <a:cs typeface="Microsoft YaHei" pitchFamily="34" charset="0"/>
              </a:rPr>
              <a:t>ts</a:t>
            </a:r>
            <a:r>
              <a:rPr lang="en-US" altLang="zh-CN" sz="1150" kern="0" spc="125"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转换为概率分布</a:t>
            </a:r>
            <a:r>
              <a:rPr lang="en-US" altLang="zh-CN" sz="1150" kern="0" spc="-225" baseline="0" noProof="0" dirty="0">
                <a:latin typeface="Microsoft YaHei" pitchFamily="34" charset="0"/>
                <a:ea typeface="Microsoft YaHei" pitchFamily="34" charset="0"/>
                <a:cs typeface="Microsoft YaHei" pitchFamily="34" charset="0"/>
              </a:rPr>
              <a:t> </a:t>
            </a:r>
            <a:r>
              <a:rPr lang="en-US" altLang="zh-CN" sz="1150" kern="0" spc="0"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（将一组实数归一化为概率分布，输出值均在</a:t>
            </a:r>
            <a:r>
              <a:rPr lang="en-US" altLang="zh-CN" sz="1150" kern="0" spc="310"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(0,</a:t>
            </a:r>
            <a:r>
              <a:rPr lang="en-US" altLang="zh-CN" sz="1150" kern="0" spc="310"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1)</a:t>
            </a:r>
            <a:r>
              <a:rPr lang="en-US" altLang="zh-CN" sz="1150" kern="0" spc="160" baseline="0"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64748B"/>
                </a:solidFill>
                <a:latin typeface="Microsoft YaHei" pitchFamily="34" charset="0"/>
                <a:ea typeface="Microsoft YaHei" pitchFamily="34" charset="0"/>
                <a:cs typeface="Microsoft YaHei" pitchFamily="34" charset="0"/>
              </a:rPr>
              <a:t>且和为</a:t>
            </a:r>
            <a:r>
              <a:rPr lang="en-US" altLang="zh-CN" sz="1150" kern="0" spc="160" baseline="0" noProof="0" dirty="0">
                <a:latin typeface="Microsoft YaHei" pitchFamily="34" charset="0"/>
                <a:ea typeface="Microsoft YaHei" pitchFamily="34" charset="0"/>
                <a:cs typeface="Microsoft YaHei" pitchFamily="34" charset="0"/>
              </a:rPr>
              <a:t> </a:t>
            </a:r>
            <a:r>
              <a:rPr lang="en-US" altLang="zh-CN" sz="1150" kern="0" spc="25" baseline="0" noProof="0" dirty="0">
                <a:solidFill>
                  <a:srgbClr val="64748B"/>
                </a:solidFill>
                <a:latin typeface="Microsoft YaHei" pitchFamily="34" charset="0"/>
                <a:ea typeface="Microsoft YaHei" pitchFamily="34" charset="0"/>
                <a:cs typeface="Microsoft YaHei" pitchFamily="34" charset="0"/>
              </a:rPr>
              <a:t>1）</a:t>
            </a:r>
            <a:r>
              <a:rPr lang="en-US" altLang="zh-CN" sz="1150" kern="0" spc="0" baseline="0" noProof="0" dirty="0">
                <a:latin typeface="Microsoft YaHei" pitchFamily="34" charset="0"/>
                <a:ea typeface="Microsoft YaHei" pitchFamily="34" charset="0"/>
                <a:cs typeface="Microsoft YaHei" pitchFamily="34" charset="0"/>
              </a:rPr>
              <a:t> </a:t>
            </a:r>
          </a:p>
        </p:txBody>
      </p:sp>
      <p:sp>
        <p:nvSpPr>
          <p:cNvPr id="253" name="TextBox253"/>
          <p:cNvSpPr txBox="1"/>
          <p:nvPr/>
        </p:nvSpPr>
        <p:spPr>
          <a:xfrm>
            <a:off x="624205" y="3121660"/>
            <a:ext cx="946150" cy="220662"/>
          </a:xfrm>
          <a:prstGeom prst="rect">
            <a:avLst/>
          </a:prstGeom>
          <a:noFill/>
        </p:spPr>
        <p:txBody>
          <a:bodyPr wrap="square" lIns="0" tIns="635" rIns="0" bIns="0" rtlCol="0">
            <a:spAutoFit/>
          </a:bodyPr>
          <a:lstStyle/>
          <a:p>
            <a:pPr marL="0" marR="0" indent="0" eaLnBrk="0">
              <a:lnSpc>
                <a:spcPct val="99712"/>
              </a:lnSpc>
              <a:spcBef>
                <a:spcPts val="5"/>
              </a:spcBef>
            </a:pPr>
            <a:r>
              <a:rPr lang="en-US" altLang="zh-CN" sz="1450" b="1" kern="0" spc="-15" baseline="0" noProof="0" dirty="0">
                <a:solidFill>
                  <a:srgbClr val="1E293B"/>
                </a:solidFill>
                <a:latin typeface="Microsoft YaHei" pitchFamily="34" charset="0"/>
                <a:ea typeface="Microsoft YaHei" pitchFamily="34" charset="0"/>
                <a:cs typeface="Microsoft YaHei" pitchFamily="34" charset="0"/>
              </a:rPr>
              <a:t>数学表达式</a:t>
            </a:r>
          </a:p>
        </p:txBody>
      </p:sp>
      <p:pic>
        <p:nvPicPr>
          <p:cNvPr id="254" name="5949DBAF-FC4A-414A-CA21-202DE730EC3E"/>
          <p:cNvPicPr>
            <a:picLocks noChangeAspect="1"/>
          </p:cNvPicPr>
          <p:nvPr/>
        </p:nvPicPr>
        <p:blipFill>
          <a:blip r:embed="rId5" cstate="print">
            <a:extLst>
              <a:ext uri="{42269470-52C1-4602-2CBB-1075BE49CED2}"/>
            </a:extLst>
          </a:blip>
          <a:srcRect/>
          <a:stretch>
            <a:fillRect/>
          </a:stretch>
        </p:blipFill>
        <p:spPr>
          <a:xfrm>
            <a:off x="3980815" y="3491865"/>
            <a:ext cx="118533" cy="232833"/>
          </a:xfrm>
          <a:prstGeom prst="rect">
            <a:avLst/>
          </a:prstGeom>
        </p:spPr>
      </p:pic>
      <p:pic>
        <p:nvPicPr>
          <p:cNvPr id="255" name="9BE838F9-3981-4582-0F5F-7A9CCB0E8983"/>
          <p:cNvPicPr>
            <a:picLocks noChangeAspect="1"/>
          </p:cNvPicPr>
          <p:nvPr/>
        </p:nvPicPr>
        <p:blipFill>
          <a:blip r:embed="rId6" cstate="print">
            <a:extLst>
              <a:ext uri="{8C98AFCF-83FA-47C0-6FC0-53ADE1B236FB}"/>
            </a:extLst>
          </a:blip>
          <a:srcRect/>
          <a:stretch>
            <a:fillRect/>
          </a:stretch>
        </p:blipFill>
        <p:spPr>
          <a:xfrm>
            <a:off x="4111625" y="3455035"/>
            <a:ext cx="101600" cy="169333"/>
          </a:xfrm>
          <a:prstGeom prst="rect">
            <a:avLst/>
          </a:prstGeom>
        </p:spPr>
      </p:pic>
      <p:pic>
        <p:nvPicPr>
          <p:cNvPr id="256" name="61A4E0C0-3B98-4CF2-8CE9-37611270EC3A"/>
          <p:cNvPicPr>
            <a:picLocks noChangeAspect="1"/>
          </p:cNvPicPr>
          <p:nvPr/>
        </p:nvPicPr>
        <p:blipFill>
          <a:blip r:embed="rId7" cstate="print">
            <a:extLst>
              <a:ext uri="{B09E60E5-0234-46D3-71D8-C6A2D61AA060}"/>
            </a:extLst>
          </a:blip>
          <a:srcRect/>
          <a:stretch>
            <a:fillRect/>
          </a:stretch>
        </p:blipFill>
        <p:spPr>
          <a:xfrm>
            <a:off x="4210685" y="3515360"/>
            <a:ext cx="55033" cy="139700"/>
          </a:xfrm>
          <a:prstGeom prst="rect">
            <a:avLst/>
          </a:prstGeom>
        </p:spPr>
      </p:pic>
      <p:sp>
        <p:nvSpPr>
          <p:cNvPr id="257" name="TextBox257"/>
          <p:cNvSpPr txBox="1"/>
          <p:nvPr/>
        </p:nvSpPr>
        <p:spPr>
          <a:xfrm>
            <a:off x="4268470" y="3425190"/>
            <a:ext cx="460375" cy="198437"/>
          </a:xfrm>
          <a:prstGeom prst="rect">
            <a:avLst/>
          </a:prstGeom>
          <a:noFill/>
        </p:spPr>
        <p:txBody>
          <a:bodyPr wrap="square" lIns="0" tIns="0" rIns="0" bIns="0" rtlCol="0">
            <a:spAutoFit/>
          </a:bodyPr>
          <a:lstStyle/>
          <a:p>
            <a:pPr marL="0" marR="0" indent="0" eaLnBrk="0">
              <a:lnSpc>
                <a:spcPct val="100000"/>
              </a:lnSpc>
            </a:pPr>
            <a:r>
              <a:rPr lang="en-US" altLang="zh-CN" sz="1950" kern="0" spc="90" baseline="684" noProof="0" dirty="0">
                <a:solidFill>
                  <a:srgbClr val="0EA5E9"/>
                </a:solidFill>
                <a:latin typeface="Cambria Math" pitchFamily="18" charset="0"/>
                <a:ea typeface="Cambria Math" pitchFamily="18" charset="0"/>
                <a:cs typeface="Cambria Math" pitchFamily="18" charset="0"/>
              </a:rPr>
              <a:t>−max</a:t>
            </a:r>
          </a:p>
        </p:txBody>
      </p:sp>
      <p:pic>
        <p:nvPicPr>
          <p:cNvPr id="258" name="A06E4617-AC23-48D5-CD9D-C3103E0B81A2"/>
          <p:cNvPicPr>
            <a:picLocks noChangeAspect="1"/>
          </p:cNvPicPr>
          <p:nvPr/>
        </p:nvPicPr>
        <p:blipFill>
          <a:blip r:embed="rId8" cstate="print">
            <a:extLst>
              <a:ext uri="{2D3966C3-A7AE-4F88-B669-10B3774D4AF6}"/>
            </a:extLst>
          </a:blip>
          <a:srcRect/>
          <a:stretch>
            <a:fillRect/>
          </a:stretch>
        </p:blipFill>
        <p:spPr>
          <a:xfrm>
            <a:off x="4796155" y="3455035"/>
            <a:ext cx="105833" cy="169333"/>
          </a:xfrm>
          <a:prstGeom prst="rect">
            <a:avLst/>
          </a:prstGeom>
        </p:spPr>
      </p:pic>
      <p:pic>
        <p:nvPicPr>
          <p:cNvPr id="259" name="1AA1182D-FBDB-4B0B-EF3D-6BF25BE0997E"/>
          <p:cNvPicPr>
            <a:picLocks noChangeAspect="1"/>
          </p:cNvPicPr>
          <p:nvPr/>
        </p:nvPicPr>
        <p:blipFill>
          <a:blip r:embed="rId9" cstate="print">
            <a:extLst>
              <a:ext uri="{E10201F1-5A85-4E3A-C744-D37F200EA323}"/>
            </a:extLst>
          </a:blip>
          <a:srcRect/>
          <a:stretch>
            <a:fillRect/>
          </a:stretch>
        </p:blipFill>
        <p:spPr>
          <a:xfrm>
            <a:off x="2008505" y="3665220"/>
            <a:ext cx="1202267" cy="232833"/>
          </a:xfrm>
          <a:prstGeom prst="rect">
            <a:avLst/>
          </a:prstGeom>
        </p:spPr>
      </p:pic>
      <p:pic>
        <p:nvPicPr>
          <p:cNvPr id="260" name="9F8F1902-C5C5-41FF-2B03-7F17053D8ECB"/>
          <p:cNvPicPr>
            <a:picLocks noChangeAspect="1"/>
          </p:cNvPicPr>
          <p:nvPr/>
        </p:nvPicPr>
        <p:blipFill>
          <a:blip r:embed="rId10" cstate="print">
            <a:extLst>
              <a:ext uri="{ACB2A4CB-21CB-4DAF-DE01-5A0D649CC6FC}"/>
            </a:extLst>
          </a:blip>
          <a:srcRect/>
          <a:stretch>
            <a:fillRect/>
          </a:stretch>
        </p:blipFill>
        <p:spPr>
          <a:xfrm>
            <a:off x="3208020" y="3759835"/>
            <a:ext cx="67733" cy="169333"/>
          </a:xfrm>
          <a:prstGeom prst="rect">
            <a:avLst/>
          </a:prstGeom>
        </p:spPr>
      </p:pic>
      <p:pic>
        <p:nvPicPr>
          <p:cNvPr id="261" name="087D1738-3EF2-4ED5-8D37-9D445C976BE4"/>
          <p:cNvPicPr>
            <a:picLocks noChangeAspect="1"/>
          </p:cNvPicPr>
          <p:nvPr/>
        </p:nvPicPr>
        <p:blipFill>
          <a:blip r:embed="rId11" cstate="print">
            <a:extLst>
              <a:ext uri="{4D25E3ED-D9EC-417A-93FB-5E6FE45E2BCD}"/>
            </a:extLst>
          </a:blip>
          <a:srcRect/>
          <a:stretch>
            <a:fillRect/>
          </a:stretch>
        </p:blipFill>
        <p:spPr>
          <a:xfrm>
            <a:off x="3671570" y="3975100"/>
            <a:ext cx="304800" cy="228600"/>
          </a:xfrm>
          <a:prstGeom prst="rect">
            <a:avLst/>
          </a:prstGeom>
        </p:spPr>
      </p:pic>
      <p:pic>
        <p:nvPicPr>
          <p:cNvPr id="262" name="D8C08BF6-5671-4586-5FFA-A09268E4B2AB"/>
          <p:cNvPicPr>
            <a:picLocks noChangeAspect="1"/>
          </p:cNvPicPr>
          <p:nvPr/>
        </p:nvPicPr>
        <p:blipFill>
          <a:blip r:embed="rId8" cstate="print">
            <a:extLst>
              <a:ext uri="{38F1CDAD-FCB5-456E-67DB-7E90EEFD75AE}"/>
            </a:extLst>
          </a:blip>
          <a:srcRect/>
          <a:stretch>
            <a:fillRect/>
          </a:stretch>
        </p:blipFill>
        <p:spPr>
          <a:xfrm>
            <a:off x="4405630" y="3929380"/>
            <a:ext cx="105833" cy="169333"/>
          </a:xfrm>
          <a:prstGeom prst="rect">
            <a:avLst/>
          </a:prstGeom>
        </p:spPr>
      </p:pic>
      <p:pic>
        <p:nvPicPr>
          <p:cNvPr id="263" name="22DACF21-AD77-44A0-B137-31DDEA7FC65F"/>
          <p:cNvPicPr>
            <a:picLocks noChangeAspect="1"/>
          </p:cNvPicPr>
          <p:nvPr/>
        </p:nvPicPr>
        <p:blipFill>
          <a:blip r:embed="rId12" cstate="print">
            <a:extLst>
              <a:ext uri="{9D4815B8-CDBF-4627-CBA3-8EDCA23A11A8}"/>
            </a:extLst>
          </a:blip>
          <a:srcRect/>
          <a:stretch>
            <a:fillRect/>
          </a:stretch>
        </p:blipFill>
        <p:spPr>
          <a:xfrm>
            <a:off x="4504691" y="3989705"/>
            <a:ext cx="67733" cy="139700"/>
          </a:xfrm>
          <a:prstGeom prst="rect">
            <a:avLst/>
          </a:prstGeom>
        </p:spPr>
      </p:pic>
      <p:pic>
        <p:nvPicPr>
          <p:cNvPr id="264" name="20199C7A-ADCF-4539-2E09-4850945512CA"/>
          <p:cNvPicPr>
            <a:picLocks noChangeAspect="1"/>
          </p:cNvPicPr>
          <p:nvPr/>
        </p:nvPicPr>
        <p:blipFill>
          <a:blip r:embed="rId13" cstate="print">
            <a:extLst>
              <a:ext uri="{B035E726-F39A-42E3-C6D6-C0D60C279655}"/>
            </a:extLst>
          </a:blip>
          <a:srcRect/>
          <a:stretch>
            <a:fillRect/>
          </a:stretch>
        </p:blipFill>
        <p:spPr>
          <a:xfrm>
            <a:off x="5107305" y="3929380"/>
            <a:ext cx="101600" cy="169333"/>
          </a:xfrm>
          <a:prstGeom prst="rect">
            <a:avLst/>
          </a:prstGeom>
        </p:spPr>
      </p:pic>
      <p:pic>
        <p:nvPicPr>
          <p:cNvPr id="265" name="5C0E0731-D72A-4714-9378-449C5CB8A75C"/>
          <p:cNvPicPr>
            <a:picLocks noChangeAspect="1"/>
          </p:cNvPicPr>
          <p:nvPr/>
        </p:nvPicPr>
        <p:blipFill>
          <a:blip r:embed="rId14" cstate="print">
            <a:extLst>
              <a:ext uri="{A8703AE4-9B2C-4C9E-46ED-E634EC54C4EF}"/>
            </a:extLst>
          </a:blip>
          <a:srcRect/>
          <a:stretch>
            <a:fillRect/>
          </a:stretch>
        </p:blipFill>
        <p:spPr>
          <a:xfrm>
            <a:off x="3974465" y="4210050"/>
            <a:ext cx="84667" cy="173567"/>
          </a:xfrm>
          <a:prstGeom prst="rect">
            <a:avLst/>
          </a:prstGeom>
        </p:spPr>
      </p:pic>
      <p:sp>
        <p:nvSpPr>
          <p:cNvPr id="266" name="TextBox266"/>
          <p:cNvSpPr txBox="1"/>
          <p:nvPr/>
        </p:nvSpPr>
        <p:spPr>
          <a:xfrm>
            <a:off x="3436620" y="3620770"/>
            <a:ext cx="1851025" cy="757237"/>
          </a:xfrm>
          <a:prstGeom prst="rect">
            <a:avLst/>
          </a:prstGeom>
          <a:noFill/>
        </p:spPr>
        <p:txBody>
          <a:bodyPr wrap="square" lIns="0" tIns="0" rIns="0" bIns="0" rtlCol="0">
            <a:spAutoFit/>
          </a:bodyPr>
          <a:lstStyle/>
          <a:p>
            <a:pPr marL="0" marR="0" indent="0" eaLnBrk="0">
              <a:lnSpc>
                <a:spcPct val="84490"/>
              </a:lnSpc>
            </a:pPr>
            <a:r>
              <a:rPr lang="en-US" altLang="zh-CN" sz="2700" kern="0" spc="710" baseline="-14754" noProof="0" dirty="0">
                <a:solidFill>
                  <a:srgbClr val="0EA5E9"/>
                </a:solidFill>
                <a:latin typeface="Cambria Math" pitchFamily="18" charset="0"/>
                <a:ea typeface="Cambria Math" pitchFamily="18" charset="0"/>
                <a:cs typeface="Cambria Math" pitchFamily="18" charset="0"/>
              </a:rPr>
              <a:t>=</a:t>
            </a:r>
            <a:r>
              <a:rPr lang="en-US" altLang="zh-CN" sz="2700" strike="sngStrike" kern="0" spc="2985" baseline="-14754" noProof="0" dirty="0">
                <a:latin typeface="Cambria Math" pitchFamily="18" charset="0"/>
                <a:ea typeface="Cambria Math" pitchFamily="18" charset="0"/>
                <a:cs typeface="Cambria Math" pitchFamily="18" charset="0"/>
              </a:rPr>
              <a:t> </a:t>
            </a:r>
            <a:r>
              <a:rPr lang="en-US" altLang="zh-CN" sz="1950" strike="sngStrike" kern="0" spc="50" baseline="-51918" noProof="0" dirty="0">
                <a:solidFill>
                  <a:srgbClr val="0EA5E9"/>
                </a:solidFill>
                <a:latin typeface="Cambria Math" pitchFamily="18" charset="0"/>
                <a:ea typeface="Cambria Math" pitchFamily="18" charset="0"/>
                <a:cs typeface="Cambria Math" pitchFamily="18" charset="0"/>
              </a:rPr>
              <a:t>𝑁</a:t>
            </a:r>
            <a:r>
              <a:rPr lang="en-US" altLang="zh-CN" sz="1950" strike="sngStrike" kern="0" spc="13575" baseline="-51918" noProof="0" dirty="0">
                <a:latin typeface="Cambria Math" pitchFamily="18" charset="0"/>
                <a:ea typeface="Cambria Math" pitchFamily="18" charset="0"/>
                <a:cs typeface="Cambria Math" pitchFamily="18" charset="0"/>
              </a:rPr>
              <a:t> </a:t>
            </a:r>
          </a:p>
          <a:p>
            <a:pPr marL="838200" marR="0" indent="0" eaLnBrk="0">
              <a:lnSpc>
                <a:spcPct val="86805"/>
              </a:lnSpc>
              <a:spcBef>
                <a:spcPts val="59"/>
              </a:spcBef>
              <a:spcAft>
                <a:spcPts val="570"/>
              </a:spcAft>
            </a:pPr>
            <a:r>
              <a:rPr lang="en-US" altLang="zh-CN" sz="2700" kern="0" spc="-175" baseline="-39074" noProof="0" dirty="0">
                <a:solidFill>
                  <a:srgbClr val="0EA5E9"/>
                </a:solidFill>
                <a:latin typeface="Cambria Math" pitchFamily="18" charset="0"/>
                <a:ea typeface="Cambria Math" pitchFamily="18" charset="0"/>
                <a:cs typeface="Cambria Math" pitchFamily="18" charset="0"/>
              </a:rPr>
              <a:t>ⅇ</a:t>
            </a:r>
            <a:r>
              <a:rPr lang="en-US" altLang="zh-CN" sz="2700" kern="0" spc="1485" baseline="-39074" noProof="0" dirty="0">
                <a:latin typeface="Cambria Math" pitchFamily="18" charset="0"/>
                <a:ea typeface="Cambria Math" pitchFamily="18" charset="0"/>
                <a:cs typeface="Cambria Math" pitchFamily="18" charset="0"/>
              </a:rPr>
              <a:t> </a:t>
            </a:r>
            <a:r>
              <a:rPr lang="en-US" altLang="zh-CN" sz="1950" kern="0" spc="90" baseline="994" noProof="0" dirty="0">
                <a:solidFill>
                  <a:srgbClr val="0EA5E9"/>
                </a:solidFill>
                <a:latin typeface="Cambria Math" pitchFamily="18" charset="0"/>
                <a:ea typeface="Cambria Math" pitchFamily="18" charset="0"/>
                <a:cs typeface="Cambria Math" pitchFamily="18" charset="0"/>
              </a:rPr>
              <a:t>−max</a:t>
            </a:r>
          </a:p>
          <a:p>
            <a:pPr marL="621665" marR="0" indent="0" eaLnBrk="0">
              <a:lnSpc>
                <a:spcPct val="93589"/>
              </a:lnSpc>
              <a:spcBef>
                <a:spcPts val="129"/>
              </a:spcBef>
              <a:spcAft>
                <a:spcPts val="30"/>
              </a:spcAft>
            </a:pPr>
            <a:r>
              <a:rPr lang="en-US" altLang="zh-CN" sz="1950" kern="0" spc="-25" baseline="2612" noProof="0" dirty="0">
                <a:solidFill>
                  <a:srgbClr val="0EA5E9"/>
                </a:solidFill>
                <a:latin typeface="Cambria Math" pitchFamily="18" charset="0"/>
                <a:ea typeface="Cambria Math" pitchFamily="18" charset="0"/>
                <a:cs typeface="Cambria Math" pitchFamily="18" charset="0"/>
              </a:rPr>
              <a:t>=</a:t>
            </a:r>
            <a:r>
              <a:rPr lang="en-US" altLang="zh-CN" sz="1950" kern="0" spc="0" baseline="2612" noProof="0" dirty="0">
                <a:solidFill>
                  <a:srgbClr val="0EA5E9"/>
                </a:solidFill>
                <a:latin typeface="Cambria Math" pitchFamily="18" charset="0"/>
                <a:ea typeface="Cambria Math" pitchFamily="18" charset="0"/>
                <a:cs typeface="Cambria Math" pitchFamily="18" charset="0"/>
              </a:rPr>
              <a:t>1</a:t>
            </a:r>
          </a:p>
        </p:txBody>
      </p:sp>
      <p:pic>
        <p:nvPicPr>
          <p:cNvPr id="267" name="D8297378-B146-4D26-63F7-DAF47454BA05"/>
          <p:cNvPicPr>
            <a:picLocks noChangeAspect="1"/>
          </p:cNvPicPr>
          <p:nvPr/>
        </p:nvPicPr>
        <p:blipFill>
          <a:blip r:embed="rId15" cstate="print">
            <a:extLst>
              <a:ext uri="{8BA91E4D-1EB2-4D73-118E-C4804F5478AC}"/>
            </a:extLst>
          </a:blip>
          <a:srcRect/>
          <a:stretch>
            <a:fillRect/>
          </a:stretch>
        </p:blipFill>
        <p:spPr>
          <a:xfrm>
            <a:off x="357505" y="5088255"/>
            <a:ext cx="7336367" cy="1096434"/>
          </a:xfrm>
          <a:prstGeom prst="rect">
            <a:avLst/>
          </a:prstGeom>
        </p:spPr>
      </p:pic>
      <p:sp>
        <p:nvSpPr>
          <p:cNvPr id="268" name="VectorPath 268"/>
          <p:cNvSpPr/>
          <p:nvPr/>
        </p:nvSpPr>
        <p:spPr>
          <a:xfrm>
            <a:off x="7102475" y="5482590"/>
            <a:ext cx="452120" cy="452120"/>
          </a:xfrm>
          <a:custGeom>
            <a:avLst/>
            <a:gdLst/>
            <a:ahLst/>
            <a:cxnLst/>
            <a:rect l="l" t="t" r="r" b="b"/>
            <a:pathLst>
              <a:path w="451993" h="452120">
                <a:moveTo>
                  <a:pt x="225806" y="0"/>
                </a:moveTo>
                <a:cubicBezTo>
                  <a:pt x="350647" y="0"/>
                  <a:pt x="451993" y="101346"/>
                  <a:pt x="451993" y="226111"/>
                </a:cubicBezTo>
                <a:cubicBezTo>
                  <a:pt x="451993" y="350914"/>
                  <a:pt x="350647" y="452234"/>
                  <a:pt x="225806" y="452234"/>
                </a:cubicBezTo>
                <a:cubicBezTo>
                  <a:pt x="101092" y="452234"/>
                  <a:pt x="-253" y="350914"/>
                  <a:pt x="-253" y="226111"/>
                </a:cubicBezTo>
                <a:cubicBezTo>
                  <a:pt x="-253" y="101346"/>
                  <a:pt x="101092" y="0"/>
                  <a:pt x="225806" y="0"/>
                </a:cubicBezTo>
                <a:moveTo>
                  <a:pt x="204724" y="105982"/>
                </a:moveTo>
                <a:lnTo>
                  <a:pt x="204724" y="226111"/>
                </a:lnTo>
                <a:cubicBezTo>
                  <a:pt x="204724" y="233172"/>
                  <a:pt x="208152" y="239801"/>
                  <a:pt x="214122" y="243777"/>
                </a:cubicBezTo>
                <a:lnTo>
                  <a:pt x="298959" y="300304"/>
                </a:lnTo>
                <a:cubicBezTo>
                  <a:pt x="308610" y="306845"/>
                  <a:pt x="321818" y="304190"/>
                  <a:pt x="328295" y="294386"/>
                </a:cubicBezTo>
                <a:cubicBezTo>
                  <a:pt x="334899" y="284582"/>
                  <a:pt x="332232" y="271513"/>
                  <a:pt x="322452" y="264973"/>
                </a:cubicBezTo>
                <a:lnTo>
                  <a:pt x="247015" y="214795"/>
                </a:lnTo>
                <a:lnTo>
                  <a:pt x="247015" y="105982"/>
                </a:lnTo>
                <a:cubicBezTo>
                  <a:pt x="247015" y="94234"/>
                  <a:pt x="237617" y="84836"/>
                  <a:pt x="225806" y="84836"/>
                </a:cubicBezTo>
                <a:cubicBezTo>
                  <a:pt x="214122" y="84836"/>
                  <a:pt x="204724" y="94234"/>
                  <a:pt x="204724" y="105982"/>
                </a:cubicBezTo>
              </a:path>
            </a:pathLst>
          </a:custGeom>
          <a:solidFill>
            <a:srgbClr val="FFFFFF">
              <a:alpha val="30000"/>
            </a:srgbClr>
          </a:solidFill>
        </p:spPr>
      </p:sp>
      <p:sp>
        <p:nvSpPr>
          <p:cNvPr id="269" name="TextBox269"/>
          <p:cNvSpPr txBox="1"/>
          <p:nvPr/>
        </p:nvSpPr>
        <p:spPr>
          <a:xfrm>
            <a:off x="580390" y="5463541"/>
            <a:ext cx="738187" cy="568325"/>
          </a:xfrm>
          <a:prstGeom prst="rect">
            <a:avLst/>
          </a:prstGeom>
          <a:noFill/>
        </p:spPr>
        <p:txBody>
          <a:bodyPr wrap="square" lIns="0" tIns="12700" rIns="0" bIns="0" rtlCol="0">
            <a:spAutoFit/>
          </a:bodyPr>
          <a:lstStyle/>
          <a:p>
            <a:pPr marL="0" marR="0" indent="0" eaLnBrk="0">
              <a:lnSpc>
                <a:spcPct val="89492"/>
              </a:lnSpc>
              <a:spcBef>
                <a:spcPts val="100"/>
              </a:spcBef>
              <a:spcAft>
                <a:spcPts val="495"/>
              </a:spcAft>
            </a:pPr>
            <a:r>
              <a:rPr lang="en-US" altLang="zh-CN" sz="1150" kern="0" spc="-15" baseline="0" noProof="0" dirty="0">
                <a:solidFill>
                  <a:srgbClr val="FFFFFF"/>
                </a:solidFill>
                <a:latin typeface="Microsoft YaHei" pitchFamily="34" charset="0"/>
                <a:ea typeface="Microsoft YaHei" pitchFamily="34" charset="0"/>
                <a:cs typeface="Microsoft YaHei" pitchFamily="34" charset="0"/>
              </a:rPr>
              <a:t>预计耗时</a:t>
            </a:r>
          </a:p>
          <a:p>
            <a:pPr marL="0" marR="0" indent="0" eaLnBrk="0">
              <a:lnSpc>
                <a:spcPct val="100000"/>
              </a:lnSpc>
            </a:pPr>
            <a:r>
              <a:rPr lang="en-US" altLang="zh-CN" sz="2200" b="1" kern="0" spc="-15" baseline="0" noProof="0" dirty="0">
                <a:solidFill>
                  <a:srgbClr val="FFFFFF"/>
                </a:solidFill>
                <a:latin typeface="Microsoft YaHei" pitchFamily="34" charset="0"/>
                <a:ea typeface="Microsoft YaHei" pitchFamily="34" charset="0"/>
                <a:cs typeface="Microsoft YaHei" pitchFamily="34" charset="0"/>
              </a:rPr>
              <a:t>1</a:t>
            </a:r>
            <a:r>
              <a:rPr lang="en-US" altLang="zh-CN" sz="2200" b="1" kern="0" spc="0" baseline="0" noProof="0" dirty="0">
                <a:solidFill>
                  <a:srgbClr val="FFFFFF"/>
                </a:solidFill>
                <a:latin typeface="Microsoft YaHei" pitchFamily="34" charset="0"/>
                <a:ea typeface="Microsoft YaHei" pitchFamily="34" charset="0"/>
                <a:cs typeface="Microsoft YaHei" pitchFamily="34" charset="0"/>
              </a:rPr>
              <a:t>小时</a:t>
            </a:r>
          </a:p>
        </p:txBody>
      </p:sp>
      <p:pic>
        <p:nvPicPr>
          <p:cNvPr id="270" name="2F0D838A-79F1-45CD-D965-3CF31E1F5FAA"/>
          <p:cNvPicPr>
            <a:picLocks noChangeAspect="1"/>
          </p:cNvPicPr>
          <p:nvPr/>
        </p:nvPicPr>
        <p:blipFill>
          <a:blip r:embed="rId16" cstate="print">
            <a:extLst>
              <a:ext uri="{6BE642C3-523E-4A0E-9690-854F310AE08E}"/>
            </a:extLst>
          </a:blip>
          <a:srcRect/>
          <a:stretch>
            <a:fillRect/>
          </a:stretch>
        </p:blipFill>
        <p:spPr>
          <a:xfrm>
            <a:off x="7848600" y="1052830"/>
            <a:ext cx="4000500" cy="2738967"/>
          </a:xfrm>
          <a:prstGeom prst="rect">
            <a:avLst/>
          </a:prstGeom>
        </p:spPr>
      </p:pic>
      <p:grpSp>
        <p:nvGrpSpPr>
          <p:cNvPr id="271" name="Combination 271"/>
          <p:cNvGrpSpPr/>
          <p:nvPr/>
        </p:nvGrpSpPr>
        <p:grpSpPr>
          <a:xfrm>
            <a:off x="7879080" y="1073785"/>
            <a:ext cx="3938270" cy="2675890"/>
            <a:chOff x="7879080" y="1073785"/>
            <a:chExt cx="3938270" cy="2675890"/>
          </a:xfrm>
        </p:grpSpPr>
        <p:sp>
          <p:nvSpPr>
            <p:cNvPr id="272" name="VectorPath 272"/>
            <p:cNvSpPr/>
            <p:nvPr/>
          </p:nvSpPr>
          <p:spPr>
            <a:xfrm>
              <a:off x="7878827" y="1073912"/>
              <a:ext cx="3938398" cy="2675890"/>
            </a:xfrm>
            <a:custGeom>
              <a:avLst/>
              <a:gdLst/>
              <a:ahLst/>
              <a:cxnLst/>
              <a:rect l="l" t="t" r="r" b="b"/>
              <a:pathLst>
                <a:path w="3938144" h="2675763">
                  <a:moveTo>
                    <a:pt x="37464" y="0"/>
                  </a:moveTo>
                  <a:lnTo>
                    <a:pt x="3824986" y="0"/>
                  </a:lnTo>
                  <a:cubicBezTo>
                    <a:pt x="3887470" y="0"/>
                    <a:pt x="3938144" y="50673"/>
                    <a:pt x="3938144" y="113030"/>
                  </a:cubicBezTo>
                  <a:lnTo>
                    <a:pt x="3938144" y="2562733"/>
                  </a:lnTo>
                  <a:cubicBezTo>
                    <a:pt x="3938144" y="2625217"/>
                    <a:pt x="3887470" y="2675890"/>
                    <a:pt x="3824986" y="2675890"/>
                  </a:cubicBezTo>
                  <a:lnTo>
                    <a:pt x="37464" y="2675890"/>
                  </a:lnTo>
                  <a:cubicBezTo>
                    <a:pt x="16637" y="2675890"/>
                    <a:pt x="-254" y="2658999"/>
                    <a:pt x="-254" y="2638171"/>
                  </a:cubicBezTo>
                  <a:lnTo>
                    <a:pt x="-254" y="37719"/>
                  </a:lnTo>
                  <a:cubicBezTo>
                    <a:pt x="-254" y="16891"/>
                    <a:pt x="16637" y="0"/>
                    <a:pt x="37464" y="0"/>
                  </a:cubicBezTo>
                </a:path>
              </a:pathLst>
            </a:custGeom>
            <a:solidFill>
              <a:srgbClr val="FFFFFF">
                <a:alpha val="100000"/>
              </a:srgbClr>
            </a:solidFill>
          </p:spPr>
        </p:sp>
        <p:sp>
          <p:nvSpPr>
            <p:cNvPr id="273" name="VectorPath 273"/>
            <p:cNvSpPr/>
            <p:nvPr/>
          </p:nvSpPr>
          <p:spPr>
            <a:xfrm>
              <a:off x="8086090" y="1639189"/>
              <a:ext cx="3542664" cy="452247"/>
            </a:xfrm>
            <a:custGeom>
              <a:avLst/>
              <a:gdLst/>
              <a:ahLst/>
              <a:cxnLst/>
              <a:rect l="l" t="t" r="r" b="b"/>
              <a:pathLst>
                <a:path w="3542664" h="452247">
                  <a:moveTo>
                    <a:pt x="75437" y="0"/>
                  </a:moveTo>
                  <a:lnTo>
                    <a:pt x="3467227" y="0"/>
                  </a:lnTo>
                  <a:cubicBezTo>
                    <a:pt x="3508884" y="0"/>
                    <a:pt x="3542664" y="33782"/>
                    <a:pt x="3542664" y="75438"/>
                  </a:cubicBezTo>
                  <a:lnTo>
                    <a:pt x="3542664" y="376936"/>
                  </a:lnTo>
                  <a:cubicBezTo>
                    <a:pt x="3542664" y="418592"/>
                    <a:pt x="3508884" y="452247"/>
                    <a:pt x="3467227" y="452247"/>
                  </a:cubicBezTo>
                  <a:lnTo>
                    <a:pt x="75437" y="452247"/>
                  </a:lnTo>
                  <a:cubicBezTo>
                    <a:pt x="33782" y="452247"/>
                    <a:pt x="0" y="418592"/>
                    <a:pt x="0" y="376936"/>
                  </a:cubicBezTo>
                  <a:lnTo>
                    <a:pt x="0" y="75438"/>
                  </a:lnTo>
                  <a:cubicBezTo>
                    <a:pt x="0" y="33782"/>
                    <a:pt x="33782" y="0"/>
                    <a:pt x="75437" y="0"/>
                  </a:cubicBezTo>
                </a:path>
              </a:pathLst>
            </a:custGeom>
            <a:solidFill>
              <a:srgbClr val="8B5CF6">
                <a:alpha val="5000"/>
              </a:srgbClr>
            </a:solidFill>
          </p:spPr>
        </p:sp>
        <p:sp>
          <p:nvSpPr>
            <p:cNvPr id="274" name="VectorPath 274"/>
            <p:cNvSpPr/>
            <p:nvPr/>
          </p:nvSpPr>
          <p:spPr>
            <a:xfrm>
              <a:off x="8234426" y="1771142"/>
              <a:ext cx="164973" cy="188468"/>
            </a:xfrm>
            <a:custGeom>
              <a:avLst/>
              <a:gdLst/>
              <a:ahLst/>
              <a:cxnLst/>
              <a:rect l="l" t="t" r="r" b="b"/>
              <a:pathLst>
                <a:path w="164973" h="188468">
                  <a:moveTo>
                    <a:pt x="164973" y="75692"/>
                  </a:moveTo>
                  <a:cubicBezTo>
                    <a:pt x="159512" y="79375"/>
                    <a:pt x="153289" y="82296"/>
                    <a:pt x="146686" y="84582"/>
                  </a:cubicBezTo>
                  <a:cubicBezTo>
                    <a:pt x="129413" y="90805"/>
                    <a:pt x="106680" y="94234"/>
                    <a:pt x="82550" y="94234"/>
                  </a:cubicBezTo>
                  <a:cubicBezTo>
                    <a:pt x="58293" y="94234"/>
                    <a:pt x="35560" y="90678"/>
                    <a:pt x="18288" y="84582"/>
                  </a:cubicBezTo>
                  <a:cubicBezTo>
                    <a:pt x="11811" y="82296"/>
                    <a:pt x="5461" y="79375"/>
                    <a:pt x="0" y="75692"/>
                  </a:cubicBezTo>
                  <a:lnTo>
                    <a:pt x="0" y="106045"/>
                  </a:lnTo>
                  <a:cubicBezTo>
                    <a:pt x="0" y="122301"/>
                    <a:pt x="36957" y="135509"/>
                    <a:pt x="82550" y="135509"/>
                  </a:cubicBezTo>
                  <a:cubicBezTo>
                    <a:pt x="128016" y="135509"/>
                    <a:pt x="164973" y="122301"/>
                    <a:pt x="164973" y="106045"/>
                  </a:cubicBezTo>
                  <a:lnTo>
                    <a:pt x="164973" y="75692"/>
                  </a:lnTo>
                  <a:close/>
                  <a:moveTo>
                    <a:pt x="164973" y="47117"/>
                  </a:moveTo>
                  <a:lnTo>
                    <a:pt x="164973" y="29464"/>
                  </a:lnTo>
                  <a:cubicBezTo>
                    <a:pt x="164973" y="13208"/>
                    <a:pt x="128016" y="0"/>
                    <a:pt x="82550" y="0"/>
                  </a:cubicBezTo>
                  <a:cubicBezTo>
                    <a:pt x="36957" y="0"/>
                    <a:pt x="0" y="13208"/>
                    <a:pt x="0" y="29464"/>
                  </a:cubicBezTo>
                  <a:lnTo>
                    <a:pt x="0" y="47117"/>
                  </a:lnTo>
                  <a:cubicBezTo>
                    <a:pt x="0" y="63373"/>
                    <a:pt x="36957" y="76581"/>
                    <a:pt x="82550" y="76581"/>
                  </a:cubicBezTo>
                  <a:cubicBezTo>
                    <a:pt x="128016" y="76581"/>
                    <a:pt x="164973" y="63373"/>
                    <a:pt x="164973" y="47117"/>
                  </a:cubicBezTo>
                  <a:moveTo>
                    <a:pt x="146686" y="143510"/>
                  </a:moveTo>
                  <a:cubicBezTo>
                    <a:pt x="129413" y="149606"/>
                    <a:pt x="106807" y="153162"/>
                    <a:pt x="82550" y="153162"/>
                  </a:cubicBezTo>
                  <a:cubicBezTo>
                    <a:pt x="58293" y="153162"/>
                    <a:pt x="35560" y="149606"/>
                    <a:pt x="18288" y="143510"/>
                  </a:cubicBezTo>
                  <a:cubicBezTo>
                    <a:pt x="11811" y="141097"/>
                    <a:pt x="5461" y="138303"/>
                    <a:pt x="0" y="134620"/>
                  </a:cubicBezTo>
                  <a:lnTo>
                    <a:pt x="0" y="159004"/>
                  </a:lnTo>
                  <a:cubicBezTo>
                    <a:pt x="0" y="175260"/>
                    <a:pt x="36957" y="188468"/>
                    <a:pt x="82550" y="188468"/>
                  </a:cubicBezTo>
                  <a:cubicBezTo>
                    <a:pt x="128016" y="188468"/>
                    <a:pt x="164973" y="175260"/>
                    <a:pt x="164973" y="159004"/>
                  </a:cubicBezTo>
                  <a:lnTo>
                    <a:pt x="164973" y="134620"/>
                  </a:lnTo>
                  <a:cubicBezTo>
                    <a:pt x="159512" y="138303"/>
                    <a:pt x="153289" y="141097"/>
                    <a:pt x="146686" y="143510"/>
                  </a:cubicBezTo>
                </a:path>
              </a:pathLst>
            </a:custGeom>
            <a:solidFill>
              <a:srgbClr val="8B5CF6">
                <a:alpha val="100000"/>
              </a:srgbClr>
            </a:solidFill>
          </p:spPr>
        </p:sp>
        <p:sp>
          <p:nvSpPr>
            <p:cNvPr id="275" name="VectorPath 275"/>
            <p:cNvSpPr/>
            <p:nvPr/>
          </p:nvSpPr>
          <p:spPr>
            <a:xfrm>
              <a:off x="8086090" y="2204593"/>
              <a:ext cx="3542664" cy="452247"/>
            </a:xfrm>
            <a:custGeom>
              <a:avLst/>
              <a:gdLst/>
              <a:ahLst/>
              <a:cxnLst/>
              <a:rect l="l" t="t" r="r" b="b"/>
              <a:pathLst>
                <a:path w="3542664" h="452247">
                  <a:moveTo>
                    <a:pt x="75437" y="0"/>
                  </a:moveTo>
                  <a:lnTo>
                    <a:pt x="3467227" y="0"/>
                  </a:lnTo>
                  <a:cubicBezTo>
                    <a:pt x="3508884" y="0"/>
                    <a:pt x="3542664" y="33655"/>
                    <a:pt x="3542664" y="75311"/>
                  </a:cubicBezTo>
                  <a:lnTo>
                    <a:pt x="3542664" y="376809"/>
                  </a:lnTo>
                  <a:cubicBezTo>
                    <a:pt x="3542664" y="418465"/>
                    <a:pt x="3508884" y="452247"/>
                    <a:pt x="3467227" y="452247"/>
                  </a:cubicBezTo>
                  <a:lnTo>
                    <a:pt x="75437" y="452247"/>
                  </a:lnTo>
                  <a:cubicBezTo>
                    <a:pt x="33782" y="452247"/>
                    <a:pt x="0" y="418465"/>
                    <a:pt x="0" y="376809"/>
                  </a:cubicBezTo>
                  <a:lnTo>
                    <a:pt x="0" y="75311"/>
                  </a:lnTo>
                  <a:cubicBezTo>
                    <a:pt x="0" y="33782"/>
                    <a:pt x="33782" y="0"/>
                    <a:pt x="75437" y="0"/>
                  </a:cubicBezTo>
                </a:path>
              </a:pathLst>
            </a:custGeom>
            <a:solidFill>
              <a:srgbClr val="8B5CF6">
                <a:alpha val="5000"/>
              </a:srgbClr>
            </a:solidFill>
          </p:spPr>
        </p:sp>
        <p:sp>
          <p:nvSpPr>
            <p:cNvPr id="276" name="VectorPath 276"/>
            <p:cNvSpPr/>
            <p:nvPr/>
          </p:nvSpPr>
          <p:spPr>
            <a:xfrm>
              <a:off x="8222743" y="2336419"/>
              <a:ext cx="188468" cy="188468"/>
            </a:xfrm>
            <a:custGeom>
              <a:avLst/>
              <a:gdLst/>
              <a:ahLst/>
              <a:cxnLst/>
              <a:rect l="l" t="t" r="r" b="b"/>
              <a:pathLst>
                <a:path w="188468" h="188468">
                  <a:moveTo>
                    <a:pt x="164846" y="94234"/>
                  </a:moveTo>
                  <a:cubicBezTo>
                    <a:pt x="164846" y="55245"/>
                    <a:pt x="133223" y="23622"/>
                    <a:pt x="94234" y="23622"/>
                  </a:cubicBezTo>
                  <a:cubicBezTo>
                    <a:pt x="55245" y="23622"/>
                    <a:pt x="23495" y="55245"/>
                    <a:pt x="23495" y="94234"/>
                  </a:cubicBezTo>
                  <a:cubicBezTo>
                    <a:pt x="23495" y="133223"/>
                    <a:pt x="55245" y="164973"/>
                    <a:pt x="94234" y="164973"/>
                  </a:cubicBezTo>
                  <a:cubicBezTo>
                    <a:pt x="133223" y="164973"/>
                    <a:pt x="164846" y="133223"/>
                    <a:pt x="164846" y="94234"/>
                  </a:cubicBezTo>
                  <a:moveTo>
                    <a:pt x="0" y="94234"/>
                  </a:moveTo>
                  <a:cubicBezTo>
                    <a:pt x="0" y="42291"/>
                    <a:pt x="42164" y="0"/>
                    <a:pt x="94234" y="0"/>
                  </a:cubicBezTo>
                  <a:cubicBezTo>
                    <a:pt x="146177" y="0"/>
                    <a:pt x="188468" y="42291"/>
                    <a:pt x="188468" y="94234"/>
                  </a:cubicBezTo>
                  <a:cubicBezTo>
                    <a:pt x="188468" y="146304"/>
                    <a:pt x="146177" y="188468"/>
                    <a:pt x="94234" y="188468"/>
                  </a:cubicBezTo>
                  <a:cubicBezTo>
                    <a:pt x="42164" y="188468"/>
                    <a:pt x="0" y="146304"/>
                    <a:pt x="0" y="94234"/>
                  </a:cubicBezTo>
                  <a:moveTo>
                    <a:pt x="94234" y="123698"/>
                  </a:moveTo>
                  <a:cubicBezTo>
                    <a:pt x="110489" y="123698"/>
                    <a:pt x="123571" y="110490"/>
                    <a:pt x="123571" y="94234"/>
                  </a:cubicBezTo>
                  <a:cubicBezTo>
                    <a:pt x="123571" y="77978"/>
                    <a:pt x="110489" y="64770"/>
                    <a:pt x="94234" y="64770"/>
                  </a:cubicBezTo>
                  <a:cubicBezTo>
                    <a:pt x="77977" y="64770"/>
                    <a:pt x="64770" y="77978"/>
                    <a:pt x="64770" y="94234"/>
                  </a:cubicBezTo>
                  <a:cubicBezTo>
                    <a:pt x="64770" y="110490"/>
                    <a:pt x="77977" y="123698"/>
                    <a:pt x="94234" y="123698"/>
                  </a:cubicBezTo>
                  <a:moveTo>
                    <a:pt x="94234" y="41275"/>
                  </a:moveTo>
                  <a:cubicBezTo>
                    <a:pt x="123444" y="41275"/>
                    <a:pt x="147193" y="65024"/>
                    <a:pt x="147193" y="94234"/>
                  </a:cubicBezTo>
                  <a:cubicBezTo>
                    <a:pt x="147193" y="123571"/>
                    <a:pt x="123444" y="147320"/>
                    <a:pt x="94234" y="147320"/>
                  </a:cubicBezTo>
                  <a:cubicBezTo>
                    <a:pt x="64897" y="147320"/>
                    <a:pt x="41148" y="123571"/>
                    <a:pt x="41148" y="94234"/>
                  </a:cubicBezTo>
                  <a:cubicBezTo>
                    <a:pt x="41148" y="65024"/>
                    <a:pt x="64897" y="41275"/>
                    <a:pt x="94234" y="41275"/>
                  </a:cubicBezTo>
                  <a:moveTo>
                    <a:pt x="82423" y="94234"/>
                  </a:moveTo>
                  <a:cubicBezTo>
                    <a:pt x="82423" y="87757"/>
                    <a:pt x="87630" y="82550"/>
                    <a:pt x="94234" y="82550"/>
                  </a:cubicBezTo>
                  <a:cubicBezTo>
                    <a:pt x="100711" y="82550"/>
                    <a:pt x="105918" y="87757"/>
                    <a:pt x="105918" y="94234"/>
                  </a:cubicBezTo>
                  <a:cubicBezTo>
                    <a:pt x="105918" y="100711"/>
                    <a:pt x="100711" y="106045"/>
                    <a:pt x="94234" y="106045"/>
                  </a:cubicBezTo>
                  <a:cubicBezTo>
                    <a:pt x="87630" y="106045"/>
                    <a:pt x="82423" y="100711"/>
                    <a:pt x="82423" y="94234"/>
                  </a:cubicBezTo>
                </a:path>
              </a:pathLst>
            </a:custGeom>
            <a:solidFill>
              <a:srgbClr val="8B5CF6">
                <a:alpha val="100000"/>
              </a:srgbClr>
            </a:solidFill>
          </p:spPr>
        </p:sp>
        <p:sp>
          <p:nvSpPr>
            <p:cNvPr id="277" name="VectorPath 277"/>
            <p:cNvSpPr/>
            <p:nvPr/>
          </p:nvSpPr>
          <p:spPr>
            <a:xfrm>
              <a:off x="8120508" y="2769870"/>
              <a:ext cx="3542664" cy="791464"/>
            </a:xfrm>
            <a:custGeom>
              <a:avLst/>
              <a:gdLst/>
              <a:ahLst/>
              <a:cxnLst/>
              <a:rect l="l" t="t" r="r" b="b"/>
              <a:pathLst>
                <a:path w="3542664" h="791464">
                  <a:moveTo>
                    <a:pt x="75437" y="0"/>
                  </a:moveTo>
                  <a:lnTo>
                    <a:pt x="3467227" y="0"/>
                  </a:lnTo>
                  <a:cubicBezTo>
                    <a:pt x="3508883" y="0"/>
                    <a:pt x="3542664" y="33782"/>
                    <a:pt x="3542664" y="75438"/>
                  </a:cubicBezTo>
                  <a:lnTo>
                    <a:pt x="3542664" y="716026"/>
                  </a:lnTo>
                  <a:cubicBezTo>
                    <a:pt x="3542664" y="757682"/>
                    <a:pt x="3508883" y="791464"/>
                    <a:pt x="3467227" y="791464"/>
                  </a:cubicBezTo>
                  <a:lnTo>
                    <a:pt x="75437" y="791464"/>
                  </a:lnTo>
                  <a:cubicBezTo>
                    <a:pt x="33782" y="791464"/>
                    <a:pt x="0" y="757682"/>
                    <a:pt x="0" y="716026"/>
                  </a:cubicBezTo>
                  <a:lnTo>
                    <a:pt x="0" y="75438"/>
                  </a:lnTo>
                  <a:cubicBezTo>
                    <a:pt x="0" y="33782"/>
                    <a:pt x="33782" y="0"/>
                    <a:pt x="75437" y="0"/>
                  </a:cubicBezTo>
                </a:path>
              </a:pathLst>
            </a:custGeom>
            <a:solidFill>
              <a:srgbClr val="8B5CF6">
                <a:alpha val="5000"/>
              </a:srgbClr>
            </a:solidFill>
          </p:spPr>
        </p:sp>
        <p:sp>
          <p:nvSpPr>
            <p:cNvPr id="278" name="VectorPath 278"/>
            <p:cNvSpPr/>
            <p:nvPr/>
          </p:nvSpPr>
          <p:spPr>
            <a:xfrm>
              <a:off x="8228585" y="2901823"/>
              <a:ext cx="170814" cy="182499"/>
            </a:xfrm>
            <a:custGeom>
              <a:avLst/>
              <a:gdLst/>
              <a:ahLst/>
              <a:cxnLst/>
              <a:rect l="l" t="t" r="r" b="b"/>
              <a:pathLst>
                <a:path w="170814" h="182499">
                  <a:moveTo>
                    <a:pt x="88392" y="0"/>
                  </a:moveTo>
                  <a:cubicBezTo>
                    <a:pt x="92456" y="0"/>
                    <a:pt x="96393" y="2159"/>
                    <a:pt x="98424" y="5715"/>
                  </a:cubicBezTo>
                  <a:lnTo>
                    <a:pt x="133731" y="64516"/>
                  </a:lnTo>
                  <a:cubicBezTo>
                    <a:pt x="135889" y="68199"/>
                    <a:pt x="136017" y="72771"/>
                    <a:pt x="133858" y="76454"/>
                  </a:cubicBezTo>
                  <a:cubicBezTo>
                    <a:pt x="131825" y="80137"/>
                    <a:pt x="127889" y="82423"/>
                    <a:pt x="123697" y="82423"/>
                  </a:cubicBezTo>
                  <a:lnTo>
                    <a:pt x="52959" y="82423"/>
                  </a:lnTo>
                  <a:cubicBezTo>
                    <a:pt x="48768" y="82423"/>
                    <a:pt x="44831" y="80137"/>
                    <a:pt x="42799" y="76454"/>
                  </a:cubicBezTo>
                  <a:cubicBezTo>
                    <a:pt x="40767" y="72771"/>
                    <a:pt x="40767" y="68199"/>
                    <a:pt x="42925" y="64643"/>
                  </a:cubicBezTo>
                  <a:lnTo>
                    <a:pt x="78232" y="5715"/>
                  </a:lnTo>
                  <a:cubicBezTo>
                    <a:pt x="80390" y="2159"/>
                    <a:pt x="84200" y="0"/>
                    <a:pt x="88392" y="0"/>
                  </a:cubicBezTo>
                  <a:moveTo>
                    <a:pt x="41274" y="100076"/>
                  </a:moveTo>
                  <a:cubicBezTo>
                    <a:pt x="64008" y="100076"/>
                    <a:pt x="82423" y="118491"/>
                    <a:pt x="82423" y="141351"/>
                  </a:cubicBezTo>
                  <a:cubicBezTo>
                    <a:pt x="82423" y="164084"/>
                    <a:pt x="64008" y="182499"/>
                    <a:pt x="41274" y="182499"/>
                  </a:cubicBezTo>
                  <a:cubicBezTo>
                    <a:pt x="18542" y="182499"/>
                    <a:pt x="0" y="164084"/>
                    <a:pt x="0" y="141351"/>
                  </a:cubicBezTo>
                  <a:cubicBezTo>
                    <a:pt x="0" y="118491"/>
                    <a:pt x="18542" y="100076"/>
                    <a:pt x="41274" y="100076"/>
                  </a:cubicBezTo>
                  <a:moveTo>
                    <a:pt x="114808" y="105918"/>
                  </a:moveTo>
                  <a:lnTo>
                    <a:pt x="156083" y="105918"/>
                  </a:lnTo>
                  <a:cubicBezTo>
                    <a:pt x="164210" y="105918"/>
                    <a:pt x="170814" y="112522"/>
                    <a:pt x="170814" y="120650"/>
                  </a:cubicBezTo>
                  <a:lnTo>
                    <a:pt x="170814" y="161925"/>
                  </a:lnTo>
                  <a:cubicBezTo>
                    <a:pt x="170814" y="170053"/>
                    <a:pt x="164210" y="176657"/>
                    <a:pt x="156083" y="176657"/>
                  </a:cubicBezTo>
                  <a:lnTo>
                    <a:pt x="114808" y="176657"/>
                  </a:lnTo>
                  <a:cubicBezTo>
                    <a:pt x="106680" y="176657"/>
                    <a:pt x="100075" y="170053"/>
                    <a:pt x="100075" y="161925"/>
                  </a:cubicBezTo>
                  <a:lnTo>
                    <a:pt x="100075" y="120650"/>
                  </a:lnTo>
                  <a:cubicBezTo>
                    <a:pt x="100075" y="112522"/>
                    <a:pt x="106680" y="105918"/>
                    <a:pt x="114808" y="105918"/>
                  </a:cubicBezTo>
                </a:path>
              </a:pathLst>
            </a:custGeom>
            <a:solidFill>
              <a:srgbClr val="8B5CF6">
                <a:alpha val="100000"/>
              </a:srgbClr>
            </a:solidFill>
          </p:spPr>
        </p:sp>
        <p:sp>
          <p:nvSpPr>
            <p:cNvPr id="279" name="VectorPath 279"/>
            <p:cNvSpPr/>
            <p:nvPr/>
          </p:nvSpPr>
          <p:spPr>
            <a:xfrm>
              <a:off x="8199120" y="3184398"/>
              <a:ext cx="1524000" cy="263906"/>
            </a:xfrm>
            <a:custGeom>
              <a:avLst/>
              <a:gdLst/>
              <a:ahLst/>
              <a:cxnLst/>
              <a:rect l="l" t="t" r="r" b="b"/>
              <a:pathLst>
                <a:path w="1524000" h="263906">
                  <a:moveTo>
                    <a:pt x="313817" y="0"/>
                  </a:moveTo>
                  <a:lnTo>
                    <a:pt x="1210184" y="0"/>
                  </a:lnTo>
                  <a:cubicBezTo>
                    <a:pt x="1383412" y="0"/>
                    <a:pt x="1524000" y="59182"/>
                    <a:pt x="1524000" y="131953"/>
                  </a:cubicBezTo>
                  <a:lnTo>
                    <a:pt x="1524000" y="131953"/>
                  </a:lnTo>
                  <a:cubicBezTo>
                    <a:pt x="1524000" y="204724"/>
                    <a:pt x="1383412" y="263906"/>
                    <a:pt x="1210184" y="263906"/>
                  </a:cubicBezTo>
                  <a:lnTo>
                    <a:pt x="313817" y="263906"/>
                  </a:lnTo>
                  <a:cubicBezTo>
                    <a:pt x="140589" y="263906"/>
                    <a:pt x="0" y="204724"/>
                    <a:pt x="0" y="131953"/>
                  </a:cubicBezTo>
                  <a:lnTo>
                    <a:pt x="0" y="131953"/>
                  </a:lnTo>
                  <a:cubicBezTo>
                    <a:pt x="0" y="59182"/>
                    <a:pt x="140589" y="0"/>
                    <a:pt x="313817" y="0"/>
                  </a:cubicBezTo>
                </a:path>
              </a:pathLst>
            </a:custGeom>
            <a:solidFill>
              <a:srgbClr val="FFFFFF">
                <a:alpha val="100000"/>
              </a:srgbClr>
            </a:solidFill>
          </p:spPr>
        </p:sp>
      </p:grpSp>
      <p:pic>
        <p:nvPicPr>
          <p:cNvPr id="280" name="3BBF8BEF-E9EE-4BFB-5F4C-377C63925053"/>
          <p:cNvPicPr>
            <a:picLocks noChangeAspect="1"/>
          </p:cNvPicPr>
          <p:nvPr/>
        </p:nvPicPr>
        <p:blipFill>
          <a:blip r:embed="rId17" cstate="print">
            <a:extLst>
              <a:ext uri="{14501F56-1589-46EA-AED0-50074F0D8F00}"/>
            </a:extLst>
          </a:blip>
          <a:srcRect/>
          <a:stretch>
            <a:fillRect/>
          </a:stretch>
        </p:blipFill>
        <p:spPr>
          <a:xfrm>
            <a:off x="7848600" y="3879850"/>
            <a:ext cx="4000500" cy="2324100"/>
          </a:xfrm>
          <a:prstGeom prst="rect">
            <a:avLst/>
          </a:prstGeom>
        </p:spPr>
      </p:pic>
      <p:grpSp>
        <p:nvGrpSpPr>
          <p:cNvPr id="281" name="Combination 281"/>
          <p:cNvGrpSpPr/>
          <p:nvPr/>
        </p:nvGrpSpPr>
        <p:grpSpPr>
          <a:xfrm>
            <a:off x="7879080" y="3900805"/>
            <a:ext cx="3938270" cy="2259965"/>
            <a:chOff x="7879080" y="3900805"/>
            <a:chExt cx="3938270" cy="2259965"/>
          </a:xfrm>
        </p:grpSpPr>
        <p:sp>
          <p:nvSpPr>
            <p:cNvPr id="282" name="VectorPath 282"/>
            <p:cNvSpPr/>
            <p:nvPr/>
          </p:nvSpPr>
          <p:spPr>
            <a:xfrm>
              <a:off x="7878827" y="3900551"/>
              <a:ext cx="3938398" cy="2260397"/>
            </a:xfrm>
            <a:custGeom>
              <a:avLst/>
              <a:gdLst/>
              <a:ahLst/>
              <a:cxnLst/>
              <a:rect l="l" t="t" r="r" b="b"/>
              <a:pathLst>
                <a:path w="3938144" h="2259965">
                  <a:moveTo>
                    <a:pt x="37464" y="-254"/>
                  </a:moveTo>
                  <a:lnTo>
                    <a:pt x="3824986" y="-254"/>
                  </a:lnTo>
                  <a:cubicBezTo>
                    <a:pt x="3887470" y="-254"/>
                    <a:pt x="3938144" y="40132"/>
                    <a:pt x="3938144" y="90170"/>
                  </a:cubicBezTo>
                  <a:lnTo>
                    <a:pt x="3938144" y="2169732"/>
                  </a:lnTo>
                  <a:cubicBezTo>
                    <a:pt x="3938144" y="2219668"/>
                    <a:pt x="3887470" y="2260143"/>
                    <a:pt x="3824986" y="2260143"/>
                  </a:cubicBezTo>
                  <a:lnTo>
                    <a:pt x="37464" y="2260143"/>
                  </a:lnTo>
                  <a:cubicBezTo>
                    <a:pt x="16637" y="2260143"/>
                    <a:pt x="-254" y="2246656"/>
                    <a:pt x="-254" y="2230006"/>
                  </a:cubicBezTo>
                  <a:lnTo>
                    <a:pt x="-254" y="29845"/>
                  </a:lnTo>
                  <a:cubicBezTo>
                    <a:pt x="-254" y="13208"/>
                    <a:pt x="16637" y="-254"/>
                    <a:pt x="37464" y="-254"/>
                  </a:cubicBezTo>
                </a:path>
              </a:pathLst>
            </a:custGeom>
            <a:solidFill>
              <a:srgbClr val="FFFFFF">
                <a:alpha val="100000"/>
              </a:srgbClr>
            </a:solidFill>
          </p:spPr>
        </p:sp>
        <p:sp>
          <p:nvSpPr>
            <p:cNvPr id="283" name="VectorPath 283"/>
            <p:cNvSpPr/>
            <p:nvPr/>
          </p:nvSpPr>
          <p:spPr>
            <a:xfrm>
              <a:off x="8086090" y="4465829"/>
              <a:ext cx="301498" cy="301498"/>
            </a:xfrm>
            <a:custGeom>
              <a:avLst/>
              <a:gdLst/>
              <a:ahLst/>
              <a:cxnLst/>
              <a:rect l="l" t="t" r="r" b="b"/>
              <a:pathLst>
                <a:path w="301498" h="301498">
                  <a:moveTo>
                    <a:pt x="150749" y="0"/>
                  </a:moveTo>
                  <a:lnTo>
                    <a:pt x="150749" y="0"/>
                  </a:lnTo>
                  <a:cubicBezTo>
                    <a:pt x="233934" y="0"/>
                    <a:pt x="301498" y="67564"/>
                    <a:pt x="301498" y="150749"/>
                  </a:cubicBezTo>
                  <a:lnTo>
                    <a:pt x="301498" y="150749"/>
                  </a:lnTo>
                  <a:cubicBezTo>
                    <a:pt x="301498" y="233934"/>
                    <a:pt x="233934" y="301498"/>
                    <a:pt x="150749" y="301498"/>
                  </a:cubicBezTo>
                  <a:lnTo>
                    <a:pt x="150749" y="301498"/>
                  </a:lnTo>
                  <a:cubicBezTo>
                    <a:pt x="67564" y="301498"/>
                    <a:pt x="0" y="233934"/>
                    <a:pt x="0" y="150749"/>
                  </a:cubicBezTo>
                  <a:lnTo>
                    <a:pt x="0" y="150749"/>
                  </a:lnTo>
                  <a:cubicBezTo>
                    <a:pt x="0" y="67564"/>
                    <a:pt x="67564" y="0"/>
                    <a:pt x="150749" y="0"/>
                  </a:cubicBezTo>
                </a:path>
              </a:pathLst>
            </a:custGeom>
            <a:solidFill>
              <a:srgbClr val="F59E0B">
                <a:alpha val="100000"/>
              </a:srgbClr>
            </a:solidFill>
          </p:spPr>
        </p:sp>
        <p:sp>
          <p:nvSpPr>
            <p:cNvPr id="284" name="VectorPath 284"/>
            <p:cNvSpPr/>
            <p:nvPr/>
          </p:nvSpPr>
          <p:spPr>
            <a:xfrm>
              <a:off x="8086090" y="4842764"/>
              <a:ext cx="301498" cy="301498"/>
            </a:xfrm>
            <a:custGeom>
              <a:avLst/>
              <a:gdLst/>
              <a:ahLst/>
              <a:cxnLst/>
              <a:rect l="l" t="t" r="r" b="b"/>
              <a:pathLst>
                <a:path w="301498" h="301498">
                  <a:moveTo>
                    <a:pt x="150749" y="0"/>
                  </a:moveTo>
                  <a:lnTo>
                    <a:pt x="150749" y="0"/>
                  </a:lnTo>
                  <a:cubicBezTo>
                    <a:pt x="233934" y="0"/>
                    <a:pt x="301498" y="67437"/>
                    <a:pt x="301498" y="150749"/>
                  </a:cubicBezTo>
                  <a:lnTo>
                    <a:pt x="301498" y="150749"/>
                  </a:lnTo>
                  <a:cubicBezTo>
                    <a:pt x="301498" y="233934"/>
                    <a:pt x="233934" y="301498"/>
                    <a:pt x="150749" y="301498"/>
                  </a:cubicBezTo>
                  <a:lnTo>
                    <a:pt x="150749" y="301498"/>
                  </a:lnTo>
                  <a:cubicBezTo>
                    <a:pt x="67564" y="301498"/>
                    <a:pt x="0" y="233934"/>
                    <a:pt x="0" y="150749"/>
                  </a:cubicBezTo>
                  <a:lnTo>
                    <a:pt x="0" y="150749"/>
                  </a:lnTo>
                  <a:cubicBezTo>
                    <a:pt x="0" y="67437"/>
                    <a:pt x="67564" y="0"/>
                    <a:pt x="150749" y="0"/>
                  </a:cubicBezTo>
                </a:path>
              </a:pathLst>
            </a:custGeom>
            <a:solidFill>
              <a:srgbClr val="F59E0B">
                <a:alpha val="100000"/>
              </a:srgbClr>
            </a:solidFill>
          </p:spPr>
        </p:sp>
        <p:sp>
          <p:nvSpPr>
            <p:cNvPr id="285" name="VectorPath 285"/>
            <p:cNvSpPr/>
            <p:nvPr/>
          </p:nvSpPr>
          <p:spPr>
            <a:xfrm>
              <a:off x="8086090" y="5219573"/>
              <a:ext cx="301498" cy="301498"/>
            </a:xfrm>
            <a:custGeom>
              <a:avLst/>
              <a:gdLst/>
              <a:ahLst/>
              <a:cxnLst/>
              <a:rect l="l" t="t" r="r" b="b"/>
              <a:pathLst>
                <a:path w="301498" h="301498">
                  <a:moveTo>
                    <a:pt x="150749" y="0"/>
                  </a:moveTo>
                  <a:lnTo>
                    <a:pt x="150749" y="0"/>
                  </a:lnTo>
                  <a:cubicBezTo>
                    <a:pt x="233934" y="0"/>
                    <a:pt x="301498" y="67564"/>
                    <a:pt x="301498" y="150749"/>
                  </a:cubicBezTo>
                  <a:lnTo>
                    <a:pt x="301498" y="150749"/>
                  </a:lnTo>
                  <a:cubicBezTo>
                    <a:pt x="301498" y="233934"/>
                    <a:pt x="233934" y="301498"/>
                    <a:pt x="150749" y="301498"/>
                  </a:cubicBezTo>
                  <a:lnTo>
                    <a:pt x="150749" y="301498"/>
                  </a:lnTo>
                  <a:cubicBezTo>
                    <a:pt x="67564" y="301498"/>
                    <a:pt x="0" y="233934"/>
                    <a:pt x="0" y="150749"/>
                  </a:cubicBezTo>
                  <a:lnTo>
                    <a:pt x="0" y="150749"/>
                  </a:lnTo>
                  <a:cubicBezTo>
                    <a:pt x="0" y="67564"/>
                    <a:pt x="67564" y="0"/>
                    <a:pt x="150749" y="0"/>
                  </a:cubicBezTo>
                </a:path>
              </a:pathLst>
            </a:custGeom>
            <a:solidFill>
              <a:srgbClr val="F59E0B">
                <a:alpha val="100000"/>
              </a:srgbClr>
            </a:solidFill>
          </p:spPr>
        </p:sp>
        <p:sp>
          <p:nvSpPr>
            <p:cNvPr id="286" name="VectorPath 286"/>
            <p:cNvSpPr/>
            <p:nvPr/>
          </p:nvSpPr>
          <p:spPr>
            <a:xfrm>
              <a:off x="8086090" y="5596459"/>
              <a:ext cx="301498" cy="301511"/>
            </a:xfrm>
            <a:custGeom>
              <a:avLst/>
              <a:gdLst/>
              <a:ahLst/>
              <a:cxnLst/>
              <a:rect l="l" t="t" r="r" b="b"/>
              <a:pathLst>
                <a:path w="301498" h="301511">
                  <a:moveTo>
                    <a:pt x="150749" y="0"/>
                  </a:moveTo>
                  <a:lnTo>
                    <a:pt x="150749" y="0"/>
                  </a:lnTo>
                  <a:cubicBezTo>
                    <a:pt x="233934" y="0"/>
                    <a:pt x="301498" y="67551"/>
                    <a:pt x="301498" y="150762"/>
                  </a:cubicBezTo>
                  <a:lnTo>
                    <a:pt x="301498" y="150762"/>
                  </a:lnTo>
                  <a:cubicBezTo>
                    <a:pt x="301498" y="233959"/>
                    <a:pt x="233934" y="301511"/>
                    <a:pt x="150749" y="301511"/>
                  </a:cubicBezTo>
                  <a:lnTo>
                    <a:pt x="150749" y="301511"/>
                  </a:lnTo>
                  <a:cubicBezTo>
                    <a:pt x="67564" y="301511"/>
                    <a:pt x="0" y="233959"/>
                    <a:pt x="0" y="150762"/>
                  </a:cubicBezTo>
                  <a:lnTo>
                    <a:pt x="0" y="150762"/>
                  </a:lnTo>
                  <a:cubicBezTo>
                    <a:pt x="0" y="67551"/>
                    <a:pt x="67564" y="0"/>
                    <a:pt x="150749" y="0"/>
                  </a:cubicBezTo>
                </a:path>
              </a:pathLst>
            </a:custGeom>
            <a:solidFill>
              <a:srgbClr val="F59E0B">
                <a:alpha val="100000"/>
              </a:srgbClr>
            </a:solidFill>
          </p:spPr>
        </p:sp>
      </p:grpSp>
      <p:sp>
        <p:nvSpPr>
          <p:cNvPr id="287" name="VectorPath 287"/>
          <p:cNvSpPr/>
          <p:nvPr/>
        </p:nvSpPr>
        <p:spPr>
          <a:xfrm>
            <a:off x="7879080" y="1073785"/>
            <a:ext cx="37464" cy="2675890"/>
          </a:xfrm>
          <a:custGeom>
            <a:avLst/>
            <a:gdLst/>
            <a:ahLst/>
            <a:cxnLst/>
            <a:rect l="l" t="t" r="r" b="b"/>
            <a:pathLst>
              <a:path w="37464" h="2675763">
                <a:moveTo>
                  <a:pt x="37464" y="0"/>
                </a:moveTo>
                <a:lnTo>
                  <a:pt x="37464" y="0"/>
                </a:lnTo>
                <a:lnTo>
                  <a:pt x="37464" y="2675890"/>
                </a:lnTo>
                <a:lnTo>
                  <a:pt x="37464" y="2675890"/>
                </a:lnTo>
                <a:cubicBezTo>
                  <a:pt x="16637" y="2675890"/>
                  <a:pt x="-254" y="2658999"/>
                  <a:pt x="-254" y="2638171"/>
                </a:cubicBezTo>
                <a:lnTo>
                  <a:pt x="-254" y="37719"/>
                </a:lnTo>
                <a:cubicBezTo>
                  <a:pt x="-254" y="16891"/>
                  <a:pt x="16637" y="0"/>
                  <a:pt x="37464" y="0"/>
                </a:cubicBezTo>
              </a:path>
            </a:pathLst>
          </a:custGeom>
          <a:solidFill>
            <a:srgbClr val="8B5CF6">
              <a:alpha val="100000"/>
            </a:srgbClr>
          </a:solidFill>
        </p:spPr>
      </p:sp>
      <p:sp>
        <p:nvSpPr>
          <p:cNvPr id="288" name="VectorPath 288"/>
          <p:cNvSpPr/>
          <p:nvPr/>
        </p:nvSpPr>
        <p:spPr>
          <a:xfrm>
            <a:off x="7879080" y="3900805"/>
            <a:ext cx="45720" cy="2259965"/>
          </a:xfrm>
          <a:custGeom>
            <a:avLst/>
            <a:gdLst/>
            <a:ahLst/>
            <a:cxnLst/>
            <a:rect l="l" t="t" r="r" b="b"/>
            <a:pathLst>
              <a:path w="45466" h="2259965">
                <a:moveTo>
                  <a:pt x="45466" y="-254"/>
                </a:moveTo>
                <a:lnTo>
                  <a:pt x="45466" y="-254"/>
                </a:lnTo>
                <a:lnTo>
                  <a:pt x="45466" y="2260143"/>
                </a:lnTo>
                <a:lnTo>
                  <a:pt x="45466" y="2260143"/>
                </a:lnTo>
                <a:cubicBezTo>
                  <a:pt x="20193" y="2260143"/>
                  <a:pt x="-254" y="2246656"/>
                  <a:pt x="-254" y="2230006"/>
                </a:cubicBezTo>
                <a:lnTo>
                  <a:pt x="-254" y="29845"/>
                </a:lnTo>
                <a:cubicBezTo>
                  <a:pt x="-254" y="13208"/>
                  <a:pt x="20193" y="-254"/>
                  <a:pt x="45466" y="-254"/>
                </a:cubicBezTo>
              </a:path>
            </a:pathLst>
          </a:custGeom>
          <a:solidFill>
            <a:srgbClr val="F59E0B">
              <a:alpha val="100000"/>
            </a:srgbClr>
          </a:solidFill>
        </p:spPr>
      </p:sp>
      <p:sp>
        <p:nvSpPr>
          <p:cNvPr id="289" name="TextBox289"/>
          <p:cNvSpPr txBox="1"/>
          <p:nvPr/>
        </p:nvSpPr>
        <p:spPr>
          <a:xfrm>
            <a:off x="8086725" y="1311910"/>
            <a:ext cx="757237" cy="220662"/>
          </a:xfrm>
          <a:prstGeom prst="rect">
            <a:avLst/>
          </a:prstGeom>
          <a:noFill/>
        </p:spPr>
        <p:txBody>
          <a:bodyPr wrap="square" lIns="0" tIns="0" rIns="0" bIns="0" rtlCol="0">
            <a:spAutoFit/>
          </a:bodyPr>
          <a:lstStyle/>
          <a:p>
            <a:pPr marL="0" marR="0" indent="0" eaLnBrk="0">
              <a:lnSpc>
                <a:spcPct val="99712"/>
              </a:lnSpc>
            </a:pPr>
            <a:r>
              <a:rPr lang="en-US" altLang="zh-CN" sz="1450" b="1" kern="0" spc="-15" baseline="0" noProof="0" dirty="0">
                <a:solidFill>
                  <a:srgbClr val="1E293B"/>
                </a:solidFill>
                <a:latin typeface="Microsoft YaHei" pitchFamily="34" charset="0"/>
                <a:ea typeface="Microsoft YaHei" pitchFamily="34" charset="0"/>
                <a:cs typeface="Microsoft YaHei" pitchFamily="34" charset="0"/>
              </a:rPr>
              <a:t>技术要求</a:t>
            </a:r>
          </a:p>
        </p:txBody>
      </p:sp>
      <p:sp>
        <p:nvSpPr>
          <p:cNvPr id="290" name="TextBox290"/>
          <p:cNvSpPr txBox="1"/>
          <p:nvPr/>
        </p:nvSpPr>
        <p:spPr>
          <a:xfrm>
            <a:off x="8511540" y="1807845"/>
            <a:ext cx="603250" cy="176212"/>
          </a:xfrm>
          <a:prstGeom prst="rect">
            <a:avLst/>
          </a:prstGeom>
          <a:noFill/>
        </p:spPr>
        <p:txBody>
          <a:bodyPr wrap="square" lIns="0" tIns="0" rIns="0" bIns="0" rtlCol="0">
            <a:spAutoFit/>
          </a:bodyPr>
          <a:lstStyle/>
          <a:p>
            <a:pPr marL="0" marR="0" indent="0" eaLnBrk="0">
              <a:lnSpc>
                <a:spcPct val="100000"/>
              </a:lnSpc>
            </a:pPr>
            <a:r>
              <a:rPr lang="en-US" altLang="zh-CN" sz="1150" kern="0" spc="-15" baseline="0" noProof="0" dirty="0">
                <a:solidFill>
                  <a:srgbClr val="1E293B"/>
                </a:solidFill>
                <a:latin typeface="Microsoft YaHei" pitchFamily="34" charset="0"/>
                <a:ea typeface="Microsoft YaHei" pitchFamily="34" charset="0"/>
                <a:cs typeface="Microsoft YaHei" pitchFamily="34" charset="0"/>
              </a:rPr>
              <a:t>数据类型</a:t>
            </a:r>
          </a:p>
        </p:txBody>
      </p:sp>
      <p:sp>
        <p:nvSpPr>
          <p:cNvPr id="291" name="TextBox291"/>
          <p:cNvSpPr txBox="1"/>
          <p:nvPr/>
        </p:nvSpPr>
        <p:spPr>
          <a:xfrm>
            <a:off x="8511540" y="2372995"/>
            <a:ext cx="603250" cy="176212"/>
          </a:xfrm>
          <a:prstGeom prst="rect">
            <a:avLst/>
          </a:prstGeom>
          <a:noFill/>
        </p:spPr>
        <p:txBody>
          <a:bodyPr wrap="square" lIns="0" tIns="0" rIns="0" bIns="0" rtlCol="0">
            <a:spAutoFit/>
          </a:bodyPr>
          <a:lstStyle/>
          <a:p>
            <a:pPr marL="0" marR="0" indent="0" eaLnBrk="0">
              <a:lnSpc>
                <a:spcPct val="100000"/>
              </a:lnSpc>
            </a:pPr>
            <a:r>
              <a:rPr lang="en-US" altLang="zh-CN" sz="1150" kern="0" spc="-15" baseline="0" noProof="0" dirty="0">
                <a:solidFill>
                  <a:srgbClr val="1E293B"/>
                </a:solidFill>
                <a:latin typeface="Microsoft YaHei" pitchFamily="34" charset="0"/>
                <a:ea typeface="Microsoft YaHei" pitchFamily="34" charset="0"/>
                <a:cs typeface="Microsoft YaHei" pitchFamily="34" charset="0"/>
              </a:rPr>
              <a:t>计算精度</a:t>
            </a:r>
          </a:p>
        </p:txBody>
      </p:sp>
      <p:sp>
        <p:nvSpPr>
          <p:cNvPr id="292" name="TextBox292"/>
          <p:cNvSpPr txBox="1"/>
          <p:nvPr/>
        </p:nvSpPr>
        <p:spPr>
          <a:xfrm>
            <a:off x="8511540" y="2938780"/>
            <a:ext cx="898525" cy="176212"/>
          </a:xfrm>
          <a:prstGeom prst="rect">
            <a:avLst/>
          </a:prstGeom>
          <a:noFill/>
        </p:spPr>
        <p:txBody>
          <a:bodyPr wrap="square" lIns="0" tIns="0" rIns="0" bIns="0" rtlCol="0">
            <a:spAutoFit/>
          </a:bodyPr>
          <a:lstStyle/>
          <a:p>
            <a:pPr marL="0" marR="0" indent="0" eaLnBrk="0">
              <a:lnSpc>
                <a:spcPct val="100000"/>
              </a:lnSpc>
              <a:spcAft>
                <a:spcPts val="5"/>
              </a:spcAft>
            </a:pPr>
            <a:r>
              <a:rPr lang="en-US" altLang="zh-CN" sz="1150" kern="0" spc="-15" baseline="0" noProof="0" dirty="0">
                <a:solidFill>
                  <a:srgbClr val="1E293B"/>
                </a:solidFill>
                <a:latin typeface="Microsoft YaHei" pitchFamily="34" charset="0"/>
                <a:ea typeface="Microsoft YaHei" pitchFamily="34" charset="0"/>
                <a:cs typeface="Microsoft YaHei" pitchFamily="34" charset="0"/>
              </a:rPr>
              <a:t>支持的</a:t>
            </a:r>
            <a:r>
              <a:rPr lang="en-US" altLang="zh-CN" sz="1150" kern="0" spc="0" baseline="0" noProof="0" dirty="0">
                <a:solidFill>
                  <a:srgbClr val="1E293B"/>
                </a:solidFill>
                <a:latin typeface="Microsoft YaHei" pitchFamily="34" charset="0"/>
                <a:ea typeface="Microsoft YaHei" pitchFamily="34" charset="0"/>
                <a:cs typeface="Microsoft YaHei" pitchFamily="34" charset="0"/>
              </a:rPr>
              <a:t>Shape</a:t>
            </a:r>
          </a:p>
        </p:txBody>
      </p:sp>
      <p:sp>
        <p:nvSpPr>
          <p:cNvPr id="293" name="TextBox293"/>
          <p:cNvSpPr txBox="1"/>
          <p:nvPr/>
        </p:nvSpPr>
        <p:spPr>
          <a:xfrm>
            <a:off x="8569326" y="3260725"/>
            <a:ext cx="776287" cy="152400"/>
          </a:xfrm>
          <a:prstGeom prst="rect">
            <a:avLst/>
          </a:prstGeom>
          <a:noFill/>
        </p:spPr>
        <p:txBody>
          <a:bodyPr wrap="square" lIns="0" tIns="0" rIns="0" bIns="0" rtlCol="0">
            <a:spAutoFit/>
          </a:bodyPr>
          <a:lstStyle/>
          <a:p>
            <a:pPr marL="0" marR="0" indent="0" eaLnBrk="0">
              <a:lnSpc>
                <a:spcPct val="100000"/>
              </a:lnSpc>
            </a:pPr>
            <a:r>
              <a:rPr lang="en-US" altLang="zh-CN" sz="1000" kern="0" spc="0" baseline="0" noProof="0" dirty="0">
                <a:solidFill>
                  <a:srgbClr val="8B5CF6"/>
                </a:solidFill>
                <a:latin typeface="Microsoft YaHei" pitchFamily="34" charset="0"/>
                <a:ea typeface="Microsoft YaHei" pitchFamily="34" charset="0"/>
                <a:cs typeface="Microsoft YaHei" pitchFamily="34" charset="0"/>
              </a:rPr>
              <a:t>[128,</a:t>
            </a:r>
            <a:r>
              <a:rPr lang="en-US" altLang="zh-CN" sz="1000" kern="0" spc="115" baseline="0" noProof="0" dirty="0">
                <a:latin typeface="Microsoft YaHei" pitchFamily="34" charset="0"/>
                <a:ea typeface="Microsoft YaHei" pitchFamily="34" charset="0"/>
                <a:cs typeface="Microsoft YaHei" pitchFamily="34" charset="0"/>
              </a:rPr>
              <a:t> </a:t>
            </a:r>
            <a:r>
              <a:rPr lang="en-US" altLang="zh-CN" sz="1000" kern="0" spc="0" baseline="0" noProof="0" dirty="0">
                <a:solidFill>
                  <a:srgbClr val="8B5CF6"/>
                </a:solidFill>
                <a:latin typeface="Microsoft YaHei" pitchFamily="34" charset="0"/>
                <a:ea typeface="Microsoft YaHei" pitchFamily="34" charset="0"/>
                <a:cs typeface="Microsoft YaHei" pitchFamily="34" charset="0"/>
              </a:rPr>
              <a:t>64,</a:t>
            </a:r>
            <a:r>
              <a:rPr lang="en-US" altLang="zh-CN" sz="1000" kern="0" spc="110" baseline="0" noProof="0" dirty="0">
                <a:latin typeface="Microsoft YaHei" pitchFamily="34" charset="0"/>
                <a:ea typeface="Microsoft YaHei" pitchFamily="34" charset="0"/>
                <a:cs typeface="Microsoft YaHei" pitchFamily="34" charset="0"/>
              </a:rPr>
              <a:t> </a:t>
            </a:r>
            <a:r>
              <a:rPr lang="en-US" altLang="zh-CN" sz="1000" kern="0" spc="0" baseline="0" noProof="0" dirty="0">
                <a:solidFill>
                  <a:srgbClr val="8B5CF6"/>
                </a:solidFill>
                <a:latin typeface="Microsoft YaHei" pitchFamily="34" charset="0"/>
                <a:ea typeface="Microsoft YaHei" pitchFamily="34" charset="0"/>
                <a:cs typeface="Microsoft YaHei" pitchFamily="34" charset="0"/>
              </a:rPr>
              <a:t>32]</a:t>
            </a:r>
          </a:p>
        </p:txBody>
      </p:sp>
      <p:sp>
        <p:nvSpPr>
          <p:cNvPr id="294" name="TextBox294"/>
          <p:cNvSpPr txBox="1"/>
          <p:nvPr/>
        </p:nvSpPr>
        <p:spPr>
          <a:xfrm>
            <a:off x="8086725" y="4138930"/>
            <a:ext cx="2170112" cy="1727200"/>
          </a:xfrm>
          <a:prstGeom prst="rect">
            <a:avLst/>
          </a:prstGeom>
          <a:noFill/>
        </p:spPr>
        <p:txBody>
          <a:bodyPr wrap="square" lIns="0" tIns="15875" rIns="0" bIns="0" rtlCol="0">
            <a:spAutoFit/>
          </a:bodyPr>
          <a:lstStyle/>
          <a:p>
            <a:pPr marL="0" marR="0" indent="0" eaLnBrk="0">
              <a:lnSpc>
                <a:spcPct val="93965"/>
              </a:lnSpc>
              <a:spcBef>
                <a:spcPts val="125"/>
              </a:spcBef>
              <a:spcAft>
                <a:spcPts val="44"/>
              </a:spcAft>
            </a:pPr>
            <a:r>
              <a:rPr lang="en-US" altLang="zh-CN" sz="1450" b="1" kern="0" spc="-15" baseline="0" noProof="0" dirty="0">
                <a:solidFill>
                  <a:srgbClr val="1E293B"/>
                </a:solidFill>
                <a:latin typeface="Microsoft YaHei" pitchFamily="34" charset="0"/>
                <a:ea typeface="Microsoft YaHei" pitchFamily="34" charset="0"/>
                <a:cs typeface="Microsoft YaHei" pitchFamily="34" charset="0"/>
              </a:rPr>
              <a:t>开发流程预览</a:t>
            </a:r>
          </a:p>
          <a:p>
            <a:pPr marL="0" marR="0" indent="0" eaLnBrk="0">
              <a:lnSpc>
                <a:spcPct val="13125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109855" marR="0" indent="0" eaLnBrk="0">
              <a:lnSpc>
                <a:spcPct val="100000"/>
              </a:lnSpc>
            </a:pPr>
            <a:r>
              <a:rPr lang="en-US" altLang="zh-CN" sz="1500" b="1" kern="0" spc="710" baseline="6667" noProof="0" dirty="0">
                <a:solidFill>
                  <a:srgbClr val="FFFFFF"/>
                </a:solidFill>
                <a:latin typeface="Microsoft YaHei" pitchFamily="34" charset="0"/>
                <a:ea typeface="Microsoft YaHei" pitchFamily="34" charset="0"/>
                <a:cs typeface="Microsoft YaHei" pitchFamily="34" charset="0"/>
              </a:rPr>
              <a:t>1</a:t>
            </a:r>
            <a:r>
              <a:rPr lang="en-US" altLang="zh-CN" sz="1500" b="1" kern="0" spc="1500" baseline="6667"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1E293B"/>
                </a:solidFill>
                <a:latin typeface="Microsoft YaHei" pitchFamily="34" charset="0"/>
                <a:ea typeface="Microsoft YaHei" pitchFamily="34" charset="0"/>
                <a:cs typeface="Microsoft YaHei" pitchFamily="34" charset="0"/>
              </a:rPr>
              <a:t>启动CANNBot并输入需求</a:t>
            </a:r>
          </a:p>
          <a:p>
            <a:pPr marL="0" marR="0" indent="0" eaLnBrk="0">
              <a:lnSpc>
                <a:spcPct val="132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109855" marR="0" indent="0" eaLnBrk="0">
              <a:lnSpc>
                <a:spcPct val="92753"/>
              </a:lnSpc>
              <a:spcBef>
                <a:spcPts val="100"/>
              </a:spcBef>
              <a:spcAft>
                <a:spcPts val="39"/>
              </a:spcAft>
            </a:pPr>
            <a:r>
              <a:rPr lang="en-US" altLang="zh-CN" sz="1500" b="1" kern="0" spc="710" baseline="6667" noProof="0" dirty="0">
                <a:solidFill>
                  <a:srgbClr val="FFFFFF"/>
                </a:solidFill>
                <a:latin typeface="Microsoft YaHei" pitchFamily="34" charset="0"/>
                <a:ea typeface="Microsoft YaHei" pitchFamily="34" charset="0"/>
                <a:cs typeface="Microsoft YaHei" pitchFamily="34" charset="0"/>
              </a:rPr>
              <a:t>2</a:t>
            </a:r>
            <a:r>
              <a:rPr lang="en-US" altLang="zh-CN" sz="1500" b="1" kern="0" spc="1500" baseline="6667"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1E293B"/>
                </a:solidFill>
                <a:latin typeface="Microsoft YaHei" pitchFamily="34" charset="0"/>
                <a:ea typeface="Microsoft YaHei" pitchFamily="34" charset="0"/>
                <a:cs typeface="Microsoft YaHei" pitchFamily="34" charset="0"/>
              </a:rPr>
              <a:t>自动设计方案与代码生成</a:t>
            </a:r>
          </a:p>
          <a:p>
            <a:pPr marL="0" marR="0" indent="0" eaLnBrk="0">
              <a:lnSpc>
                <a:spcPct val="132500"/>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109855" marR="0" indent="0" eaLnBrk="0">
              <a:lnSpc>
                <a:spcPct val="92753"/>
              </a:lnSpc>
              <a:spcBef>
                <a:spcPts val="100"/>
              </a:spcBef>
              <a:spcAft>
                <a:spcPts val="39"/>
              </a:spcAft>
            </a:pPr>
            <a:r>
              <a:rPr lang="en-US" altLang="zh-CN" sz="1500" b="1" kern="0" spc="710" baseline="6667" noProof="0" dirty="0">
                <a:solidFill>
                  <a:srgbClr val="FFFFFF"/>
                </a:solidFill>
                <a:latin typeface="Microsoft YaHei" pitchFamily="34" charset="0"/>
                <a:ea typeface="Microsoft YaHei" pitchFamily="34" charset="0"/>
                <a:cs typeface="Microsoft YaHei" pitchFamily="34" charset="0"/>
              </a:rPr>
              <a:t>3</a:t>
            </a:r>
            <a:r>
              <a:rPr lang="en-US" altLang="zh-CN" sz="1500" b="1" kern="0" spc="1500" baseline="6667"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1E293B"/>
                </a:solidFill>
                <a:latin typeface="Microsoft YaHei" pitchFamily="34" charset="0"/>
                <a:ea typeface="Microsoft YaHei" pitchFamily="34" charset="0"/>
                <a:cs typeface="Microsoft YaHei" pitchFamily="34" charset="0"/>
              </a:rPr>
              <a:t>代码审查与质量保障</a:t>
            </a:r>
          </a:p>
          <a:p>
            <a:pPr marL="0" marR="0" indent="0" eaLnBrk="0">
              <a:lnSpc>
                <a:spcPct val="132083"/>
              </a:lnSpc>
            </a:pPr>
            <a:endParaRPr lang="en-US" altLang="zh-CN" sz="1000" kern="0" spc="0" baseline="0" noProof="0" dirty="0">
              <a:solidFill>
                <a:srgbClr val="000000"/>
              </a:solidFill>
              <a:latin typeface="Arial" pitchFamily="34" charset="0"/>
              <a:ea typeface="Arial" pitchFamily="34" charset="0"/>
              <a:cs typeface="Arial" pitchFamily="34" charset="0"/>
            </a:endParaRPr>
          </a:p>
          <a:p>
            <a:pPr marL="109855" marR="0" indent="0" eaLnBrk="0">
              <a:lnSpc>
                <a:spcPct val="92753"/>
              </a:lnSpc>
              <a:spcBef>
                <a:spcPts val="100"/>
              </a:spcBef>
              <a:spcAft>
                <a:spcPts val="40"/>
              </a:spcAft>
            </a:pPr>
            <a:r>
              <a:rPr lang="en-US" altLang="zh-CN" sz="1500" b="1" kern="0" spc="710" baseline="6667" noProof="0" dirty="0">
                <a:solidFill>
                  <a:srgbClr val="FFFFFF"/>
                </a:solidFill>
                <a:latin typeface="Microsoft YaHei" pitchFamily="34" charset="0"/>
                <a:ea typeface="Microsoft YaHei" pitchFamily="34" charset="0"/>
                <a:cs typeface="Microsoft YaHei" pitchFamily="34" charset="0"/>
              </a:rPr>
              <a:t>4</a:t>
            </a:r>
            <a:r>
              <a:rPr lang="en-US" altLang="zh-CN" sz="1500" b="1" kern="0" spc="1500" baseline="6667" noProof="0" dirty="0">
                <a:latin typeface="Microsoft YaHei" pitchFamily="34" charset="0"/>
                <a:ea typeface="Microsoft YaHei" pitchFamily="34" charset="0"/>
                <a:cs typeface="Microsoft YaHei" pitchFamily="34" charset="0"/>
              </a:rPr>
              <a:t> </a:t>
            </a:r>
            <a:r>
              <a:rPr lang="en-US" altLang="zh-CN" sz="1150" kern="0" spc="0" baseline="0" noProof="0" dirty="0">
                <a:solidFill>
                  <a:srgbClr val="1E293B"/>
                </a:solidFill>
                <a:latin typeface="Microsoft YaHei" pitchFamily="34" charset="0"/>
                <a:ea typeface="Microsoft YaHei" pitchFamily="34" charset="0"/>
                <a:cs typeface="Microsoft YaHei" pitchFamily="34" charset="0"/>
              </a:rPr>
              <a:t>编译运行与验证</a:t>
            </a:r>
          </a:p>
        </p:txBody>
      </p:sp>
      <p:sp>
        <p:nvSpPr>
          <p:cNvPr id="295" name="TextBox295"/>
          <p:cNvSpPr txBox="1"/>
          <p:nvPr/>
        </p:nvSpPr>
        <p:spPr>
          <a:xfrm>
            <a:off x="10943590" y="1807845"/>
            <a:ext cx="369887" cy="176212"/>
          </a:xfrm>
          <a:prstGeom prst="rect">
            <a:avLst/>
          </a:prstGeom>
          <a:noFill/>
        </p:spPr>
        <p:txBody>
          <a:bodyPr wrap="square" lIns="0" tIns="0" rIns="0" bIns="0" rtlCol="0">
            <a:spAutoFit/>
          </a:bodyPr>
          <a:lstStyle/>
          <a:p>
            <a:pPr marL="0" marR="0" indent="0" eaLnBrk="0">
              <a:lnSpc>
                <a:spcPct val="100000"/>
              </a:lnSpc>
            </a:pPr>
            <a:r>
              <a:rPr lang="en-US" altLang="zh-CN" sz="1150" b="1" kern="0" spc="-15" baseline="0" noProof="0" dirty="0">
                <a:solidFill>
                  <a:srgbClr val="8B5CF6"/>
                </a:solidFill>
                <a:latin typeface="Microsoft YaHei" pitchFamily="34" charset="0"/>
                <a:ea typeface="Microsoft YaHei" pitchFamily="34" charset="0"/>
                <a:cs typeface="Microsoft YaHei" pitchFamily="34" charset="0"/>
              </a:rPr>
              <a:t>FP3</a:t>
            </a:r>
            <a:r>
              <a:rPr lang="en-US" altLang="zh-CN" sz="1150" b="1" kern="0" spc="0" baseline="0" noProof="0" dirty="0">
                <a:solidFill>
                  <a:srgbClr val="8B5CF6"/>
                </a:solidFill>
                <a:latin typeface="Microsoft YaHei" pitchFamily="34" charset="0"/>
                <a:ea typeface="Microsoft YaHei" pitchFamily="34" charset="0"/>
                <a:cs typeface="Microsoft YaHei" pitchFamily="34" charset="0"/>
              </a:rPr>
              <a:t>2</a:t>
            </a:r>
          </a:p>
        </p:txBody>
      </p:sp>
      <p:sp>
        <p:nvSpPr>
          <p:cNvPr id="296" name="TextBox296"/>
          <p:cNvSpPr txBox="1"/>
          <p:nvPr/>
        </p:nvSpPr>
        <p:spPr>
          <a:xfrm>
            <a:off x="10943590" y="2352040"/>
            <a:ext cx="341312" cy="176212"/>
          </a:xfrm>
          <a:prstGeom prst="rect">
            <a:avLst/>
          </a:prstGeom>
          <a:noFill/>
        </p:spPr>
        <p:txBody>
          <a:bodyPr wrap="square" lIns="0" tIns="0" rIns="0" bIns="0" rtlCol="0">
            <a:spAutoFit/>
          </a:bodyPr>
          <a:lstStyle/>
          <a:p>
            <a:pPr marL="0" marR="0" indent="0" eaLnBrk="0">
              <a:lnSpc>
                <a:spcPct val="100000"/>
              </a:lnSpc>
              <a:spcAft>
                <a:spcPts val="4"/>
              </a:spcAft>
            </a:pPr>
            <a:r>
              <a:rPr lang="en-US" altLang="zh-CN" sz="1150" b="1" kern="0" spc="-15" baseline="0" noProof="0" dirty="0">
                <a:solidFill>
                  <a:srgbClr val="8B5CF6"/>
                </a:solidFill>
                <a:latin typeface="Microsoft YaHei" pitchFamily="34" charset="0"/>
                <a:ea typeface="Microsoft YaHei" pitchFamily="34" charset="0"/>
                <a:cs typeface="Microsoft YaHei" pitchFamily="34" charset="0"/>
              </a:rPr>
              <a:t>1e</a:t>
            </a:r>
            <a:r>
              <a:rPr lang="en-US" altLang="zh-CN" sz="1150" b="1" kern="0" spc="0" baseline="0" noProof="0" dirty="0">
                <a:solidFill>
                  <a:srgbClr val="8B5CF6"/>
                </a:solidFill>
                <a:latin typeface="Microsoft YaHei" pitchFamily="34" charset="0"/>
                <a:ea typeface="Microsoft YaHei" pitchFamily="34" charset="0"/>
                <a:cs typeface="Microsoft YaHei" pitchFamily="34" charset="0"/>
              </a:rPr>
              <a:t>-5</a:t>
            </a:r>
          </a:p>
        </p:txBody>
      </p:sp>
    </p:spTree>
    <p:extLst>
      <p:ext uri="{A5DBEDF1-F05A-490F-80D0-E01E69FC79EE}"/>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 name="TextBox1176"/>
          <p:cNvSpPr txBox="1"/>
          <p:nvPr/>
        </p:nvSpPr>
        <p:spPr>
          <a:xfrm>
            <a:off x="1934845" y="244475"/>
            <a:ext cx="8321675" cy="1341437"/>
          </a:xfrm>
          <a:prstGeom prst="rect">
            <a:avLst/>
          </a:prstGeom>
          <a:noFill/>
        </p:spPr>
        <p:txBody>
          <a:bodyPr wrap="square" lIns="0" tIns="0" rIns="0" bIns="0" rtlCol="0">
            <a:spAutoFit/>
          </a:bodyPr>
          <a:lstStyle/>
          <a:p>
            <a:pPr marL="68580" marR="0" indent="-68580" algn="ctr" eaLnBrk="0">
              <a:lnSpc>
                <a:spcPct val="100047"/>
              </a:lnSpc>
            </a:pPr>
            <a:r>
              <a:rPr lang="en-US" altLang="zh-CN" sz="4400" b="1" kern="0" spc="-15" baseline="0" noProof="0" dirty="0">
                <a:solidFill>
                  <a:srgbClr val="000000"/>
                </a:solidFill>
                <a:latin typeface="Microsoft YaHei" pitchFamily="34" charset="0"/>
                <a:ea typeface="Microsoft YaHei" pitchFamily="34" charset="0"/>
                <a:cs typeface="Microsoft YaHei" pitchFamily="34" charset="0"/>
              </a:rPr>
              <a:t>现在，开始</a:t>
            </a:r>
            <a:r>
              <a:rPr lang="en-US" altLang="zh-CN" sz="4400" b="1" kern="0" spc="0" baseline="0" noProof="0" dirty="0">
                <a:solidFill>
                  <a:srgbClr val="000000"/>
                </a:solidFill>
                <a:latin typeface="Microsoft YaHei" pitchFamily="34" charset="0"/>
                <a:ea typeface="Microsoft YaHei" pitchFamily="34" charset="0"/>
                <a:cs typeface="Microsoft YaHei" pitchFamily="34" charset="0"/>
              </a:rPr>
              <a:t>您的CANNBot之旅！</a:t>
            </a:r>
            <a:r>
              <a:rPr lang="en-US" altLang="zh-CN" sz="4400" b="1" kern="0" spc="0" baseline="0" noProof="0" dirty="0">
                <a:latin typeface="Microsoft YaHei" pitchFamily="34" charset="0"/>
                <a:ea typeface="Microsoft YaHei" pitchFamily="34" charset="0"/>
                <a:cs typeface="Microsoft YaHei" pitchFamily="34" charset="0"/>
              </a:rPr>
              <a:t> </a:t>
            </a:r>
            <a:r>
              <a:rPr lang="en-US" altLang="zh-CN" sz="4400" b="1" kern="0" spc="0" baseline="0" noProof="0" dirty="0" err="1">
                <a:solidFill>
                  <a:srgbClr val="000000"/>
                </a:solidFill>
                <a:latin typeface="Microsoft YaHei" pitchFamily="34" charset="0"/>
                <a:ea typeface="Microsoft YaHei" pitchFamily="34" charset="0"/>
                <a:cs typeface="Microsoft YaHei" pitchFamily="34" charset="0"/>
              </a:rPr>
              <a:t>让算子开发触手可及</a:t>
            </a:r>
            <a:r>
              <a:rPr lang="en-US" altLang="zh-CN" sz="4400" b="1" kern="0" spc="0" baseline="0" noProof="0" dirty="0">
                <a:solidFill>
                  <a:srgbClr val="000000"/>
                </a:solidFill>
                <a:latin typeface="Microsoft YaHei" pitchFamily="34" charset="0"/>
                <a:ea typeface="Microsoft YaHei" pitchFamily="34" charset="0"/>
                <a:cs typeface="Microsoft YaHei" pitchFamily="34" charset="0"/>
              </a:rPr>
              <a:t>！</a:t>
            </a:r>
            <a:r>
              <a:rPr lang="en-US" altLang="zh-CN" sz="4400" b="1" kern="0" spc="0" baseline="0" noProof="0" dirty="0">
                <a:latin typeface="Microsoft YaHei" pitchFamily="34" charset="0"/>
                <a:ea typeface="Microsoft YaHei" pitchFamily="34" charset="0"/>
                <a:cs typeface="Microsoft YaHei" pitchFamily="34" charset="0"/>
              </a:rPr>
              <a:t> </a:t>
            </a:r>
          </a:p>
        </p:txBody>
      </p:sp>
      <p:pic>
        <p:nvPicPr>
          <p:cNvPr id="1177" name="DFF67FC4-A823-4F8C-F7BE-D1CE59B1EB3F"/>
          <p:cNvPicPr>
            <a:picLocks noChangeAspect="1"/>
          </p:cNvPicPr>
          <p:nvPr/>
        </p:nvPicPr>
        <p:blipFill>
          <a:blip r:embed="rId3" cstate="print">
            <a:extLst>
              <a:ext uri="{6A3E4C19-D035-4664-05EC-B0F8090ACA51}"/>
            </a:extLst>
          </a:blip>
          <a:srcRect/>
          <a:stretch>
            <a:fillRect/>
          </a:stretch>
        </p:blipFill>
        <p:spPr>
          <a:xfrm>
            <a:off x="3949700" y="2057400"/>
            <a:ext cx="3907367" cy="1371600"/>
          </a:xfrm>
          <a:prstGeom prst="rect">
            <a:avLst/>
          </a:prstGeom>
        </p:spPr>
      </p:pic>
      <p:sp>
        <p:nvSpPr>
          <p:cNvPr id="1178" name="TextBox1178"/>
          <p:cNvSpPr txBox="1"/>
          <p:nvPr/>
        </p:nvSpPr>
        <p:spPr>
          <a:xfrm>
            <a:off x="3298063" y="3762890"/>
            <a:ext cx="5591810" cy="307777"/>
          </a:xfrm>
          <a:prstGeom prst="rect">
            <a:avLst/>
          </a:prstGeom>
          <a:noFill/>
        </p:spPr>
        <p:txBody>
          <a:bodyPr wrap="square" lIns="0" tIns="0" rIns="0" bIns="0" rtlCol="0">
            <a:spAutoFit/>
          </a:bodyPr>
          <a:lstStyle/>
          <a:p>
            <a:pPr marL="0" marR="0" indent="0" eaLnBrk="0">
              <a:lnSpc>
                <a:spcPct val="100000"/>
              </a:lnSpc>
            </a:pPr>
            <a:r>
              <a:rPr lang="en-US" altLang="zh-CN" sz="3000" b="1" kern="0" spc="0" baseline="8028" noProof="0" dirty="0">
                <a:solidFill>
                  <a:srgbClr val="F59E0B"/>
                </a:solidFill>
                <a:latin typeface="Microsoft YaHei" pitchFamily="34" charset="0"/>
                <a:ea typeface="Microsoft YaHei" pitchFamily="34" charset="0"/>
                <a:cs typeface="Microsoft YaHei" pitchFamily="34" charset="0"/>
              </a:rPr>
              <a:t>https://gitcode.com/cann/cannbot-skills</a:t>
            </a:r>
          </a:p>
        </p:txBody>
      </p:sp>
      <p:sp>
        <p:nvSpPr>
          <p:cNvPr id="1180" name="VectorPath 1180"/>
          <p:cNvSpPr/>
          <p:nvPr/>
        </p:nvSpPr>
        <p:spPr>
          <a:xfrm>
            <a:off x="2621280" y="4612640"/>
            <a:ext cx="2009775" cy="1685925"/>
          </a:xfrm>
          <a:custGeom>
            <a:avLst/>
            <a:gdLst/>
            <a:ahLst/>
            <a:cxnLst/>
            <a:rect l="l" t="t" r="r" b="b"/>
            <a:pathLst>
              <a:path w="2009775" h="1685849">
                <a:moveTo>
                  <a:pt x="114262" y="-127"/>
                </a:moveTo>
                <a:lnTo>
                  <a:pt x="1895475" y="-127"/>
                </a:lnTo>
                <a:cubicBezTo>
                  <a:pt x="1958594" y="-127"/>
                  <a:pt x="2009775" y="51054"/>
                  <a:pt x="2009775" y="114173"/>
                </a:cubicBezTo>
                <a:lnTo>
                  <a:pt x="2009775" y="1571536"/>
                </a:lnTo>
                <a:cubicBezTo>
                  <a:pt x="2009775" y="1634668"/>
                  <a:pt x="1958594" y="1685849"/>
                  <a:pt x="1895475" y="1685849"/>
                </a:cubicBezTo>
                <a:lnTo>
                  <a:pt x="114262" y="1685849"/>
                </a:lnTo>
                <a:cubicBezTo>
                  <a:pt x="51130" y="1685849"/>
                  <a:pt x="-51" y="1634668"/>
                  <a:pt x="-51" y="1571536"/>
                </a:cubicBezTo>
                <a:lnTo>
                  <a:pt x="-51" y="114173"/>
                </a:lnTo>
                <a:cubicBezTo>
                  <a:pt x="-51" y="51054"/>
                  <a:pt x="51130" y="-127"/>
                  <a:pt x="114262" y="-127"/>
                </a:cubicBezTo>
              </a:path>
            </a:pathLst>
          </a:custGeom>
          <a:solidFill>
            <a:srgbClr val="4C8DAE">
              <a:alpha val="10000"/>
            </a:srgbClr>
          </a:solidFill>
        </p:spPr>
      </p:sp>
      <p:grpSp>
        <p:nvGrpSpPr>
          <p:cNvPr id="1181" name="Combination 1181"/>
          <p:cNvGrpSpPr/>
          <p:nvPr/>
        </p:nvGrpSpPr>
        <p:grpSpPr>
          <a:xfrm>
            <a:off x="2614930" y="4606290"/>
            <a:ext cx="2022475" cy="1698625"/>
            <a:chOff x="321310" y="4525010"/>
            <a:chExt cx="2022475" cy="1698625"/>
          </a:xfrm>
        </p:grpSpPr>
        <p:sp>
          <p:nvSpPr>
            <p:cNvPr id="1182" name="VectorPath 1182"/>
            <p:cNvSpPr/>
            <p:nvPr/>
          </p:nvSpPr>
          <p:spPr>
            <a:xfrm>
              <a:off x="321259" y="4524883"/>
              <a:ext cx="2022526" cy="1698676"/>
            </a:xfrm>
            <a:custGeom>
              <a:avLst/>
              <a:gdLst/>
              <a:ahLst/>
              <a:cxnLst/>
              <a:rect l="l" t="t" r="r" b="b"/>
              <a:pathLst>
                <a:path w="2022475" h="1698549">
                  <a:moveTo>
                    <a:pt x="120612" y="6223"/>
                  </a:moveTo>
                  <a:lnTo>
                    <a:pt x="1901825" y="6223"/>
                  </a:lnTo>
                  <a:cubicBezTo>
                    <a:pt x="1964944" y="6223"/>
                    <a:pt x="2016125" y="57404"/>
                    <a:pt x="2016125" y="120523"/>
                  </a:cubicBezTo>
                  <a:lnTo>
                    <a:pt x="2016125" y="1577886"/>
                  </a:lnTo>
                  <a:cubicBezTo>
                    <a:pt x="2016125" y="1641018"/>
                    <a:pt x="1964944" y="1692199"/>
                    <a:pt x="1901825" y="1692199"/>
                  </a:cubicBezTo>
                  <a:lnTo>
                    <a:pt x="120612" y="1692199"/>
                  </a:lnTo>
                  <a:cubicBezTo>
                    <a:pt x="57480" y="1692199"/>
                    <a:pt x="6299" y="1641018"/>
                    <a:pt x="6299" y="1577886"/>
                  </a:cubicBezTo>
                  <a:lnTo>
                    <a:pt x="6299" y="120523"/>
                  </a:lnTo>
                  <a:cubicBezTo>
                    <a:pt x="6299" y="57404"/>
                    <a:pt x="57480" y="6223"/>
                    <a:pt x="120612" y="6223"/>
                  </a:cubicBezTo>
                </a:path>
              </a:pathLst>
            </a:custGeom>
            <a:ln w="12700" cap="flat" cmpd="sng">
              <a:solidFill>
                <a:srgbClr val="4C8DAE">
                  <a:alpha val="30000"/>
                </a:srgbClr>
              </a:solidFill>
              <a:round/>
            </a:ln>
          </p:spPr>
        </p:sp>
        <p:sp>
          <p:nvSpPr>
            <p:cNvPr id="1183" name="VectorPath 1183"/>
            <p:cNvSpPr/>
            <p:nvPr/>
          </p:nvSpPr>
          <p:spPr>
            <a:xfrm>
              <a:off x="1088758" y="4786630"/>
              <a:ext cx="449212" cy="449199"/>
            </a:xfrm>
            <a:custGeom>
              <a:avLst/>
              <a:gdLst/>
              <a:ahLst/>
              <a:cxnLst/>
              <a:rect l="l" t="t" r="r" b="b"/>
              <a:pathLst>
                <a:path w="449212" h="449199">
                  <a:moveTo>
                    <a:pt x="128321" y="263779"/>
                  </a:moveTo>
                  <a:lnTo>
                    <a:pt x="35903" y="263779"/>
                  </a:lnTo>
                  <a:cubicBezTo>
                    <a:pt x="13665" y="263779"/>
                    <a:pt x="0" y="239522"/>
                    <a:pt x="11430" y="220472"/>
                  </a:cubicBezTo>
                  <a:lnTo>
                    <a:pt x="58674" y="141732"/>
                  </a:lnTo>
                  <a:cubicBezTo>
                    <a:pt x="66446" y="128778"/>
                    <a:pt x="80378" y="120904"/>
                    <a:pt x="95466" y="120904"/>
                  </a:cubicBezTo>
                  <a:lnTo>
                    <a:pt x="180302" y="120904"/>
                  </a:lnTo>
                  <a:cubicBezTo>
                    <a:pt x="248298" y="5842"/>
                    <a:pt x="349644" y="0"/>
                    <a:pt x="417335" y="9906"/>
                  </a:cubicBezTo>
                  <a:cubicBezTo>
                    <a:pt x="428765" y="11557"/>
                    <a:pt x="437782" y="20574"/>
                    <a:pt x="439306" y="31877"/>
                  </a:cubicBezTo>
                  <a:cubicBezTo>
                    <a:pt x="449212" y="99695"/>
                    <a:pt x="443497" y="201041"/>
                    <a:pt x="328308" y="268986"/>
                  </a:cubicBezTo>
                  <a:lnTo>
                    <a:pt x="328308" y="353822"/>
                  </a:lnTo>
                  <a:cubicBezTo>
                    <a:pt x="328308" y="368808"/>
                    <a:pt x="320434" y="382778"/>
                    <a:pt x="307607" y="390525"/>
                  </a:cubicBezTo>
                  <a:lnTo>
                    <a:pt x="228740" y="437769"/>
                  </a:lnTo>
                  <a:cubicBezTo>
                    <a:pt x="209817" y="449199"/>
                    <a:pt x="185433" y="435483"/>
                    <a:pt x="185433" y="413385"/>
                  </a:cubicBezTo>
                  <a:lnTo>
                    <a:pt x="185433" y="320929"/>
                  </a:lnTo>
                  <a:cubicBezTo>
                    <a:pt x="185433" y="289433"/>
                    <a:pt x="159842" y="263779"/>
                    <a:pt x="128321" y="263779"/>
                  </a:cubicBezTo>
                  <a:lnTo>
                    <a:pt x="128232" y="263779"/>
                  </a:lnTo>
                  <a:lnTo>
                    <a:pt x="128321" y="263779"/>
                  </a:lnTo>
                  <a:close/>
                  <a:moveTo>
                    <a:pt x="371234" y="120904"/>
                  </a:moveTo>
                  <a:cubicBezTo>
                    <a:pt x="371234" y="97282"/>
                    <a:pt x="352057" y="77978"/>
                    <a:pt x="328308" y="77978"/>
                  </a:cubicBezTo>
                  <a:cubicBezTo>
                    <a:pt x="304686" y="77978"/>
                    <a:pt x="285509" y="97282"/>
                    <a:pt x="285509" y="120904"/>
                  </a:cubicBezTo>
                  <a:cubicBezTo>
                    <a:pt x="285509" y="144526"/>
                    <a:pt x="304686" y="163703"/>
                    <a:pt x="328308" y="163703"/>
                  </a:cubicBezTo>
                  <a:cubicBezTo>
                    <a:pt x="352057" y="163703"/>
                    <a:pt x="371234" y="144526"/>
                    <a:pt x="371234" y="120904"/>
                  </a:cubicBezTo>
                </a:path>
              </a:pathLst>
            </a:custGeom>
            <a:solidFill>
              <a:srgbClr val="4C8DAE">
                <a:alpha val="100000"/>
              </a:srgbClr>
            </a:solidFill>
          </p:spPr>
        </p:sp>
        <p:sp>
          <p:nvSpPr>
            <p:cNvPr id="1184" name="VectorPath 1184"/>
            <p:cNvSpPr/>
            <p:nvPr/>
          </p:nvSpPr>
          <p:spPr>
            <a:xfrm>
              <a:off x="618769" y="5827941"/>
              <a:ext cx="42824" cy="111709"/>
            </a:xfrm>
            <a:custGeom>
              <a:avLst/>
              <a:gdLst/>
              <a:ahLst/>
              <a:cxnLst/>
              <a:rect l="l" t="t" r="r" b="b"/>
              <a:pathLst>
                <a:path w="42824" h="111709">
                  <a:moveTo>
                    <a:pt x="42824" y="0"/>
                  </a:moveTo>
                  <a:lnTo>
                    <a:pt x="32461" y="0"/>
                  </a:lnTo>
                  <a:lnTo>
                    <a:pt x="0" y="18898"/>
                  </a:lnTo>
                  <a:lnTo>
                    <a:pt x="0" y="32918"/>
                  </a:lnTo>
                  <a:lnTo>
                    <a:pt x="29108" y="16307"/>
                  </a:lnTo>
                  <a:lnTo>
                    <a:pt x="29108" y="111709"/>
                  </a:lnTo>
                  <a:lnTo>
                    <a:pt x="42824" y="111709"/>
                  </a:lnTo>
                  <a:close/>
                </a:path>
              </a:pathLst>
            </a:custGeom>
            <a:solidFill>
              <a:srgbClr val="000000">
                <a:alpha val="70000"/>
              </a:srgbClr>
            </a:solidFill>
          </p:spPr>
        </p:sp>
      </p:grpSp>
      <p:pic>
        <p:nvPicPr>
          <p:cNvPr id="1185" name="6CA6A22F-FF26-48BE-153D-01802A13C742"/>
          <p:cNvPicPr>
            <a:picLocks noChangeAspect="1"/>
          </p:cNvPicPr>
          <p:nvPr/>
        </p:nvPicPr>
        <p:blipFill>
          <a:blip r:embed="rId4" cstate="print">
            <a:extLst>
              <a:ext uri="{AB178B1E-DF4B-44CD-9DD0-4EF62949A52C}"/>
            </a:extLst>
          </a:blip>
          <a:srcRect/>
          <a:stretch>
            <a:fillRect/>
          </a:stretch>
        </p:blipFill>
        <p:spPr>
          <a:xfrm>
            <a:off x="3297555" y="5890260"/>
            <a:ext cx="1054100" cy="148167"/>
          </a:xfrm>
          <a:prstGeom prst="rect">
            <a:avLst/>
          </a:prstGeom>
        </p:spPr>
      </p:pic>
      <p:sp>
        <p:nvSpPr>
          <p:cNvPr id="1186" name="TextBox1186"/>
          <p:cNvSpPr txBox="1"/>
          <p:nvPr/>
        </p:nvSpPr>
        <p:spPr>
          <a:xfrm>
            <a:off x="3169285" y="5481955"/>
            <a:ext cx="915987" cy="274637"/>
          </a:xfrm>
          <a:prstGeom prst="rect">
            <a:avLst/>
          </a:prstGeom>
          <a:noFill/>
        </p:spPr>
        <p:txBody>
          <a:bodyPr wrap="square" lIns="0" tIns="635" rIns="0" bIns="0" rtlCol="0">
            <a:spAutoFit/>
          </a:bodyPr>
          <a:lstStyle/>
          <a:p>
            <a:pPr marL="0" marR="0" indent="0" eaLnBrk="0">
              <a:lnSpc>
                <a:spcPct val="99768"/>
              </a:lnSpc>
              <a:spcBef>
                <a:spcPts val="5"/>
              </a:spcBef>
            </a:pPr>
            <a:r>
              <a:rPr lang="en-US" altLang="zh-CN" sz="1800" b="1" kern="0" spc="-25" baseline="0" noProof="0" dirty="0">
                <a:solidFill>
                  <a:srgbClr val="000000"/>
                </a:solidFill>
                <a:latin typeface="SimHei" pitchFamily="49" charset="0"/>
                <a:ea typeface="SimHei" pitchFamily="49" charset="0"/>
                <a:cs typeface="SimHei" pitchFamily="49" charset="0"/>
              </a:rPr>
              <a:t>快速上手</a:t>
            </a:r>
          </a:p>
        </p:txBody>
      </p:sp>
      <p:sp>
        <p:nvSpPr>
          <p:cNvPr id="1187" name="VectorPath 1187"/>
          <p:cNvSpPr/>
          <p:nvPr/>
        </p:nvSpPr>
        <p:spPr>
          <a:xfrm>
            <a:off x="2990215" y="5892800"/>
            <a:ext cx="292100" cy="137795"/>
          </a:xfrm>
          <a:custGeom>
            <a:avLst/>
            <a:gdLst/>
            <a:ahLst/>
            <a:cxnLst/>
            <a:rect l="l" t="t" r="r" b="b"/>
            <a:pathLst>
              <a:path w="291846" h="137528">
                <a:moveTo>
                  <a:pt x="252349" y="136373"/>
                </a:moveTo>
                <a:cubicBezTo>
                  <a:pt x="253310" y="136331"/>
                  <a:pt x="254126" y="136294"/>
                  <a:pt x="254784" y="136248"/>
                </a:cubicBezTo>
                <a:lnTo>
                  <a:pt x="254813" y="136246"/>
                </a:lnTo>
                <a:cubicBezTo>
                  <a:pt x="257200" y="136144"/>
                  <a:pt x="259315" y="135922"/>
                  <a:pt x="261429" y="135700"/>
                </a:cubicBezTo>
                <a:lnTo>
                  <a:pt x="265810" y="134212"/>
                </a:lnTo>
                <a:cubicBezTo>
                  <a:pt x="267157" y="133604"/>
                  <a:pt x="268275" y="132823"/>
                  <a:pt x="269392" y="132042"/>
                </a:cubicBezTo>
                <a:lnTo>
                  <a:pt x="271477" y="128376"/>
                </a:lnTo>
                <a:cubicBezTo>
                  <a:pt x="272085" y="126949"/>
                  <a:pt x="272523" y="125273"/>
                  <a:pt x="272961" y="123596"/>
                </a:cubicBezTo>
                <a:lnTo>
                  <a:pt x="273253" y="116537"/>
                </a:lnTo>
                <a:lnTo>
                  <a:pt x="273253" y="41300"/>
                </a:lnTo>
                <a:lnTo>
                  <a:pt x="291846" y="41300"/>
                </a:lnTo>
                <a:lnTo>
                  <a:pt x="291846" y="29566"/>
                </a:lnTo>
                <a:lnTo>
                  <a:pt x="273253" y="29566"/>
                </a:lnTo>
                <a:lnTo>
                  <a:pt x="273253" y="0"/>
                </a:lnTo>
                <a:lnTo>
                  <a:pt x="260756" y="0"/>
                </a:lnTo>
                <a:lnTo>
                  <a:pt x="260756" y="29566"/>
                </a:lnTo>
                <a:lnTo>
                  <a:pt x="214579" y="29566"/>
                </a:lnTo>
                <a:lnTo>
                  <a:pt x="214579" y="41300"/>
                </a:lnTo>
                <a:lnTo>
                  <a:pt x="260756" y="41300"/>
                </a:lnTo>
                <a:lnTo>
                  <a:pt x="260756" y="116954"/>
                </a:lnTo>
                <a:cubicBezTo>
                  <a:pt x="260747" y="120047"/>
                  <a:pt x="260071" y="122102"/>
                  <a:pt x="258726" y="123119"/>
                </a:cubicBezTo>
                <a:lnTo>
                  <a:pt x="258699" y="123139"/>
                </a:lnTo>
                <a:cubicBezTo>
                  <a:pt x="258057" y="123611"/>
                  <a:pt x="257121" y="123969"/>
                  <a:pt x="255918" y="124409"/>
                </a:cubicBezTo>
                <a:lnTo>
                  <a:pt x="250326" y="124663"/>
                </a:lnTo>
                <a:cubicBezTo>
                  <a:pt x="245497" y="124663"/>
                  <a:pt x="239000" y="124262"/>
                  <a:pt x="230748" y="123460"/>
                </a:cubicBezTo>
                <a:lnTo>
                  <a:pt x="230581" y="123444"/>
                </a:lnTo>
                <a:lnTo>
                  <a:pt x="233019" y="135484"/>
                </a:lnTo>
                <a:cubicBezTo>
                  <a:pt x="235458" y="135789"/>
                  <a:pt x="237972" y="136017"/>
                  <a:pt x="240487" y="136246"/>
                </a:cubicBezTo>
                <a:lnTo>
                  <a:pt x="248455" y="136398"/>
                </a:lnTo>
                <a:cubicBezTo>
                  <a:pt x="248587" y="136398"/>
                  <a:pt x="248609" y="136398"/>
                  <a:pt x="248619" y="136398"/>
                </a:cubicBezTo>
                <a:moveTo>
                  <a:pt x="57004" y="137469"/>
                </a:moveTo>
                <a:lnTo>
                  <a:pt x="57150" y="137465"/>
                </a:lnTo>
                <a:cubicBezTo>
                  <a:pt x="62499" y="137364"/>
                  <a:pt x="66645" y="136637"/>
                  <a:pt x="69588" y="135283"/>
                </a:cubicBezTo>
                <a:lnTo>
                  <a:pt x="69647" y="135255"/>
                </a:lnTo>
                <a:cubicBezTo>
                  <a:pt x="71120" y="134569"/>
                  <a:pt x="72384" y="133661"/>
                  <a:pt x="73647" y="132753"/>
                </a:cubicBezTo>
                <a:lnTo>
                  <a:pt x="75946" y="128536"/>
                </a:lnTo>
                <a:cubicBezTo>
                  <a:pt x="76579" y="126967"/>
                  <a:pt x="77041" y="125171"/>
                  <a:pt x="77559" y="123114"/>
                </a:cubicBezTo>
                <a:lnTo>
                  <a:pt x="77876" y="115328"/>
                </a:lnTo>
                <a:lnTo>
                  <a:pt x="77876" y="1219"/>
                </a:lnTo>
                <a:lnTo>
                  <a:pt x="64770" y="1219"/>
                </a:lnTo>
                <a:lnTo>
                  <a:pt x="64770" y="111181"/>
                </a:lnTo>
                <a:cubicBezTo>
                  <a:pt x="64765" y="115177"/>
                  <a:pt x="64414" y="118134"/>
                  <a:pt x="63717" y="120053"/>
                </a:cubicBezTo>
                <a:lnTo>
                  <a:pt x="63703" y="120091"/>
                </a:lnTo>
                <a:cubicBezTo>
                  <a:pt x="63339" y="121074"/>
                  <a:pt x="62851" y="121878"/>
                  <a:pt x="62382" y="122657"/>
                </a:cubicBezTo>
                <a:lnTo>
                  <a:pt x="60080" y="123889"/>
                </a:lnTo>
                <a:cubicBezTo>
                  <a:pt x="59182" y="124206"/>
                  <a:pt x="58077" y="124435"/>
                  <a:pt x="56972" y="124663"/>
                </a:cubicBezTo>
                <a:lnTo>
                  <a:pt x="52042" y="124816"/>
                </a:lnTo>
                <a:lnTo>
                  <a:pt x="51877" y="124816"/>
                </a:lnTo>
                <a:cubicBezTo>
                  <a:pt x="47350" y="124810"/>
                  <a:pt x="41686" y="124358"/>
                  <a:pt x="34885" y="123462"/>
                </a:cubicBezTo>
                <a:lnTo>
                  <a:pt x="34747" y="123444"/>
                </a:lnTo>
                <a:lnTo>
                  <a:pt x="37490" y="136703"/>
                </a:lnTo>
                <a:cubicBezTo>
                  <a:pt x="40386" y="137058"/>
                  <a:pt x="43472" y="137300"/>
                  <a:pt x="46558" y="137541"/>
                </a:cubicBezTo>
                <a:moveTo>
                  <a:pt x="205283" y="11887"/>
                </a:moveTo>
                <a:lnTo>
                  <a:pt x="158496" y="11887"/>
                </a:lnTo>
                <a:lnTo>
                  <a:pt x="158496" y="126035"/>
                </a:lnTo>
                <a:lnTo>
                  <a:pt x="205283" y="126035"/>
                </a:lnTo>
                <a:close/>
                <a:moveTo>
                  <a:pt x="170231" y="60503"/>
                </a:moveTo>
                <a:lnTo>
                  <a:pt x="170231" y="24232"/>
                </a:lnTo>
                <a:lnTo>
                  <a:pt x="194005" y="24232"/>
                </a:lnTo>
                <a:lnTo>
                  <a:pt x="194005" y="60503"/>
                </a:lnTo>
                <a:close/>
                <a:moveTo>
                  <a:pt x="140360" y="108052"/>
                </a:moveTo>
                <a:cubicBezTo>
                  <a:pt x="124717" y="66370"/>
                  <a:pt x="114137" y="39325"/>
                  <a:pt x="108619" y="26916"/>
                </a:cubicBezTo>
                <a:lnTo>
                  <a:pt x="108509" y="26670"/>
                </a:lnTo>
                <a:lnTo>
                  <a:pt x="96469" y="31242"/>
                </a:lnTo>
                <a:cubicBezTo>
                  <a:pt x="98450" y="35865"/>
                  <a:pt x="100679" y="41320"/>
                  <a:pt x="102908" y="46774"/>
                </a:cubicBezTo>
                <a:lnTo>
                  <a:pt x="111209" y="68643"/>
                </a:lnTo>
                <a:cubicBezTo>
                  <a:pt x="117232" y="84756"/>
                  <a:pt x="122560" y="99423"/>
                  <a:pt x="127311" y="112961"/>
                </a:cubicBezTo>
                <a:lnTo>
                  <a:pt x="127406" y="113233"/>
                </a:lnTo>
                <a:close/>
                <a:moveTo>
                  <a:pt x="12458" y="112855"/>
                </a:moveTo>
                <a:cubicBezTo>
                  <a:pt x="15263" y="107281"/>
                  <a:pt x="17981" y="101311"/>
                  <a:pt x="20701" y="95352"/>
                </a:cubicBezTo>
                <a:lnTo>
                  <a:pt x="28247" y="74662"/>
                </a:lnTo>
                <a:cubicBezTo>
                  <a:pt x="33292" y="59939"/>
                  <a:pt x="37184" y="46410"/>
                  <a:pt x="40024" y="33782"/>
                </a:cubicBezTo>
                <a:lnTo>
                  <a:pt x="40081" y="33528"/>
                </a:lnTo>
                <a:lnTo>
                  <a:pt x="26822" y="30785"/>
                </a:lnTo>
                <a:cubicBezTo>
                  <a:pt x="24400" y="42290"/>
                  <a:pt x="20750" y="55149"/>
                  <a:pt x="15872" y="69360"/>
                </a:cubicBezTo>
                <a:lnTo>
                  <a:pt x="15773" y="69647"/>
                </a:lnTo>
                <a:cubicBezTo>
                  <a:pt x="10879" y="83877"/>
                  <a:pt x="5658" y="96403"/>
                  <a:pt x="112" y="107225"/>
                </a:cubicBezTo>
                <a:lnTo>
                  <a:pt x="0" y="107442"/>
                </a:lnTo>
                <a:lnTo>
                  <a:pt x="12344" y="113081"/>
                </a:lnTo>
                <a:close/>
                <a:moveTo>
                  <a:pt x="248869" y="90221"/>
                </a:moveTo>
                <a:cubicBezTo>
                  <a:pt x="246750" y="85679"/>
                  <a:pt x="243427" y="79408"/>
                  <a:pt x="238902" y="71409"/>
                </a:cubicBezTo>
                <a:lnTo>
                  <a:pt x="238811" y="71247"/>
                </a:lnTo>
                <a:cubicBezTo>
                  <a:pt x="234269" y="63223"/>
                  <a:pt x="230630" y="57180"/>
                  <a:pt x="227893" y="53117"/>
                </a:cubicBezTo>
                <a:lnTo>
                  <a:pt x="227838" y="53035"/>
                </a:lnTo>
                <a:lnTo>
                  <a:pt x="217780" y="58522"/>
                </a:lnTo>
                <a:cubicBezTo>
                  <a:pt x="219049" y="60503"/>
                  <a:pt x="220560" y="62991"/>
                  <a:pt x="222072" y="65481"/>
                </a:cubicBezTo>
                <a:lnTo>
                  <a:pt x="228206" y="76344"/>
                </a:lnTo>
                <a:cubicBezTo>
                  <a:pt x="232736" y="84478"/>
                  <a:pt x="236274" y="90997"/>
                  <a:pt x="238910" y="96063"/>
                </a:cubicBezTo>
                <a:lnTo>
                  <a:pt x="238963" y="96164"/>
                </a:lnTo>
                <a:close/>
                <a:moveTo>
                  <a:pt x="170231" y="114148"/>
                </a:moveTo>
                <a:lnTo>
                  <a:pt x="170231" y="71933"/>
                </a:lnTo>
                <a:lnTo>
                  <a:pt x="194005" y="71933"/>
                </a:lnTo>
                <a:lnTo>
                  <a:pt x="194005" y="114148"/>
                </a:lnTo>
                <a:close/>
              </a:path>
            </a:pathLst>
          </a:custGeom>
          <a:solidFill>
            <a:srgbClr val="000000">
              <a:alpha val="70000"/>
            </a:srgbClr>
          </a:solidFill>
        </p:spPr>
      </p:sp>
      <p:sp>
        <p:nvSpPr>
          <p:cNvPr id="1188" name="VectorPath 1188"/>
          <p:cNvSpPr/>
          <p:nvPr/>
        </p:nvSpPr>
        <p:spPr>
          <a:xfrm>
            <a:off x="4858385" y="4612640"/>
            <a:ext cx="2009775" cy="1685925"/>
          </a:xfrm>
          <a:custGeom>
            <a:avLst/>
            <a:gdLst/>
            <a:ahLst/>
            <a:cxnLst/>
            <a:rect l="l" t="t" r="r" b="b"/>
            <a:pathLst>
              <a:path w="2009775" h="1685849">
                <a:moveTo>
                  <a:pt x="114300" y="-127"/>
                </a:moveTo>
                <a:lnTo>
                  <a:pt x="1895475" y="-127"/>
                </a:lnTo>
                <a:cubicBezTo>
                  <a:pt x="1958594" y="-127"/>
                  <a:pt x="2009775" y="51054"/>
                  <a:pt x="2009775" y="114173"/>
                </a:cubicBezTo>
                <a:lnTo>
                  <a:pt x="2009775" y="1571536"/>
                </a:lnTo>
                <a:cubicBezTo>
                  <a:pt x="2009775" y="1634668"/>
                  <a:pt x="1958594" y="1685849"/>
                  <a:pt x="1895475" y="1685849"/>
                </a:cubicBezTo>
                <a:lnTo>
                  <a:pt x="114300" y="1685849"/>
                </a:lnTo>
                <a:cubicBezTo>
                  <a:pt x="51181" y="1685849"/>
                  <a:pt x="0" y="1634668"/>
                  <a:pt x="0" y="1571536"/>
                </a:cubicBezTo>
                <a:lnTo>
                  <a:pt x="0" y="114173"/>
                </a:lnTo>
                <a:cubicBezTo>
                  <a:pt x="0" y="51054"/>
                  <a:pt x="51181" y="-127"/>
                  <a:pt x="114300" y="-127"/>
                </a:cubicBezTo>
              </a:path>
            </a:pathLst>
          </a:custGeom>
          <a:solidFill>
            <a:srgbClr val="D9A443">
              <a:alpha val="10000"/>
            </a:srgbClr>
          </a:solidFill>
        </p:spPr>
      </p:sp>
      <p:grpSp>
        <p:nvGrpSpPr>
          <p:cNvPr id="1189" name="Combination 1189"/>
          <p:cNvGrpSpPr/>
          <p:nvPr/>
        </p:nvGrpSpPr>
        <p:grpSpPr>
          <a:xfrm>
            <a:off x="4852035" y="4606290"/>
            <a:ext cx="2022475" cy="1698625"/>
            <a:chOff x="2558415" y="4525010"/>
            <a:chExt cx="2022475" cy="1698625"/>
          </a:xfrm>
        </p:grpSpPr>
        <p:sp>
          <p:nvSpPr>
            <p:cNvPr id="1190" name="VectorPath 1190"/>
            <p:cNvSpPr/>
            <p:nvPr/>
          </p:nvSpPr>
          <p:spPr>
            <a:xfrm>
              <a:off x="2558415" y="4524883"/>
              <a:ext cx="2022475" cy="1698676"/>
            </a:xfrm>
            <a:custGeom>
              <a:avLst/>
              <a:gdLst/>
              <a:ahLst/>
              <a:cxnLst/>
              <a:rect l="l" t="t" r="r" b="b"/>
              <a:pathLst>
                <a:path w="2022475" h="1698549">
                  <a:moveTo>
                    <a:pt x="120650" y="6223"/>
                  </a:moveTo>
                  <a:lnTo>
                    <a:pt x="1901825" y="6223"/>
                  </a:lnTo>
                  <a:cubicBezTo>
                    <a:pt x="1964944" y="6223"/>
                    <a:pt x="2016125" y="57404"/>
                    <a:pt x="2016125" y="120523"/>
                  </a:cubicBezTo>
                  <a:lnTo>
                    <a:pt x="2016125" y="1577886"/>
                  </a:lnTo>
                  <a:cubicBezTo>
                    <a:pt x="2016125" y="1641018"/>
                    <a:pt x="1964944" y="1692199"/>
                    <a:pt x="1901825" y="1692199"/>
                  </a:cubicBezTo>
                  <a:lnTo>
                    <a:pt x="120650" y="1692199"/>
                  </a:lnTo>
                  <a:cubicBezTo>
                    <a:pt x="57531" y="1692199"/>
                    <a:pt x="6350" y="1641018"/>
                    <a:pt x="6350" y="1577886"/>
                  </a:cubicBezTo>
                  <a:lnTo>
                    <a:pt x="6350" y="120523"/>
                  </a:lnTo>
                  <a:cubicBezTo>
                    <a:pt x="6350" y="57404"/>
                    <a:pt x="57531" y="6223"/>
                    <a:pt x="120650" y="6223"/>
                  </a:cubicBezTo>
                </a:path>
              </a:pathLst>
            </a:custGeom>
            <a:ln w="12700" cap="flat" cmpd="sng">
              <a:solidFill>
                <a:srgbClr val="D9A443">
                  <a:alpha val="30000"/>
                </a:srgbClr>
              </a:solidFill>
              <a:round/>
            </a:ln>
          </p:spPr>
        </p:sp>
        <p:sp>
          <p:nvSpPr>
            <p:cNvPr id="1191" name="VectorPath 1191"/>
            <p:cNvSpPr/>
            <p:nvPr/>
          </p:nvSpPr>
          <p:spPr>
            <a:xfrm>
              <a:off x="3282823" y="4778883"/>
              <a:ext cx="571500" cy="414401"/>
            </a:xfrm>
            <a:custGeom>
              <a:avLst/>
              <a:gdLst/>
              <a:ahLst/>
              <a:cxnLst/>
              <a:rect l="l" t="t" r="r" b="b"/>
              <a:pathLst>
                <a:path w="571500" h="414401">
                  <a:moveTo>
                    <a:pt x="285750" y="0"/>
                  </a:moveTo>
                  <a:cubicBezTo>
                    <a:pt x="337058" y="0"/>
                    <a:pt x="378587" y="41656"/>
                    <a:pt x="378587" y="92964"/>
                  </a:cubicBezTo>
                  <a:cubicBezTo>
                    <a:pt x="378587" y="144145"/>
                    <a:pt x="337058" y="185801"/>
                    <a:pt x="285750" y="185801"/>
                  </a:cubicBezTo>
                  <a:cubicBezTo>
                    <a:pt x="234442" y="185801"/>
                    <a:pt x="192913" y="144145"/>
                    <a:pt x="192913" y="92964"/>
                  </a:cubicBezTo>
                  <a:cubicBezTo>
                    <a:pt x="192913" y="41656"/>
                    <a:pt x="234442" y="0"/>
                    <a:pt x="285750" y="0"/>
                  </a:cubicBezTo>
                  <a:moveTo>
                    <a:pt x="85725" y="64389"/>
                  </a:moveTo>
                  <a:cubicBezTo>
                    <a:pt x="121158" y="64389"/>
                    <a:pt x="149987" y="93091"/>
                    <a:pt x="149987" y="128651"/>
                  </a:cubicBezTo>
                  <a:cubicBezTo>
                    <a:pt x="149987" y="164084"/>
                    <a:pt x="121158" y="192913"/>
                    <a:pt x="85725" y="192913"/>
                  </a:cubicBezTo>
                  <a:cubicBezTo>
                    <a:pt x="50292" y="192913"/>
                    <a:pt x="21463" y="164084"/>
                    <a:pt x="21463" y="128651"/>
                  </a:cubicBezTo>
                  <a:cubicBezTo>
                    <a:pt x="21463" y="93091"/>
                    <a:pt x="50292" y="64389"/>
                    <a:pt x="85725" y="64389"/>
                  </a:cubicBezTo>
                  <a:moveTo>
                    <a:pt x="0" y="357251"/>
                  </a:moveTo>
                  <a:cubicBezTo>
                    <a:pt x="0" y="294132"/>
                    <a:pt x="51181" y="242951"/>
                    <a:pt x="114300" y="242951"/>
                  </a:cubicBezTo>
                  <a:cubicBezTo>
                    <a:pt x="125730" y="242951"/>
                    <a:pt x="136779" y="244602"/>
                    <a:pt x="147320" y="247777"/>
                  </a:cubicBezTo>
                  <a:cubicBezTo>
                    <a:pt x="117856" y="280670"/>
                    <a:pt x="100076" y="323977"/>
                    <a:pt x="100076" y="371475"/>
                  </a:cubicBezTo>
                  <a:lnTo>
                    <a:pt x="100076" y="385826"/>
                  </a:lnTo>
                  <a:cubicBezTo>
                    <a:pt x="100076" y="395986"/>
                    <a:pt x="102108" y="405638"/>
                    <a:pt x="106045" y="414401"/>
                  </a:cubicBezTo>
                  <a:lnTo>
                    <a:pt x="28575" y="414401"/>
                  </a:lnTo>
                  <a:cubicBezTo>
                    <a:pt x="12827" y="414401"/>
                    <a:pt x="0" y="401574"/>
                    <a:pt x="0" y="385826"/>
                  </a:cubicBezTo>
                  <a:lnTo>
                    <a:pt x="0" y="357251"/>
                  </a:lnTo>
                  <a:close/>
                  <a:moveTo>
                    <a:pt x="465455" y="414401"/>
                  </a:moveTo>
                  <a:cubicBezTo>
                    <a:pt x="469392" y="405638"/>
                    <a:pt x="471551" y="395986"/>
                    <a:pt x="471551" y="385826"/>
                  </a:cubicBezTo>
                  <a:lnTo>
                    <a:pt x="471551" y="371475"/>
                  </a:lnTo>
                  <a:cubicBezTo>
                    <a:pt x="471551" y="323977"/>
                    <a:pt x="453644" y="280670"/>
                    <a:pt x="424307" y="247777"/>
                  </a:cubicBezTo>
                  <a:cubicBezTo>
                    <a:pt x="434721" y="244602"/>
                    <a:pt x="445770" y="242951"/>
                    <a:pt x="457200" y="242951"/>
                  </a:cubicBezTo>
                  <a:cubicBezTo>
                    <a:pt x="520319" y="242951"/>
                    <a:pt x="571500" y="294132"/>
                    <a:pt x="571500" y="357251"/>
                  </a:cubicBezTo>
                  <a:lnTo>
                    <a:pt x="571500" y="385826"/>
                  </a:lnTo>
                  <a:cubicBezTo>
                    <a:pt x="571500" y="401574"/>
                    <a:pt x="558800" y="414401"/>
                    <a:pt x="542925" y="414401"/>
                  </a:cubicBezTo>
                  <a:lnTo>
                    <a:pt x="465455" y="414401"/>
                  </a:lnTo>
                  <a:close/>
                  <a:moveTo>
                    <a:pt x="421513" y="128651"/>
                  </a:moveTo>
                  <a:cubicBezTo>
                    <a:pt x="421513" y="93091"/>
                    <a:pt x="450342" y="64389"/>
                    <a:pt x="485775" y="64389"/>
                  </a:cubicBezTo>
                  <a:cubicBezTo>
                    <a:pt x="521208" y="64389"/>
                    <a:pt x="550037" y="93091"/>
                    <a:pt x="550037" y="128651"/>
                  </a:cubicBezTo>
                  <a:cubicBezTo>
                    <a:pt x="550037" y="164084"/>
                    <a:pt x="521208" y="192913"/>
                    <a:pt x="485775" y="192913"/>
                  </a:cubicBezTo>
                  <a:cubicBezTo>
                    <a:pt x="450342" y="192913"/>
                    <a:pt x="421513" y="164084"/>
                    <a:pt x="421513" y="128651"/>
                  </a:cubicBezTo>
                  <a:moveTo>
                    <a:pt x="142875" y="371475"/>
                  </a:moveTo>
                  <a:cubicBezTo>
                    <a:pt x="142875" y="292608"/>
                    <a:pt x="206883" y="228600"/>
                    <a:pt x="285750" y="228600"/>
                  </a:cubicBezTo>
                  <a:cubicBezTo>
                    <a:pt x="364744" y="228600"/>
                    <a:pt x="428625" y="292608"/>
                    <a:pt x="428625" y="371475"/>
                  </a:cubicBezTo>
                  <a:lnTo>
                    <a:pt x="428625" y="385826"/>
                  </a:lnTo>
                  <a:cubicBezTo>
                    <a:pt x="428625" y="401574"/>
                    <a:pt x="415925" y="414401"/>
                    <a:pt x="400050" y="414401"/>
                  </a:cubicBezTo>
                  <a:lnTo>
                    <a:pt x="171450" y="414401"/>
                  </a:lnTo>
                  <a:cubicBezTo>
                    <a:pt x="155702" y="414401"/>
                    <a:pt x="142875" y="401574"/>
                    <a:pt x="142875" y="385826"/>
                  </a:cubicBezTo>
                  <a:lnTo>
                    <a:pt x="142875" y="371475"/>
                  </a:lnTo>
                  <a:close/>
                </a:path>
              </a:pathLst>
            </a:custGeom>
            <a:solidFill>
              <a:srgbClr val="D9A443">
                <a:alpha val="100000"/>
              </a:srgbClr>
            </a:solidFill>
          </p:spPr>
        </p:sp>
      </p:grpSp>
      <p:pic>
        <p:nvPicPr>
          <p:cNvPr id="1192" name="E6170D55-7FF8-46B4-6847-1CD02763AD27"/>
          <p:cNvPicPr>
            <a:picLocks noChangeAspect="1"/>
          </p:cNvPicPr>
          <p:nvPr/>
        </p:nvPicPr>
        <p:blipFill>
          <a:blip r:embed="rId5" cstate="print">
            <a:extLst>
              <a:ext uri="{26C0E6E2-8E50-49A4-7345-49B01FFEFD29}"/>
            </a:extLst>
          </a:blip>
          <a:srcRect/>
          <a:stretch>
            <a:fillRect/>
          </a:stretch>
        </p:blipFill>
        <p:spPr>
          <a:xfrm>
            <a:off x="5342255" y="5892165"/>
            <a:ext cx="601133" cy="143933"/>
          </a:xfrm>
          <a:prstGeom prst="rect">
            <a:avLst/>
          </a:prstGeom>
        </p:spPr>
      </p:pic>
      <p:sp>
        <p:nvSpPr>
          <p:cNvPr id="1193" name="TextBox1193"/>
          <p:cNvSpPr txBox="1"/>
          <p:nvPr/>
        </p:nvSpPr>
        <p:spPr>
          <a:xfrm>
            <a:off x="5407025" y="5481955"/>
            <a:ext cx="914400" cy="274637"/>
          </a:xfrm>
          <a:prstGeom prst="rect">
            <a:avLst/>
          </a:prstGeom>
          <a:noFill/>
        </p:spPr>
        <p:txBody>
          <a:bodyPr wrap="square" lIns="0" tIns="0" rIns="0" bIns="0" rtlCol="0">
            <a:spAutoFit/>
          </a:bodyPr>
          <a:lstStyle/>
          <a:p>
            <a:pPr marL="0" marR="0" indent="0" eaLnBrk="0">
              <a:lnSpc>
                <a:spcPct val="99768"/>
              </a:lnSpc>
            </a:pPr>
            <a:r>
              <a:rPr lang="en-US" altLang="zh-CN" sz="1800" b="1" kern="0" spc="-25" baseline="0" noProof="0" dirty="0">
                <a:solidFill>
                  <a:srgbClr val="000000"/>
                </a:solidFill>
                <a:latin typeface="SimHei" pitchFamily="49" charset="0"/>
                <a:ea typeface="SimHei" pitchFamily="49" charset="0"/>
                <a:cs typeface="SimHei" pitchFamily="49" charset="0"/>
              </a:rPr>
              <a:t>开源社区</a:t>
            </a:r>
          </a:p>
        </p:txBody>
      </p:sp>
      <p:grpSp>
        <p:nvGrpSpPr>
          <p:cNvPr id="1194" name="Combination 1194"/>
          <p:cNvGrpSpPr/>
          <p:nvPr/>
        </p:nvGrpSpPr>
        <p:grpSpPr>
          <a:xfrm>
            <a:off x="5946140" y="5892800"/>
            <a:ext cx="438785" cy="137795"/>
            <a:chOff x="3652520" y="5811520"/>
            <a:chExt cx="438785" cy="137795"/>
          </a:xfrm>
        </p:grpSpPr>
        <p:sp>
          <p:nvSpPr>
            <p:cNvPr id="1195" name="VectorPath 1195"/>
            <p:cNvSpPr/>
            <p:nvPr/>
          </p:nvSpPr>
          <p:spPr>
            <a:xfrm>
              <a:off x="3652647" y="5828094"/>
              <a:ext cx="126365" cy="111557"/>
            </a:xfrm>
            <a:custGeom>
              <a:avLst/>
              <a:gdLst/>
              <a:ahLst/>
              <a:cxnLst/>
              <a:rect l="l" t="t" r="r" b="b"/>
              <a:pathLst>
                <a:path w="126365" h="111557">
                  <a:moveTo>
                    <a:pt x="25527" y="79553"/>
                  </a:moveTo>
                  <a:lnTo>
                    <a:pt x="71628" y="79553"/>
                  </a:lnTo>
                  <a:lnTo>
                    <a:pt x="84074" y="111557"/>
                  </a:lnTo>
                  <a:lnTo>
                    <a:pt x="99060" y="111557"/>
                  </a:lnTo>
                  <a:lnTo>
                    <a:pt x="54356" y="0"/>
                  </a:lnTo>
                  <a:lnTo>
                    <a:pt x="42926" y="0"/>
                  </a:lnTo>
                  <a:lnTo>
                    <a:pt x="0" y="111557"/>
                  </a:lnTo>
                  <a:lnTo>
                    <a:pt x="13716" y="111557"/>
                  </a:lnTo>
                  <a:close/>
                  <a:moveTo>
                    <a:pt x="126365" y="0"/>
                  </a:moveTo>
                  <a:lnTo>
                    <a:pt x="112776" y="0"/>
                  </a:lnTo>
                  <a:lnTo>
                    <a:pt x="112776" y="111557"/>
                  </a:lnTo>
                  <a:lnTo>
                    <a:pt x="126365" y="111557"/>
                  </a:lnTo>
                  <a:close/>
                  <a:moveTo>
                    <a:pt x="30099" y="67361"/>
                  </a:moveTo>
                  <a:lnTo>
                    <a:pt x="48006" y="18136"/>
                  </a:lnTo>
                  <a:lnTo>
                    <a:pt x="66928" y="67361"/>
                  </a:lnTo>
                  <a:close/>
                </a:path>
              </a:pathLst>
            </a:custGeom>
            <a:solidFill>
              <a:srgbClr val="000000">
                <a:alpha val="70000"/>
              </a:srgbClr>
            </a:solidFill>
          </p:spPr>
        </p:sp>
        <p:sp>
          <p:nvSpPr>
            <p:cNvPr id="1196" name="VectorPath 1196"/>
            <p:cNvSpPr/>
            <p:nvPr/>
          </p:nvSpPr>
          <p:spPr>
            <a:xfrm>
              <a:off x="3800348" y="5811482"/>
              <a:ext cx="290830" cy="137770"/>
            </a:xfrm>
            <a:custGeom>
              <a:avLst/>
              <a:gdLst/>
              <a:ahLst/>
              <a:cxnLst/>
              <a:rect l="l" t="t" r="r" b="b"/>
              <a:pathLst>
                <a:path w="290830" h="137732">
                  <a:moveTo>
                    <a:pt x="156464" y="80445"/>
                  </a:moveTo>
                  <a:cubicBezTo>
                    <a:pt x="175199" y="73724"/>
                    <a:pt x="189486" y="66606"/>
                    <a:pt x="199568" y="59093"/>
                  </a:cubicBezTo>
                  <a:lnTo>
                    <a:pt x="199771" y="58941"/>
                  </a:lnTo>
                  <a:cubicBezTo>
                    <a:pt x="205826" y="63684"/>
                    <a:pt x="212006" y="69079"/>
                    <a:pt x="218313" y="75126"/>
                  </a:cubicBezTo>
                  <a:lnTo>
                    <a:pt x="218440" y="75248"/>
                  </a:lnTo>
                  <a:lnTo>
                    <a:pt x="226187" y="66561"/>
                  </a:lnTo>
                  <a:cubicBezTo>
                    <a:pt x="220888" y="61515"/>
                    <a:pt x="214963" y="56468"/>
                    <a:pt x="208536" y="51422"/>
                  </a:cubicBezTo>
                  <a:lnTo>
                    <a:pt x="208407" y="51321"/>
                  </a:lnTo>
                  <a:cubicBezTo>
                    <a:pt x="213453" y="46275"/>
                    <a:pt x="217245" y="40376"/>
                    <a:pt x="220035" y="33626"/>
                  </a:cubicBezTo>
                  <a:lnTo>
                    <a:pt x="220091" y="33490"/>
                  </a:lnTo>
                  <a:cubicBezTo>
                    <a:pt x="233337" y="55390"/>
                    <a:pt x="254979" y="70774"/>
                    <a:pt x="285016" y="79643"/>
                  </a:cubicBezTo>
                  <a:lnTo>
                    <a:pt x="285623" y="79820"/>
                  </a:lnTo>
                  <a:lnTo>
                    <a:pt x="290830" y="67932"/>
                  </a:lnTo>
                  <a:cubicBezTo>
                    <a:pt x="263202" y="60464"/>
                    <a:pt x="243469" y="47883"/>
                    <a:pt x="231505" y="30190"/>
                  </a:cubicBezTo>
                  <a:lnTo>
                    <a:pt x="231267" y="29832"/>
                  </a:lnTo>
                  <a:lnTo>
                    <a:pt x="284861" y="29832"/>
                  </a:lnTo>
                  <a:lnTo>
                    <a:pt x="284861" y="18250"/>
                  </a:lnTo>
                  <a:lnTo>
                    <a:pt x="224027" y="18250"/>
                  </a:lnTo>
                  <a:cubicBezTo>
                    <a:pt x="225039" y="12893"/>
                    <a:pt x="225796" y="6946"/>
                    <a:pt x="226179" y="399"/>
                  </a:cubicBezTo>
                  <a:lnTo>
                    <a:pt x="226187" y="267"/>
                  </a:lnTo>
                  <a:lnTo>
                    <a:pt x="213360" y="-38"/>
                  </a:lnTo>
                  <a:cubicBezTo>
                    <a:pt x="212855" y="7531"/>
                    <a:pt x="212225" y="13597"/>
                    <a:pt x="211470" y="18158"/>
                  </a:cubicBezTo>
                  <a:lnTo>
                    <a:pt x="211455" y="18250"/>
                  </a:lnTo>
                  <a:lnTo>
                    <a:pt x="155321" y="18250"/>
                  </a:lnTo>
                  <a:lnTo>
                    <a:pt x="155321" y="29832"/>
                  </a:lnTo>
                  <a:lnTo>
                    <a:pt x="207899" y="29832"/>
                  </a:lnTo>
                  <a:cubicBezTo>
                    <a:pt x="204493" y="37805"/>
                    <a:pt x="198455" y="44876"/>
                    <a:pt x="189911" y="51044"/>
                  </a:cubicBezTo>
                  <a:lnTo>
                    <a:pt x="189738" y="51168"/>
                  </a:lnTo>
                  <a:cubicBezTo>
                    <a:pt x="181033" y="57325"/>
                    <a:pt x="167942" y="63180"/>
                    <a:pt x="150467" y="68735"/>
                  </a:cubicBezTo>
                  <a:lnTo>
                    <a:pt x="150114" y="68847"/>
                  </a:lnTo>
                  <a:lnTo>
                    <a:pt x="156083" y="80582"/>
                  </a:lnTo>
                  <a:close/>
                  <a:moveTo>
                    <a:pt x="136144" y="121882"/>
                  </a:moveTo>
                  <a:lnTo>
                    <a:pt x="77343" y="121882"/>
                  </a:lnTo>
                  <a:lnTo>
                    <a:pt x="77343" y="84849"/>
                  </a:lnTo>
                  <a:lnTo>
                    <a:pt x="125095" y="84849"/>
                  </a:lnTo>
                  <a:lnTo>
                    <a:pt x="125095" y="72504"/>
                  </a:lnTo>
                  <a:lnTo>
                    <a:pt x="77343" y="72504"/>
                  </a:lnTo>
                  <a:lnTo>
                    <a:pt x="77343" y="42482"/>
                  </a:lnTo>
                  <a:lnTo>
                    <a:pt x="130302" y="42482"/>
                  </a:lnTo>
                  <a:lnTo>
                    <a:pt x="130302" y="29832"/>
                  </a:lnTo>
                  <a:lnTo>
                    <a:pt x="77343" y="29832"/>
                  </a:lnTo>
                  <a:lnTo>
                    <a:pt x="77343" y="724"/>
                  </a:lnTo>
                  <a:lnTo>
                    <a:pt x="64008" y="724"/>
                  </a:lnTo>
                  <a:lnTo>
                    <a:pt x="64008" y="29832"/>
                  </a:lnTo>
                  <a:lnTo>
                    <a:pt x="33655" y="29832"/>
                  </a:lnTo>
                  <a:cubicBezTo>
                    <a:pt x="36307" y="22860"/>
                    <a:pt x="38580" y="15896"/>
                    <a:pt x="40475" y="8941"/>
                  </a:cubicBezTo>
                  <a:lnTo>
                    <a:pt x="40513" y="8801"/>
                  </a:lnTo>
                  <a:lnTo>
                    <a:pt x="27432" y="5906"/>
                  </a:lnTo>
                  <a:cubicBezTo>
                    <a:pt x="24531" y="17209"/>
                    <a:pt x="20876" y="27560"/>
                    <a:pt x="16471" y="36959"/>
                  </a:cubicBezTo>
                  <a:lnTo>
                    <a:pt x="16383" y="37148"/>
                  </a:lnTo>
                  <a:cubicBezTo>
                    <a:pt x="11967" y="46533"/>
                    <a:pt x="6549" y="55769"/>
                    <a:pt x="129" y="64854"/>
                  </a:cubicBezTo>
                  <a:lnTo>
                    <a:pt x="0" y="65037"/>
                  </a:lnTo>
                  <a:lnTo>
                    <a:pt x="12065" y="71590"/>
                  </a:lnTo>
                  <a:cubicBezTo>
                    <a:pt x="18373" y="62002"/>
                    <a:pt x="23803" y="52364"/>
                    <a:pt x="28232" y="42677"/>
                  </a:cubicBezTo>
                  <a:lnTo>
                    <a:pt x="28321" y="42482"/>
                  </a:lnTo>
                  <a:lnTo>
                    <a:pt x="64008" y="42482"/>
                  </a:lnTo>
                  <a:lnTo>
                    <a:pt x="64008" y="72504"/>
                  </a:lnTo>
                  <a:lnTo>
                    <a:pt x="16002" y="72504"/>
                  </a:lnTo>
                  <a:lnTo>
                    <a:pt x="16002" y="84849"/>
                  </a:lnTo>
                  <a:lnTo>
                    <a:pt x="64008" y="84849"/>
                  </a:lnTo>
                  <a:lnTo>
                    <a:pt x="64008" y="121882"/>
                  </a:lnTo>
                  <a:lnTo>
                    <a:pt x="2413" y="121882"/>
                  </a:lnTo>
                  <a:lnTo>
                    <a:pt x="2413" y="134226"/>
                  </a:lnTo>
                  <a:lnTo>
                    <a:pt x="136144" y="134226"/>
                  </a:lnTo>
                  <a:close/>
                  <a:moveTo>
                    <a:pt x="237617" y="102070"/>
                  </a:moveTo>
                  <a:cubicBezTo>
                    <a:pt x="230298" y="91572"/>
                    <a:pt x="224736" y="84083"/>
                    <a:pt x="221178" y="79604"/>
                  </a:cubicBezTo>
                  <a:lnTo>
                    <a:pt x="221107" y="79515"/>
                  </a:lnTo>
                  <a:lnTo>
                    <a:pt x="212344" y="85763"/>
                  </a:lnTo>
                  <a:cubicBezTo>
                    <a:pt x="216002" y="90204"/>
                    <a:pt x="221290" y="97952"/>
                    <a:pt x="228082" y="109009"/>
                  </a:cubicBezTo>
                  <a:lnTo>
                    <a:pt x="228219" y="109233"/>
                  </a:lnTo>
                  <a:close/>
                  <a:moveTo>
                    <a:pt x="289560" y="120663"/>
                  </a:moveTo>
                  <a:cubicBezTo>
                    <a:pt x="286533" y="115718"/>
                    <a:pt x="282503" y="109219"/>
                    <a:pt x="277345" y="101166"/>
                  </a:cubicBezTo>
                  <a:lnTo>
                    <a:pt x="277241" y="101003"/>
                  </a:lnTo>
                  <a:cubicBezTo>
                    <a:pt x="272068" y="92929"/>
                    <a:pt x="267899" y="86510"/>
                    <a:pt x="264482" y="81744"/>
                  </a:cubicBezTo>
                  <a:lnTo>
                    <a:pt x="264414" y="81648"/>
                  </a:lnTo>
                  <a:lnTo>
                    <a:pt x="254889" y="88049"/>
                  </a:lnTo>
                  <a:cubicBezTo>
                    <a:pt x="258169" y="92893"/>
                    <a:pt x="262200" y="99091"/>
                    <a:pt x="266984" y="106642"/>
                  </a:cubicBezTo>
                  <a:lnTo>
                    <a:pt x="267081" y="106794"/>
                  </a:lnTo>
                  <a:cubicBezTo>
                    <a:pt x="271749" y="114364"/>
                    <a:pt x="275915" y="121181"/>
                    <a:pt x="279455" y="127246"/>
                  </a:cubicBezTo>
                  <a:lnTo>
                    <a:pt x="279527" y="127368"/>
                  </a:lnTo>
                  <a:close/>
                  <a:moveTo>
                    <a:pt x="229743" y="137630"/>
                  </a:moveTo>
                  <a:cubicBezTo>
                    <a:pt x="232309" y="137479"/>
                    <a:pt x="234880" y="137329"/>
                    <a:pt x="237266" y="137130"/>
                  </a:cubicBezTo>
                  <a:lnTo>
                    <a:pt x="237363" y="137122"/>
                  </a:lnTo>
                  <a:cubicBezTo>
                    <a:pt x="241905" y="136819"/>
                    <a:pt x="245318" y="136140"/>
                    <a:pt x="247853" y="135086"/>
                  </a:cubicBezTo>
                  <a:lnTo>
                    <a:pt x="247904" y="135065"/>
                  </a:lnTo>
                  <a:cubicBezTo>
                    <a:pt x="250427" y="134005"/>
                    <a:pt x="252198" y="132369"/>
                    <a:pt x="253466" y="130156"/>
                  </a:cubicBezTo>
                  <a:lnTo>
                    <a:pt x="253492" y="130112"/>
                  </a:lnTo>
                  <a:cubicBezTo>
                    <a:pt x="254627" y="127891"/>
                    <a:pt x="255511" y="124769"/>
                    <a:pt x="255897" y="120744"/>
                  </a:cubicBezTo>
                  <a:lnTo>
                    <a:pt x="255905" y="120663"/>
                  </a:lnTo>
                  <a:cubicBezTo>
                    <a:pt x="256661" y="114101"/>
                    <a:pt x="257043" y="108844"/>
                    <a:pt x="257172" y="104892"/>
                  </a:cubicBezTo>
                  <a:lnTo>
                    <a:pt x="257175" y="104813"/>
                  </a:lnTo>
                  <a:lnTo>
                    <a:pt x="245872" y="102222"/>
                  </a:lnTo>
                  <a:lnTo>
                    <a:pt x="245237" y="115634"/>
                  </a:lnTo>
                  <a:cubicBezTo>
                    <a:pt x="244985" y="119267"/>
                    <a:pt x="244231" y="121797"/>
                    <a:pt x="242851" y="123225"/>
                  </a:cubicBezTo>
                  <a:lnTo>
                    <a:pt x="242824" y="123254"/>
                  </a:lnTo>
                  <a:cubicBezTo>
                    <a:pt x="241562" y="124666"/>
                    <a:pt x="239173" y="125528"/>
                    <a:pt x="235656" y="125838"/>
                  </a:cubicBezTo>
                  <a:lnTo>
                    <a:pt x="235585" y="125844"/>
                  </a:lnTo>
                  <a:cubicBezTo>
                    <a:pt x="232670" y="126047"/>
                    <a:pt x="230039" y="126199"/>
                    <a:pt x="227393" y="126352"/>
                  </a:cubicBezTo>
                  <a:lnTo>
                    <a:pt x="221683" y="126454"/>
                  </a:lnTo>
                  <a:cubicBezTo>
                    <a:pt x="218208" y="126454"/>
                    <a:pt x="213548" y="126253"/>
                    <a:pt x="207761" y="125853"/>
                  </a:cubicBezTo>
                  <a:lnTo>
                    <a:pt x="207645" y="125844"/>
                  </a:lnTo>
                  <a:cubicBezTo>
                    <a:pt x="204743" y="125642"/>
                    <a:pt x="202719" y="124689"/>
                    <a:pt x="201572" y="122983"/>
                  </a:cubicBezTo>
                  <a:lnTo>
                    <a:pt x="201549" y="122949"/>
                  </a:lnTo>
                  <a:cubicBezTo>
                    <a:pt x="200914" y="122085"/>
                    <a:pt x="200437" y="120955"/>
                    <a:pt x="199961" y="119825"/>
                  </a:cubicBezTo>
                  <a:lnTo>
                    <a:pt x="199644" y="114644"/>
                  </a:lnTo>
                  <a:lnTo>
                    <a:pt x="199644" y="82715"/>
                  </a:lnTo>
                  <a:lnTo>
                    <a:pt x="187579" y="82715"/>
                  </a:lnTo>
                  <a:lnTo>
                    <a:pt x="187579" y="118954"/>
                  </a:lnTo>
                  <a:cubicBezTo>
                    <a:pt x="187596" y="124848"/>
                    <a:pt x="188849" y="129233"/>
                    <a:pt x="191338" y="132111"/>
                  </a:cubicBezTo>
                  <a:lnTo>
                    <a:pt x="191389" y="132169"/>
                  </a:lnTo>
                  <a:cubicBezTo>
                    <a:pt x="193912" y="135045"/>
                    <a:pt x="197938" y="136693"/>
                    <a:pt x="203469" y="137114"/>
                  </a:cubicBezTo>
                  <a:lnTo>
                    <a:pt x="203581" y="137122"/>
                  </a:lnTo>
                  <a:cubicBezTo>
                    <a:pt x="205999" y="137326"/>
                    <a:pt x="208609" y="137478"/>
                    <a:pt x="211201" y="137630"/>
                  </a:cubicBezTo>
                  <a:lnTo>
                    <a:pt x="220467" y="137732"/>
                  </a:lnTo>
                  <a:cubicBezTo>
                    <a:pt x="220641" y="137732"/>
                    <a:pt x="220683" y="137732"/>
                    <a:pt x="220726" y="137732"/>
                  </a:cubicBezTo>
                  <a:moveTo>
                    <a:pt x="160218" y="129079"/>
                  </a:moveTo>
                  <a:cubicBezTo>
                    <a:pt x="163723" y="123258"/>
                    <a:pt x="166982" y="116867"/>
                    <a:pt x="170241" y="109907"/>
                  </a:cubicBezTo>
                  <a:lnTo>
                    <a:pt x="170307" y="109766"/>
                  </a:lnTo>
                  <a:cubicBezTo>
                    <a:pt x="173591" y="102743"/>
                    <a:pt x="176369" y="96055"/>
                    <a:pt x="178643" y="89701"/>
                  </a:cubicBezTo>
                  <a:lnTo>
                    <a:pt x="178689" y="89573"/>
                  </a:lnTo>
                  <a:lnTo>
                    <a:pt x="167513" y="85306"/>
                  </a:lnTo>
                  <a:cubicBezTo>
                    <a:pt x="165364" y="91675"/>
                    <a:pt x="162717" y="98183"/>
                    <a:pt x="159575" y="104831"/>
                  </a:cubicBezTo>
                  <a:lnTo>
                    <a:pt x="159512" y="104966"/>
                  </a:lnTo>
                  <a:cubicBezTo>
                    <a:pt x="156358" y="111626"/>
                    <a:pt x="153079" y="117786"/>
                    <a:pt x="149550" y="123445"/>
                  </a:cubicBezTo>
                  <a:lnTo>
                    <a:pt x="149479" y="123558"/>
                  </a:lnTo>
                  <a:lnTo>
                    <a:pt x="160146" y="129197"/>
                  </a:lnTo>
                  <a:close/>
                </a:path>
              </a:pathLst>
            </a:custGeom>
            <a:solidFill>
              <a:srgbClr val="000000">
                <a:alpha val="70000"/>
              </a:srgbClr>
            </a:solidFill>
          </p:spPr>
        </p:sp>
      </p:grpSp>
      <p:sp>
        <p:nvSpPr>
          <p:cNvPr id="1197" name="VectorPath 1197"/>
          <p:cNvSpPr/>
          <p:nvPr/>
        </p:nvSpPr>
        <p:spPr>
          <a:xfrm>
            <a:off x="7063740" y="4612640"/>
            <a:ext cx="2009775" cy="1685925"/>
          </a:xfrm>
          <a:custGeom>
            <a:avLst/>
            <a:gdLst/>
            <a:ahLst/>
            <a:cxnLst/>
            <a:rect l="l" t="t" r="r" b="b"/>
            <a:pathLst>
              <a:path w="2009648" h="1685849">
                <a:moveTo>
                  <a:pt x="114300" y="-127"/>
                </a:moveTo>
                <a:lnTo>
                  <a:pt x="1895475" y="-127"/>
                </a:lnTo>
                <a:cubicBezTo>
                  <a:pt x="1958594" y="-127"/>
                  <a:pt x="2009775" y="51054"/>
                  <a:pt x="2009775" y="114173"/>
                </a:cubicBezTo>
                <a:lnTo>
                  <a:pt x="2009775" y="1571536"/>
                </a:lnTo>
                <a:cubicBezTo>
                  <a:pt x="2009775" y="1634668"/>
                  <a:pt x="1958594" y="1685849"/>
                  <a:pt x="1895475" y="1685849"/>
                </a:cubicBezTo>
                <a:lnTo>
                  <a:pt x="114300" y="1685849"/>
                </a:lnTo>
                <a:cubicBezTo>
                  <a:pt x="51181" y="1685849"/>
                  <a:pt x="0" y="1634668"/>
                  <a:pt x="0" y="1571536"/>
                </a:cubicBezTo>
                <a:lnTo>
                  <a:pt x="0" y="114173"/>
                </a:lnTo>
                <a:cubicBezTo>
                  <a:pt x="0" y="51054"/>
                  <a:pt x="51181" y="-127"/>
                  <a:pt x="114300" y="-127"/>
                </a:cubicBezTo>
              </a:path>
            </a:pathLst>
          </a:custGeom>
          <a:solidFill>
            <a:srgbClr val="5F6B7A">
              <a:alpha val="10000"/>
            </a:srgbClr>
          </a:solidFill>
        </p:spPr>
      </p:sp>
      <p:grpSp>
        <p:nvGrpSpPr>
          <p:cNvPr id="1198" name="Combination 1198"/>
          <p:cNvGrpSpPr/>
          <p:nvPr/>
        </p:nvGrpSpPr>
        <p:grpSpPr>
          <a:xfrm>
            <a:off x="7063740" y="4599940"/>
            <a:ext cx="2022475" cy="1698625"/>
            <a:chOff x="4763771" y="4525010"/>
            <a:chExt cx="2022475" cy="1698625"/>
          </a:xfrm>
        </p:grpSpPr>
        <p:sp>
          <p:nvSpPr>
            <p:cNvPr id="1199" name="VectorPath 1199"/>
            <p:cNvSpPr/>
            <p:nvPr/>
          </p:nvSpPr>
          <p:spPr>
            <a:xfrm>
              <a:off x="4763897" y="4524883"/>
              <a:ext cx="2022475" cy="1698676"/>
            </a:xfrm>
            <a:custGeom>
              <a:avLst/>
              <a:gdLst/>
              <a:ahLst/>
              <a:cxnLst/>
              <a:rect l="l" t="t" r="r" b="b"/>
              <a:pathLst>
                <a:path w="2022348" h="1698549">
                  <a:moveTo>
                    <a:pt x="120650" y="6223"/>
                  </a:moveTo>
                  <a:lnTo>
                    <a:pt x="1901825" y="6223"/>
                  </a:lnTo>
                  <a:cubicBezTo>
                    <a:pt x="1964944" y="6223"/>
                    <a:pt x="2016125" y="57404"/>
                    <a:pt x="2016125" y="120523"/>
                  </a:cubicBezTo>
                  <a:lnTo>
                    <a:pt x="2016125" y="1577886"/>
                  </a:lnTo>
                  <a:cubicBezTo>
                    <a:pt x="2016125" y="1641018"/>
                    <a:pt x="1964944" y="1692199"/>
                    <a:pt x="1901825" y="1692199"/>
                  </a:cubicBezTo>
                  <a:lnTo>
                    <a:pt x="120650" y="1692199"/>
                  </a:lnTo>
                  <a:cubicBezTo>
                    <a:pt x="57531" y="1692199"/>
                    <a:pt x="6350" y="1641018"/>
                    <a:pt x="6350" y="1577886"/>
                  </a:cubicBezTo>
                  <a:lnTo>
                    <a:pt x="6350" y="120523"/>
                  </a:lnTo>
                  <a:cubicBezTo>
                    <a:pt x="6350" y="57404"/>
                    <a:pt x="57531" y="6223"/>
                    <a:pt x="120650" y="6223"/>
                  </a:cubicBezTo>
                </a:path>
              </a:pathLst>
            </a:custGeom>
            <a:ln w="12700" cap="flat" cmpd="sng">
              <a:solidFill>
                <a:srgbClr val="5F6B7A">
                  <a:alpha val="30000"/>
                </a:srgbClr>
              </a:solidFill>
              <a:round/>
            </a:ln>
          </p:spPr>
        </p:sp>
        <p:sp>
          <p:nvSpPr>
            <p:cNvPr id="1200" name="VectorPath 1200"/>
            <p:cNvSpPr/>
            <p:nvPr/>
          </p:nvSpPr>
          <p:spPr>
            <a:xfrm>
              <a:off x="5545455" y="4793234"/>
              <a:ext cx="457200" cy="400050"/>
            </a:xfrm>
            <a:custGeom>
              <a:avLst/>
              <a:gdLst/>
              <a:ahLst/>
              <a:cxnLst/>
              <a:rect l="l" t="t" r="r" b="b"/>
              <a:pathLst>
                <a:path w="457200" h="400050">
                  <a:moveTo>
                    <a:pt x="57150" y="28575"/>
                  </a:moveTo>
                  <a:cubicBezTo>
                    <a:pt x="57150" y="12700"/>
                    <a:pt x="44323" y="0"/>
                    <a:pt x="28575" y="0"/>
                  </a:cubicBezTo>
                  <a:cubicBezTo>
                    <a:pt x="12700" y="0"/>
                    <a:pt x="0" y="12700"/>
                    <a:pt x="0" y="28575"/>
                  </a:cubicBezTo>
                  <a:lnTo>
                    <a:pt x="0" y="328549"/>
                  </a:lnTo>
                  <a:cubicBezTo>
                    <a:pt x="0" y="368046"/>
                    <a:pt x="32004" y="400050"/>
                    <a:pt x="71374" y="400050"/>
                  </a:cubicBezTo>
                  <a:lnTo>
                    <a:pt x="428625" y="400050"/>
                  </a:lnTo>
                  <a:cubicBezTo>
                    <a:pt x="444373" y="400050"/>
                    <a:pt x="457200" y="387223"/>
                    <a:pt x="457200" y="371475"/>
                  </a:cubicBezTo>
                  <a:cubicBezTo>
                    <a:pt x="457200" y="355600"/>
                    <a:pt x="444373" y="342900"/>
                    <a:pt x="428625" y="342900"/>
                  </a:cubicBezTo>
                  <a:lnTo>
                    <a:pt x="71374" y="342900"/>
                  </a:lnTo>
                  <a:cubicBezTo>
                    <a:pt x="63500" y="342900"/>
                    <a:pt x="57150" y="336423"/>
                    <a:pt x="57150" y="328549"/>
                  </a:cubicBezTo>
                  <a:lnTo>
                    <a:pt x="57150" y="28575"/>
                  </a:lnTo>
                  <a:close/>
                  <a:moveTo>
                    <a:pt x="420243" y="105918"/>
                  </a:moveTo>
                  <a:cubicBezTo>
                    <a:pt x="431419" y="94742"/>
                    <a:pt x="431419" y="76581"/>
                    <a:pt x="420243" y="65405"/>
                  </a:cubicBezTo>
                  <a:cubicBezTo>
                    <a:pt x="409067" y="54229"/>
                    <a:pt x="390906" y="54229"/>
                    <a:pt x="379730" y="65405"/>
                  </a:cubicBezTo>
                  <a:lnTo>
                    <a:pt x="285750" y="159512"/>
                  </a:lnTo>
                  <a:lnTo>
                    <a:pt x="234442" y="108331"/>
                  </a:lnTo>
                  <a:cubicBezTo>
                    <a:pt x="223266" y="97282"/>
                    <a:pt x="205232" y="97282"/>
                    <a:pt x="194056" y="108331"/>
                  </a:cubicBezTo>
                  <a:lnTo>
                    <a:pt x="108331" y="194056"/>
                  </a:lnTo>
                  <a:cubicBezTo>
                    <a:pt x="97155" y="205232"/>
                    <a:pt x="97155" y="223393"/>
                    <a:pt x="108331" y="234569"/>
                  </a:cubicBezTo>
                  <a:cubicBezTo>
                    <a:pt x="119507" y="245745"/>
                    <a:pt x="137541" y="245745"/>
                    <a:pt x="148717" y="234569"/>
                  </a:cubicBezTo>
                  <a:lnTo>
                    <a:pt x="214249" y="169037"/>
                  </a:lnTo>
                  <a:lnTo>
                    <a:pt x="265557" y="220218"/>
                  </a:lnTo>
                  <a:cubicBezTo>
                    <a:pt x="276733" y="231394"/>
                    <a:pt x="294894" y="231394"/>
                    <a:pt x="305943" y="220218"/>
                  </a:cubicBezTo>
                  <a:lnTo>
                    <a:pt x="420243" y="105918"/>
                  </a:lnTo>
                  <a:close/>
                </a:path>
              </a:pathLst>
            </a:custGeom>
            <a:solidFill>
              <a:srgbClr val="5F6B7A">
                <a:alpha val="100000"/>
              </a:srgbClr>
            </a:solidFill>
          </p:spPr>
        </p:sp>
      </p:grpSp>
      <p:pic>
        <p:nvPicPr>
          <p:cNvPr id="1201" name="A05B2060-271E-4AA5-E0A5-08A63C27F7BA"/>
          <p:cNvPicPr>
            <a:picLocks noChangeAspect="1"/>
          </p:cNvPicPr>
          <p:nvPr/>
        </p:nvPicPr>
        <p:blipFill>
          <a:blip r:embed="rId6" cstate="print">
            <a:extLst>
              <a:ext uri="{08026531-127E-4C8E-9744-A8B151FC13E7}"/>
            </a:extLst>
          </a:blip>
          <a:srcRect/>
          <a:stretch>
            <a:fillRect/>
          </a:stretch>
        </p:blipFill>
        <p:spPr>
          <a:xfrm>
            <a:off x="7616190" y="5892165"/>
            <a:ext cx="905934" cy="143933"/>
          </a:xfrm>
          <a:prstGeom prst="rect">
            <a:avLst/>
          </a:prstGeom>
        </p:spPr>
      </p:pic>
      <p:sp>
        <p:nvSpPr>
          <p:cNvPr id="1202" name="TextBox1202"/>
          <p:cNvSpPr txBox="1"/>
          <p:nvPr/>
        </p:nvSpPr>
        <p:spPr>
          <a:xfrm>
            <a:off x="7612380" y="5481955"/>
            <a:ext cx="915987" cy="274637"/>
          </a:xfrm>
          <a:prstGeom prst="rect">
            <a:avLst/>
          </a:prstGeom>
          <a:noFill/>
        </p:spPr>
        <p:txBody>
          <a:bodyPr wrap="square" lIns="0" tIns="0" rIns="0" bIns="0" rtlCol="0">
            <a:spAutoFit/>
          </a:bodyPr>
          <a:lstStyle/>
          <a:p>
            <a:pPr marL="0" marR="0" indent="0" eaLnBrk="0">
              <a:lnSpc>
                <a:spcPct val="99768"/>
              </a:lnSpc>
            </a:pPr>
            <a:r>
              <a:rPr lang="en-US" altLang="zh-CN" sz="1800" b="1" kern="0" spc="-25" baseline="0" noProof="0" dirty="0">
                <a:solidFill>
                  <a:srgbClr val="000000"/>
                </a:solidFill>
                <a:latin typeface="SimHei" pitchFamily="49" charset="0"/>
                <a:ea typeface="SimHei" pitchFamily="49" charset="0"/>
                <a:cs typeface="SimHei" pitchFamily="49" charset="0"/>
              </a:rPr>
              <a:t>持续成长</a:t>
            </a:r>
          </a:p>
        </p:txBody>
      </p:sp>
      <p:pic>
        <p:nvPicPr>
          <p:cNvPr id="1203" name="0A2BAC3F-FE86-44F9-84CB-D9CF5F92275F"/>
          <p:cNvPicPr>
            <a:picLocks noChangeAspect="1"/>
          </p:cNvPicPr>
          <p:nvPr/>
        </p:nvPicPr>
        <p:blipFill>
          <a:blip r:embed="rId7" cstate="print">
            <a:extLst>
              <a:ext uri="{8F94531C-B84D-41F9-65F2-4729455C570F}"/>
            </a:extLst>
          </a:blip>
          <a:srcRect/>
          <a:stretch>
            <a:fillRect/>
          </a:stretch>
        </p:blipFill>
        <p:spPr>
          <a:xfrm>
            <a:off x="9570720" y="5961647"/>
            <a:ext cx="1316567" cy="351367"/>
          </a:xfrm>
          <a:prstGeom prst="rect">
            <a:avLst/>
          </a:prstGeom>
        </p:spPr>
      </p:pic>
    </p:spTree>
    <p:extLst>
      <p:ext uri="{0EC9863B-71B1-4153-E704-940C5F2455E9}"/>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1719</TotalTime>
  <Words>4309</Words>
  <Application>Microsoft Office PowerPoint</Application>
  <PresentationFormat>宽屏</PresentationFormat>
  <Paragraphs>663</Paragraphs>
  <Slides>19</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19</vt:i4>
      </vt:variant>
    </vt:vector>
  </HeadingPairs>
  <TitlesOfParts>
    <vt:vector size="26" baseType="lpstr">
      <vt:lpstr>等线</vt:lpstr>
      <vt:lpstr>等线 Light</vt:lpstr>
      <vt:lpstr>SimHei</vt:lpstr>
      <vt:lpstr>Microsoft YaHei</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建伟 祝</dc:creator>
  <cp:lastModifiedBy>zhujianwei (A)</cp:lastModifiedBy>
  <cp:revision>46</cp:revision>
  <dcterms:created xsi:type="dcterms:W3CDTF">2026-07-05T15:33:52Z</dcterms:created>
  <dcterms:modified xsi:type="dcterms:W3CDTF">2026-07-07T07:13:30Z</dcterms:modified>
</cp:coreProperties>
</file>